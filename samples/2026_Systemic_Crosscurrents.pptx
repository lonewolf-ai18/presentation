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102" y="4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Wilson" userId="2840974a-0d84-4886-90a9-9a3ed79f3a48" providerId="ADAL" clId="{9F23B798-9E84-4552-BA63-E776E805C424}"/>
    <pc:docChg chg="undo custSel addSld delSld modSld modMainMaster">
      <pc:chgData name="Lai, Wilson" userId="2840974a-0d84-4886-90a9-9a3ed79f3a48" providerId="ADAL" clId="{9F23B798-9E84-4552-BA63-E776E805C424}" dt="2026-07-06T08:49:45.849" v="2120" actId="22"/>
      <pc:docMkLst>
        <pc:docMk/>
      </pc:docMkLst>
      <pc:sldChg chg="del">
        <pc:chgData name="Lai, Wilson" userId="2840974a-0d84-4886-90a9-9a3ed79f3a48" providerId="ADAL" clId="{9F23B798-9E84-4552-BA63-E776E805C424}" dt="2026-07-05T05:57:28.473" v="1849" actId="47"/>
        <pc:sldMkLst>
          <pc:docMk/>
          <pc:sldMk cId="0" sldId="256"/>
        </pc:sldMkLst>
      </pc:sldChg>
      <pc:sldChg chg="del">
        <pc:chgData name="Lai, Wilson" userId="2840974a-0d84-4886-90a9-9a3ed79f3a48" providerId="ADAL" clId="{9F23B798-9E84-4552-BA63-E776E805C424}" dt="2026-07-05T05:57:28.473" v="1849" actId="47"/>
        <pc:sldMkLst>
          <pc:docMk/>
          <pc:sldMk cId="0" sldId="257"/>
        </pc:sldMkLst>
      </pc:sldChg>
      <pc:sldChg chg="del">
        <pc:chgData name="Lai, Wilson" userId="2840974a-0d84-4886-90a9-9a3ed79f3a48" providerId="ADAL" clId="{9F23B798-9E84-4552-BA63-E776E805C424}" dt="2026-07-05T05:57:28.473" v="1849" actId="47"/>
        <pc:sldMkLst>
          <pc:docMk/>
          <pc:sldMk cId="0" sldId="258"/>
        </pc:sldMkLst>
      </pc:sldChg>
      <pc:sldChg chg="modSp del mod">
        <pc:chgData name="Lai, Wilson" userId="2840974a-0d84-4886-90a9-9a3ed79f3a48" providerId="ADAL" clId="{9F23B798-9E84-4552-BA63-E776E805C424}" dt="2026-07-05T05:57:28.473" v="1849" actId="47"/>
        <pc:sldMkLst>
          <pc:docMk/>
          <pc:sldMk cId="0" sldId="259"/>
        </pc:sldMkLst>
        <pc:picChg chg="mod">
          <ac:chgData name="Lai, Wilson" userId="2840974a-0d84-4886-90a9-9a3ed79f3a48" providerId="ADAL" clId="{9F23B798-9E84-4552-BA63-E776E805C424}" dt="2026-07-05T04:49:45.599" v="1" actId="1076"/>
          <ac:picMkLst>
            <pc:docMk/>
            <pc:sldMk cId="0" sldId="259"/>
            <ac:picMk id="2" creationId="{00000000-0000-0000-0000-000000000000}"/>
          </ac:picMkLst>
        </pc:picChg>
      </pc:sldChg>
      <pc:sldChg chg="del">
        <pc:chgData name="Lai, Wilson" userId="2840974a-0d84-4886-90a9-9a3ed79f3a48" providerId="ADAL" clId="{9F23B798-9E84-4552-BA63-E776E805C424}" dt="2026-07-05T05:57:28.473" v="1849" actId="47"/>
        <pc:sldMkLst>
          <pc:docMk/>
          <pc:sldMk cId="0" sldId="260"/>
        </pc:sldMkLst>
      </pc:sldChg>
      <pc:sldChg chg="del">
        <pc:chgData name="Lai, Wilson" userId="2840974a-0d84-4886-90a9-9a3ed79f3a48" providerId="ADAL" clId="{9F23B798-9E84-4552-BA63-E776E805C424}" dt="2026-07-05T05:57:28.473" v="1849" actId="47"/>
        <pc:sldMkLst>
          <pc:docMk/>
          <pc:sldMk cId="0" sldId="261"/>
        </pc:sldMkLst>
      </pc:sldChg>
      <pc:sldChg chg="del">
        <pc:chgData name="Lai, Wilson" userId="2840974a-0d84-4886-90a9-9a3ed79f3a48" providerId="ADAL" clId="{9F23B798-9E84-4552-BA63-E776E805C424}" dt="2026-07-05T05:57:28.473" v="1849" actId="47"/>
        <pc:sldMkLst>
          <pc:docMk/>
          <pc:sldMk cId="0" sldId="262"/>
        </pc:sldMkLst>
      </pc:sldChg>
      <pc:sldChg chg="del">
        <pc:chgData name="Lai, Wilson" userId="2840974a-0d84-4886-90a9-9a3ed79f3a48" providerId="ADAL" clId="{9F23B798-9E84-4552-BA63-E776E805C424}" dt="2026-07-05T05:57:28.473" v="1849" actId="47"/>
        <pc:sldMkLst>
          <pc:docMk/>
          <pc:sldMk cId="0" sldId="263"/>
        </pc:sldMkLst>
      </pc:sldChg>
      <pc:sldChg chg="del">
        <pc:chgData name="Lai, Wilson" userId="2840974a-0d84-4886-90a9-9a3ed79f3a48" providerId="ADAL" clId="{9F23B798-9E84-4552-BA63-E776E805C424}" dt="2026-07-05T05:57:28.473" v="1849" actId="47"/>
        <pc:sldMkLst>
          <pc:docMk/>
          <pc:sldMk cId="0" sldId="264"/>
        </pc:sldMkLst>
      </pc:sldChg>
      <pc:sldChg chg="del">
        <pc:chgData name="Lai, Wilson" userId="2840974a-0d84-4886-90a9-9a3ed79f3a48" providerId="ADAL" clId="{9F23B798-9E84-4552-BA63-E776E805C424}" dt="2026-07-05T05:57:28.473" v="1849" actId="47"/>
        <pc:sldMkLst>
          <pc:docMk/>
          <pc:sldMk cId="0" sldId="265"/>
        </pc:sldMkLst>
      </pc:sldChg>
      <pc:sldChg chg="del">
        <pc:chgData name="Lai, Wilson" userId="2840974a-0d84-4886-90a9-9a3ed79f3a48" providerId="ADAL" clId="{9F23B798-9E84-4552-BA63-E776E805C424}" dt="2026-07-05T05:57:28.473" v="1849" actId="47"/>
        <pc:sldMkLst>
          <pc:docMk/>
          <pc:sldMk cId="0" sldId="266"/>
        </pc:sldMkLst>
      </pc:sldChg>
      <pc:sldChg chg="del">
        <pc:chgData name="Lai, Wilson" userId="2840974a-0d84-4886-90a9-9a3ed79f3a48" providerId="ADAL" clId="{9F23B798-9E84-4552-BA63-E776E805C424}" dt="2026-07-05T05:57:28.473" v="1849" actId="47"/>
        <pc:sldMkLst>
          <pc:docMk/>
          <pc:sldMk cId="0" sldId="267"/>
        </pc:sldMkLst>
      </pc:sldChg>
      <pc:sldChg chg="addSp modSp new del mod">
        <pc:chgData name="Lai, Wilson" userId="2840974a-0d84-4886-90a9-9a3ed79f3a48" providerId="ADAL" clId="{9F23B798-9E84-4552-BA63-E776E805C424}" dt="2026-07-05T05:57:28.473" v="1849" actId="47"/>
        <pc:sldMkLst>
          <pc:docMk/>
          <pc:sldMk cId="544656951" sldId="268"/>
        </pc:sldMkLst>
        <pc:picChg chg="add mod">
          <ac:chgData name="Lai, Wilson" userId="2840974a-0d84-4886-90a9-9a3ed79f3a48" providerId="ADAL" clId="{9F23B798-9E84-4552-BA63-E776E805C424}" dt="2026-07-05T04:58:02.052" v="4"/>
          <ac:picMkLst>
            <pc:docMk/>
            <pc:sldMk cId="544656951" sldId="268"/>
            <ac:picMk id="3" creationId="{37D843FA-CCEF-28A3-8E5F-184A8CA0900A}"/>
          </ac:picMkLst>
        </pc:picChg>
      </pc:sldChg>
      <pc:sldChg chg="addSp delSp modSp add mod setBg modAnim">
        <pc:chgData name="Lai, Wilson" userId="2840974a-0d84-4886-90a9-9a3ed79f3a48" providerId="ADAL" clId="{9F23B798-9E84-4552-BA63-E776E805C424}" dt="2026-07-05T06:08:16.753" v="2098" actId="1076"/>
        <pc:sldMkLst>
          <pc:docMk/>
          <pc:sldMk cId="0" sldId="269"/>
        </pc:sldMkLst>
        <pc:spChg chg="del mod">
          <ac:chgData name="Lai, Wilson" userId="2840974a-0d84-4886-90a9-9a3ed79f3a48" providerId="ADAL" clId="{9F23B798-9E84-4552-BA63-E776E805C424}" dt="2026-07-05T05:55:59.124" v="1769" actId="478"/>
          <ac:spMkLst>
            <pc:docMk/>
            <pc:sldMk cId="0" sldId="269"/>
            <ac:spMk id="3" creationId="{00000000-0000-0000-0000-000000000000}"/>
          </ac:spMkLst>
        </pc:spChg>
        <pc:spChg chg="add mod">
          <ac:chgData name="Lai, Wilson" userId="2840974a-0d84-4886-90a9-9a3ed79f3a48" providerId="ADAL" clId="{9F23B798-9E84-4552-BA63-E776E805C424}" dt="2026-07-05T06:08:13.160" v="2097" actId="1076"/>
          <ac:spMkLst>
            <pc:docMk/>
            <pc:sldMk cId="0" sldId="269"/>
            <ac:spMk id="3" creationId="{AA470582-82A6-530D-9E9F-97A65541C0DE}"/>
          </ac:spMkLst>
        </pc:spChg>
        <pc:spChg chg="mod">
          <ac:chgData name="Lai, Wilson" userId="2840974a-0d84-4886-90a9-9a3ed79f3a48" providerId="ADAL" clId="{9F23B798-9E84-4552-BA63-E776E805C424}" dt="2026-07-05T05:57:00.222" v="1842" actId="2711"/>
          <ac:spMkLst>
            <pc:docMk/>
            <pc:sldMk cId="0" sldId="269"/>
            <ac:spMk id="4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7-05T05:55:59.124" v="1769" actId="478"/>
          <ac:spMkLst>
            <pc:docMk/>
            <pc:sldMk cId="0" sldId="269"/>
            <ac:spMk id="5" creationId="{00000000-0000-0000-0000-000000000000}"/>
          </ac:spMkLst>
        </pc:spChg>
        <pc:spChg chg="add mod">
          <ac:chgData name="Lai, Wilson" userId="2840974a-0d84-4886-90a9-9a3ed79f3a48" providerId="ADAL" clId="{9F23B798-9E84-4552-BA63-E776E805C424}" dt="2026-07-05T06:07:09.284" v="2081" actId="164"/>
          <ac:spMkLst>
            <pc:docMk/>
            <pc:sldMk cId="0" sldId="269"/>
            <ac:spMk id="5" creationId="{CBC5B8B6-47E0-893B-1BC6-DD07FFF5825F}"/>
          </ac:spMkLst>
        </pc:spChg>
        <pc:spChg chg="del mod">
          <ac:chgData name="Lai, Wilson" userId="2840974a-0d84-4886-90a9-9a3ed79f3a48" providerId="ADAL" clId="{9F23B798-9E84-4552-BA63-E776E805C424}" dt="2026-07-05T05:55:59.124" v="1769" actId="478"/>
          <ac:spMkLst>
            <pc:docMk/>
            <pc:sldMk cId="0" sldId="269"/>
            <ac:spMk id="6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7-05T05:57:06.026" v="1844" actId="478"/>
          <ac:spMkLst>
            <pc:docMk/>
            <pc:sldMk cId="0" sldId="269"/>
            <ac:spMk id="7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7-05T05:57:06.026" v="1844" actId="478"/>
          <ac:spMkLst>
            <pc:docMk/>
            <pc:sldMk cId="0" sldId="269"/>
            <ac:spMk id="8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7-05T05:57:06.026" v="1844" actId="478"/>
          <ac:spMkLst>
            <pc:docMk/>
            <pc:sldMk cId="0" sldId="269"/>
            <ac:spMk id="9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7-05T05:57:06.026" v="1844" actId="478"/>
          <ac:spMkLst>
            <pc:docMk/>
            <pc:sldMk cId="0" sldId="269"/>
            <ac:spMk id="10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7-05T05:57:06.026" v="1844" actId="478"/>
          <ac:spMkLst>
            <pc:docMk/>
            <pc:sldMk cId="0" sldId="269"/>
            <ac:spMk id="1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7:18.229" v="1846" actId="404"/>
          <ac:spMkLst>
            <pc:docMk/>
            <pc:sldMk cId="0" sldId="269"/>
            <ac:spMk id="12" creationId="{00000000-0000-0000-0000-000000000000}"/>
          </ac:spMkLst>
        </pc:spChg>
        <pc:grpChg chg="add mod">
          <ac:chgData name="Lai, Wilson" userId="2840974a-0d84-4886-90a9-9a3ed79f3a48" providerId="ADAL" clId="{9F23B798-9E84-4552-BA63-E776E805C424}" dt="2026-07-05T06:08:16.753" v="2098" actId="1076"/>
          <ac:grpSpMkLst>
            <pc:docMk/>
            <pc:sldMk cId="0" sldId="269"/>
            <ac:grpSpMk id="6" creationId="{FC39DA72-DA4C-F44D-509C-76488A9ECF7C}"/>
          </ac:grpSpMkLst>
        </pc:grpChg>
        <pc:picChg chg="del mod">
          <ac:chgData name="Lai, Wilson" userId="2840974a-0d84-4886-90a9-9a3ed79f3a48" providerId="ADAL" clId="{9F23B798-9E84-4552-BA63-E776E805C424}" dt="2026-07-05T05:55:44.815" v="1765" actId="478"/>
          <ac:picMkLst>
            <pc:docMk/>
            <pc:sldMk cId="0" sldId="269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7-05T06:07:09.284" v="2081" actId="164"/>
          <ac:picMkLst>
            <pc:docMk/>
            <pc:sldMk cId="0" sldId="269"/>
            <ac:picMk id="2" creationId="{41E92AC9-1600-8CF0-D10E-EB5552AFBEB5}"/>
          </ac:picMkLst>
        </pc:picChg>
        <pc:picChg chg="add del mod">
          <ac:chgData name="Lai, Wilson" userId="2840974a-0d84-4886-90a9-9a3ed79f3a48" providerId="ADAL" clId="{9F23B798-9E84-4552-BA63-E776E805C424}" dt="2026-07-05T05:57:20.239" v="1847" actId="478"/>
          <ac:picMkLst>
            <pc:docMk/>
            <pc:sldMk cId="0" sldId="269"/>
            <ac:picMk id="13" creationId="{2EB42DF4-7B43-D42C-5075-E146657F7F8A}"/>
          </ac:picMkLst>
        </pc:picChg>
      </pc:sldChg>
      <pc:sldChg chg="addSp delSp modSp add mod setBg">
        <pc:chgData name="Lai, Wilson" userId="2840974a-0d84-4886-90a9-9a3ed79f3a48" providerId="ADAL" clId="{9F23B798-9E84-4552-BA63-E776E805C424}" dt="2026-07-05T06:05:55.254" v="2068"/>
        <pc:sldMkLst>
          <pc:docMk/>
          <pc:sldMk cId="0" sldId="270"/>
        </pc:sldMkLst>
        <pc:spChg chg="mod">
          <ac:chgData name="Lai, Wilson" userId="2840974a-0d84-4886-90a9-9a3ed79f3a48" providerId="ADAL" clId="{9F23B798-9E84-4552-BA63-E776E805C424}" dt="2026-07-05T05:57:46.205" v="1851" actId="404"/>
          <ac:spMkLst>
            <pc:docMk/>
            <pc:sldMk cId="0" sldId="270"/>
            <ac:spMk id="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7:46.205" v="1851" actId="404"/>
          <ac:spMkLst>
            <pc:docMk/>
            <pc:sldMk cId="0" sldId="270"/>
            <ac:spMk id="4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7-05T06:04:30.676" v="1993" actId="478"/>
          <ac:spMkLst>
            <pc:docMk/>
            <pc:sldMk cId="0" sldId="270"/>
            <ac:spMk id="5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7-05T06:04:30.676" v="1993" actId="478"/>
          <ac:spMkLst>
            <pc:docMk/>
            <pc:sldMk cId="0" sldId="270"/>
            <ac:spMk id="6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7-05T06:04:30.676" v="1993" actId="478"/>
          <ac:spMkLst>
            <pc:docMk/>
            <pc:sldMk cId="0" sldId="270"/>
            <ac:spMk id="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6:03:48.659" v="1931" actId="2710"/>
          <ac:spMkLst>
            <pc:docMk/>
            <pc:sldMk cId="0" sldId="270"/>
            <ac:spMk id="8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7-05T06:04:30.676" v="1993" actId="478"/>
          <ac:spMkLst>
            <pc:docMk/>
            <pc:sldMk cId="0" sldId="270"/>
            <ac:spMk id="9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7-05T06:04:30.676" v="1993" actId="478"/>
          <ac:spMkLst>
            <pc:docMk/>
            <pc:sldMk cId="0" sldId="270"/>
            <ac:spMk id="10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7-05T06:03:19.207" v="1919" actId="478"/>
          <ac:spMkLst>
            <pc:docMk/>
            <pc:sldMk cId="0" sldId="270"/>
            <ac:spMk id="11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7-05T06:03:19.207" v="1919" actId="478"/>
          <ac:spMkLst>
            <pc:docMk/>
            <pc:sldMk cId="0" sldId="270"/>
            <ac:spMk id="12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7-05T06:03:19.207" v="1919" actId="478"/>
          <ac:spMkLst>
            <pc:docMk/>
            <pc:sldMk cId="0" sldId="270"/>
            <ac:spMk id="13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7-05T06:03:19.207" v="1919" actId="478"/>
          <ac:spMkLst>
            <pc:docMk/>
            <pc:sldMk cId="0" sldId="270"/>
            <ac:spMk id="14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7-05T06:04:30.676" v="1993" actId="478"/>
          <ac:spMkLst>
            <pc:docMk/>
            <pc:sldMk cId="0" sldId="270"/>
            <ac:spMk id="15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7-05T06:04:30.676" v="1993" actId="478"/>
          <ac:spMkLst>
            <pc:docMk/>
            <pc:sldMk cId="0" sldId="270"/>
            <ac:spMk id="16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7-05T06:04:30.676" v="1993" actId="478"/>
          <ac:spMkLst>
            <pc:docMk/>
            <pc:sldMk cId="0" sldId="270"/>
            <ac:spMk id="17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7-05T06:04:30.676" v="1993" actId="478"/>
          <ac:spMkLst>
            <pc:docMk/>
            <pc:sldMk cId="0" sldId="270"/>
            <ac:spMk id="18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7-05T06:03:19.207" v="1919" actId="478"/>
          <ac:spMkLst>
            <pc:docMk/>
            <pc:sldMk cId="0" sldId="270"/>
            <ac:spMk id="19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7-05T06:03:19.207" v="1919" actId="478"/>
          <ac:spMkLst>
            <pc:docMk/>
            <pc:sldMk cId="0" sldId="270"/>
            <ac:spMk id="20" creationId="{00000000-0000-0000-0000-000000000000}"/>
          </ac:spMkLst>
        </pc:spChg>
        <pc:spChg chg="add mod">
          <ac:chgData name="Lai, Wilson" userId="2840974a-0d84-4886-90a9-9a3ed79f3a48" providerId="ADAL" clId="{9F23B798-9E84-4552-BA63-E776E805C424}" dt="2026-07-05T06:05:19.657" v="2065" actId="313"/>
          <ac:spMkLst>
            <pc:docMk/>
            <pc:sldMk cId="0" sldId="270"/>
            <ac:spMk id="22" creationId="{D029624E-0075-EFA5-D450-14DFBE2C3A8F}"/>
          </ac:spMkLst>
        </pc:spChg>
        <pc:picChg chg="del">
          <ac:chgData name="Lai, Wilson" userId="2840974a-0d84-4886-90a9-9a3ed79f3a48" providerId="ADAL" clId="{9F23B798-9E84-4552-BA63-E776E805C424}" dt="2026-07-05T05:57:57.042" v="1852" actId="478"/>
          <ac:picMkLst>
            <pc:docMk/>
            <pc:sldMk cId="0" sldId="270"/>
            <ac:picMk id="2" creationId="{00000000-0000-0000-0000-000000000000}"/>
          </ac:picMkLst>
        </pc:picChg>
        <pc:picChg chg="add del mod">
          <ac:chgData name="Lai, Wilson" userId="2840974a-0d84-4886-90a9-9a3ed79f3a48" providerId="ADAL" clId="{9F23B798-9E84-4552-BA63-E776E805C424}" dt="2026-07-05T06:05:22.187" v="2066" actId="478"/>
          <ac:picMkLst>
            <pc:docMk/>
            <pc:sldMk cId="0" sldId="270"/>
            <ac:picMk id="21" creationId="{14F260E9-521D-35B0-60EB-4AFA341A27FE}"/>
          </ac:picMkLst>
        </pc:picChg>
      </pc:sldChg>
      <pc:sldChg chg="addSp delSp modSp add mod">
        <pc:chgData name="Lai, Wilson" userId="2840974a-0d84-4886-90a9-9a3ed79f3a48" providerId="ADAL" clId="{9F23B798-9E84-4552-BA63-E776E805C424}" dt="2026-07-06T08:46:52.012" v="2100" actId="22"/>
        <pc:sldMkLst>
          <pc:docMk/>
          <pc:sldMk cId="0" sldId="271"/>
        </pc:sldMkLst>
        <pc:spChg chg="mod">
          <ac:chgData name="Lai, Wilson" userId="2840974a-0d84-4886-90a9-9a3ed79f3a48" providerId="ADAL" clId="{9F23B798-9E84-4552-BA63-E776E805C424}" dt="2026-07-05T05:54:52.830" v="124" actId="948"/>
          <ac:spMkLst>
            <pc:docMk/>
            <pc:sldMk cId="0" sldId="271"/>
            <ac:spMk id="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2.847" v="128" actId="948"/>
          <ac:spMkLst>
            <pc:docMk/>
            <pc:sldMk cId="0" sldId="271"/>
            <ac:spMk id="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2.861" v="132" actId="948"/>
          <ac:spMkLst>
            <pc:docMk/>
            <pc:sldMk cId="0" sldId="271"/>
            <ac:spMk id="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2.892" v="136" actId="948"/>
          <ac:spMkLst>
            <pc:docMk/>
            <pc:sldMk cId="0" sldId="271"/>
            <ac:spMk id="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2.917" v="140" actId="948"/>
          <ac:spMkLst>
            <pc:docMk/>
            <pc:sldMk cId="0" sldId="271"/>
            <ac:spMk id="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2.924" v="144" actId="948"/>
          <ac:spMkLst>
            <pc:docMk/>
            <pc:sldMk cId="0" sldId="271"/>
            <ac:spMk id="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2.948" v="148" actId="948"/>
          <ac:spMkLst>
            <pc:docMk/>
            <pc:sldMk cId="0" sldId="271"/>
            <ac:spMk id="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2.971" v="152" actId="948"/>
          <ac:spMkLst>
            <pc:docMk/>
            <pc:sldMk cId="0" sldId="271"/>
            <ac:spMk id="1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2.991" v="156" actId="948"/>
          <ac:spMkLst>
            <pc:docMk/>
            <pc:sldMk cId="0" sldId="271"/>
            <ac:spMk id="1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009" v="160" actId="948"/>
          <ac:spMkLst>
            <pc:docMk/>
            <pc:sldMk cId="0" sldId="271"/>
            <ac:spMk id="1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024" v="164" actId="948"/>
          <ac:spMkLst>
            <pc:docMk/>
            <pc:sldMk cId="0" sldId="271"/>
            <ac:spMk id="1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041" v="168" actId="948"/>
          <ac:spMkLst>
            <pc:docMk/>
            <pc:sldMk cId="0" sldId="271"/>
            <ac:spMk id="1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050" v="172" actId="948"/>
          <ac:spMkLst>
            <pc:docMk/>
            <pc:sldMk cId="0" sldId="271"/>
            <ac:spMk id="1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066" v="176" actId="948"/>
          <ac:spMkLst>
            <pc:docMk/>
            <pc:sldMk cId="0" sldId="271"/>
            <ac:spMk id="1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082" v="180" actId="948"/>
          <ac:spMkLst>
            <pc:docMk/>
            <pc:sldMk cId="0" sldId="271"/>
            <ac:spMk id="1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113" v="184" actId="948"/>
          <ac:spMkLst>
            <pc:docMk/>
            <pc:sldMk cId="0" sldId="271"/>
            <ac:spMk id="1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129" v="188" actId="948"/>
          <ac:spMkLst>
            <pc:docMk/>
            <pc:sldMk cId="0" sldId="271"/>
            <ac:spMk id="1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144" v="192" actId="948"/>
          <ac:spMkLst>
            <pc:docMk/>
            <pc:sldMk cId="0" sldId="271"/>
            <ac:spMk id="2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168" v="196" actId="948"/>
          <ac:spMkLst>
            <pc:docMk/>
            <pc:sldMk cId="0" sldId="271"/>
            <ac:spMk id="2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192" v="200" actId="948"/>
          <ac:spMkLst>
            <pc:docMk/>
            <pc:sldMk cId="0" sldId="271"/>
            <ac:spMk id="2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209" v="204" actId="948"/>
          <ac:spMkLst>
            <pc:docMk/>
            <pc:sldMk cId="0" sldId="271"/>
            <ac:spMk id="2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223" v="208" actId="948"/>
          <ac:spMkLst>
            <pc:docMk/>
            <pc:sldMk cId="0" sldId="271"/>
            <ac:spMk id="2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241" v="212" actId="948"/>
          <ac:spMkLst>
            <pc:docMk/>
            <pc:sldMk cId="0" sldId="271"/>
            <ac:spMk id="2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255" v="216" actId="948"/>
          <ac:spMkLst>
            <pc:docMk/>
            <pc:sldMk cId="0" sldId="271"/>
            <ac:spMk id="2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274" v="220" actId="948"/>
          <ac:spMkLst>
            <pc:docMk/>
            <pc:sldMk cId="0" sldId="271"/>
            <ac:spMk id="2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286" v="224" actId="948"/>
          <ac:spMkLst>
            <pc:docMk/>
            <pc:sldMk cId="0" sldId="271"/>
            <ac:spMk id="2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303" v="228" actId="948"/>
          <ac:spMkLst>
            <pc:docMk/>
            <pc:sldMk cId="0" sldId="271"/>
            <ac:spMk id="2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318" v="232" actId="948"/>
          <ac:spMkLst>
            <pc:docMk/>
            <pc:sldMk cId="0" sldId="271"/>
            <ac:spMk id="3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334" v="236" actId="948"/>
          <ac:spMkLst>
            <pc:docMk/>
            <pc:sldMk cId="0" sldId="271"/>
            <ac:spMk id="3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350" v="240" actId="948"/>
          <ac:spMkLst>
            <pc:docMk/>
            <pc:sldMk cId="0" sldId="271"/>
            <ac:spMk id="32" creationId="{00000000-0000-0000-0000-000000000000}"/>
          </ac:spMkLst>
        </pc:spChg>
        <pc:picChg chg="add del mod">
          <ac:chgData name="Lai, Wilson" userId="2840974a-0d84-4886-90a9-9a3ed79f3a48" providerId="ADAL" clId="{9F23B798-9E84-4552-BA63-E776E805C424}" dt="2026-07-06T08:46:51.415" v="2099" actId="478"/>
          <ac:picMkLst>
            <pc:docMk/>
            <pc:sldMk cId="0" sldId="271"/>
            <ac:picMk id="33" creationId="{12C5F62E-982C-9959-DD4F-1FCF4361C49C}"/>
          </ac:picMkLst>
        </pc:picChg>
        <pc:picChg chg="add">
          <ac:chgData name="Lai, Wilson" userId="2840974a-0d84-4886-90a9-9a3ed79f3a48" providerId="ADAL" clId="{9F23B798-9E84-4552-BA63-E776E805C424}" dt="2026-07-06T08:46:52.012" v="2100" actId="22"/>
          <ac:picMkLst>
            <pc:docMk/>
            <pc:sldMk cId="0" sldId="271"/>
            <ac:picMk id="35" creationId="{FE38947C-71CC-18FF-1E2F-C528E3C5C7DE}"/>
          </ac:picMkLst>
        </pc:picChg>
      </pc:sldChg>
      <pc:sldChg chg="addSp delSp modSp add mod">
        <pc:chgData name="Lai, Wilson" userId="2840974a-0d84-4886-90a9-9a3ed79f3a48" providerId="ADAL" clId="{9F23B798-9E84-4552-BA63-E776E805C424}" dt="2026-07-06T08:47:53.058" v="2102" actId="22"/>
        <pc:sldMkLst>
          <pc:docMk/>
          <pc:sldMk cId="0" sldId="272"/>
        </pc:sldMkLst>
        <pc:spChg chg="mod">
          <ac:chgData name="Lai, Wilson" userId="2840974a-0d84-4886-90a9-9a3ed79f3a48" providerId="ADAL" clId="{9F23B798-9E84-4552-BA63-E776E805C424}" dt="2026-07-05T05:54:53.365" v="244" actId="948"/>
          <ac:spMkLst>
            <pc:docMk/>
            <pc:sldMk cId="0" sldId="272"/>
            <ac:spMk id="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387" v="248" actId="948"/>
          <ac:spMkLst>
            <pc:docMk/>
            <pc:sldMk cId="0" sldId="272"/>
            <ac:spMk id="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397" v="252" actId="948"/>
          <ac:spMkLst>
            <pc:docMk/>
            <pc:sldMk cId="0" sldId="272"/>
            <ac:spMk id="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412" v="256" actId="948"/>
          <ac:spMkLst>
            <pc:docMk/>
            <pc:sldMk cId="0" sldId="272"/>
            <ac:spMk id="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428" v="260" actId="948"/>
          <ac:spMkLst>
            <pc:docMk/>
            <pc:sldMk cId="0" sldId="272"/>
            <ac:spMk id="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459" v="264" actId="948"/>
          <ac:spMkLst>
            <pc:docMk/>
            <pc:sldMk cId="0" sldId="272"/>
            <ac:spMk id="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475" v="268" actId="948"/>
          <ac:spMkLst>
            <pc:docMk/>
            <pc:sldMk cId="0" sldId="272"/>
            <ac:spMk id="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491" v="272" actId="948"/>
          <ac:spMkLst>
            <pc:docMk/>
            <pc:sldMk cId="0" sldId="272"/>
            <ac:spMk id="1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512" v="276" actId="948"/>
          <ac:spMkLst>
            <pc:docMk/>
            <pc:sldMk cId="0" sldId="272"/>
            <ac:spMk id="1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529" v="280" actId="948"/>
          <ac:spMkLst>
            <pc:docMk/>
            <pc:sldMk cId="0" sldId="272"/>
            <ac:spMk id="1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544" v="284" actId="948"/>
          <ac:spMkLst>
            <pc:docMk/>
            <pc:sldMk cId="0" sldId="272"/>
            <ac:spMk id="1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558" v="288" actId="948"/>
          <ac:spMkLst>
            <pc:docMk/>
            <pc:sldMk cId="0" sldId="272"/>
            <ac:spMk id="1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570" v="292" actId="948"/>
          <ac:spMkLst>
            <pc:docMk/>
            <pc:sldMk cId="0" sldId="272"/>
            <ac:spMk id="1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591" v="296" actId="948"/>
          <ac:spMkLst>
            <pc:docMk/>
            <pc:sldMk cId="0" sldId="272"/>
            <ac:spMk id="1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602" v="300" actId="948"/>
          <ac:spMkLst>
            <pc:docMk/>
            <pc:sldMk cId="0" sldId="272"/>
            <ac:spMk id="1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618" v="304" actId="948"/>
          <ac:spMkLst>
            <pc:docMk/>
            <pc:sldMk cId="0" sldId="272"/>
            <ac:spMk id="1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634" v="308" actId="948"/>
          <ac:spMkLst>
            <pc:docMk/>
            <pc:sldMk cId="0" sldId="272"/>
            <ac:spMk id="1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649" v="312" actId="948"/>
          <ac:spMkLst>
            <pc:docMk/>
            <pc:sldMk cId="0" sldId="272"/>
            <ac:spMk id="2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665" v="316" actId="948"/>
          <ac:spMkLst>
            <pc:docMk/>
            <pc:sldMk cId="0" sldId="272"/>
            <ac:spMk id="2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681" v="320" actId="948"/>
          <ac:spMkLst>
            <pc:docMk/>
            <pc:sldMk cId="0" sldId="272"/>
            <ac:spMk id="2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697" v="324" actId="948"/>
          <ac:spMkLst>
            <pc:docMk/>
            <pc:sldMk cId="0" sldId="272"/>
            <ac:spMk id="2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712" v="328" actId="948"/>
          <ac:spMkLst>
            <pc:docMk/>
            <pc:sldMk cId="0" sldId="272"/>
            <ac:spMk id="2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728" v="332" actId="948"/>
          <ac:spMkLst>
            <pc:docMk/>
            <pc:sldMk cId="0" sldId="272"/>
            <ac:spMk id="2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748" v="336" actId="948"/>
          <ac:spMkLst>
            <pc:docMk/>
            <pc:sldMk cId="0" sldId="272"/>
            <ac:spMk id="2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764" v="340" actId="948"/>
          <ac:spMkLst>
            <pc:docMk/>
            <pc:sldMk cId="0" sldId="272"/>
            <ac:spMk id="2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791" v="344" actId="948"/>
          <ac:spMkLst>
            <pc:docMk/>
            <pc:sldMk cId="0" sldId="272"/>
            <ac:spMk id="2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807" v="348" actId="948"/>
          <ac:spMkLst>
            <pc:docMk/>
            <pc:sldMk cId="0" sldId="272"/>
            <ac:spMk id="2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823" v="352" actId="948"/>
          <ac:spMkLst>
            <pc:docMk/>
            <pc:sldMk cId="0" sldId="272"/>
            <ac:spMk id="3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841" v="356" actId="948"/>
          <ac:spMkLst>
            <pc:docMk/>
            <pc:sldMk cId="0" sldId="272"/>
            <ac:spMk id="3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855" v="360" actId="948"/>
          <ac:spMkLst>
            <pc:docMk/>
            <pc:sldMk cId="0" sldId="272"/>
            <ac:spMk id="3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858" v="364" actId="948"/>
          <ac:spMkLst>
            <pc:docMk/>
            <pc:sldMk cId="0" sldId="272"/>
            <ac:spMk id="3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874" v="368" actId="948"/>
          <ac:spMkLst>
            <pc:docMk/>
            <pc:sldMk cId="0" sldId="272"/>
            <ac:spMk id="34" creationId="{00000000-0000-0000-0000-000000000000}"/>
          </ac:spMkLst>
        </pc:spChg>
        <pc:picChg chg="add del mod">
          <ac:chgData name="Lai, Wilson" userId="2840974a-0d84-4886-90a9-9a3ed79f3a48" providerId="ADAL" clId="{9F23B798-9E84-4552-BA63-E776E805C424}" dt="2026-07-06T08:46:54.339" v="2101" actId="21"/>
          <ac:picMkLst>
            <pc:docMk/>
            <pc:sldMk cId="0" sldId="272"/>
            <ac:picMk id="35" creationId="{EEA72218-A759-D241-59E1-05381A589D7E}"/>
          </ac:picMkLst>
        </pc:picChg>
        <pc:picChg chg="add">
          <ac:chgData name="Lai, Wilson" userId="2840974a-0d84-4886-90a9-9a3ed79f3a48" providerId="ADAL" clId="{9F23B798-9E84-4552-BA63-E776E805C424}" dt="2026-07-06T08:47:53.058" v="2102" actId="22"/>
          <ac:picMkLst>
            <pc:docMk/>
            <pc:sldMk cId="0" sldId="272"/>
            <ac:picMk id="37" creationId="{6A3240F3-7F99-7CD8-09DE-136F69618F0D}"/>
          </ac:picMkLst>
        </pc:picChg>
      </pc:sldChg>
      <pc:sldChg chg="addSp delSp modSp add mod">
        <pc:chgData name="Lai, Wilson" userId="2840974a-0d84-4886-90a9-9a3ed79f3a48" providerId="ADAL" clId="{9F23B798-9E84-4552-BA63-E776E805C424}" dt="2026-07-06T08:48:04.886" v="2104" actId="22"/>
        <pc:sldMkLst>
          <pc:docMk/>
          <pc:sldMk cId="0" sldId="273"/>
        </pc:sldMkLst>
        <pc:spChg chg="mod">
          <ac:chgData name="Lai, Wilson" userId="2840974a-0d84-4886-90a9-9a3ed79f3a48" providerId="ADAL" clId="{9F23B798-9E84-4552-BA63-E776E805C424}" dt="2026-07-05T05:54:53.902" v="372" actId="948"/>
          <ac:spMkLst>
            <pc:docMk/>
            <pc:sldMk cId="0" sldId="273"/>
            <ac:spMk id="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918" v="376" actId="948"/>
          <ac:spMkLst>
            <pc:docMk/>
            <pc:sldMk cId="0" sldId="273"/>
            <ac:spMk id="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934" v="380" actId="948"/>
          <ac:spMkLst>
            <pc:docMk/>
            <pc:sldMk cId="0" sldId="273"/>
            <ac:spMk id="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950" v="384" actId="948"/>
          <ac:spMkLst>
            <pc:docMk/>
            <pc:sldMk cId="0" sldId="273"/>
            <ac:spMk id="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966" v="388" actId="948"/>
          <ac:spMkLst>
            <pc:docMk/>
            <pc:sldMk cId="0" sldId="273"/>
            <ac:spMk id="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982" v="392" actId="948"/>
          <ac:spMkLst>
            <pc:docMk/>
            <pc:sldMk cId="0" sldId="273"/>
            <ac:spMk id="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3.997" v="396" actId="948"/>
          <ac:spMkLst>
            <pc:docMk/>
            <pc:sldMk cId="0" sldId="273"/>
            <ac:spMk id="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013" v="400" actId="948"/>
          <ac:spMkLst>
            <pc:docMk/>
            <pc:sldMk cId="0" sldId="273"/>
            <ac:spMk id="1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036" v="404" actId="948"/>
          <ac:spMkLst>
            <pc:docMk/>
            <pc:sldMk cId="0" sldId="273"/>
            <ac:spMk id="1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048" v="408" actId="948"/>
          <ac:spMkLst>
            <pc:docMk/>
            <pc:sldMk cId="0" sldId="273"/>
            <ac:spMk id="1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061" v="412" actId="948"/>
          <ac:spMkLst>
            <pc:docMk/>
            <pc:sldMk cId="0" sldId="273"/>
            <ac:spMk id="1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076" v="416" actId="948"/>
          <ac:spMkLst>
            <pc:docMk/>
            <pc:sldMk cId="0" sldId="273"/>
            <ac:spMk id="1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096" v="420" actId="948"/>
          <ac:spMkLst>
            <pc:docMk/>
            <pc:sldMk cId="0" sldId="273"/>
            <ac:spMk id="1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110" v="424" actId="948"/>
          <ac:spMkLst>
            <pc:docMk/>
            <pc:sldMk cId="0" sldId="273"/>
            <ac:spMk id="1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128" v="428" actId="948"/>
          <ac:spMkLst>
            <pc:docMk/>
            <pc:sldMk cId="0" sldId="273"/>
            <ac:spMk id="1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155" v="432" actId="948"/>
          <ac:spMkLst>
            <pc:docMk/>
            <pc:sldMk cId="0" sldId="273"/>
            <ac:spMk id="1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174" v="436" actId="948"/>
          <ac:spMkLst>
            <pc:docMk/>
            <pc:sldMk cId="0" sldId="273"/>
            <ac:spMk id="1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192" v="440" actId="948"/>
          <ac:spMkLst>
            <pc:docMk/>
            <pc:sldMk cId="0" sldId="273"/>
            <ac:spMk id="2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210" v="444" actId="948"/>
          <ac:spMkLst>
            <pc:docMk/>
            <pc:sldMk cId="0" sldId="273"/>
            <ac:spMk id="2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224" v="448" actId="948"/>
          <ac:spMkLst>
            <pc:docMk/>
            <pc:sldMk cId="0" sldId="273"/>
            <ac:spMk id="2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234" v="452" actId="948"/>
          <ac:spMkLst>
            <pc:docMk/>
            <pc:sldMk cId="0" sldId="273"/>
            <ac:spMk id="2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250" v="456" actId="948"/>
          <ac:spMkLst>
            <pc:docMk/>
            <pc:sldMk cId="0" sldId="273"/>
            <ac:spMk id="2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274" v="460" actId="948"/>
          <ac:spMkLst>
            <pc:docMk/>
            <pc:sldMk cId="0" sldId="273"/>
            <ac:spMk id="2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282" v="464" actId="948"/>
          <ac:spMkLst>
            <pc:docMk/>
            <pc:sldMk cId="0" sldId="273"/>
            <ac:spMk id="2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313" v="468" actId="948"/>
          <ac:spMkLst>
            <pc:docMk/>
            <pc:sldMk cId="0" sldId="273"/>
            <ac:spMk id="2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329" v="472" actId="948"/>
          <ac:spMkLst>
            <pc:docMk/>
            <pc:sldMk cId="0" sldId="273"/>
            <ac:spMk id="2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345" v="476" actId="948"/>
          <ac:spMkLst>
            <pc:docMk/>
            <pc:sldMk cId="0" sldId="273"/>
            <ac:spMk id="2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361" v="480" actId="948"/>
          <ac:spMkLst>
            <pc:docMk/>
            <pc:sldMk cId="0" sldId="273"/>
            <ac:spMk id="3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380" v="484" actId="948"/>
          <ac:spMkLst>
            <pc:docMk/>
            <pc:sldMk cId="0" sldId="273"/>
            <ac:spMk id="3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392" v="488" actId="948"/>
          <ac:spMkLst>
            <pc:docMk/>
            <pc:sldMk cId="0" sldId="273"/>
            <ac:spMk id="3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410" v="492" actId="948"/>
          <ac:spMkLst>
            <pc:docMk/>
            <pc:sldMk cId="0" sldId="273"/>
            <ac:spMk id="3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423" v="496" actId="948"/>
          <ac:spMkLst>
            <pc:docMk/>
            <pc:sldMk cId="0" sldId="273"/>
            <ac:spMk id="3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439" v="500" actId="948"/>
          <ac:spMkLst>
            <pc:docMk/>
            <pc:sldMk cId="0" sldId="273"/>
            <ac:spMk id="3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455" v="504" actId="948"/>
          <ac:spMkLst>
            <pc:docMk/>
            <pc:sldMk cId="0" sldId="273"/>
            <ac:spMk id="3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475" v="508" actId="948"/>
          <ac:spMkLst>
            <pc:docMk/>
            <pc:sldMk cId="0" sldId="273"/>
            <ac:spMk id="3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491" v="512" actId="948"/>
          <ac:spMkLst>
            <pc:docMk/>
            <pc:sldMk cId="0" sldId="273"/>
            <ac:spMk id="3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510" v="516" actId="948"/>
          <ac:spMkLst>
            <pc:docMk/>
            <pc:sldMk cId="0" sldId="273"/>
            <ac:spMk id="3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534" v="520" actId="948"/>
          <ac:spMkLst>
            <pc:docMk/>
            <pc:sldMk cId="0" sldId="273"/>
            <ac:spMk id="4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550" v="524" actId="948"/>
          <ac:spMkLst>
            <pc:docMk/>
            <pc:sldMk cId="0" sldId="273"/>
            <ac:spMk id="4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566" v="528" actId="948"/>
          <ac:spMkLst>
            <pc:docMk/>
            <pc:sldMk cId="0" sldId="273"/>
            <ac:spMk id="4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581" v="532" actId="948"/>
          <ac:spMkLst>
            <pc:docMk/>
            <pc:sldMk cId="0" sldId="273"/>
            <ac:spMk id="43" creationId="{00000000-0000-0000-0000-000000000000}"/>
          </ac:spMkLst>
        </pc:spChg>
        <pc:picChg chg="add del mod">
          <ac:chgData name="Lai, Wilson" userId="2840974a-0d84-4886-90a9-9a3ed79f3a48" providerId="ADAL" clId="{9F23B798-9E84-4552-BA63-E776E805C424}" dt="2026-07-06T08:47:55.132" v="2103" actId="21"/>
          <ac:picMkLst>
            <pc:docMk/>
            <pc:sldMk cId="0" sldId="273"/>
            <ac:picMk id="44" creationId="{6744F514-92AE-A1F2-66DD-0B242BF574D7}"/>
          </ac:picMkLst>
        </pc:picChg>
        <pc:picChg chg="add">
          <ac:chgData name="Lai, Wilson" userId="2840974a-0d84-4886-90a9-9a3ed79f3a48" providerId="ADAL" clId="{9F23B798-9E84-4552-BA63-E776E805C424}" dt="2026-07-06T08:48:04.886" v="2104" actId="22"/>
          <ac:picMkLst>
            <pc:docMk/>
            <pc:sldMk cId="0" sldId="273"/>
            <ac:picMk id="46" creationId="{CA3B3D4F-04B3-F9DC-FFE1-27EBE5BDC9F6}"/>
          </ac:picMkLst>
        </pc:picChg>
      </pc:sldChg>
      <pc:sldChg chg="addSp delSp modSp add mod">
        <pc:chgData name="Lai, Wilson" userId="2840974a-0d84-4886-90a9-9a3ed79f3a48" providerId="ADAL" clId="{9F23B798-9E84-4552-BA63-E776E805C424}" dt="2026-07-06T08:48:16.494" v="2106" actId="22"/>
        <pc:sldMkLst>
          <pc:docMk/>
          <pc:sldMk cId="0" sldId="274"/>
        </pc:sldMkLst>
        <pc:spChg chg="mod">
          <ac:chgData name="Lai, Wilson" userId="2840974a-0d84-4886-90a9-9a3ed79f3a48" providerId="ADAL" clId="{9F23B798-9E84-4552-BA63-E776E805C424}" dt="2026-07-05T05:54:54.610" v="536" actId="948"/>
          <ac:spMkLst>
            <pc:docMk/>
            <pc:sldMk cId="0" sldId="274"/>
            <ac:spMk id="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629" v="540" actId="948"/>
          <ac:spMkLst>
            <pc:docMk/>
            <pc:sldMk cId="0" sldId="274"/>
            <ac:spMk id="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645" v="544" actId="948"/>
          <ac:spMkLst>
            <pc:docMk/>
            <pc:sldMk cId="0" sldId="274"/>
            <ac:spMk id="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661" v="548" actId="948"/>
          <ac:spMkLst>
            <pc:docMk/>
            <pc:sldMk cId="0" sldId="274"/>
            <ac:spMk id="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676" v="552" actId="948"/>
          <ac:spMkLst>
            <pc:docMk/>
            <pc:sldMk cId="0" sldId="274"/>
            <ac:spMk id="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692" v="556" actId="948"/>
          <ac:spMkLst>
            <pc:docMk/>
            <pc:sldMk cId="0" sldId="274"/>
            <ac:spMk id="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711" v="560" actId="948"/>
          <ac:spMkLst>
            <pc:docMk/>
            <pc:sldMk cId="0" sldId="274"/>
            <ac:spMk id="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724" v="564" actId="948"/>
          <ac:spMkLst>
            <pc:docMk/>
            <pc:sldMk cId="0" sldId="274"/>
            <ac:spMk id="1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740" v="568" actId="948"/>
          <ac:spMkLst>
            <pc:docMk/>
            <pc:sldMk cId="0" sldId="274"/>
            <ac:spMk id="1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755" v="572" actId="948"/>
          <ac:spMkLst>
            <pc:docMk/>
            <pc:sldMk cId="0" sldId="274"/>
            <ac:spMk id="1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774" v="576" actId="948"/>
          <ac:spMkLst>
            <pc:docMk/>
            <pc:sldMk cId="0" sldId="274"/>
            <ac:spMk id="1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791" v="580" actId="948"/>
          <ac:spMkLst>
            <pc:docMk/>
            <pc:sldMk cId="0" sldId="274"/>
            <ac:spMk id="1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803" v="584" actId="948"/>
          <ac:spMkLst>
            <pc:docMk/>
            <pc:sldMk cId="0" sldId="274"/>
            <ac:spMk id="1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824" v="588" actId="948"/>
          <ac:spMkLst>
            <pc:docMk/>
            <pc:sldMk cId="0" sldId="274"/>
            <ac:spMk id="1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841" v="592" actId="948"/>
          <ac:spMkLst>
            <pc:docMk/>
            <pc:sldMk cId="0" sldId="274"/>
            <ac:spMk id="1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858" v="596" actId="948"/>
          <ac:spMkLst>
            <pc:docMk/>
            <pc:sldMk cId="0" sldId="274"/>
            <ac:spMk id="1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873" v="600" actId="948"/>
          <ac:spMkLst>
            <pc:docMk/>
            <pc:sldMk cId="0" sldId="274"/>
            <ac:spMk id="1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882" v="604" actId="948"/>
          <ac:spMkLst>
            <pc:docMk/>
            <pc:sldMk cId="0" sldId="274"/>
            <ac:spMk id="2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898" v="608" actId="948"/>
          <ac:spMkLst>
            <pc:docMk/>
            <pc:sldMk cId="0" sldId="274"/>
            <ac:spMk id="2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929" v="612" actId="948"/>
          <ac:spMkLst>
            <pc:docMk/>
            <pc:sldMk cId="0" sldId="274"/>
            <ac:spMk id="22" creationId="{00000000-0000-0000-0000-000000000000}"/>
          </ac:spMkLst>
        </pc:spChg>
        <pc:picChg chg="add del mod">
          <ac:chgData name="Lai, Wilson" userId="2840974a-0d84-4886-90a9-9a3ed79f3a48" providerId="ADAL" clId="{9F23B798-9E84-4552-BA63-E776E805C424}" dt="2026-07-06T08:48:06.743" v="2105" actId="21"/>
          <ac:picMkLst>
            <pc:docMk/>
            <pc:sldMk cId="0" sldId="274"/>
            <ac:picMk id="23" creationId="{D8E10EBF-3BBE-EDE4-A4E6-E2BED68E4DF9}"/>
          </ac:picMkLst>
        </pc:picChg>
        <pc:picChg chg="add">
          <ac:chgData name="Lai, Wilson" userId="2840974a-0d84-4886-90a9-9a3ed79f3a48" providerId="ADAL" clId="{9F23B798-9E84-4552-BA63-E776E805C424}" dt="2026-07-06T08:48:16.494" v="2106" actId="22"/>
          <ac:picMkLst>
            <pc:docMk/>
            <pc:sldMk cId="0" sldId="274"/>
            <ac:picMk id="25" creationId="{B445C6E3-B357-C6A2-498A-6D43FE9FCA1F}"/>
          </ac:picMkLst>
        </pc:picChg>
      </pc:sldChg>
      <pc:sldChg chg="addSp delSp modSp add mod">
        <pc:chgData name="Lai, Wilson" userId="2840974a-0d84-4886-90a9-9a3ed79f3a48" providerId="ADAL" clId="{9F23B798-9E84-4552-BA63-E776E805C424}" dt="2026-07-06T08:48:27.970" v="2108" actId="22"/>
        <pc:sldMkLst>
          <pc:docMk/>
          <pc:sldMk cId="0" sldId="275"/>
        </pc:sldMkLst>
        <pc:spChg chg="mod">
          <ac:chgData name="Lai, Wilson" userId="2840974a-0d84-4886-90a9-9a3ed79f3a48" providerId="ADAL" clId="{9F23B798-9E84-4552-BA63-E776E805C424}" dt="2026-07-05T05:54:54.954" v="616" actId="948"/>
          <ac:spMkLst>
            <pc:docMk/>
            <pc:sldMk cId="0" sldId="275"/>
            <ac:spMk id="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973" v="620" actId="948"/>
          <ac:spMkLst>
            <pc:docMk/>
            <pc:sldMk cId="0" sldId="275"/>
            <ac:spMk id="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4.995" v="624" actId="948"/>
          <ac:spMkLst>
            <pc:docMk/>
            <pc:sldMk cId="0" sldId="275"/>
            <ac:spMk id="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015" v="628" actId="948"/>
          <ac:spMkLst>
            <pc:docMk/>
            <pc:sldMk cId="0" sldId="275"/>
            <ac:spMk id="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044" v="632" actId="948"/>
          <ac:spMkLst>
            <pc:docMk/>
            <pc:sldMk cId="0" sldId="275"/>
            <ac:spMk id="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068" v="636" actId="948"/>
          <ac:spMkLst>
            <pc:docMk/>
            <pc:sldMk cId="0" sldId="275"/>
            <ac:spMk id="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091" v="640" actId="948"/>
          <ac:spMkLst>
            <pc:docMk/>
            <pc:sldMk cId="0" sldId="275"/>
            <ac:spMk id="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111" v="644" actId="948"/>
          <ac:spMkLst>
            <pc:docMk/>
            <pc:sldMk cId="0" sldId="275"/>
            <ac:spMk id="1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130" v="648" actId="948"/>
          <ac:spMkLst>
            <pc:docMk/>
            <pc:sldMk cId="0" sldId="275"/>
            <ac:spMk id="1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153" v="652" actId="948"/>
          <ac:spMkLst>
            <pc:docMk/>
            <pc:sldMk cId="0" sldId="275"/>
            <ac:spMk id="1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182" v="656" actId="948"/>
          <ac:spMkLst>
            <pc:docMk/>
            <pc:sldMk cId="0" sldId="275"/>
            <ac:spMk id="1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203" v="660" actId="948"/>
          <ac:spMkLst>
            <pc:docMk/>
            <pc:sldMk cId="0" sldId="275"/>
            <ac:spMk id="1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226" v="664" actId="948"/>
          <ac:spMkLst>
            <pc:docMk/>
            <pc:sldMk cId="0" sldId="275"/>
            <ac:spMk id="1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248" v="668" actId="948"/>
          <ac:spMkLst>
            <pc:docMk/>
            <pc:sldMk cId="0" sldId="275"/>
            <ac:spMk id="1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268" v="672" actId="948"/>
          <ac:spMkLst>
            <pc:docMk/>
            <pc:sldMk cId="0" sldId="275"/>
            <ac:spMk id="1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290" v="676" actId="948"/>
          <ac:spMkLst>
            <pc:docMk/>
            <pc:sldMk cId="0" sldId="275"/>
            <ac:spMk id="1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313" v="680" actId="948"/>
          <ac:spMkLst>
            <pc:docMk/>
            <pc:sldMk cId="0" sldId="275"/>
            <ac:spMk id="1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327" v="684" actId="948"/>
          <ac:spMkLst>
            <pc:docMk/>
            <pc:sldMk cId="0" sldId="275"/>
            <ac:spMk id="2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351" v="688" actId="948"/>
          <ac:spMkLst>
            <pc:docMk/>
            <pc:sldMk cId="0" sldId="275"/>
            <ac:spMk id="2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372" v="692" actId="948"/>
          <ac:spMkLst>
            <pc:docMk/>
            <pc:sldMk cId="0" sldId="275"/>
            <ac:spMk id="2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394" v="696" actId="948"/>
          <ac:spMkLst>
            <pc:docMk/>
            <pc:sldMk cId="0" sldId="275"/>
            <ac:spMk id="2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419" v="700" actId="948"/>
          <ac:spMkLst>
            <pc:docMk/>
            <pc:sldMk cId="0" sldId="275"/>
            <ac:spMk id="2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455" v="704" actId="948"/>
          <ac:spMkLst>
            <pc:docMk/>
            <pc:sldMk cId="0" sldId="275"/>
            <ac:spMk id="2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474" v="708" actId="948"/>
          <ac:spMkLst>
            <pc:docMk/>
            <pc:sldMk cId="0" sldId="275"/>
            <ac:spMk id="2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502" v="712" actId="948"/>
          <ac:spMkLst>
            <pc:docMk/>
            <pc:sldMk cId="0" sldId="275"/>
            <ac:spMk id="2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524" v="716" actId="948"/>
          <ac:spMkLst>
            <pc:docMk/>
            <pc:sldMk cId="0" sldId="275"/>
            <ac:spMk id="2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547" v="720" actId="948"/>
          <ac:spMkLst>
            <pc:docMk/>
            <pc:sldMk cId="0" sldId="275"/>
            <ac:spMk id="2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561" v="724" actId="948"/>
          <ac:spMkLst>
            <pc:docMk/>
            <pc:sldMk cId="0" sldId="275"/>
            <ac:spMk id="3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586" v="728" actId="948"/>
          <ac:spMkLst>
            <pc:docMk/>
            <pc:sldMk cId="0" sldId="275"/>
            <ac:spMk id="3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605" v="732" actId="948"/>
          <ac:spMkLst>
            <pc:docMk/>
            <pc:sldMk cId="0" sldId="275"/>
            <ac:spMk id="3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626" v="736" actId="948"/>
          <ac:spMkLst>
            <pc:docMk/>
            <pc:sldMk cId="0" sldId="275"/>
            <ac:spMk id="3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647" v="740" actId="948"/>
          <ac:spMkLst>
            <pc:docMk/>
            <pc:sldMk cId="0" sldId="275"/>
            <ac:spMk id="3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663" v="744" actId="948"/>
          <ac:spMkLst>
            <pc:docMk/>
            <pc:sldMk cId="0" sldId="275"/>
            <ac:spMk id="3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687" v="748" actId="948"/>
          <ac:spMkLst>
            <pc:docMk/>
            <pc:sldMk cId="0" sldId="275"/>
            <ac:spMk id="3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719" v="752" actId="948"/>
          <ac:spMkLst>
            <pc:docMk/>
            <pc:sldMk cId="0" sldId="275"/>
            <ac:spMk id="3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734" v="756" actId="948"/>
          <ac:spMkLst>
            <pc:docMk/>
            <pc:sldMk cId="0" sldId="275"/>
            <ac:spMk id="3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750" v="760" actId="948"/>
          <ac:spMkLst>
            <pc:docMk/>
            <pc:sldMk cId="0" sldId="275"/>
            <ac:spMk id="3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774" v="764" actId="948"/>
          <ac:spMkLst>
            <pc:docMk/>
            <pc:sldMk cId="0" sldId="275"/>
            <ac:spMk id="4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796" v="768" actId="948"/>
          <ac:spMkLst>
            <pc:docMk/>
            <pc:sldMk cId="0" sldId="275"/>
            <ac:spMk id="4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818" v="772" actId="948"/>
          <ac:spMkLst>
            <pc:docMk/>
            <pc:sldMk cId="0" sldId="275"/>
            <ac:spMk id="4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839" v="776" actId="948"/>
          <ac:spMkLst>
            <pc:docMk/>
            <pc:sldMk cId="0" sldId="275"/>
            <ac:spMk id="4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934" v="780" actId="948"/>
          <ac:spMkLst>
            <pc:docMk/>
            <pc:sldMk cId="0" sldId="275"/>
            <ac:spMk id="4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960" v="784" actId="948"/>
          <ac:spMkLst>
            <pc:docMk/>
            <pc:sldMk cId="0" sldId="275"/>
            <ac:spMk id="4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5.989" v="788" actId="948"/>
          <ac:spMkLst>
            <pc:docMk/>
            <pc:sldMk cId="0" sldId="275"/>
            <ac:spMk id="4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012" v="792" actId="948"/>
          <ac:spMkLst>
            <pc:docMk/>
            <pc:sldMk cId="0" sldId="275"/>
            <ac:spMk id="4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019" v="796" actId="948"/>
          <ac:spMkLst>
            <pc:docMk/>
            <pc:sldMk cId="0" sldId="275"/>
            <ac:spMk id="4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041" v="800" actId="948"/>
          <ac:spMkLst>
            <pc:docMk/>
            <pc:sldMk cId="0" sldId="275"/>
            <ac:spMk id="4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058" v="804" actId="948"/>
          <ac:spMkLst>
            <pc:docMk/>
            <pc:sldMk cId="0" sldId="275"/>
            <ac:spMk id="50" creationId="{00000000-0000-0000-0000-000000000000}"/>
          </ac:spMkLst>
        </pc:spChg>
        <pc:picChg chg="add del mod">
          <ac:chgData name="Lai, Wilson" userId="2840974a-0d84-4886-90a9-9a3ed79f3a48" providerId="ADAL" clId="{9F23B798-9E84-4552-BA63-E776E805C424}" dt="2026-07-06T08:48:18.618" v="2107" actId="21"/>
          <ac:picMkLst>
            <pc:docMk/>
            <pc:sldMk cId="0" sldId="275"/>
            <ac:picMk id="51" creationId="{6D5C50B2-FBDF-A4ED-371B-AAFF952D0368}"/>
          </ac:picMkLst>
        </pc:picChg>
        <pc:picChg chg="add">
          <ac:chgData name="Lai, Wilson" userId="2840974a-0d84-4886-90a9-9a3ed79f3a48" providerId="ADAL" clId="{9F23B798-9E84-4552-BA63-E776E805C424}" dt="2026-07-06T08:48:27.970" v="2108" actId="22"/>
          <ac:picMkLst>
            <pc:docMk/>
            <pc:sldMk cId="0" sldId="275"/>
            <ac:picMk id="53" creationId="{53DC9085-3C06-3446-1131-7F96A7005CA2}"/>
          </ac:picMkLst>
        </pc:picChg>
      </pc:sldChg>
      <pc:sldChg chg="addSp delSp modSp add mod">
        <pc:chgData name="Lai, Wilson" userId="2840974a-0d84-4886-90a9-9a3ed79f3a48" providerId="ADAL" clId="{9F23B798-9E84-4552-BA63-E776E805C424}" dt="2026-07-06T08:48:38.285" v="2110" actId="22"/>
        <pc:sldMkLst>
          <pc:docMk/>
          <pc:sldMk cId="0" sldId="276"/>
        </pc:sldMkLst>
        <pc:spChg chg="mod">
          <ac:chgData name="Lai, Wilson" userId="2840974a-0d84-4886-90a9-9a3ed79f3a48" providerId="ADAL" clId="{9F23B798-9E84-4552-BA63-E776E805C424}" dt="2026-07-05T05:54:56.074" v="808" actId="948"/>
          <ac:spMkLst>
            <pc:docMk/>
            <pc:sldMk cId="0" sldId="276"/>
            <ac:spMk id="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097" v="812" actId="948"/>
          <ac:spMkLst>
            <pc:docMk/>
            <pc:sldMk cId="0" sldId="276"/>
            <ac:spMk id="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114" v="816" actId="948"/>
          <ac:spMkLst>
            <pc:docMk/>
            <pc:sldMk cId="0" sldId="276"/>
            <ac:spMk id="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130" v="820" actId="948"/>
          <ac:spMkLst>
            <pc:docMk/>
            <pc:sldMk cId="0" sldId="276"/>
            <ac:spMk id="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146" v="824" actId="948"/>
          <ac:spMkLst>
            <pc:docMk/>
            <pc:sldMk cId="0" sldId="276"/>
            <ac:spMk id="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162" v="828" actId="948"/>
          <ac:spMkLst>
            <pc:docMk/>
            <pc:sldMk cId="0" sldId="276"/>
            <ac:spMk id="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178" v="832" actId="948"/>
          <ac:spMkLst>
            <pc:docMk/>
            <pc:sldMk cId="0" sldId="276"/>
            <ac:spMk id="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193" v="836" actId="948"/>
          <ac:spMkLst>
            <pc:docMk/>
            <pc:sldMk cId="0" sldId="276"/>
            <ac:spMk id="1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212" v="840" actId="948"/>
          <ac:spMkLst>
            <pc:docMk/>
            <pc:sldMk cId="0" sldId="276"/>
            <ac:spMk id="1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225" v="844" actId="948"/>
          <ac:spMkLst>
            <pc:docMk/>
            <pc:sldMk cId="0" sldId="276"/>
            <ac:spMk id="1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257" v="848" actId="948"/>
          <ac:spMkLst>
            <pc:docMk/>
            <pc:sldMk cId="0" sldId="276"/>
            <ac:spMk id="1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272" v="852" actId="948"/>
          <ac:spMkLst>
            <pc:docMk/>
            <pc:sldMk cId="0" sldId="276"/>
            <ac:spMk id="1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288" v="856" actId="948"/>
          <ac:spMkLst>
            <pc:docMk/>
            <pc:sldMk cId="0" sldId="276"/>
            <ac:spMk id="1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304" v="860" actId="948"/>
          <ac:spMkLst>
            <pc:docMk/>
            <pc:sldMk cId="0" sldId="276"/>
            <ac:spMk id="1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324" v="864" actId="948"/>
          <ac:spMkLst>
            <pc:docMk/>
            <pc:sldMk cId="0" sldId="276"/>
            <ac:spMk id="17" creationId="{00000000-0000-0000-0000-000000000000}"/>
          </ac:spMkLst>
        </pc:spChg>
        <pc:picChg chg="add del mod">
          <ac:chgData name="Lai, Wilson" userId="2840974a-0d84-4886-90a9-9a3ed79f3a48" providerId="ADAL" clId="{9F23B798-9E84-4552-BA63-E776E805C424}" dt="2026-07-06T08:48:29.491" v="2109" actId="21"/>
          <ac:picMkLst>
            <pc:docMk/>
            <pc:sldMk cId="0" sldId="276"/>
            <ac:picMk id="18" creationId="{DCE16D81-E6D8-A430-0ACD-79C4D5E5328E}"/>
          </ac:picMkLst>
        </pc:picChg>
        <pc:picChg chg="add">
          <ac:chgData name="Lai, Wilson" userId="2840974a-0d84-4886-90a9-9a3ed79f3a48" providerId="ADAL" clId="{9F23B798-9E84-4552-BA63-E776E805C424}" dt="2026-07-06T08:48:38.285" v="2110" actId="22"/>
          <ac:picMkLst>
            <pc:docMk/>
            <pc:sldMk cId="0" sldId="276"/>
            <ac:picMk id="20" creationId="{A5FE9005-080A-9E4B-47FA-352CDB61E671}"/>
          </ac:picMkLst>
        </pc:picChg>
      </pc:sldChg>
      <pc:sldChg chg="addSp delSp modSp add mod">
        <pc:chgData name="Lai, Wilson" userId="2840974a-0d84-4886-90a9-9a3ed79f3a48" providerId="ADAL" clId="{9F23B798-9E84-4552-BA63-E776E805C424}" dt="2026-07-06T08:48:51.787" v="2112" actId="22"/>
        <pc:sldMkLst>
          <pc:docMk/>
          <pc:sldMk cId="0" sldId="277"/>
        </pc:sldMkLst>
        <pc:spChg chg="mod">
          <ac:chgData name="Lai, Wilson" userId="2840974a-0d84-4886-90a9-9a3ed79f3a48" providerId="ADAL" clId="{9F23B798-9E84-4552-BA63-E776E805C424}" dt="2026-07-05T05:54:56.344" v="868" actId="948"/>
          <ac:spMkLst>
            <pc:docMk/>
            <pc:sldMk cId="0" sldId="277"/>
            <ac:spMk id="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358" v="872" actId="948"/>
          <ac:spMkLst>
            <pc:docMk/>
            <pc:sldMk cId="0" sldId="277"/>
            <ac:spMk id="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367" v="876" actId="948"/>
          <ac:spMkLst>
            <pc:docMk/>
            <pc:sldMk cId="0" sldId="277"/>
            <ac:spMk id="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391" v="880" actId="948"/>
          <ac:spMkLst>
            <pc:docMk/>
            <pc:sldMk cId="0" sldId="277"/>
            <ac:spMk id="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413" v="884" actId="948"/>
          <ac:spMkLst>
            <pc:docMk/>
            <pc:sldMk cId="0" sldId="277"/>
            <ac:spMk id="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424" v="888" actId="948"/>
          <ac:spMkLst>
            <pc:docMk/>
            <pc:sldMk cId="0" sldId="277"/>
            <ac:spMk id="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446" v="892" actId="948"/>
          <ac:spMkLst>
            <pc:docMk/>
            <pc:sldMk cId="0" sldId="277"/>
            <ac:spMk id="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480" v="896" actId="948"/>
          <ac:spMkLst>
            <pc:docMk/>
            <pc:sldMk cId="0" sldId="277"/>
            <ac:spMk id="1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493" v="900" actId="948"/>
          <ac:spMkLst>
            <pc:docMk/>
            <pc:sldMk cId="0" sldId="277"/>
            <ac:spMk id="1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513" v="904" actId="948"/>
          <ac:spMkLst>
            <pc:docMk/>
            <pc:sldMk cId="0" sldId="277"/>
            <ac:spMk id="1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525" v="908" actId="948"/>
          <ac:spMkLst>
            <pc:docMk/>
            <pc:sldMk cId="0" sldId="277"/>
            <ac:spMk id="1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543" v="912" actId="948"/>
          <ac:spMkLst>
            <pc:docMk/>
            <pc:sldMk cId="0" sldId="277"/>
            <ac:spMk id="1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567" v="916" actId="948"/>
          <ac:spMkLst>
            <pc:docMk/>
            <pc:sldMk cId="0" sldId="277"/>
            <ac:spMk id="1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577" v="920" actId="948"/>
          <ac:spMkLst>
            <pc:docMk/>
            <pc:sldMk cId="0" sldId="277"/>
            <ac:spMk id="1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588" v="924" actId="948"/>
          <ac:spMkLst>
            <pc:docMk/>
            <pc:sldMk cId="0" sldId="277"/>
            <ac:spMk id="1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613" v="928" actId="948"/>
          <ac:spMkLst>
            <pc:docMk/>
            <pc:sldMk cId="0" sldId="277"/>
            <ac:spMk id="1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624" v="932" actId="948"/>
          <ac:spMkLst>
            <pc:docMk/>
            <pc:sldMk cId="0" sldId="277"/>
            <ac:spMk id="1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635" v="936" actId="948"/>
          <ac:spMkLst>
            <pc:docMk/>
            <pc:sldMk cId="0" sldId="277"/>
            <ac:spMk id="2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651" v="940" actId="948"/>
          <ac:spMkLst>
            <pc:docMk/>
            <pc:sldMk cId="0" sldId="277"/>
            <ac:spMk id="2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666" v="944" actId="948"/>
          <ac:spMkLst>
            <pc:docMk/>
            <pc:sldMk cId="0" sldId="277"/>
            <ac:spMk id="2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694" v="948" actId="948"/>
          <ac:spMkLst>
            <pc:docMk/>
            <pc:sldMk cId="0" sldId="277"/>
            <ac:spMk id="2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698" v="952" actId="948"/>
          <ac:spMkLst>
            <pc:docMk/>
            <pc:sldMk cId="0" sldId="277"/>
            <ac:spMk id="2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724" v="956" actId="948"/>
          <ac:spMkLst>
            <pc:docMk/>
            <pc:sldMk cId="0" sldId="277"/>
            <ac:spMk id="2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730" v="960" actId="948"/>
          <ac:spMkLst>
            <pc:docMk/>
            <pc:sldMk cId="0" sldId="277"/>
            <ac:spMk id="2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757" v="964" actId="948"/>
          <ac:spMkLst>
            <pc:docMk/>
            <pc:sldMk cId="0" sldId="277"/>
            <ac:spMk id="2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778" v="968" actId="948"/>
          <ac:spMkLst>
            <pc:docMk/>
            <pc:sldMk cId="0" sldId="277"/>
            <ac:spMk id="2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793" v="972" actId="948"/>
          <ac:spMkLst>
            <pc:docMk/>
            <pc:sldMk cId="0" sldId="277"/>
            <ac:spMk id="2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825" v="976" actId="948"/>
          <ac:spMkLst>
            <pc:docMk/>
            <pc:sldMk cId="0" sldId="277"/>
            <ac:spMk id="3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841" v="980" actId="948"/>
          <ac:spMkLst>
            <pc:docMk/>
            <pc:sldMk cId="0" sldId="277"/>
            <ac:spMk id="3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879" v="984" actId="948"/>
          <ac:spMkLst>
            <pc:docMk/>
            <pc:sldMk cId="0" sldId="277"/>
            <ac:spMk id="3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891" v="988" actId="948"/>
          <ac:spMkLst>
            <pc:docMk/>
            <pc:sldMk cId="0" sldId="277"/>
            <ac:spMk id="33" creationId="{00000000-0000-0000-0000-000000000000}"/>
          </ac:spMkLst>
        </pc:spChg>
        <pc:picChg chg="add del mod">
          <ac:chgData name="Lai, Wilson" userId="2840974a-0d84-4886-90a9-9a3ed79f3a48" providerId="ADAL" clId="{9F23B798-9E84-4552-BA63-E776E805C424}" dt="2026-07-06T08:48:40.145" v="2111" actId="21"/>
          <ac:picMkLst>
            <pc:docMk/>
            <pc:sldMk cId="0" sldId="277"/>
            <ac:picMk id="34" creationId="{5507F1D7-7602-DD3A-7FBC-AB92C556AE03}"/>
          </ac:picMkLst>
        </pc:picChg>
        <pc:picChg chg="add">
          <ac:chgData name="Lai, Wilson" userId="2840974a-0d84-4886-90a9-9a3ed79f3a48" providerId="ADAL" clId="{9F23B798-9E84-4552-BA63-E776E805C424}" dt="2026-07-06T08:48:51.787" v="2112" actId="22"/>
          <ac:picMkLst>
            <pc:docMk/>
            <pc:sldMk cId="0" sldId="277"/>
            <ac:picMk id="36" creationId="{739D74A1-9507-8906-3519-FF4EC287181F}"/>
          </ac:picMkLst>
        </pc:picChg>
      </pc:sldChg>
      <pc:sldChg chg="addSp delSp modSp add mod">
        <pc:chgData name="Lai, Wilson" userId="2840974a-0d84-4886-90a9-9a3ed79f3a48" providerId="ADAL" clId="{9F23B798-9E84-4552-BA63-E776E805C424}" dt="2026-07-06T08:49:02.241" v="2114" actId="22"/>
        <pc:sldMkLst>
          <pc:docMk/>
          <pc:sldMk cId="0" sldId="278"/>
        </pc:sldMkLst>
        <pc:spChg chg="mod">
          <ac:chgData name="Lai, Wilson" userId="2840974a-0d84-4886-90a9-9a3ed79f3a48" providerId="ADAL" clId="{9F23B798-9E84-4552-BA63-E776E805C424}" dt="2026-07-05T05:54:56.913" v="992" actId="948"/>
          <ac:spMkLst>
            <pc:docMk/>
            <pc:sldMk cId="0" sldId="278"/>
            <ac:spMk id="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924" v="996" actId="948"/>
          <ac:spMkLst>
            <pc:docMk/>
            <pc:sldMk cId="0" sldId="278"/>
            <ac:spMk id="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943" v="1000" actId="948"/>
          <ac:spMkLst>
            <pc:docMk/>
            <pc:sldMk cId="0" sldId="278"/>
            <ac:spMk id="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967" v="1004" actId="948"/>
          <ac:spMkLst>
            <pc:docMk/>
            <pc:sldMk cId="0" sldId="278"/>
            <ac:spMk id="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983" v="1008" actId="948"/>
          <ac:spMkLst>
            <pc:docMk/>
            <pc:sldMk cId="0" sldId="278"/>
            <ac:spMk id="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6.998" v="1012" actId="948"/>
          <ac:spMkLst>
            <pc:docMk/>
            <pc:sldMk cId="0" sldId="278"/>
            <ac:spMk id="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014" v="1016" actId="948"/>
          <ac:spMkLst>
            <pc:docMk/>
            <pc:sldMk cId="0" sldId="278"/>
            <ac:spMk id="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030" v="1020" actId="948"/>
          <ac:spMkLst>
            <pc:docMk/>
            <pc:sldMk cId="0" sldId="278"/>
            <ac:spMk id="1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045" v="1024" actId="948"/>
          <ac:spMkLst>
            <pc:docMk/>
            <pc:sldMk cId="0" sldId="278"/>
            <ac:spMk id="1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065" v="1028" actId="948"/>
          <ac:spMkLst>
            <pc:docMk/>
            <pc:sldMk cId="0" sldId="278"/>
            <ac:spMk id="1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082" v="1032" actId="948"/>
          <ac:spMkLst>
            <pc:docMk/>
            <pc:sldMk cId="0" sldId="278"/>
            <ac:spMk id="1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106" v="1036" actId="948"/>
          <ac:spMkLst>
            <pc:docMk/>
            <pc:sldMk cId="0" sldId="278"/>
            <ac:spMk id="1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113" v="1040" actId="948"/>
          <ac:spMkLst>
            <pc:docMk/>
            <pc:sldMk cId="0" sldId="278"/>
            <ac:spMk id="1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140" v="1044" actId="948"/>
          <ac:spMkLst>
            <pc:docMk/>
            <pc:sldMk cId="0" sldId="278"/>
            <ac:spMk id="1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172" v="1048" actId="948"/>
          <ac:spMkLst>
            <pc:docMk/>
            <pc:sldMk cId="0" sldId="278"/>
            <ac:spMk id="1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191" v="1052" actId="948"/>
          <ac:spMkLst>
            <pc:docMk/>
            <pc:sldMk cId="0" sldId="278"/>
            <ac:spMk id="1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212" v="1056" actId="948"/>
          <ac:spMkLst>
            <pc:docMk/>
            <pc:sldMk cId="0" sldId="278"/>
            <ac:spMk id="1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230" v="1060" actId="948"/>
          <ac:spMkLst>
            <pc:docMk/>
            <pc:sldMk cId="0" sldId="278"/>
            <ac:spMk id="2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245" v="1064" actId="948"/>
          <ac:spMkLst>
            <pc:docMk/>
            <pc:sldMk cId="0" sldId="278"/>
            <ac:spMk id="2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266" v="1068" actId="948"/>
          <ac:spMkLst>
            <pc:docMk/>
            <pc:sldMk cId="0" sldId="278"/>
            <ac:spMk id="2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283" v="1072" actId="948"/>
          <ac:spMkLst>
            <pc:docMk/>
            <pc:sldMk cId="0" sldId="278"/>
            <ac:spMk id="2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298" v="1076" actId="948"/>
          <ac:spMkLst>
            <pc:docMk/>
            <pc:sldMk cId="0" sldId="278"/>
            <ac:spMk id="2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314" v="1080" actId="948"/>
          <ac:spMkLst>
            <pc:docMk/>
            <pc:sldMk cId="0" sldId="278"/>
            <ac:spMk id="2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329" v="1084" actId="948"/>
          <ac:spMkLst>
            <pc:docMk/>
            <pc:sldMk cId="0" sldId="278"/>
            <ac:spMk id="2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345" v="1088" actId="948"/>
          <ac:spMkLst>
            <pc:docMk/>
            <pc:sldMk cId="0" sldId="278"/>
            <ac:spMk id="2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379" v="1092" actId="948"/>
          <ac:spMkLst>
            <pc:docMk/>
            <pc:sldMk cId="0" sldId="278"/>
            <ac:spMk id="2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396" v="1096" actId="948"/>
          <ac:spMkLst>
            <pc:docMk/>
            <pc:sldMk cId="0" sldId="278"/>
            <ac:spMk id="2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413" v="1100" actId="948"/>
          <ac:spMkLst>
            <pc:docMk/>
            <pc:sldMk cId="0" sldId="278"/>
            <ac:spMk id="3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445" v="1104" actId="948"/>
          <ac:spMkLst>
            <pc:docMk/>
            <pc:sldMk cId="0" sldId="278"/>
            <ac:spMk id="3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458" v="1108" actId="948"/>
          <ac:spMkLst>
            <pc:docMk/>
            <pc:sldMk cId="0" sldId="278"/>
            <ac:spMk id="3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478" v="1112" actId="948"/>
          <ac:spMkLst>
            <pc:docMk/>
            <pc:sldMk cId="0" sldId="278"/>
            <ac:spMk id="3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503" v="1116" actId="948"/>
          <ac:spMkLst>
            <pc:docMk/>
            <pc:sldMk cId="0" sldId="278"/>
            <ac:spMk id="3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519" v="1120" actId="948"/>
          <ac:spMkLst>
            <pc:docMk/>
            <pc:sldMk cId="0" sldId="278"/>
            <ac:spMk id="3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535" v="1124" actId="948"/>
          <ac:spMkLst>
            <pc:docMk/>
            <pc:sldMk cId="0" sldId="278"/>
            <ac:spMk id="3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551" v="1128" actId="948"/>
          <ac:spMkLst>
            <pc:docMk/>
            <pc:sldMk cId="0" sldId="278"/>
            <ac:spMk id="37" creationId="{00000000-0000-0000-0000-000000000000}"/>
          </ac:spMkLst>
        </pc:spChg>
        <pc:picChg chg="add del mod">
          <ac:chgData name="Lai, Wilson" userId="2840974a-0d84-4886-90a9-9a3ed79f3a48" providerId="ADAL" clId="{9F23B798-9E84-4552-BA63-E776E805C424}" dt="2026-07-06T08:48:53.361" v="2113" actId="21"/>
          <ac:picMkLst>
            <pc:docMk/>
            <pc:sldMk cId="0" sldId="278"/>
            <ac:picMk id="38" creationId="{B10006BF-77A9-9D64-8A15-54CEB35EA1E1}"/>
          </ac:picMkLst>
        </pc:picChg>
        <pc:picChg chg="add">
          <ac:chgData name="Lai, Wilson" userId="2840974a-0d84-4886-90a9-9a3ed79f3a48" providerId="ADAL" clId="{9F23B798-9E84-4552-BA63-E776E805C424}" dt="2026-07-06T08:49:02.241" v="2114" actId="22"/>
          <ac:picMkLst>
            <pc:docMk/>
            <pc:sldMk cId="0" sldId="278"/>
            <ac:picMk id="40" creationId="{32809FCE-8EC3-59A4-4B16-32FD5744ADF2}"/>
          </ac:picMkLst>
        </pc:picChg>
      </pc:sldChg>
      <pc:sldChg chg="addSp delSp modSp add mod">
        <pc:chgData name="Lai, Wilson" userId="2840974a-0d84-4886-90a9-9a3ed79f3a48" providerId="ADAL" clId="{9F23B798-9E84-4552-BA63-E776E805C424}" dt="2026-07-06T08:49:11.284" v="2116" actId="22"/>
        <pc:sldMkLst>
          <pc:docMk/>
          <pc:sldMk cId="0" sldId="279"/>
        </pc:sldMkLst>
        <pc:spChg chg="mod">
          <ac:chgData name="Lai, Wilson" userId="2840974a-0d84-4886-90a9-9a3ed79f3a48" providerId="ADAL" clId="{9F23B798-9E84-4552-BA63-E776E805C424}" dt="2026-07-05T05:54:57.566" v="1132" actId="948"/>
          <ac:spMkLst>
            <pc:docMk/>
            <pc:sldMk cId="0" sldId="279"/>
            <ac:spMk id="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582" v="1136" actId="948"/>
          <ac:spMkLst>
            <pc:docMk/>
            <pc:sldMk cId="0" sldId="279"/>
            <ac:spMk id="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603" v="1140" actId="948"/>
          <ac:spMkLst>
            <pc:docMk/>
            <pc:sldMk cId="0" sldId="279"/>
            <ac:spMk id="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614" v="1144" actId="948"/>
          <ac:spMkLst>
            <pc:docMk/>
            <pc:sldMk cId="0" sldId="279"/>
            <ac:spMk id="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630" v="1148" actId="948"/>
          <ac:spMkLst>
            <pc:docMk/>
            <pc:sldMk cId="0" sldId="279"/>
            <ac:spMk id="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646" v="1152" actId="948"/>
          <ac:spMkLst>
            <pc:docMk/>
            <pc:sldMk cId="0" sldId="279"/>
            <ac:spMk id="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662" v="1156" actId="948"/>
          <ac:spMkLst>
            <pc:docMk/>
            <pc:sldMk cId="0" sldId="279"/>
            <ac:spMk id="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679" v="1160" actId="948"/>
          <ac:spMkLst>
            <pc:docMk/>
            <pc:sldMk cId="0" sldId="279"/>
            <ac:spMk id="1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712" v="1164" actId="948"/>
          <ac:spMkLst>
            <pc:docMk/>
            <pc:sldMk cId="0" sldId="279"/>
            <ac:spMk id="1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724" v="1168" actId="948"/>
          <ac:spMkLst>
            <pc:docMk/>
            <pc:sldMk cId="0" sldId="279"/>
            <ac:spMk id="1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740" v="1172" actId="948"/>
          <ac:spMkLst>
            <pc:docMk/>
            <pc:sldMk cId="0" sldId="279"/>
            <ac:spMk id="1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756" v="1176" actId="948"/>
          <ac:spMkLst>
            <pc:docMk/>
            <pc:sldMk cId="0" sldId="279"/>
            <ac:spMk id="1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772" v="1180" actId="948"/>
          <ac:spMkLst>
            <pc:docMk/>
            <pc:sldMk cId="0" sldId="279"/>
            <ac:spMk id="1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793" v="1184" actId="948"/>
          <ac:spMkLst>
            <pc:docMk/>
            <pc:sldMk cId="0" sldId="279"/>
            <ac:spMk id="1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803" v="1188" actId="948"/>
          <ac:spMkLst>
            <pc:docMk/>
            <pc:sldMk cId="0" sldId="279"/>
            <ac:spMk id="1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824" v="1192" actId="948"/>
          <ac:spMkLst>
            <pc:docMk/>
            <pc:sldMk cId="0" sldId="279"/>
            <ac:spMk id="1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835" v="1196" actId="948"/>
          <ac:spMkLst>
            <pc:docMk/>
            <pc:sldMk cId="0" sldId="279"/>
            <ac:spMk id="1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851" v="1200" actId="948"/>
          <ac:spMkLst>
            <pc:docMk/>
            <pc:sldMk cId="0" sldId="279"/>
            <ac:spMk id="2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866" v="1204" actId="948"/>
          <ac:spMkLst>
            <pc:docMk/>
            <pc:sldMk cId="0" sldId="279"/>
            <ac:spMk id="2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891" v="1208" actId="948"/>
          <ac:spMkLst>
            <pc:docMk/>
            <pc:sldMk cId="0" sldId="279"/>
            <ac:spMk id="2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898" v="1212" actId="948"/>
          <ac:spMkLst>
            <pc:docMk/>
            <pc:sldMk cId="0" sldId="279"/>
            <ac:spMk id="2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913" v="1216" actId="948"/>
          <ac:spMkLst>
            <pc:docMk/>
            <pc:sldMk cId="0" sldId="279"/>
            <ac:spMk id="2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932" v="1220" actId="948"/>
          <ac:spMkLst>
            <pc:docMk/>
            <pc:sldMk cId="0" sldId="279"/>
            <ac:spMk id="2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945" v="1224" actId="948"/>
          <ac:spMkLst>
            <pc:docMk/>
            <pc:sldMk cId="0" sldId="279"/>
            <ac:spMk id="2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977" v="1228" actId="948"/>
          <ac:spMkLst>
            <pc:docMk/>
            <pc:sldMk cId="0" sldId="279"/>
            <ac:spMk id="2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7.992" v="1232" actId="948"/>
          <ac:spMkLst>
            <pc:docMk/>
            <pc:sldMk cId="0" sldId="279"/>
            <ac:spMk id="2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014" v="1236" actId="948"/>
          <ac:spMkLst>
            <pc:docMk/>
            <pc:sldMk cId="0" sldId="279"/>
            <ac:spMk id="2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024" v="1240" actId="948"/>
          <ac:spMkLst>
            <pc:docMk/>
            <pc:sldMk cId="0" sldId="279"/>
            <ac:spMk id="3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044" v="1244" actId="948"/>
          <ac:spMkLst>
            <pc:docMk/>
            <pc:sldMk cId="0" sldId="279"/>
            <ac:spMk id="3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056" v="1248" actId="948"/>
          <ac:spMkLst>
            <pc:docMk/>
            <pc:sldMk cId="0" sldId="279"/>
            <ac:spMk id="3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071" v="1252" actId="948"/>
          <ac:spMkLst>
            <pc:docMk/>
            <pc:sldMk cId="0" sldId="279"/>
            <ac:spMk id="3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087" v="1256" actId="948"/>
          <ac:spMkLst>
            <pc:docMk/>
            <pc:sldMk cId="0" sldId="279"/>
            <ac:spMk id="3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114" v="1260" actId="948"/>
          <ac:spMkLst>
            <pc:docMk/>
            <pc:sldMk cId="0" sldId="279"/>
            <ac:spMk id="3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124" v="1264" actId="948"/>
          <ac:spMkLst>
            <pc:docMk/>
            <pc:sldMk cId="0" sldId="279"/>
            <ac:spMk id="3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145" v="1268" actId="948"/>
          <ac:spMkLst>
            <pc:docMk/>
            <pc:sldMk cId="0" sldId="279"/>
            <ac:spMk id="3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150" v="1272" actId="948"/>
          <ac:spMkLst>
            <pc:docMk/>
            <pc:sldMk cId="0" sldId="279"/>
            <ac:spMk id="3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165" v="1276" actId="948"/>
          <ac:spMkLst>
            <pc:docMk/>
            <pc:sldMk cId="0" sldId="279"/>
            <ac:spMk id="3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181" v="1280" actId="948"/>
          <ac:spMkLst>
            <pc:docMk/>
            <pc:sldMk cId="0" sldId="279"/>
            <ac:spMk id="4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197" v="1284" actId="948"/>
          <ac:spMkLst>
            <pc:docMk/>
            <pc:sldMk cId="0" sldId="279"/>
            <ac:spMk id="4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214" v="1288" actId="948"/>
          <ac:spMkLst>
            <pc:docMk/>
            <pc:sldMk cId="0" sldId="279"/>
            <ac:spMk id="4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245" v="1292" actId="948"/>
          <ac:spMkLst>
            <pc:docMk/>
            <pc:sldMk cId="0" sldId="279"/>
            <ac:spMk id="4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261" v="1296" actId="948"/>
          <ac:spMkLst>
            <pc:docMk/>
            <pc:sldMk cId="0" sldId="279"/>
            <ac:spMk id="4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277" v="1300" actId="948"/>
          <ac:spMkLst>
            <pc:docMk/>
            <pc:sldMk cId="0" sldId="279"/>
            <ac:spMk id="45" creationId="{00000000-0000-0000-0000-000000000000}"/>
          </ac:spMkLst>
        </pc:spChg>
        <pc:picChg chg="add del mod">
          <ac:chgData name="Lai, Wilson" userId="2840974a-0d84-4886-90a9-9a3ed79f3a48" providerId="ADAL" clId="{9F23B798-9E84-4552-BA63-E776E805C424}" dt="2026-07-06T08:49:03.681" v="2115" actId="21"/>
          <ac:picMkLst>
            <pc:docMk/>
            <pc:sldMk cId="0" sldId="279"/>
            <ac:picMk id="46" creationId="{846E91B1-6704-49C6-505A-79E1FF16103C}"/>
          </ac:picMkLst>
        </pc:picChg>
        <pc:picChg chg="add">
          <ac:chgData name="Lai, Wilson" userId="2840974a-0d84-4886-90a9-9a3ed79f3a48" providerId="ADAL" clId="{9F23B798-9E84-4552-BA63-E776E805C424}" dt="2026-07-06T08:49:11.284" v="2116" actId="22"/>
          <ac:picMkLst>
            <pc:docMk/>
            <pc:sldMk cId="0" sldId="279"/>
            <ac:picMk id="48" creationId="{BD1EA82A-2E2A-7EE9-421B-09BF116F7CCF}"/>
          </ac:picMkLst>
        </pc:picChg>
      </pc:sldChg>
      <pc:sldChg chg="addSp delSp modSp add mod">
        <pc:chgData name="Lai, Wilson" userId="2840974a-0d84-4886-90a9-9a3ed79f3a48" providerId="ADAL" clId="{9F23B798-9E84-4552-BA63-E776E805C424}" dt="2026-07-06T08:49:22.988" v="2118" actId="22"/>
        <pc:sldMkLst>
          <pc:docMk/>
          <pc:sldMk cId="0" sldId="280"/>
        </pc:sldMkLst>
        <pc:spChg chg="mod">
          <ac:chgData name="Lai, Wilson" userId="2840974a-0d84-4886-90a9-9a3ed79f3a48" providerId="ADAL" clId="{9F23B798-9E84-4552-BA63-E776E805C424}" dt="2026-07-05T05:54:58.299" v="1304" actId="948"/>
          <ac:spMkLst>
            <pc:docMk/>
            <pc:sldMk cId="0" sldId="280"/>
            <ac:spMk id="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324" v="1308" actId="948"/>
          <ac:spMkLst>
            <pc:docMk/>
            <pc:sldMk cId="0" sldId="280"/>
            <ac:spMk id="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340" v="1312" actId="948"/>
          <ac:spMkLst>
            <pc:docMk/>
            <pc:sldMk cId="0" sldId="280"/>
            <ac:spMk id="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356" v="1316" actId="948"/>
          <ac:spMkLst>
            <pc:docMk/>
            <pc:sldMk cId="0" sldId="280"/>
            <ac:spMk id="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378" v="1320" actId="948"/>
          <ac:spMkLst>
            <pc:docMk/>
            <pc:sldMk cId="0" sldId="280"/>
            <ac:spMk id="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390" v="1324" actId="948"/>
          <ac:spMkLst>
            <pc:docMk/>
            <pc:sldMk cId="0" sldId="280"/>
            <ac:spMk id="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414" v="1328" actId="948"/>
          <ac:spMkLst>
            <pc:docMk/>
            <pc:sldMk cId="0" sldId="280"/>
            <ac:spMk id="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442" v="1332" actId="948"/>
          <ac:spMkLst>
            <pc:docMk/>
            <pc:sldMk cId="0" sldId="280"/>
            <ac:spMk id="1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460" v="1336" actId="948"/>
          <ac:spMkLst>
            <pc:docMk/>
            <pc:sldMk cId="0" sldId="280"/>
            <ac:spMk id="1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467" v="1340" actId="948"/>
          <ac:spMkLst>
            <pc:docMk/>
            <pc:sldMk cId="0" sldId="280"/>
            <ac:spMk id="1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492" v="1344" actId="948"/>
          <ac:spMkLst>
            <pc:docMk/>
            <pc:sldMk cId="0" sldId="280"/>
            <ac:spMk id="1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509" v="1348" actId="948"/>
          <ac:spMkLst>
            <pc:docMk/>
            <pc:sldMk cId="0" sldId="280"/>
            <ac:spMk id="1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530" v="1352" actId="948"/>
          <ac:spMkLst>
            <pc:docMk/>
            <pc:sldMk cId="0" sldId="280"/>
            <ac:spMk id="1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546" v="1356" actId="948"/>
          <ac:spMkLst>
            <pc:docMk/>
            <pc:sldMk cId="0" sldId="280"/>
            <ac:spMk id="1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561" v="1360" actId="948"/>
          <ac:spMkLst>
            <pc:docMk/>
            <pc:sldMk cId="0" sldId="280"/>
            <ac:spMk id="1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585" v="1364" actId="948"/>
          <ac:spMkLst>
            <pc:docMk/>
            <pc:sldMk cId="0" sldId="280"/>
            <ac:spMk id="1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607" v="1368" actId="948"/>
          <ac:spMkLst>
            <pc:docMk/>
            <pc:sldMk cId="0" sldId="280"/>
            <ac:spMk id="1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625" v="1372" actId="948"/>
          <ac:spMkLst>
            <pc:docMk/>
            <pc:sldMk cId="0" sldId="280"/>
            <ac:spMk id="2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641" v="1376" actId="948"/>
          <ac:spMkLst>
            <pc:docMk/>
            <pc:sldMk cId="0" sldId="280"/>
            <ac:spMk id="21" creationId="{00000000-0000-0000-0000-000000000000}"/>
          </ac:spMkLst>
        </pc:spChg>
        <pc:picChg chg="add del mod">
          <ac:chgData name="Lai, Wilson" userId="2840974a-0d84-4886-90a9-9a3ed79f3a48" providerId="ADAL" clId="{9F23B798-9E84-4552-BA63-E776E805C424}" dt="2026-07-06T08:49:13.039" v="2117" actId="21"/>
          <ac:picMkLst>
            <pc:docMk/>
            <pc:sldMk cId="0" sldId="280"/>
            <ac:picMk id="22" creationId="{83B8E09A-35D9-7E07-9856-82221CA1B28B}"/>
          </ac:picMkLst>
        </pc:picChg>
        <pc:picChg chg="add">
          <ac:chgData name="Lai, Wilson" userId="2840974a-0d84-4886-90a9-9a3ed79f3a48" providerId="ADAL" clId="{9F23B798-9E84-4552-BA63-E776E805C424}" dt="2026-07-06T08:49:22.988" v="2118" actId="22"/>
          <ac:picMkLst>
            <pc:docMk/>
            <pc:sldMk cId="0" sldId="280"/>
            <ac:picMk id="24" creationId="{D6DC735E-B877-E4BC-8101-F8A66E9BD96A}"/>
          </ac:picMkLst>
        </pc:picChg>
      </pc:sldChg>
      <pc:sldChg chg="addSp delSp modSp add mod">
        <pc:chgData name="Lai, Wilson" userId="2840974a-0d84-4886-90a9-9a3ed79f3a48" providerId="ADAL" clId="{9F23B798-9E84-4552-BA63-E776E805C424}" dt="2026-07-06T08:49:45.849" v="2120" actId="22"/>
        <pc:sldMkLst>
          <pc:docMk/>
          <pc:sldMk cId="0" sldId="281"/>
        </pc:sldMkLst>
        <pc:spChg chg="mod">
          <ac:chgData name="Lai, Wilson" userId="2840974a-0d84-4886-90a9-9a3ed79f3a48" providerId="ADAL" clId="{9F23B798-9E84-4552-BA63-E776E805C424}" dt="2026-07-05T05:54:58.657" v="1380" actId="948"/>
          <ac:spMkLst>
            <pc:docMk/>
            <pc:sldMk cId="0" sldId="281"/>
            <ac:spMk id="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673" v="1384" actId="948"/>
          <ac:spMkLst>
            <pc:docMk/>
            <pc:sldMk cId="0" sldId="281"/>
            <ac:spMk id="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691" v="1388" actId="948"/>
          <ac:spMkLst>
            <pc:docMk/>
            <pc:sldMk cId="0" sldId="281"/>
            <ac:spMk id="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704" v="1392" actId="948"/>
          <ac:spMkLst>
            <pc:docMk/>
            <pc:sldMk cId="0" sldId="281"/>
            <ac:spMk id="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720" v="1396" actId="948"/>
          <ac:spMkLst>
            <pc:docMk/>
            <pc:sldMk cId="0" sldId="281"/>
            <ac:spMk id="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741" v="1400" actId="948"/>
          <ac:spMkLst>
            <pc:docMk/>
            <pc:sldMk cId="0" sldId="281"/>
            <ac:spMk id="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759" v="1404" actId="948"/>
          <ac:spMkLst>
            <pc:docMk/>
            <pc:sldMk cId="0" sldId="281"/>
            <ac:spMk id="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767" v="1408" actId="948"/>
          <ac:spMkLst>
            <pc:docMk/>
            <pc:sldMk cId="0" sldId="281"/>
            <ac:spMk id="1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790" v="1412" actId="948"/>
          <ac:spMkLst>
            <pc:docMk/>
            <pc:sldMk cId="0" sldId="281"/>
            <ac:spMk id="1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807" v="1416" actId="948"/>
          <ac:spMkLst>
            <pc:docMk/>
            <pc:sldMk cId="0" sldId="281"/>
            <ac:spMk id="1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830" v="1420" actId="948"/>
          <ac:spMkLst>
            <pc:docMk/>
            <pc:sldMk cId="0" sldId="281"/>
            <ac:spMk id="1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857" v="1424" actId="948"/>
          <ac:spMkLst>
            <pc:docMk/>
            <pc:sldMk cId="0" sldId="281"/>
            <ac:spMk id="1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867" v="1428" actId="948"/>
          <ac:spMkLst>
            <pc:docMk/>
            <pc:sldMk cId="0" sldId="281"/>
            <ac:spMk id="1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893" v="1432" actId="948"/>
          <ac:spMkLst>
            <pc:docMk/>
            <pc:sldMk cId="0" sldId="281"/>
            <ac:spMk id="1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909" v="1436" actId="948"/>
          <ac:spMkLst>
            <pc:docMk/>
            <pc:sldMk cId="0" sldId="281"/>
            <ac:spMk id="1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925" v="1440" actId="948"/>
          <ac:spMkLst>
            <pc:docMk/>
            <pc:sldMk cId="0" sldId="281"/>
            <ac:spMk id="1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941" v="1444" actId="948"/>
          <ac:spMkLst>
            <pc:docMk/>
            <pc:sldMk cId="0" sldId="281"/>
            <ac:spMk id="1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962" v="1448" actId="948"/>
          <ac:spMkLst>
            <pc:docMk/>
            <pc:sldMk cId="0" sldId="281"/>
            <ac:spMk id="2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972" v="1452" actId="948"/>
          <ac:spMkLst>
            <pc:docMk/>
            <pc:sldMk cId="0" sldId="281"/>
            <ac:spMk id="2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8.992" v="1456" actId="948"/>
          <ac:spMkLst>
            <pc:docMk/>
            <pc:sldMk cId="0" sldId="281"/>
            <ac:spMk id="2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004" v="1460" actId="948"/>
          <ac:spMkLst>
            <pc:docMk/>
            <pc:sldMk cId="0" sldId="281"/>
            <ac:spMk id="2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026" v="1464" actId="948"/>
          <ac:spMkLst>
            <pc:docMk/>
            <pc:sldMk cId="0" sldId="281"/>
            <ac:spMk id="2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035" v="1468" actId="948"/>
          <ac:spMkLst>
            <pc:docMk/>
            <pc:sldMk cId="0" sldId="281"/>
            <ac:spMk id="2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057" v="1472" actId="948"/>
          <ac:spMkLst>
            <pc:docMk/>
            <pc:sldMk cId="0" sldId="281"/>
            <ac:spMk id="2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068" v="1476" actId="948"/>
          <ac:spMkLst>
            <pc:docMk/>
            <pc:sldMk cId="0" sldId="281"/>
            <ac:spMk id="2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084" v="1480" actId="948"/>
          <ac:spMkLst>
            <pc:docMk/>
            <pc:sldMk cId="0" sldId="281"/>
            <ac:spMk id="2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112" v="1484" actId="948"/>
          <ac:spMkLst>
            <pc:docMk/>
            <pc:sldMk cId="0" sldId="281"/>
            <ac:spMk id="2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131" v="1488" actId="948"/>
          <ac:spMkLst>
            <pc:docMk/>
            <pc:sldMk cId="0" sldId="281"/>
            <ac:spMk id="3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147" v="1492" actId="948"/>
          <ac:spMkLst>
            <pc:docMk/>
            <pc:sldMk cId="0" sldId="281"/>
            <ac:spMk id="3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163" v="1496" actId="948"/>
          <ac:spMkLst>
            <pc:docMk/>
            <pc:sldMk cId="0" sldId="281"/>
            <ac:spMk id="3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179" v="1500" actId="948"/>
          <ac:spMkLst>
            <pc:docMk/>
            <pc:sldMk cId="0" sldId="281"/>
            <ac:spMk id="3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195" v="1504" actId="948"/>
          <ac:spMkLst>
            <pc:docMk/>
            <pc:sldMk cId="0" sldId="281"/>
            <ac:spMk id="3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215" v="1508" actId="948"/>
          <ac:spMkLst>
            <pc:docMk/>
            <pc:sldMk cId="0" sldId="281"/>
            <ac:spMk id="3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226" v="1512" actId="948"/>
          <ac:spMkLst>
            <pc:docMk/>
            <pc:sldMk cId="0" sldId="281"/>
            <ac:spMk id="3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242" v="1516" actId="948"/>
          <ac:spMkLst>
            <pc:docMk/>
            <pc:sldMk cId="0" sldId="281"/>
            <ac:spMk id="3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258" v="1520" actId="948"/>
          <ac:spMkLst>
            <pc:docMk/>
            <pc:sldMk cId="0" sldId="281"/>
            <ac:spMk id="3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274" v="1524" actId="948"/>
          <ac:spMkLst>
            <pc:docMk/>
            <pc:sldMk cId="0" sldId="281"/>
            <ac:spMk id="3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290" v="1528" actId="948"/>
          <ac:spMkLst>
            <pc:docMk/>
            <pc:sldMk cId="0" sldId="281"/>
            <ac:spMk id="4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305" v="1532" actId="948"/>
          <ac:spMkLst>
            <pc:docMk/>
            <pc:sldMk cId="0" sldId="281"/>
            <ac:spMk id="4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321" v="1536" actId="948"/>
          <ac:spMkLst>
            <pc:docMk/>
            <pc:sldMk cId="0" sldId="281"/>
            <ac:spMk id="4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347" v="1540" actId="948"/>
          <ac:spMkLst>
            <pc:docMk/>
            <pc:sldMk cId="0" sldId="281"/>
            <ac:spMk id="4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369" v="1544" actId="948"/>
          <ac:spMkLst>
            <pc:docMk/>
            <pc:sldMk cId="0" sldId="281"/>
            <ac:spMk id="4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384" v="1548" actId="948"/>
          <ac:spMkLst>
            <pc:docMk/>
            <pc:sldMk cId="0" sldId="281"/>
            <ac:spMk id="4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416" v="1552" actId="948"/>
          <ac:spMkLst>
            <pc:docMk/>
            <pc:sldMk cId="0" sldId="281"/>
            <ac:spMk id="4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431" v="1556" actId="948"/>
          <ac:spMkLst>
            <pc:docMk/>
            <pc:sldMk cId="0" sldId="281"/>
            <ac:spMk id="4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447" v="1560" actId="948"/>
          <ac:spMkLst>
            <pc:docMk/>
            <pc:sldMk cId="0" sldId="281"/>
            <ac:spMk id="4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463" v="1564" actId="948"/>
          <ac:spMkLst>
            <pc:docMk/>
            <pc:sldMk cId="0" sldId="281"/>
            <ac:spMk id="4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495" v="1568" actId="948"/>
          <ac:spMkLst>
            <pc:docMk/>
            <pc:sldMk cId="0" sldId="281"/>
            <ac:spMk id="5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516" v="1572" actId="948"/>
          <ac:spMkLst>
            <pc:docMk/>
            <pc:sldMk cId="0" sldId="281"/>
            <ac:spMk id="5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527" v="1576" actId="948"/>
          <ac:spMkLst>
            <pc:docMk/>
            <pc:sldMk cId="0" sldId="281"/>
            <ac:spMk id="5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543" v="1580" actId="948"/>
          <ac:spMkLst>
            <pc:docMk/>
            <pc:sldMk cId="0" sldId="281"/>
            <ac:spMk id="5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574" v="1584" actId="948"/>
          <ac:spMkLst>
            <pc:docMk/>
            <pc:sldMk cId="0" sldId="281"/>
            <ac:spMk id="5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590" v="1588" actId="948"/>
          <ac:spMkLst>
            <pc:docMk/>
            <pc:sldMk cId="0" sldId="281"/>
            <ac:spMk id="5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605" v="1592" actId="948"/>
          <ac:spMkLst>
            <pc:docMk/>
            <pc:sldMk cId="0" sldId="281"/>
            <ac:spMk id="5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621" v="1596" actId="948"/>
          <ac:spMkLst>
            <pc:docMk/>
            <pc:sldMk cId="0" sldId="281"/>
            <ac:spMk id="5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652" v="1600" actId="948"/>
          <ac:spMkLst>
            <pc:docMk/>
            <pc:sldMk cId="0" sldId="281"/>
            <ac:spMk id="5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668" v="1604" actId="948"/>
          <ac:spMkLst>
            <pc:docMk/>
            <pc:sldMk cId="0" sldId="281"/>
            <ac:spMk id="5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700" v="1608" actId="948"/>
          <ac:spMkLst>
            <pc:docMk/>
            <pc:sldMk cId="0" sldId="281"/>
            <ac:spMk id="6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716" v="1612" actId="948"/>
          <ac:spMkLst>
            <pc:docMk/>
            <pc:sldMk cId="0" sldId="281"/>
            <ac:spMk id="6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732" v="1616" actId="948"/>
          <ac:spMkLst>
            <pc:docMk/>
            <pc:sldMk cId="0" sldId="281"/>
            <ac:spMk id="6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748" v="1620" actId="948"/>
          <ac:spMkLst>
            <pc:docMk/>
            <pc:sldMk cId="0" sldId="281"/>
            <ac:spMk id="6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763" v="1624" actId="948"/>
          <ac:spMkLst>
            <pc:docMk/>
            <pc:sldMk cId="0" sldId="281"/>
            <ac:spMk id="6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795" v="1628" actId="948"/>
          <ac:spMkLst>
            <pc:docMk/>
            <pc:sldMk cId="0" sldId="281"/>
            <ac:spMk id="6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816" v="1632" actId="948"/>
          <ac:spMkLst>
            <pc:docMk/>
            <pc:sldMk cId="0" sldId="281"/>
            <ac:spMk id="6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827" v="1636" actId="948"/>
          <ac:spMkLst>
            <pc:docMk/>
            <pc:sldMk cId="0" sldId="281"/>
            <ac:spMk id="6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858" v="1640" actId="948"/>
          <ac:spMkLst>
            <pc:docMk/>
            <pc:sldMk cId="0" sldId="281"/>
            <ac:spMk id="6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890" v="1644" actId="948"/>
          <ac:spMkLst>
            <pc:docMk/>
            <pc:sldMk cId="0" sldId="281"/>
            <ac:spMk id="6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922" v="1648" actId="948"/>
          <ac:spMkLst>
            <pc:docMk/>
            <pc:sldMk cId="0" sldId="281"/>
            <ac:spMk id="7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953" v="1652" actId="948"/>
          <ac:spMkLst>
            <pc:docMk/>
            <pc:sldMk cId="0" sldId="281"/>
            <ac:spMk id="7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4:59.969" v="1656" actId="948"/>
          <ac:spMkLst>
            <pc:docMk/>
            <pc:sldMk cId="0" sldId="281"/>
            <ac:spMk id="7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5:00.001" v="1660" actId="948"/>
          <ac:spMkLst>
            <pc:docMk/>
            <pc:sldMk cId="0" sldId="281"/>
            <ac:spMk id="7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5:00.032" v="1664" actId="948"/>
          <ac:spMkLst>
            <pc:docMk/>
            <pc:sldMk cId="0" sldId="281"/>
            <ac:spMk id="7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5:00.048" v="1668" actId="948"/>
          <ac:spMkLst>
            <pc:docMk/>
            <pc:sldMk cId="0" sldId="281"/>
            <ac:spMk id="7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5:00.064" v="1672" actId="948"/>
          <ac:spMkLst>
            <pc:docMk/>
            <pc:sldMk cId="0" sldId="281"/>
            <ac:spMk id="7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5:00.095" v="1676" actId="948"/>
          <ac:spMkLst>
            <pc:docMk/>
            <pc:sldMk cId="0" sldId="281"/>
            <ac:spMk id="7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5:00.117" v="1680" actId="948"/>
          <ac:spMkLst>
            <pc:docMk/>
            <pc:sldMk cId="0" sldId="281"/>
            <ac:spMk id="7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5:00.142" v="1684" actId="948"/>
          <ac:spMkLst>
            <pc:docMk/>
            <pc:sldMk cId="0" sldId="281"/>
            <ac:spMk id="7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5:00.158" v="1688" actId="948"/>
          <ac:spMkLst>
            <pc:docMk/>
            <pc:sldMk cId="0" sldId="281"/>
            <ac:spMk id="8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5:00.174" v="1692" actId="948"/>
          <ac:spMkLst>
            <pc:docMk/>
            <pc:sldMk cId="0" sldId="281"/>
            <ac:spMk id="8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5:00.205" v="1696" actId="948"/>
          <ac:spMkLst>
            <pc:docMk/>
            <pc:sldMk cId="0" sldId="281"/>
            <ac:spMk id="8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5:00.237" v="1700" actId="948"/>
          <ac:spMkLst>
            <pc:docMk/>
            <pc:sldMk cId="0" sldId="281"/>
            <ac:spMk id="8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5:00.252" v="1704" actId="948"/>
          <ac:spMkLst>
            <pc:docMk/>
            <pc:sldMk cId="0" sldId="281"/>
            <ac:spMk id="8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5:00.268" v="1708" actId="948"/>
          <ac:spMkLst>
            <pc:docMk/>
            <pc:sldMk cId="0" sldId="281"/>
            <ac:spMk id="8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5:00.299" v="1712" actId="948"/>
          <ac:spMkLst>
            <pc:docMk/>
            <pc:sldMk cId="0" sldId="281"/>
            <ac:spMk id="8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5:00.325" v="1716" actId="948"/>
          <ac:spMkLst>
            <pc:docMk/>
            <pc:sldMk cId="0" sldId="281"/>
            <ac:spMk id="8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5:00.347" v="1720" actId="948"/>
          <ac:spMkLst>
            <pc:docMk/>
            <pc:sldMk cId="0" sldId="281"/>
            <ac:spMk id="8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5:00.362" v="1724" actId="948"/>
          <ac:spMkLst>
            <pc:docMk/>
            <pc:sldMk cId="0" sldId="281"/>
            <ac:spMk id="8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5:00.378" v="1728" actId="948"/>
          <ac:spMkLst>
            <pc:docMk/>
            <pc:sldMk cId="0" sldId="281"/>
            <ac:spMk id="9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5:00.410" v="1732" actId="948"/>
          <ac:spMkLst>
            <pc:docMk/>
            <pc:sldMk cId="0" sldId="281"/>
            <ac:spMk id="9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5:00.426" v="1736" actId="948"/>
          <ac:spMkLst>
            <pc:docMk/>
            <pc:sldMk cId="0" sldId="281"/>
            <ac:spMk id="9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5:00.457" v="1740" actId="948"/>
          <ac:spMkLst>
            <pc:docMk/>
            <pc:sldMk cId="0" sldId="281"/>
            <ac:spMk id="9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5:00.473" v="1744" actId="948"/>
          <ac:spMkLst>
            <pc:docMk/>
            <pc:sldMk cId="0" sldId="281"/>
            <ac:spMk id="9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7-05T05:55:00.489" v="1748" actId="948"/>
          <ac:spMkLst>
            <pc:docMk/>
            <pc:sldMk cId="0" sldId="281"/>
            <ac:spMk id="95" creationId="{00000000-0000-0000-0000-000000000000}"/>
          </ac:spMkLst>
        </pc:spChg>
        <pc:picChg chg="add del mod">
          <ac:chgData name="Lai, Wilson" userId="2840974a-0d84-4886-90a9-9a3ed79f3a48" providerId="ADAL" clId="{9F23B798-9E84-4552-BA63-E776E805C424}" dt="2026-07-06T08:49:26.099" v="2119" actId="21"/>
          <ac:picMkLst>
            <pc:docMk/>
            <pc:sldMk cId="0" sldId="281"/>
            <ac:picMk id="96" creationId="{B19E76E1-2E82-875E-B158-243D52913F2B}"/>
          </ac:picMkLst>
        </pc:picChg>
        <pc:picChg chg="add">
          <ac:chgData name="Lai, Wilson" userId="2840974a-0d84-4886-90a9-9a3ed79f3a48" providerId="ADAL" clId="{9F23B798-9E84-4552-BA63-E776E805C424}" dt="2026-07-06T08:49:45.849" v="2120" actId="22"/>
          <ac:picMkLst>
            <pc:docMk/>
            <pc:sldMk cId="0" sldId="281"/>
            <ac:picMk id="98" creationId="{EDE4CBD4-21AA-B510-45BE-C353CF916BC5}"/>
          </ac:picMkLst>
        </pc:picChg>
      </pc:sldChg>
      <pc:sldChg chg="new del">
        <pc:chgData name="Lai, Wilson" userId="2840974a-0d84-4886-90a9-9a3ed79f3a48" providerId="ADAL" clId="{9F23B798-9E84-4552-BA63-E776E805C424}" dt="2026-07-05T05:57:23.894" v="1848" actId="47"/>
        <pc:sldMkLst>
          <pc:docMk/>
          <pc:sldMk cId="1104680947" sldId="282"/>
        </pc:sldMkLst>
      </pc:sldChg>
      <pc:sldChg chg="new del">
        <pc:chgData name="Lai, Wilson" userId="2840974a-0d84-4886-90a9-9a3ed79f3a48" providerId="ADAL" clId="{9F23B798-9E84-4552-BA63-E776E805C424}" dt="2026-07-05T05:57:28.473" v="1849" actId="47"/>
        <pc:sldMkLst>
          <pc:docMk/>
          <pc:sldMk cId="3465738665" sldId="283"/>
        </pc:sldMkLst>
      </pc:sldChg>
      <pc:sldMasterChg chg="setBg">
        <pc:chgData name="Lai, Wilson" userId="2840974a-0d84-4886-90a9-9a3ed79f3a48" providerId="ADAL" clId="{9F23B798-9E84-4552-BA63-E776E805C424}" dt="2026-07-05T04:58:14.581" v="5"/>
        <pc:sldMasterMkLst>
          <pc:docMk/>
          <pc:sldMasterMk cId="0" sldId="2147483648"/>
        </pc:sldMasterMkLst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93801" y="3626495"/>
            <a:ext cx="13681074" cy="89088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 i="0" dirty="0">
                <a:solidFill>
                  <a:srgbClr val="FAFBFB"/>
                </a:solidFill>
                <a:latin typeface="+mj-lt"/>
                <a:ea typeface="微软雅黑"/>
                <a:cs typeface="微软雅黑"/>
              </a:rPr>
              <a:t>Navigating</a:t>
            </a:r>
            <a:r>
              <a:rPr lang="en-US" sz="5400" b="0" i="0" dirty="0">
                <a:solidFill>
                  <a:srgbClr val="FAFBFB"/>
                </a:solidFill>
                <a:latin typeface="+mj-lt"/>
                <a:ea typeface="微软雅黑"/>
                <a:cs typeface="微软雅黑"/>
              </a:rPr>
              <a:t> the 2026 Crosscurrents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400" dirty="0">
                <a:solidFill>
                  <a:srgbClr val="FAFBFB"/>
                </a:solidFill>
                <a:latin typeface="+mj-lt"/>
                <a:ea typeface="微软雅黑"/>
                <a:cs typeface="微软雅黑"/>
              </a:rPr>
              <a:t>Progress, Peril, and the New Systemic Nexus</a:t>
            </a:r>
            <a:r>
              <a:rPr lang="en-US" sz="5400" b="0" i="0" dirty="0">
                <a:solidFill>
                  <a:srgbClr val="FAFBFB"/>
                </a:solidFill>
                <a:latin typeface="+mj-lt"/>
                <a:ea typeface="微软雅黑"/>
                <a:cs typeface="微软雅黑"/>
              </a:rPr>
              <a:t> </a:t>
            </a:r>
            <a:endParaRPr sz="5400" b="0" i="0" dirty="0">
              <a:solidFill>
                <a:srgbClr val="FAFBFB"/>
              </a:solidFill>
              <a:latin typeface="+mj-lt"/>
              <a:ea typeface="微软雅黑"/>
              <a:cs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57591" y="5800259"/>
            <a:ext cx="10324942" cy="47718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 dirty="0">
                <a:solidFill>
                  <a:srgbClr val="7D8085"/>
                </a:solidFill>
                <a:latin typeface="DT Flow Light (Body)"/>
                <a:ea typeface="微软雅黑"/>
                <a:cs typeface="微软雅黑"/>
              </a:rPr>
              <a:t>A strategic synthesis of the Bls Annual Economic Report</a:t>
            </a:r>
            <a:r>
              <a:rPr lang="en-US" sz="2800" b="0" i="0" dirty="0">
                <a:solidFill>
                  <a:srgbClr val="7D8085"/>
                </a:solidFill>
                <a:latin typeface="DT Flow Light (Body)"/>
                <a:ea typeface="微软雅黑"/>
                <a:cs typeface="微软雅黑"/>
              </a:rPr>
              <a:t> </a:t>
            </a:r>
            <a:r>
              <a:rPr sz="2800" b="0" i="0" dirty="0">
                <a:solidFill>
                  <a:srgbClr val="7D8085"/>
                </a:solidFill>
                <a:latin typeface="DT Flow Light (Body)"/>
                <a:ea typeface="微软雅黑"/>
                <a:cs typeface="微软雅黑"/>
              </a:rPr>
              <a:t>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470582-82A6-530D-9E9F-97A65541C0DE}"/>
              </a:ext>
            </a:extLst>
          </p:cNvPr>
          <p:cNvSpPr txBox="1"/>
          <p:nvPr/>
        </p:nvSpPr>
        <p:spPr>
          <a:xfrm>
            <a:off x="127000" y="8661995"/>
            <a:ext cx="5171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Source: https://www.bis.org/publ/arpdf/ar2026e.pdf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90575" y="662169"/>
            <a:ext cx="6033703" cy="513987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EDF0F2"/>
                </a:solidFill>
                <a:latin typeface="DT Flow Light (Body)"/>
                <a:ea typeface="微软雅黑"/>
                <a:cs typeface="微软雅黑"/>
              </a:rPr>
              <a:t>The AI Capital Expenditure Boom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5375" y="638356"/>
            <a:ext cx="6395982" cy="513987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ECF0F2"/>
                </a:solidFill>
                <a:latin typeface="DT Flow Light (Body)"/>
                <a:ea typeface="微软雅黑"/>
                <a:cs typeface="微软雅黑"/>
              </a:rPr>
              <a:t>The Strait of Hormuz Energy Shock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3132" y="6986064"/>
            <a:ext cx="6450068" cy="1319736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latin typeface="DT Flow Light (Body)"/>
                <a:ea typeface="微软雅黑"/>
                <a:cs typeface="微软雅黑"/>
              </a:rPr>
              <a:t>12-million-barrel-per-day supply shut-in (late Feb 2026)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latin typeface="DT Flow Light (Body)"/>
                <a:ea typeface="微软雅黑"/>
                <a:cs typeface="微软雅黑"/>
              </a:rPr>
              <a:t>Surging </a:t>
            </a:r>
            <a:r>
              <a:rPr lang="en-US" dirty="0">
                <a:solidFill>
                  <a:schemeClr val="bg1"/>
                </a:solidFill>
                <a:latin typeface="DT Flow Light (Body)"/>
                <a:ea typeface="微软雅黑"/>
                <a:cs typeface="微软雅黑"/>
              </a:rPr>
              <a:t>g input costs for manufacturing and agriculture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DT Flow Light (Body)"/>
                <a:ea typeface="微软雅黑"/>
                <a:cs typeface="微软雅黑"/>
              </a:rPr>
              <a:t>Immediate threat of an inflation comeback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b="0" i="0" dirty="0">
              <a:solidFill>
                <a:schemeClr val="bg1"/>
              </a:solidFill>
              <a:latin typeface="DT Flow Light (Body)"/>
              <a:ea typeface="微软雅黑"/>
              <a:cs typeface="微软雅黑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29624E-0075-EFA5-D450-14DFBE2C3A8F}"/>
              </a:ext>
            </a:extLst>
          </p:cNvPr>
          <p:cNvSpPr txBox="1"/>
          <p:nvPr/>
        </p:nvSpPr>
        <p:spPr>
          <a:xfrm>
            <a:off x="812801" y="6986064"/>
            <a:ext cx="6450068" cy="1319736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latin typeface="DT Flow Light (Body)"/>
                <a:ea typeface="微软雅黑"/>
                <a:cs typeface="微软雅黑"/>
              </a:rPr>
              <a:t>Animal spirits driving stock valuations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DT Flow Light (Body)"/>
                <a:ea typeface="微软雅黑"/>
                <a:cs typeface="微软雅黑"/>
              </a:rPr>
              <a:t>Synchronized monetary easing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DT Flow Light (Body)"/>
                <a:ea typeface="微软雅黑"/>
                <a:cs typeface="微软雅黑"/>
              </a:rPr>
              <a:t>Capital expenditure surging across global supply chains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9edptnt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508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2950" y="286546"/>
            <a:ext cx="3374322" cy="25558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1" i="0">
                <a:solidFill>
                  <a:srgbClr val="59636C"/>
                </a:solidFill>
                <a:latin typeface="DT Flow Light (Body)"/>
                <a:ea typeface="微软雅黑"/>
                <a:cs typeface="微软雅黑"/>
              </a:rPr>
              <a:t>EXECUTIVEINTELLIGENCEBRIEFING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2475" y="803904"/>
            <a:ext cx="1468351" cy="50674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68" b="0" i="0">
                <a:solidFill>
                  <a:srgbClr val="E7EBEE"/>
                </a:solidFill>
                <a:latin typeface="DT Flow Light (Body)"/>
                <a:ea typeface="微软雅黑"/>
                <a:cs typeface="微软雅黑"/>
              </a:rPr>
              <a:t>GLOBAL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7925" y="858903"/>
            <a:ext cx="5182509" cy="491994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72" b="0" i="0">
                <a:solidFill>
                  <a:srgbClr val="E8ECEF"/>
                </a:solidFill>
                <a:latin typeface="DT Flow Light (Body)"/>
                <a:ea typeface="微软雅黑"/>
                <a:cs typeface="微软雅黑"/>
              </a:rPr>
              <a:t>SUPPLYCHAINCHOKE-POINT: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" y="1242146"/>
            <a:ext cx="1628651" cy="573234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4F6F8"/>
                </a:solidFill>
                <a:latin typeface="DT Flow Light (Body)"/>
                <a:ea typeface="微软雅黑"/>
                <a:cs typeface="微软雅黑"/>
              </a:rPr>
              <a:t>STRAIT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24100" y="1267986"/>
            <a:ext cx="556243" cy="52155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64" b="1" i="0">
                <a:solidFill>
                  <a:srgbClr val="F1F4F7"/>
                </a:solidFill>
                <a:latin typeface="DT Flow Light (Body)"/>
                <a:ea typeface="微软雅黑"/>
                <a:cs typeface="微软雅黑"/>
              </a:rPr>
              <a:t>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0850" y="1287528"/>
            <a:ext cx="1670329" cy="491994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72" b="1" i="0">
                <a:solidFill>
                  <a:srgbClr val="F3F6F8"/>
                </a:solidFill>
                <a:latin typeface="DT Flow Light (Body)"/>
                <a:ea typeface="微软雅黑"/>
                <a:cs typeface="微软雅黑"/>
              </a:rPr>
              <a:t>HORMUZ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3950" y="1267986"/>
            <a:ext cx="3095399" cy="52155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64" b="1" i="0">
                <a:solidFill>
                  <a:srgbClr val="F2F6F7"/>
                </a:solidFill>
                <a:latin typeface="DT Flow Light (Body)"/>
                <a:ea typeface="微软雅黑"/>
                <a:cs typeface="微软雅黑"/>
              </a:rPr>
              <a:t>ENERGY SHOCK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49175" y="1541786"/>
            <a:ext cx="1798569" cy="30732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0" i="0">
                <a:solidFill>
                  <a:srgbClr val="DADEE1"/>
                </a:solidFill>
                <a:latin typeface="DT Flow Light (Body)"/>
                <a:ea typeface="微软雅黑"/>
                <a:cs typeface="微软雅黑"/>
              </a:rPr>
              <a:t>The Choke Point: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63466" y="1826557"/>
            <a:ext cx="2300309" cy="29976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3" b="0" i="0">
                <a:solidFill>
                  <a:srgbClr val="BBBFC2"/>
                </a:solidFill>
                <a:latin typeface="DT Flow Light (Body)"/>
                <a:ea typeface="微软雅黑"/>
                <a:cs typeface="微软雅黑"/>
              </a:rPr>
              <a:t>Historic closure of the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49175" y="2112307"/>
            <a:ext cx="1817805" cy="29976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3" b="0" i="0">
                <a:solidFill>
                  <a:srgbClr val="BEC3C7"/>
                </a:solidFill>
                <a:latin typeface="DT Flow Light (Body)"/>
                <a:ea typeface="微软雅黑"/>
                <a:cs typeface="微软雅黑"/>
              </a:rPr>
              <a:t>Strait of Hormuz.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1325" y="3051499"/>
            <a:ext cx="883255" cy="30732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0" i="0">
                <a:solidFill>
                  <a:srgbClr val="C1C7CC"/>
                </a:solidFill>
                <a:latin typeface="DT Flow Light (Body)"/>
                <a:ea typeface="微软雅黑"/>
                <a:cs typeface="微软雅黑"/>
              </a:rPr>
              <a:t>GLOBAL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19350" y="3339956"/>
            <a:ext cx="1933222" cy="2923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5" b="1" i="0">
                <a:solidFill>
                  <a:srgbClr val="C7CED2"/>
                </a:solidFill>
                <a:latin typeface="DT Flow Light (Body)"/>
                <a:ea typeface="微软雅黑"/>
                <a:cs typeface="微软雅黑"/>
              </a:rPr>
              <a:t>MANUFACTURING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3870649"/>
            <a:ext cx="1721625" cy="30732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0" i="0">
                <a:solidFill>
                  <a:srgbClr val="C1C8CD"/>
                </a:solidFill>
                <a:latin typeface="DT Flow Light (Body)"/>
                <a:ea typeface="微软雅黑"/>
                <a:cs typeface="微软雅黑"/>
              </a:rPr>
              <a:t>AGRICULTURE&amp;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5900" y="4147949"/>
            <a:ext cx="1752083" cy="31470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BEC5C9"/>
                </a:solidFill>
                <a:latin typeface="DT Flow Light (Body)"/>
                <a:ea typeface="微软雅黑"/>
                <a:cs typeface="微软雅黑"/>
              </a:rPr>
              <a:t>FOODSECURITY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58700" y="4810125"/>
            <a:ext cx="2895600" cy="31432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D3D6DA"/>
                </a:solidFill>
                <a:latin typeface="DT Flow Light (Body)"/>
                <a:ea typeface="微软雅黑"/>
                <a:cs typeface="微软雅黑"/>
              </a:rPr>
              <a:t>Physical Reality: Shut-ins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25689" y="5099374"/>
            <a:ext cx="2595261" cy="30732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0" i="0">
                <a:solidFill>
                  <a:srgbClr val="B6BABE"/>
                </a:solidFill>
                <a:latin typeface="DT Flow Light (Body)"/>
                <a:ea typeface="微软雅黑"/>
                <a:cs typeface="微软雅黑"/>
              </a:rPr>
              <a:t>have curtailed12 million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47975" y="5326994"/>
            <a:ext cx="1982915" cy="29976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3" b="0" i="0">
                <a:solidFill>
                  <a:srgbClr val="C7CDD1"/>
                </a:solidFill>
                <a:latin typeface="DT Flow Light (Body)"/>
                <a:ea typeface="微软雅黑"/>
                <a:cs typeface="微软雅黑"/>
              </a:rPr>
              <a:t>TRANSPORTATION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58700" y="5398432"/>
            <a:ext cx="2641749" cy="29976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3" b="0" i="0">
                <a:solidFill>
                  <a:srgbClr val="BBBFC3"/>
                </a:solidFill>
                <a:latin typeface="DT Flow Light (Body)"/>
                <a:ea typeface="微软雅黑"/>
                <a:cs typeface="微软雅黑"/>
              </a:rPr>
              <a:t>barrels per day. Strategic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76600" y="5595749"/>
            <a:ext cx="1223092" cy="31470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C3C9CF"/>
                </a:solidFill>
                <a:latin typeface="DT Flow Light (Body)"/>
                <a:ea typeface="微软雅黑"/>
                <a:cs typeface="微软雅黑"/>
              </a:rPr>
              <a:t>LOGISTICS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39650" y="5702156"/>
            <a:ext cx="3060133" cy="2923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5" b="0" i="0">
                <a:solidFill>
                  <a:srgbClr val="B7BCC0"/>
                </a:solidFill>
                <a:latin typeface="DT Flow Light (Body)"/>
                <a:ea typeface="微软雅黑"/>
                <a:cs typeface="微软雅黑"/>
              </a:rPr>
              <a:t>reserves drawn down globally.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25581" y="5855632"/>
            <a:ext cx="1008288" cy="29976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3" b="0" i="0">
                <a:solidFill>
                  <a:srgbClr val="C4CACE"/>
                </a:solidFill>
                <a:latin typeface="DT Flow Light (Body)"/>
                <a:ea typeface="微软雅黑"/>
                <a:cs typeface="微软雅黑"/>
              </a:rPr>
              <a:t>ENERGY-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850" y="6129149"/>
            <a:ext cx="1264770" cy="31470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C4CBCF"/>
                </a:solidFill>
                <a:latin typeface="DT Flow Light (Body)"/>
                <a:ea typeface="微软雅黑"/>
                <a:cs typeface="微软雅黑"/>
              </a:rPr>
              <a:t>INTENSIVE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3024" y="6262499"/>
            <a:ext cx="1348126" cy="31470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C4CAD0"/>
                </a:solidFill>
                <a:latin typeface="DT Flow Light (Body)"/>
                <a:ea typeface="微软雅黑"/>
                <a:cs typeface="微软雅黑"/>
              </a:rPr>
              <a:t>CHEMICALS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625" y="6516543"/>
            <a:ext cx="3363100" cy="2923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5" b="0" i="0">
                <a:solidFill>
                  <a:srgbClr val="D6DCE0"/>
                </a:solidFill>
                <a:latin typeface="DT Flow Light (Body)"/>
                <a:ea typeface="微软雅黑"/>
                <a:cs typeface="微软雅黑"/>
              </a:rPr>
              <a:t>Compounding Delays: 3 to 5-year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8425" y="6537157"/>
            <a:ext cx="1368965" cy="336887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64" b="0" i="0">
                <a:solidFill>
                  <a:srgbClr val="C3CACD"/>
                </a:solidFill>
                <a:latin typeface="DT Flow Light (Body)"/>
                <a:ea typeface="微软雅黑"/>
                <a:cs typeface="微软雅黑"/>
              </a:rPr>
              <a:t>&amp;PLASTICS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05850" y="6424424"/>
            <a:ext cx="1417055" cy="31470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C5CCD0"/>
                </a:solidFill>
                <a:latin typeface="DT Flow Light (Body)"/>
                <a:ea typeface="微软雅黑"/>
                <a:cs typeface="微软雅黑"/>
              </a:rPr>
              <a:t>INDUSTRIES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" y="6803369"/>
            <a:ext cx="3194785" cy="29976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3" b="0" i="0">
                <a:solidFill>
                  <a:srgbClr val="C0C6CB"/>
                </a:solidFill>
                <a:latin typeface="DT Flow Light (Body)"/>
                <a:ea typeface="微软雅黑"/>
                <a:cs typeface="微软雅黑"/>
              </a:rPr>
              <a:t>order backlogs on gas turbines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575" y="7092806"/>
            <a:ext cx="3238066" cy="2923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5" b="0" i="0">
                <a:solidFill>
                  <a:srgbClr val="C1C8CD"/>
                </a:solidFill>
                <a:latin typeface="DT Flow Light (Body)"/>
                <a:ea typeface="微软雅黑"/>
                <a:cs typeface="微软雅黑"/>
              </a:rPr>
              <a:t>limit rapid infrastructure repair.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13274" y="8001395"/>
            <a:ext cx="10623101" cy="35163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>
                <a:solidFill>
                  <a:srgbClr val="2C1A0A"/>
                </a:solidFill>
                <a:latin typeface="DT Flow Light (Body)"/>
                <a:ea typeface="微软雅黑"/>
                <a:cs typeface="微软雅黑"/>
              </a:rPr>
              <a:t>Macro Outcome: Adverse supply shocks have become more frequent and more intense.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09384" y="8349057"/>
            <a:ext cx="5421356" cy="35163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>
                <a:solidFill>
                  <a:srgbClr val="331F0C"/>
                </a:solidFill>
                <a:latin typeface="DT Flow Light (Body)"/>
                <a:ea typeface="微软雅黑"/>
                <a:cs typeface="微软雅黑"/>
              </a:rPr>
              <a:t>Echoes of the post-Covid-19 inflation surge.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FE38947C-71CC-18FF-1E2F-C528E3C5C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t6o4nl2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508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275946"/>
            <a:ext cx="3263714" cy="2482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8" b="1" i="0">
                <a:solidFill>
                  <a:srgbClr val="99A0A8"/>
                </a:solidFill>
                <a:latin typeface="DT Flow Light (Body)"/>
                <a:ea typeface="微软雅黑"/>
                <a:cs typeface="微软雅黑"/>
              </a:rPr>
              <a:t>EXECUTIVEINTELLIGENCEBRIEFING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77900" y="962328"/>
            <a:ext cx="1165384" cy="28514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387088"/>
                </a:solidFill>
                <a:latin typeface="DT Flow Light (Body)"/>
                <a:ea typeface="微软雅黑"/>
                <a:cs typeface="微软雅黑"/>
              </a:rPr>
              <a:t>Crisp Azure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" y="1002458"/>
            <a:ext cx="1093248" cy="528734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11" b="0" i="0">
                <a:solidFill>
                  <a:srgbClr val="DDE1E5"/>
                </a:solidFill>
                <a:latin typeface="DT Flow Light (Body)"/>
                <a:ea typeface="微软雅黑"/>
                <a:cs typeface="微软雅黑"/>
              </a:rPr>
              <a:t>CONE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24075" y="996064"/>
            <a:ext cx="564257" cy="55104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56" b="0" i="0">
                <a:solidFill>
                  <a:srgbClr val="E3E8EB"/>
                </a:solidFill>
                <a:latin typeface="DT Flow Light (Body)"/>
                <a:ea typeface="微软雅黑"/>
                <a:cs typeface="微软雅黑"/>
              </a:rPr>
              <a:t>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25750" y="1017729"/>
            <a:ext cx="269304" cy="17434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F3640"/>
                </a:solidFill>
                <a:latin typeface="DT Flow Light (Body)"/>
                <a:ea typeface="微软雅黑"/>
                <a:cs typeface="微软雅黑"/>
              </a:rPr>
              <a:t>300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8450" y="1010811"/>
            <a:ext cx="2782813" cy="52155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64" b="0" i="0">
                <a:solidFill>
                  <a:srgbClr val="E2E6E9"/>
                </a:solidFill>
                <a:latin typeface="DT Flow Light (Body)"/>
                <a:ea typeface="微软雅黑"/>
                <a:cs typeface="微软雅黑"/>
              </a:rPr>
              <a:t>PLAUSIBILITY: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1454891"/>
            <a:ext cx="896079" cy="59541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744" b="0" i="0">
                <a:solidFill>
                  <a:srgbClr val="E0E3E6"/>
                </a:solidFill>
                <a:latin typeface="DT Flow Light (Body)"/>
                <a:ea typeface="微软雅黑"/>
                <a:cs typeface="微软雅黑"/>
              </a:rPr>
              <a:t>THE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1175" y="1505929"/>
            <a:ext cx="4616648" cy="38856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DEE2E5"/>
                </a:solidFill>
                <a:latin typeface="DT Flow Light (Body)"/>
                <a:ea typeface="微软雅黑"/>
                <a:cs typeface="微软雅黑"/>
              </a:rPr>
              <a:t>2025/2026.ALINVESTMENTBOOM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494384" y="1877098"/>
            <a:ext cx="288541" cy="189154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4" b="1" i="0">
                <a:solidFill>
                  <a:srgbClr val="323943"/>
                </a:solidFill>
                <a:latin typeface="DT Flow Light (Body)"/>
                <a:ea typeface="微软雅黑"/>
                <a:cs typeface="微软雅黑"/>
              </a:rPr>
              <a:t>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75" y="1955937"/>
            <a:ext cx="2819683" cy="536301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60" b="0" i="0">
                <a:solidFill>
                  <a:srgbClr val="DEE2E6"/>
                </a:solidFill>
                <a:latin typeface="DT Flow Light (Body)"/>
                <a:ea typeface="微软雅黑"/>
                <a:cs typeface="微软雅黑"/>
              </a:rPr>
              <a:t>UNCERTAINTY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90975" y="1960700"/>
            <a:ext cx="2269852" cy="536301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60" b="1" i="0">
                <a:solidFill>
                  <a:srgbClr val="E0E4E7"/>
                </a:solidFill>
                <a:latin typeface="DT Flow Light (Body)"/>
                <a:ea typeface="微软雅黑"/>
                <a:cs typeface="微软雅黑"/>
              </a:rPr>
              <a:t>SPECTRUM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9059" y="2711516"/>
            <a:ext cx="4305666" cy="491994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72" b="0" i="0">
                <a:solidFill>
                  <a:srgbClr val="D4EBF2"/>
                </a:solidFill>
                <a:latin typeface="DT Flow Light (Body)"/>
                <a:ea typeface="微软雅黑"/>
                <a:cs typeface="微软雅黑"/>
              </a:rPr>
              <a:t>PRODUCTIVITYMIRACLE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91700" y="3301208"/>
            <a:ext cx="4732065" cy="25558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8FA5B2"/>
                </a:solidFill>
                <a:latin typeface="DT Flow Light (Body)"/>
                <a:ea typeface="微软雅黑"/>
                <a:cs typeface="微软雅黑"/>
              </a:rPr>
              <a:t>AI eases supply constraints, boosts long-term growth,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25750" y="3376306"/>
            <a:ext cx="301365" cy="1815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5" b="0" i="0">
                <a:solidFill>
                  <a:srgbClr val="39404A"/>
                </a:solidFill>
                <a:latin typeface="DT Flow Light (Body)"/>
                <a:ea typeface="微软雅黑"/>
                <a:cs typeface="微软雅黑"/>
              </a:rPr>
              <a:t>1.00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6704" y="3554664"/>
            <a:ext cx="4108496" cy="263021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8B9DA8"/>
                </a:solidFill>
                <a:latin typeface="DT Flow Light (Body)"/>
                <a:ea typeface="微软雅黑"/>
                <a:cs typeface="微软雅黑"/>
              </a:rPr>
              <a:t>and raises the natural rate of interest (r-star.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675" y="4513772"/>
            <a:ext cx="245260" cy="7835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4" b="0" i="0">
                <a:solidFill>
                  <a:srgbClr val="49515B"/>
                </a:solidFill>
                <a:latin typeface="DT Flow Light (Body)"/>
                <a:ea typeface="微软雅黑"/>
                <a:cs typeface="微软雅黑"/>
              </a:rPr>
              <a:t>PRESENT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0764" y="4159106"/>
            <a:ext cx="1732847" cy="2923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5" b="0" i="0">
                <a:solidFill>
                  <a:srgbClr val="B7BEC4"/>
                </a:solidFill>
                <a:latin typeface="DT Flow Light (Body)"/>
                <a:ea typeface="微软雅黑"/>
                <a:cs typeface="微软雅黑"/>
              </a:rPr>
              <a:t>Central trendline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06700" y="4482586"/>
            <a:ext cx="259686" cy="9310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" b="0" i="0">
                <a:solidFill>
                  <a:srgbClr val="474F59"/>
                </a:solidFill>
                <a:latin typeface="DT Flow Light (Body)"/>
                <a:ea typeface="微软雅黑"/>
                <a:cs typeface="微软雅黑"/>
              </a:rPr>
              <a:t>FUTURE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" y="4849669"/>
            <a:ext cx="1577355" cy="2923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5" b="0" i="0">
                <a:solidFill>
                  <a:srgbClr val="BBBEC3"/>
                </a:solidFill>
                <a:latin typeface="DT Flow Light (Body)"/>
                <a:ea typeface="微软雅黑"/>
                <a:cs typeface="微软雅黑"/>
              </a:rPr>
              <a:t>The 2025/2026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44050" y="4873691"/>
            <a:ext cx="5067093" cy="491994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72" b="0" i="0">
                <a:solidFill>
                  <a:srgbClr val="E6DEDE"/>
                </a:solidFill>
                <a:latin typeface="DT Flow Light (Body)"/>
                <a:ea typeface="微软雅黑"/>
                <a:cs typeface="微软雅黑"/>
              </a:rPr>
              <a:t>VULNERABILITY&amp; COLLAPSE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" y="5149706"/>
            <a:ext cx="2117567" cy="2923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5" b="0" i="0">
                <a:solidFill>
                  <a:srgbClr val="B9BDC2"/>
                </a:solidFill>
                <a:latin typeface="DT Flow Light (Body)"/>
                <a:ea typeface="微软雅黑"/>
                <a:cs typeface="微软雅黑"/>
              </a:rPr>
              <a:t>AI Investment Boom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03462" y="5439571"/>
            <a:ext cx="4050788" cy="25558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C6B1AE"/>
                </a:solidFill>
                <a:latin typeface="DT Flow Light (Body)"/>
                <a:ea typeface="微软雅黑"/>
                <a:cs typeface="微软雅黑"/>
              </a:rPr>
              <a:t>The debt-financed AI build-out hits power 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8825" y="5702552"/>
            <a:ext cx="3339056" cy="263021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CBB2AD"/>
                </a:solidFill>
                <a:latin typeface="DT Flow Light (Body)"/>
                <a:ea typeface="微软雅黑"/>
                <a:cs typeface="微软雅黑"/>
              </a:rPr>
              <a:t>construction bottlenecks. Rich equity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125450" y="5686729"/>
            <a:ext cx="1747273" cy="28514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CCB2AD"/>
                </a:solidFill>
                <a:latin typeface="DT Flow Light (Body)"/>
                <a:ea typeface="微软雅黑"/>
                <a:cs typeface="微软雅黑"/>
              </a:rPr>
              <a:t>valuationscorrect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5050" y="5968208"/>
            <a:ext cx="3284554" cy="25558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CEB0AB"/>
                </a:solidFill>
                <a:latin typeface="DT Flow Light (Body)"/>
                <a:ea typeface="微软雅黑"/>
                <a:cs typeface="微软雅黑"/>
              </a:rPr>
              <a:t>sharply, exposing concentrated credit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06450" y="5945440"/>
            <a:ext cx="1352934" cy="263021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CFB1AB"/>
                </a:solidFill>
                <a:latin typeface="DT Flow Light (Body)"/>
                <a:ea typeface="微软雅黑"/>
                <a:cs typeface="微软雅黑"/>
              </a:rPr>
              <a:t>vulnerabilities.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38275" y="7316670"/>
            <a:ext cx="6444072" cy="3590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8" b="0" i="0">
                <a:solidFill>
                  <a:srgbClr val="A6A1A4"/>
                </a:solidFill>
                <a:latin typeface="DT Flow Light (Body)"/>
                <a:ea typeface="微软雅黑"/>
                <a:cs typeface="微软雅黑"/>
              </a:rPr>
              <a:t>Core Takeaway: Monetary policy strategies must be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8275" y="7664333"/>
            <a:ext cx="6622006" cy="3590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8" b="0" i="0">
                <a:solidFill>
                  <a:srgbClr val="CBCFD2"/>
                </a:solidFill>
                <a:latin typeface="DT Flow Light (Body)"/>
                <a:ea typeface="微软雅黑"/>
                <a:cs typeface="微软雅黑"/>
              </a:rPr>
              <a:t>robust across this widening spectrum of uncertainty.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87375" y="7659544"/>
            <a:ext cx="1651093" cy="2923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5" b="0" i="0">
                <a:solidFill>
                  <a:srgbClr val="805251"/>
                </a:solidFill>
                <a:latin typeface="DT Flow Light (Body)"/>
                <a:ea typeface="微软雅黑"/>
                <a:cs typeface="微软雅黑"/>
              </a:rPr>
              <a:t>Matte Vermilion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24350" y="8573296"/>
            <a:ext cx="487313" cy="25558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4A515B"/>
                </a:solidFill>
                <a:latin typeface="DT Flow Light (Body)"/>
                <a:ea typeface="微软雅黑"/>
                <a:cs typeface="微软雅黑"/>
              </a:rPr>
              <a:t>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7650" y="8563771"/>
            <a:ext cx="487313" cy="25558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4A515B"/>
                </a:solidFill>
                <a:latin typeface="DT Flow Light (Body)"/>
                <a:ea typeface="微软雅黑"/>
                <a:cs typeface="微软雅黑"/>
              </a:rPr>
              <a:t>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8572221"/>
            <a:ext cx="468077" cy="2482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8" b="0" i="0">
                <a:solidFill>
                  <a:srgbClr val="49505A"/>
                </a:solidFill>
                <a:latin typeface="DT Flow Light (Body)"/>
                <a:ea typeface="微软雅黑"/>
                <a:cs typeface="微软雅黑"/>
              </a:rPr>
              <a:t>2027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A3240F3-7F99-7CD8-09DE-136F69618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xmup7p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508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5300" y="525155"/>
            <a:ext cx="9396803" cy="949940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48" b="0" i="0">
                <a:solidFill>
                  <a:srgbClr val="F6F9FA"/>
                </a:solidFill>
                <a:latin typeface="DT Flow Light (Body)"/>
                <a:ea typeface="微软雅黑"/>
                <a:cs typeface="微软雅黑"/>
              </a:rPr>
              <a:t>A Compressed Fiscal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34950" y="496743"/>
            <a:ext cx="1274388" cy="2923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5" b="0" i="0">
                <a:solidFill>
                  <a:srgbClr val="825551"/>
                </a:solidFill>
                <a:latin typeface="DT Flow Light (Body)"/>
                <a:ea typeface="微软雅黑"/>
                <a:cs typeface="微软雅黑"/>
              </a:rPr>
              <a:t>Key Metric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39915" y="977097"/>
            <a:ext cx="2114360" cy="1341457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92" b="0" i="0">
                <a:solidFill>
                  <a:srgbClr val="C65240"/>
                </a:solidFill>
                <a:latin typeface="DT Flow Light (Body)"/>
                <a:ea typeface="微软雅黑"/>
                <a:cs typeface="微软雅黑"/>
              </a:rPr>
              <a:t>53%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38625" y="2015981"/>
            <a:ext cx="428002" cy="2923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5" b="0" i="0">
                <a:solidFill>
                  <a:srgbClr val="BEC3C8"/>
                </a:solidFill>
                <a:latin typeface="DT Flow Light (Body)"/>
                <a:ea typeface="微软雅黑"/>
                <a:cs typeface="微软雅黑"/>
              </a:rPr>
              <a:t>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0500" y="1981595"/>
            <a:ext cx="352661" cy="35163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>
                <a:solidFill>
                  <a:srgbClr val="B3BABD"/>
                </a:solidFill>
                <a:latin typeface="DT Flow Light (Body)"/>
                <a:ea typeface="微软雅黑"/>
                <a:cs typeface="微软雅黑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90516" y="2320781"/>
            <a:ext cx="1806584" cy="2923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5" b="0" i="0">
                <a:solidFill>
                  <a:srgbClr val="C1C6CB"/>
                </a:solidFill>
                <a:latin typeface="DT Flow Light (Body)"/>
                <a:ea typeface="微软雅黑"/>
                <a:cs typeface="微软雅黑"/>
              </a:rPr>
              <a:t>The share of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48150" y="2597006"/>
            <a:ext cx="428002" cy="2923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5" b="0" i="0">
                <a:solidFill>
                  <a:srgbClr val="BABFC4"/>
                </a:solidFill>
                <a:latin typeface="DT Flow Light (Body)"/>
                <a:ea typeface="微软雅黑"/>
                <a:cs typeface="微软雅黑"/>
              </a:rPr>
              <a:t>120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0500" y="2674769"/>
            <a:ext cx="339837" cy="336887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64" b="0" i="0">
                <a:solidFill>
                  <a:srgbClr val="B2B9BE"/>
                </a:solidFill>
                <a:latin typeface="DT Flow Light (Body)"/>
                <a:ea typeface="微软雅黑"/>
                <a:cs typeface="微软雅黑"/>
              </a:rPr>
              <a:t>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0" y="2620819"/>
            <a:ext cx="1747273" cy="2923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5" b="0" i="0">
                <a:solidFill>
                  <a:srgbClr val="C2C6CA"/>
                </a:solidFill>
                <a:latin typeface="DT Flow Light (Body)"/>
                <a:ea typeface="微软雅黑"/>
                <a:cs typeface="微软雅黑"/>
              </a:rPr>
              <a:t>sovereign debt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7150" y="4199447"/>
            <a:ext cx="666849" cy="7835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4" b="0" i="0">
                <a:solidFill>
                  <a:srgbClr val="B1B7BC"/>
                </a:solidFill>
                <a:latin typeface="DT Flow Light (Body)"/>
                <a:ea typeface="微软雅黑"/>
                <a:cs typeface="微软雅黑"/>
              </a:rPr>
              <a:t>Public Debt-to-GDP Ratio (%)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68175" y="4242310"/>
            <a:ext cx="692497" cy="7835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4" b="0" i="0">
                <a:solidFill>
                  <a:srgbClr val="B1B6BA"/>
                </a:solidFill>
                <a:latin typeface="DT Flow Light (Body)"/>
                <a:ea typeface="微软雅黑"/>
                <a:cs typeface="微软雅黑"/>
              </a:rPr>
              <a:t>NBFI Sovereign Debt Share(%)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53191" y="2907644"/>
            <a:ext cx="2220159" cy="29976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3" b="0" i="0">
                <a:solidFill>
                  <a:srgbClr val="BFC3C8"/>
                </a:solidFill>
                <a:latin typeface="DT Flow Light (Body)"/>
                <a:ea typeface="微软雅黑"/>
                <a:cs typeface="微软雅黑"/>
              </a:rPr>
              <a:t>Advanced Economies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8625" y="3178031"/>
            <a:ext cx="428002" cy="2923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5" b="0" i="0">
                <a:solidFill>
                  <a:srgbClr val="B9BEC2"/>
                </a:solidFill>
                <a:latin typeface="DT Flow Light (Body)"/>
                <a:ea typeface="微软雅黑"/>
                <a:cs typeface="微软雅黑"/>
              </a:rP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34950" y="3193394"/>
            <a:ext cx="2295500" cy="29976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3" b="0" i="0">
                <a:solidFill>
                  <a:srgbClr val="BEC2C6"/>
                </a:solidFill>
                <a:latin typeface="DT Flow Light (Body)"/>
                <a:ea typeface="微软雅黑"/>
                <a:cs typeface="微软雅黑"/>
              </a:rPr>
              <a:t>held by NBFIs in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20500" y="3348433"/>
            <a:ext cx="352661" cy="35163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>
                <a:solidFill>
                  <a:srgbClr val="B6BCC0"/>
                </a:solidFill>
                <a:latin typeface="DT Flow Light (Body)"/>
                <a:ea typeface="微软雅黑"/>
                <a:cs typeface="微软雅黑"/>
              </a:rPr>
              <a:t>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44475" y="3495978"/>
            <a:ext cx="2268250" cy="28514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BEC3C7"/>
                </a:solidFill>
                <a:latin typeface="DT Flow Light (Body)"/>
                <a:ea typeface="微软雅黑"/>
                <a:cs typeface="微软雅黑"/>
              </a:rPr>
              <a:t>(up from 44% in 2021).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4350" y="3734195"/>
            <a:ext cx="352661" cy="35163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>
                <a:solidFill>
                  <a:srgbClr val="B7BDC0"/>
                </a:solidFill>
                <a:latin typeface="DT Flow Light (Body)"/>
                <a:ea typeface="微软雅黑"/>
                <a:cs typeface="微软雅黑"/>
              </a:rPr>
              <a:t>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20500" y="4046369"/>
            <a:ext cx="339837" cy="336887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64" b="0" i="0">
                <a:solidFill>
                  <a:srgbClr val="B1B7BC"/>
                </a:solidFill>
                <a:latin typeface="DT Flow Light (Body)"/>
                <a:ea typeface="微软雅黑"/>
                <a:cs typeface="微软雅黑"/>
              </a:rPr>
              <a:t>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3875" y="4332119"/>
            <a:ext cx="339837" cy="336887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64" b="0" i="0">
                <a:solidFill>
                  <a:srgbClr val="B3B9BE"/>
                </a:solidFill>
                <a:latin typeface="DT Flow Light (Body)"/>
                <a:ea typeface="微软雅黑"/>
                <a:cs typeface="微软雅黑"/>
              </a:rP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4818386"/>
            <a:ext cx="1341714" cy="30732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0" i="0">
                <a:solidFill>
                  <a:srgbClr val="805351"/>
                </a:solidFill>
                <a:latin typeface="DT Flow Light (Body)"/>
                <a:ea typeface="微软雅黑"/>
                <a:cs typeface="微软雅黑"/>
              </a:rPr>
              <a:t>Key Metric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20500" y="4732169"/>
            <a:ext cx="339837" cy="336887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64" b="0" i="0">
                <a:solidFill>
                  <a:srgbClr val="B3B8BE"/>
                </a:solidFill>
                <a:latin typeface="DT Flow Light (Body)"/>
                <a:ea typeface="微软雅黑"/>
                <a:cs typeface="微软雅黑"/>
              </a:rPr>
              <a:t>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925312"/>
            <a:ext cx="323807" cy="322076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68" b="0" i="0">
                <a:solidFill>
                  <a:srgbClr val="B6BCC2"/>
                </a:solidFill>
                <a:latin typeface="DT Flow Light (Body)"/>
                <a:ea typeface="微软雅黑"/>
                <a:cs typeface="微软雅黑"/>
              </a:rPr>
              <a:t>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350" y="5340039"/>
            <a:ext cx="1787349" cy="131189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0" b="0" i="0">
                <a:solidFill>
                  <a:srgbClr val="C8523F"/>
                </a:solidFill>
                <a:latin typeface="DT Flow Light (Body)"/>
                <a:ea typeface="微软雅黑"/>
                <a:cs typeface="微软雅黑"/>
              </a:rPr>
              <a:t>10x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30025" y="5441690"/>
            <a:ext cx="275717" cy="27039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2" b="0" i="0">
                <a:solidFill>
                  <a:srgbClr val="BDC2CA"/>
                </a:solidFill>
                <a:latin typeface="DT Flow Light (Body)"/>
                <a:ea typeface="微软雅黑"/>
                <a:cs typeface="微软雅黑"/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5515862"/>
            <a:ext cx="323807" cy="322076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68" b="0" i="0">
                <a:solidFill>
                  <a:srgbClr val="B7BEC4"/>
                </a:solidFill>
                <a:latin typeface="DT Flow Light (Body)"/>
                <a:ea typeface="微软雅黑"/>
                <a:cs typeface="微软雅黑"/>
              </a:rPr>
              <a:t>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6275" y="6331882"/>
            <a:ext cx="570669" cy="29976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3" b="0" i="0">
                <a:solidFill>
                  <a:srgbClr val="B5BCBF"/>
                </a:solidFill>
                <a:latin typeface="DT Flow Light (Body)"/>
                <a:ea typeface="微软雅黑"/>
                <a:cs typeface="微软雅黑"/>
              </a:rPr>
              <a:t>2005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1250" y="6339191"/>
            <a:ext cx="538609" cy="28514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B4BABE"/>
                </a:solidFill>
                <a:latin typeface="DT Flow Light (Body)"/>
                <a:ea typeface="微软雅黑"/>
                <a:cs typeface="微软雅黑"/>
              </a:rPr>
              <a:t>2010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58125" y="6346565"/>
            <a:ext cx="512961" cy="27039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2" b="0" i="0">
                <a:solidFill>
                  <a:srgbClr val="B0B6BA"/>
                </a:solidFill>
                <a:latin typeface="DT Flow Light (Body)"/>
                <a:ea typeface="微软雅黑"/>
                <a:cs typeface="微软雅黑"/>
              </a:rPr>
              <a:t>2015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96425" y="6331882"/>
            <a:ext cx="570669" cy="29976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3" b="0" i="0">
                <a:solidFill>
                  <a:srgbClr val="B5BBBE"/>
                </a:solidFill>
                <a:latin typeface="DT Flow Light (Body)"/>
                <a:ea typeface="微软雅黑"/>
                <a:cs typeface="微软雅黑"/>
              </a:rPr>
              <a:t>2020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82350" y="6340331"/>
            <a:ext cx="557845" cy="2923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5" b="0" i="0">
                <a:solidFill>
                  <a:srgbClr val="B7BCC0"/>
                </a:solidFill>
                <a:latin typeface="DT Flow Light (Body)"/>
                <a:ea typeface="微软雅黑"/>
                <a:cs typeface="微软雅黑"/>
              </a:rPr>
              <a:t>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700" y="6545118"/>
            <a:ext cx="1958870" cy="2923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5" b="0" i="0">
                <a:solidFill>
                  <a:srgbClr val="BFC4C8"/>
                </a:solidFill>
                <a:latin typeface="DT Flow Light (Body)"/>
                <a:ea typeface="微软雅黑"/>
                <a:cs typeface="微软雅黑"/>
              </a:rPr>
              <a:t>The probability of 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7225" y="6813874"/>
            <a:ext cx="2367636" cy="30732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0" i="0">
                <a:solidFill>
                  <a:srgbClr val="BFC4C8"/>
                </a:solidFill>
                <a:latin typeface="DT Flow Light (Body)"/>
                <a:ea typeface="微软雅黑"/>
                <a:cs typeface="微软雅黑"/>
              </a:rPr>
              <a:t>GFC-level stressevent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650" y="7108169"/>
            <a:ext cx="1933222" cy="29976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3" b="0" i="0">
                <a:solidFill>
                  <a:srgbClr val="BEC2C6"/>
                </a:solidFill>
                <a:latin typeface="DT Flow Light (Body)"/>
                <a:ea typeface="微软雅黑"/>
                <a:cs typeface="微软雅黑"/>
              </a:rPr>
              <a:t>in the US Treasury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29625" y="7103407"/>
            <a:ext cx="1062791" cy="29976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3" b="0" i="0">
                <a:solidFill>
                  <a:srgbClr val="E9DCB1"/>
                </a:solidFill>
                <a:latin typeface="DT Flow Light (Body)"/>
                <a:ea typeface="微软雅黑"/>
                <a:cs typeface="微软雅黑"/>
              </a:rPr>
              <a:t>Takeaway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175" y="7426181"/>
            <a:ext cx="1990930" cy="2923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5" b="0" i="0">
                <a:solidFill>
                  <a:srgbClr val="BEC3C7"/>
                </a:solidFill>
                <a:latin typeface="DT Flow Light (Body)"/>
                <a:ea typeface="微软雅黑"/>
                <a:cs typeface="微软雅黑"/>
              </a:rPr>
              <a:t>market jumps from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20100" y="7669068"/>
            <a:ext cx="6080191" cy="2923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5" b="0" i="0">
                <a:solidFill>
                  <a:srgbClr val="C1C6C9"/>
                </a:solidFill>
                <a:latin typeface="DT Flow Light (Body)"/>
                <a:ea typeface="微软雅黑"/>
                <a:cs typeface="微软雅黑"/>
              </a:rPr>
              <a:t>In recent decades,fiscal policy expanded aggressively during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700" y="7692881"/>
            <a:ext cx="1912383" cy="2923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5" b="0" i="0">
                <a:solidFill>
                  <a:srgbClr val="BEC3C6"/>
                </a:solidFill>
                <a:latin typeface="DT Flow Light (Body)"/>
                <a:ea typeface="微软雅黑"/>
                <a:cs typeface="微软雅黑"/>
              </a:rPr>
              <a:t>0.3% to 3.8% when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175" y="7988156"/>
            <a:ext cx="2077492" cy="2923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5" b="0" i="0">
                <a:solidFill>
                  <a:srgbClr val="C1C6CA"/>
                </a:solidFill>
                <a:latin typeface="DT Flow Light (Body)"/>
                <a:ea typeface="微软雅黑"/>
                <a:cs typeface="微软雅黑"/>
              </a:rPr>
              <a:t>both public debt and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29625" y="7964343"/>
            <a:ext cx="6386364" cy="2923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5" b="0" i="0">
                <a:solidFill>
                  <a:srgbClr val="BFC4C8"/>
                </a:solidFill>
                <a:latin typeface="DT Flow Light (Body)"/>
                <a:ea typeface="微软雅黑"/>
                <a:cs typeface="微软雅黑"/>
              </a:rPr>
              <a:t>downturns but failed to adjust during recoveries.Debt ratcheted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01050" y="8254856"/>
            <a:ext cx="5429371" cy="2923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5" b="0" i="0">
                <a:solidFill>
                  <a:srgbClr val="C2C7CB"/>
                </a:solidFill>
                <a:latin typeface="DT Flow Light (Body)"/>
                <a:ea typeface="微软雅黑"/>
                <a:cs typeface="微软雅黑"/>
              </a:rPr>
              <a:t>up, colliding with demographic and climate pressures.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8175" y="8278668"/>
            <a:ext cx="2091919" cy="2923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5" b="0" i="0">
                <a:solidFill>
                  <a:srgbClr val="BEC3C7"/>
                </a:solidFill>
                <a:latin typeface="DT Flow Light (Body)"/>
                <a:ea typeface="微软雅黑"/>
                <a:cs typeface="微软雅黑"/>
              </a:rPr>
              <a:t>NBFI share are high.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CA3B3D4F-04B3-F9DC-FFE1-27EBE5BDC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hzgltps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508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8675" y="166991"/>
            <a:ext cx="3672480" cy="28514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7C818A"/>
                </a:solidFill>
                <a:latin typeface="DT Flow Light (Body)"/>
                <a:ea typeface="微软雅黑"/>
                <a:cs typeface="微软雅黑"/>
              </a:rPr>
              <a:t>EXECUTIVE INTELLIGENCEBRIEFING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618" y="1002458"/>
            <a:ext cx="13445989" cy="528734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11" b="0" i="0">
                <a:solidFill>
                  <a:srgbClr val="E0E3E6"/>
                </a:solidFill>
                <a:latin typeface="DT Flow Light (Body)"/>
                <a:ea typeface="微软雅黑"/>
                <a:cs typeface="微软雅黑"/>
              </a:rPr>
              <a:t>NETWORK STRUCTURES: THESHIFTING LANDSCAPEOF SYSTEMIC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24025" y="2000062"/>
            <a:ext cx="4969309" cy="31470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918E7C"/>
                </a:solidFill>
                <a:latin typeface="DT Flow Light (Body)"/>
                <a:ea typeface="微软雅黑"/>
                <a:cs typeface="微软雅黑"/>
              </a:rPr>
              <a:t>THE TRADITIONAL BANK-SOVEREIGN NEXUS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1175" y="1990537"/>
            <a:ext cx="4640694" cy="31470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8B5C5B"/>
                </a:solidFill>
                <a:latin typeface="DT Flow Light (Body)"/>
                <a:ea typeface="微软雅黑"/>
                <a:cs typeface="微软雅黑"/>
              </a:rPr>
              <a:t>THE EVOLVINGFISCAL-FINANCIAL NEXUS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0" y="2745532"/>
            <a:ext cx="1171796" cy="23346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2" b="0" i="0">
                <a:solidFill>
                  <a:srgbClr val="855B59"/>
                </a:solidFill>
                <a:latin typeface="DT Flow Light (Body)"/>
                <a:ea typeface="微软雅黑"/>
                <a:cs typeface="微软雅黑"/>
              </a:rPr>
              <a:t>GOVERNMENT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30025" y="2963071"/>
            <a:ext cx="501740" cy="25558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825756"/>
                </a:solidFill>
                <a:latin typeface="DT Flow Light (Body)"/>
                <a:ea typeface="微软雅黑"/>
                <a:cs typeface="微软雅黑"/>
              </a:rPr>
              <a:t>DEBT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95700" y="3345607"/>
            <a:ext cx="1219886" cy="23346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2" b="1" i="0">
                <a:solidFill>
                  <a:srgbClr val="43301B"/>
                </a:solidFill>
                <a:latin typeface="DT Flow Light (Body)"/>
                <a:ea typeface="微软雅黑"/>
                <a:cs typeface="微软雅黑"/>
              </a:rPr>
              <a:t>GOVERNMENT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5750" y="3566833"/>
            <a:ext cx="487313" cy="2482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8" b="0" i="0">
                <a:solidFill>
                  <a:srgbClr val="423016"/>
                </a:solidFill>
                <a:latin typeface="DT Flow Light (Body)"/>
                <a:ea typeface="微软雅黑"/>
                <a:cs typeface="微软雅黑"/>
              </a:rPr>
              <a:t>DEBT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9775" y="4787109"/>
            <a:ext cx="642805" cy="25558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815859"/>
                </a:solidFill>
                <a:latin typeface="DT Flow Light (Body)"/>
                <a:ea typeface="微软雅黑"/>
                <a:cs typeface="微软雅黑"/>
              </a:rPr>
              <a:t>HEDGE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2625" y="5011990"/>
            <a:ext cx="730969" cy="263021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815A5B"/>
                </a:solidFill>
                <a:latin typeface="DT Flow Light (Body)"/>
                <a:ea typeface="微软雅黑"/>
                <a:cs typeface="微软雅黑"/>
              </a:rPr>
              <a:t>FUNDS/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77400" y="5227378"/>
            <a:ext cx="602729" cy="27039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2" b="0" i="0">
                <a:solidFill>
                  <a:srgbClr val="865958"/>
                </a:solidFill>
                <a:latin typeface="DT Flow Light (Body)"/>
                <a:ea typeface="微软雅黑"/>
                <a:cs typeface="微软雅黑"/>
              </a:rPr>
              <a:t>NBFIs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5225" y="6113759"/>
            <a:ext cx="1168590" cy="240707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44311E"/>
                </a:solidFill>
                <a:latin typeface="DT Flow Light (Body)"/>
                <a:ea typeface="微软雅黑"/>
                <a:cs typeface="微软雅黑"/>
              </a:rPr>
              <a:t>COMMERCIAL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10025" y="6339684"/>
            <a:ext cx="647613" cy="25558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412D1A"/>
                </a:solidFill>
                <a:latin typeface="DT Flow Light (Body)"/>
                <a:ea typeface="微软雅黑"/>
                <a:cs typeface="微软雅黑"/>
              </a:rPr>
              <a:t>BANKS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01425" y="6631732"/>
            <a:ext cx="1123706" cy="23346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2" b="0" i="0">
                <a:solidFill>
                  <a:srgbClr val="845656"/>
                </a:solidFill>
                <a:latin typeface="DT Flow Light (Body)"/>
                <a:ea typeface="微软雅黑"/>
                <a:cs typeface="微软雅黑"/>
              </a:rPr>
              <a:t>SHORT-TERM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20725" y="6631240"/>
            <a:ext cx="641201" cy="263021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895955"/>
                </a:solidFill>
                <a:latin typeface="DT Flow Light (Body)"/>
                <a:ea typeface="微软雅黑"/>
                <a:cs typeface="微软雅黑"/>
              </a:rPr>
              <a:t>PRIME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25225" y="6866234"/>
            <a:ext cx="1309654" cy="240707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865A5A"/>
                </a:solidFill>
                <a:latin typeface="DT Flow Light (Body)"/>
                <a:ea typeface="微软雅黑"/>
                <a:cs typeface="微软雅黑"/>
              </a:rPr>
              <a:t>REPOFUNDING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06425" y="6857721"/>
            <a:ext cx="888064" cy="2482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8" b="1" i="0">
                <a:solidFill>
                  <a:srgbClr val="885A59"/>
                </a:solidFill>
                <a:latin typeface="DT Flow Light (Body)"/>
                <a:ea typeface="微软雅黑"/>
                <a:cs typeface="微软雅黑"/>
              </a:rPr>
              <a:t>BROKERS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4925" y="7674227"/>
            <a:ext cx="5615320" cy="263021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BBBEC1"/>
                </a:solidFill>
                <a:latin typeface="DT Flow Light (Body)"/>
                <a:ea typeface="微软雅黑"/>
                <a:cs typeface="微软雅黑"/>
              </a:rPr>
              <a:t>Solvency risks are contained within regulated bank perimeters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4975" y="7673183"/>
            <a:ext cx="4631076" cy="25558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BCBEC2"/>
                </a:solidFill>
                <a:latin typeface="DT Flow Light (Body)"/>
                <a:ea typeface="微软雅黑"/>
                <a:cs typeface="微软雅黑"/>
              </a:rPr>
              <a:t>Leveraged NBFls rely on funding-dependent liquidity.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1150" y="7936164"/>
            <a:ext cx="4905189" cy="263021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B9BBBF"/>
                </a:solidFill>
                <a:latin typeface="DT Flow Light (Body)"/>
                <a:ea typeface="微软雅黑"/>
                <a:cs typeface="微软雅黑"/>
              </a:rPr>
              <a:t>Intermediation is highlysensitive to rapid deleveraging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445C6E3-B357-C6A2-498A-6D43FE9FC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spmr1w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508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0550" y="422015"/>
            <a:ext cx="2845331" cy="27039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2" b="0" i="0">
                <a:solidFill>
                  <a:srgbClr val="888E97"/>
                </a:solidFill>
                <a:latin typeface="DT Flow Light (Body)"/>
                <a:ea typeface="微软雅黑"/>
                <a:cs typeface="微软雅黑"/>
              </a:rPr>
              <a:t>Executive Intelligence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825" y="794561"/>
            <a:ext cx="9430467" cy="639727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32" b="0" i="0">
                <a:solidFill>
                  <a:srgbClr val="E5E9EE"/>
                </a:solidFill>
                <a:latin typeface="DT Flow Light (Body)"/>
                <a:ea typeface="微软雅黑"/>
                <a:cs typeface="微软雅黑"/>
              </a:rPr>
              <a:t>The Systemic Liquidity-Risk Vicious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27381" y="2308949"/>
            <a:ext cx="1261563" cy="211276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8" b="0" i="0">
                <a:solidFill>
                  <a:srgbClr val="C9CDD1"/>
                </a:solidFill>
                <a:latin typeface="DT Flow Light (Body)"/>
                <a:ea typeface="微软雅黑"/>
                <a:cs typeface="微软雅黑"/>
              </a:rPr>
              <a:t>1. High Sovereign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39122" y="2491000"/>
            <a:ext cx="1457130" cy="218650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 i="0">
                <a:solidFill>
                  <a:srgbClr val="B0B4B9"/>
                </a:solidFill>
                <a:latin typeface="DT Flow Light (Body)"/>
                <a:ea typeface="微软雅黑"/>
                <a:cs typeface="微软雅黑"/>
              </a:rPr>
              <a:t>Issuance: Driven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5042" y="2680425"/>
            <a:ext cx="1155765" cy="211276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8" b="0" i="0">
                <a:solidFill>
                  <a:srgbClr val="9EA2A7"/>
                </a:solidFill>
                <a:latin typeface="DT Flow Light (Body)"/>
                <a:ea typeface="微软雅黑"/>
                <a:cs typeface="微软雅黑"/>
              </a:rPr>
              <a:t>historic deficits.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4975" y="3024400"/>
            <a:ext cx="1348126" cy="218650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 i="0">
                <a:solidFill>
                  <a:srgbClr val="C6C9CC"/>
                </a:solidFill>
                <a:latin typeface="DT Flow Light (Body)"/>
                <a:ea typeface="微软雅黑"/>
                <a:cs typeface="微软雅黑"/>
              </a:rPr>
              <a:t>2. Warehoused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5100" y="3142479"/>
            <a:ext cx="1267976" cy="27776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>
                <a:solidFill>
                  <a:srgbClr val="3E2B13"/>
                </a:solidFill>
                <a:latin typeface="DT Flow Light (Body)"/>
                <a:ea typeface="微软雅黑"/>
                <a:cs typeface="微软雅黑"/>
              </a:rPr>
              <a:t>Central Bank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4025" y="3215944"/>
            <a:ext cx="1449115" cy="2260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CBCED1"/>
                </a:solidFill>
                <a:latin typeface="DT Flow Light (Body)"/>
                <a:ea typeface="微软雅黑"/>
                <a:cs typeface="微软雅黑"/>
              </a:rPr>
              <a:t>Leveraged NBFIs: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3575" y="3413850"/>
            <a:ext cx="923330" cy="211276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8" b="0" i="0">
                <a:solidFill>
                  <a:srgbClr val="A6A9AE"/>
                </a:solidFill>
                <a:latin typeface="DT Flow Light (Body)"/>
                <a:ea typeface="微软雅黑"/>
                <a:cs typeface="微软雅黑"/>
              </a:rPr>
              <a:t>Hedge funds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2250" y="3407027"/>
            <a:ext cx="1146148" cy="263021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3F2B15"/>
                </a:solidFill>
                <a:latin typeface="DT Flow Light (Body)"/>
                <a:ea typeface="微软雅黑"/>
                <a:cs typeface="微软雅黑"/>
              </a:rPr>
              <a:t>Intervention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800" y="3594824"/>
            <a:ext cx="1114088" cy="211276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8" b="0" i="0">
                <a:solidFill>
                  <a:srgbClr val="A3A6AC"/>
                </a:solidFill>
                <a:latin typeface="DT Flow Light (Body)"/>
                <a:ea typeface="微软雅黑"/>
                <a:cs typeface="微软雅黑"/>
              </a:rPr>
              <a:t>absorb debt via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96425" y="3794849"/>
            <a:ext cx="1022716" cy="211276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8" b="0" i="0">
                <a:solidFill>
                  <a:srgbClr val="A1A5AA"/>
                </a:solidFill>
                <a:latin typeface="DT Flow Light (Body)"/>
                <a:ea typeface="微软雅黑"/>
                <a:cs typeface="微软雅黑"/>
              </a:rPr>
              <a:t>high leverage.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4562" y="4636828"/>
            <a:ext cx="1869101" cy="27039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2" b="0" i="0">
                <a:solidFill>
                  <a:srgbClr val="B5B9BE"/>
                </a:solidFill>
                <a:latin typeface="DT Flow Light (Body)"/>
                <a:ea typeface="微软雅黑"/>
                <a:cs typeface="微软雅黑"/>
              </a:rPr>
              <a:t>Liquidity is ample 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24425" y="4806619"/>
            <a:ext cx="1168590" cy="2260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C5C8CB"/>
                </a:solidFill>
                <a:latin typeface="DT Flow Light (Body)"/>
                <a:ea typeface="微软雅黑"/>
                <a:cs typeface="微软雅黑"/>
              </a:rPr>
              <a:t>7. Yields Spike: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5175" y="4889240"/>
            <a:ext cx="1851469" cy="27039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2" b="0" i="0">
                <a:solidFill>
                  <a:srgbClr val="B8BCC1"/>
                </a:solidFill>
                <a:latin typeface="DT Flow Light (Body)"/>
                <a:ea typeface="微软雅黑"/>
                <a:cs typeface="微软雅黑"/>
              </a:rPr>
              <a:t>calm conditions,but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72700" y="4798169"/>
            <a:ext cx="182742" cy="23346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2" b="0" i="0">
                <a:solidFill>
                  <a:srgbClr val="BBC0C5"/>
                </a:solidFill>
                <a:latin typeface="DT Flow Light (Body)"/>
                <a:ea typeface="微软雅黑"/>
                <a:cs typeface="微软雅黑"/>
              </a:rPr>
              <a:t>3.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53675" y="4805575"/>
            <a:ext cx="952184" cy="218650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1" i="0">
                <a:solidFill>
                  <a:srgbClr val="C6CACD"/>
                </a:solidFill>
                <a:latin typeface="DT Flow Light (Body)"/>
                <a:ea typeface="微软雅黑"/>
                <a:cs typeface="微软雅黑"/>
              </a:rPr>
              <a:t>Short-Term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8750" y="5005600"/>
            <a:ext cx="581891" cy="218650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 i="0">
                <a:solidFill>
                  <a:srgbClr val="A0A3A9"/>
                </a:solidFill>
                <a:latin typeface="DT Flow Light (Body)"/>
                <a:ea typeface="微软雅黑"/>
                <a:cs typeface="微软雅黑"/>
              </a:rPr>
              <a:t>Forcing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25075" y="5005600"/>
            <a:ext cx="1074012" cy="218650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 i="0">
                <a:solidFill>
                  <a:srgbClr val="C4C7C9"/>
                </a:solidFill>
                <a:latin typeface="DT Flow Light (Body)"/>
                <a:ea typeface="微软雅黑"/>
                <a:cs typeface="微软雅黑"/>
              </a:rPr>
              <a:t>Repo Funding: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0375" y="5141653"/>
            <a:ext cx="2471831" cy="27039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2" b="0" i="0">
                <a:solidFill>
                  <a:srgbClr val="B5B9BD"/>
                </a:solidFill>
                <a:latin typeface="DT Flow Light (Body)"/>
                <a:ea typeface="微软雅黑"/>
                <a:cs typeface="微软雅黑"/>
              </a:rPr>
              <a:t>evaporates instantly when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1750" y="5200862"/>
            <a:ext cx="1003480" cy="218650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 i="0">
                <a:solidFill>
                  <a:srgbClr val="A6AAAF"/>
                </a:solidFill>
                <a:latin typeface="DT Flow Light (Body)"/>
                <a:ea typeface="微软雅黑"/>
                <a:cs typeface="微软雅黑"/>
              </a:rPr>
              <a:t>Banks supply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95875" y="5210388"/>
            <a:ext cx="849592" cy="218650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 i="0">
                <a:solidFill>
                  <a:srgbClr val="A1A5AA"/>
                </a:solidFill>
                <a:latin typeface="DT Flow Light (Body)"/>
                <a:ea typeface="微软雅黑"/>
                <a:cs typeface="微软雅黑"/>
              </a:rPr>
              <a:t>emergency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8250" y="5389212"/>
            <a:ext cx="894476" cy="20390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FA4A9"/>
                </a:solidFill>
                <a:latin typeface="DT Flow Light (Body)"/>
                <a:ea typeface="微软雅黑"/>
                <a:cs typeface="微软雅黑"/>
              </a:rPr>
              <a:t>intervention.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0400" y="5403590"/>
            <a:ext cx="2055050" cy="27039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2" b="0" i="0">
                <a:solidFill>
                  <a:srgbClr val="B6BABE"/>
                </a:solidFill>
                <a:latin typeface="DT Flow Light (Body)"/>
                <a:ea typeface="微软雅黑"/>
                <a:cs typeface="微软雅黑"/>
              </a:rPr>
              <a:t>risk capacity tightens.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0" y="5385524"/>
            <a:ext cx="593111" cy="211276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8" b="0" i="0">
                <a:solidFill>
                  <a:srgbClr val="A4A7AB"/>
                </a:solidFill>
                <a:latin typeface="DT Flow Light (Body)"/>
                <a:ea typeface="微软雅黑"/>
                <a:cs typeface="微软雅黑"/>
              </a:rPr>
              <a:t>liquidity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5175" y="5398737"/>
            <a:ext cx="205184" cy="20390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3A9"/>
                </a:solidFill>
                <a:latin typeface="DT Flow Light (Body)"/>
                <a:ea typeface="微软雅黑"/>
                <a:cs typeface="微软雅黑"/>
              </a:rPr>
              <a:t>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86975" y="5576025"/>
            <a:ext cx="705321" cy="211276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8" b="0" i="0">
                <a:solidFill>
                  <a:srgbClr val="A7AAAF"/>
                </a:solidFill>
                <a:latin typeface="DT Flow Light (Body)"/>
                <a:ea typeface="微软雅黑"/>
                <a:cs typeface="微软雅黑"/>
              </a:rPr>
              <a:t>favorable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400" y="5576025"/>
            <a:ext cx="500137" cy="211276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8" b="0" i="0">
                <a:solidFill>
                  <a:srgbClr val="A5AAAF"/>
                </a:solidFill>
                <a:latin typeface="DT Flow Light (Body)"/>
                <a:ea typeface="微软雅黑"/>
                <a:cs typeface="微软雅黑"/>
              </a:rPr>
              <a:t>terms.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10225" y="6407894"/>
            <a:ext cx="1157368" cy="23346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2" b="0" i="0">
                <a:solidFill>
                  <a:srgbClr val="C4C7CA"/>
                </a:solidFill>
                <a:latin typeface="DT Flow Light (Body)"/>
                <a:ea typeface="微软雅黑"/>
                <a:cs typeface="微软雅黑"/>
              </a:rPr>
              <a:t>6.Fire Sales of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91700" y="6410538"/>
            <a:ext cx="514564" cy="218650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1" i="0">
                <a:solidFill>
                  <a:srgbClr val="CBCDD0"/>
                </a:solidFill>
                <a:latin typeface="DT Flow Light (Body)"/>
                <a:ea typeface="微软雅黑"/>
                <a:cs typeface="微软雅黑"/>
              </a:rPr>
              <a:t>Macro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2625" y="6602081"/>
            <a:ext cx="939360" cy="2260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C3C5C9"/>
                </a:solidFill>
                <a:latin typeface="DT Flow Light (Body)"/>
                <a:ea typeface="微软雅黑"/>
                <a:cs typeface="微软雅黑"/>
              </a:rPr>
              <a:t>Treasuries: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91650" y="6597319"/>
            <a:ext cx="517770" cy="2260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C8CBCD"/>
                </a:solidFill>
                <a:latin typeface="DT Flow Light (Body)"/>
                <a:ea typeface="微软雅黑"/>
                <a:cs typeface="微软雅黑"/>
              </a:rPr>
              <a:t>Shock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06000" y="6603157"/>
            <a:ext cx="655629" cy="23346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2" b="1" i="0">
                <a:solidFill>
                  <a:srgbClr val="C2C6C9"/>
                </a:solidFill>
                <a:latin typeface="DT Flow Light (Body)"/>
                <a:ea typeface="微软雅黑"/>
                <a:cs typeface="微软雅黑"/>
              </a:rPr>
              <a:t>Occurs: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95925" y="6804749"/>
            <a:ext cx="1335302" cy="211276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8" b="0" i="0">
                <a:solidFill>
                  <a:srgbClr val="A7ABB0"/>
                </a:solidFill>
                <a:latin typeface="DT Flow Light (Body)"/>
                <a:ea typeface="微软雅黑"/>
                <a:cs typeface="微软雅黑"/>
              </a:rPr>
              <a:t>NBFIs dump liquid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77375" y="6828562"/>
            <a:ext cx="322204" cy="211276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8" b="0" i="0">
                <a:solidFill>
                  <a:srgbClr val="A4A8AD"/>
                </a:solidFill>
                <a:latin typeface="DT Flow Light (Body)"/>
                <a:ea typeface="微软雅黑"/>
                <a:cs typeface="微软雅黑"/>
              </a:rPr>
              <a:t>e.g.,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0275" y="6813199"/>
            <a:ext cx="581891" cy="20390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AAAF"/>
                </a:solidFill>
                <a:latin typeface="DT Flow Light (Body)"/>
                <a:ea typeface="微软雅黑"/>
                <a:cs typeface="微软雅黑"/>
              </a:rPr>
              <a:t>Hormuz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57850" y="6990487"/>
            <a:ext cx="1082027" cy="211276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8" b="0" i="0">
                <a:solidFill>
                  <a:srgbClr val="AAACB1"/>
                </a:solidFill>
                <a:latin typeface="DT Flow Light (Body)"/>
                <a:ea typeface="微软雅黑"/>
                <a:cs typeface="微软雅黑"/>
              </a:rPr>
              <a:t>assets to meet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01175" y="6980962"/>
            <a:ext cx="618759" cy="211276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8" b="0" i="0">
                <a:solidFill>
                  <a:srgbClr val="A9ABAE"/>
                </a:solidFill>
                <a:latin typeface="DT Flow Light (Body)"/>
                <a:ea typeface="微软雅黑"/>
                <a:cs typeface="微软雅黑"/>
              </a:rPr>
              <a:t>infiation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20300" y="6987844"/>
            <a:ext cx="477695" cy="2260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A9ADB1"/>
                </a:solidFill>
                <a:latin typeface="DT Flow Light (Body)"/>
                <a:ea typeface="微软雅黑"/>
                <a:cs typeface="微软雅黑"/>
              </a:rPr>
              <a:t>shock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76925" y="7200037"/>
            <a:ext cx="658835" cy="211276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8" b="0" i="0">
                <a:solidFill>
                  <a:srgbClr val="A5A9AE"/>
                </a:solidFill>
                <a:latin typeface="DT Flow Light (Body)"/>
                <a:ea typeface="微软雅黑"/>
                <a:cs typeface="微软雅黑"/>
              </a:rPr>
              <a:t>margins.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58325" y="7200037"/>
            <a:ext cx="589905" cy="211276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8" b="0" i="0">
                <a:solidFill>
                  <a:srgbClr val="A9ABB0"/>
                </a:solidFill>
                <a:latin typeface="DT Flow Light (Body)"/>
                <a:ea typeface="微软雅黑"/>
                <a:cs typeface="微软雅黑"/>
              </a:rPr>
              <a:t>triggers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67925" y="7187869"/>
            <a:ext cx="391133" cy="2260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A6AAAF"/>
                </a:solidFill>
                <a:latin typeface="DT Flow Light (Body)"/>
                <a:ea typeface="微软雅黑"/>
                <a:cs typeface="微软雅黑"/>
              </a:rPr>
              <a:t>yield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77125" y="7302169"/>
            <a:ext cx="1187826" cy="2260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C6C9CE"/>
                </a:solidFill>
                <a:latin typeface="DT Flow Light (Body)"/>
                <a:ea typeface="微软雅黑"/>
                <a:cs typeface="微软雅黑"/>
              </a:rPr>
              <a:t>5.Margin Calls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15500" y="7371487"/>
            <a:ext cx="474489" cy="211276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8" b="0" i="0">
                <a:solidFill>
                  <a:srgbClr val="A9ACB2"/>
                </a:solidFill>
                <a:latin typeface="DT Flow Light (Body)"/>
                <a:ea typeface="微软雅黑"/>
                <a:cs typeface="微软雅黑"/>
              </a:rPr>
              <a:t>shifts.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58100" y="7501150"/>
            <a:ext cx="823944" cy="218650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1" i="0">
                <a:solidFill>
                  <a:srgbClr val="C8CBCF"/>
                </a:solidFill>
                <a:latin typeface="DT Flow Light (Body)"/>
                <a:ea typeface="微软雅黑"/>
                <a:cs typeface="微软雅黑"/>
              </a:rPr>
              <a:t>Triggered: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29306" y="7690575"/>
            <a:ext cx="1514837" cy="211276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8" b="0" i="0">
                <a:solidFill>
                  <a:srgbClr val="A6AAAF"/>
                </a:solidFill>
                <a:latin typeface="DT Flow Light (Body)"/>
                <a:ea typeface="微软雅黑"/>
                <a:cs typeface="微软雅黑"/>
              </a:rPr>
              <a:t>Leveraged strategies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44486" y="7881074"/>
            <a:ext cx="1655903" cy="211276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8" b="0" i="0">
                <a:solidFill>
                  <a:srgbClr val="A5AAAE"/>
                </a:solidFill>
                <a:latin typeface="DT Flow Light (Body)"/>
                <a:ea typeface="微软雅黑"/>
                <a:cs typeface="微软雅黑"/>
              </a:rPr>
              <a:t>face immediate capital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17279" y="8057287"/>
            <a:ext cx="729366" cy="211276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8" b="0" i="0">
                <a:solidFill>
                  <a:srgbClr val="A7AAB0"/>
                </a:solidFill>
                <a:latin typeface="DT Flow Light (Body)"/>
                <a:ea typeface="微软雅黑"/>
                <a:cs typeface="微软雅黑"/>
              </a:rPr>
              <a:t>demands.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53DC9085-3C06-3446-1131-7F96A7005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qgdcwbq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508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" y="338037"/>
            <a:ext cx="5921493" cy="74315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04" b="0" i="0">
                <a:solidFill>
                  <a:srgbClr val="F1F5F7"/>
                </a:solidFill>
                <a:latin typeface="DT Flow Light (Body)"/>
                <a:ea typeface="微软雅黑"/>
                <a:cs typeface="微软雅黑"/>
              </a:rPr>
              <a:t>The Stablecoin Ilusion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550" y="3680843"/>
            <a:ext cx="3347070" cy="1496564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DT Flow Light (Body)"/>
                <a:ea typeface="微软雅黑"/>
                <a:cs typeface="微软雅黑"/>
              </a:rPr>
              <a:t>99.4%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1948" y="2133502"/>
            <a:ext cx="4191852" cy="38119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52" b="0" i="0">
                <a:solidFill>
                  <a:srgbClr val="E6EAED"/>
                </a:solidFill>
                <a:latin typeface="DT Flow Light (Body)"/>
                <a:ea typeface="微软雅黑"/>
                <a:cs typeface="微软雅黑"/>
              </a:rPr>
              <a:t>Fluctuating Value: They aim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7382" y="2518190"/>
            <a:ext cx="4400243" cy="373820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D6DBDE"/>
                </a:solidFill>
                <a:latin typeface="DT Flow Light (Body)"/>
                <a:ea typeface="微软雅黑"/>
                <a:cs typeface="微软雅黑"/>
              </a:rPr>
              <a:t>stability, but lack the institutional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1952" y="2927765"/>
            <a:ext cx="4323298" cy="373820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D5DBDE"/>
                </a:solidFill>
                <a:latin typeface="DT Flow Light (Body)"/>
                <a:ea typeface="微软雅黑"/>
                <a:cs typeface="微软雅黑"/>
              </a:rPr>
              <a:t>underpinnings of two-tiermoney.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06575" y="3995640"/>
            <a:ext cx="4057200" cy="38119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52" b="0" i="0">
                <a:solidFill>
                  <a:srgbClr val="E6EAED"/>
                </a:solidFill>
                <a:latin typeface="DT Flow Light (Body)"/>
                <a:ea typeface="微软雅黑"/>
                <a:cs typeface="微软雅黑"/>
              </a:rPr>
              <a:t>Fragmentation: Built on public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61340" y="4381402"/>
            <a:ext cx="4302460" cy="38119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52" b="0" i="0">
                <a:solidFill>
                  <a:srgbClr val="D2D8DC"/>
                </a:solidFill>
                <a:latin typeface="DT Flow Light (Body)"/>
                <a:ea typeface="微软雅黑"/>
                <a:cs typeface="微软雅黑"/>
              </a:rPr>
              <a:t>permissionless blockchains that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0375" y="4776690"/>
            <a:ext cx="2624116" cy="38119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52" b="0" i="0">
                <a:solidFill>
                  <a:srgbClr val="D5DADE"/>
                </a:solidFill>
                <a:latin typeface="DT Flow Light (Body)"/>
                <a:ea typeface="微软雅黑"/>
                <a:cs typeface="微软雅黑"/>
              </a:rPr>
              <a:t>cannot easily scale.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10850" y="5830279"/>
            <a:ext cx="3720570" cy="38856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E6EAED"/>
                </a:solidFill>
                <a:latin typeface="DT Flow Light (Body)"/>
                <a:ea typeface="微软雅黑"/>
                <a:cs typeface="微软雅黑"/>
              </a:rPr>
              <a:t>Integrity Risks: Reliance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6167340"/>
            <a:ext cx="6261329" cy="38119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52" b="0" i="0">
                <a:solidFill>
                  <a:srgbClr val="D3D6DA"/>
                </a:solidFill>
                <a:latin typeface="DT Flow Light (Body)"/>
                <a:ea typeface="微软雅黑"/>
                <a:cs typeface="微软雅黑"/>
              </a:rPr>
              <a:t>The share of fiat-backed stablecoins pegged 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20375" y="6210203"/>
            <a:ext cx="3956211" cy="38119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52" b="0" i="0">
                <a:solidFill>
                  <a:srgbClr val="D6DBDF"/>
                </a:solidFill>
                <a:latin typeface="DT Flow Light (Body)"/>
                <a:ea typeface="微软雅黑"/>
                <a:cs typeface="微软雅黑"/>
              </a:rPr>
              <a:t>unhosted walletscircumvents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4075" y="6552027"/>
            <a:ext cx="4483600" cy="373820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D3D7DA"/>
                </a:solidFill>
                <a:latin typeface="DT Flow Light (Body)"/>
                <a:ea typeface="微软雅黑"/>
                <a:cs typeface="微软雅黑"/>
              </a:rPr>
              <a:t>the US Dollar by market valuation.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10850" y="6602879"/>
            <a:ext cx="3953005" cy="39594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48" b="0" i="0">
                <a:solidFill>
                  <a:srgbClr val="D8DCE0"/>
                </a:solidFill>
                <a:latin typeface="DT Flow Light (Body)"/>
                <a:ea typeface="微软雅黑"/>
                <a:cs typeface="微软雅黑"/>
              </a:rPr>
              <a:t>KYC/AMLchecks,threatening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1325" y="7004465"/>
            <a:ext cx="2398092" cy="373820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D5DBDF"/>
                </a:solidFill>
                <a:latin typeface="DT Flow Light (Body)"/>
                <a:ea typeface="微软雅黑"/>
                <a:cs typeface="微软雅黑"/>
              </a:rPr>
              <a:t>financial integrity.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7505" y="8414748"/>
            <a:ext cx="13486064" cy="41075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44" b="0" i="0">
                <a:solidFill>
                  <a:srgbClr val="2B190C"/>
                </a:solidFill>
                <a:latin typeface="DT Flow Light (Body)"/>
                <a:ea typeface="微软雅黑"/>
                <a:cs typeface="微软雅黑"/>
              </a:rPr>
              <a:t>Stablecoinsoperateoutsidetheregulatedperimeterintroducing severerun-prone vulnerabilities.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5FE9005-080A-9E4B-47FA-352CDB61E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zwm5j_4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508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85825" y="872981"/>
            <a:ext cx="3090590" cy="2923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5" b="0" i="0">
                <a:solidFill>
                  <a:srgbClr val="80848F"/>
                </a:solidFill>
                <a:latin typeface="DT Flow Light (Body)"/>
                <a:ea typeface="微软雅黑"/>
                <a:cs typeface="微软雅黑"/>
              </a:rPr>
              <a:t>Executive Intelligence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7950" y="1280737"/>
            <a:ext cx="12570749" cy="54367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8" b="0" i="0">
                <a:solidFill>
                  <a:srgbClr val="E5E7EA"/>
                </a:solidFill>
                <a:latin typeface="DT Flow Light (Body)"/>
                <a:ea typeface="微软雅黑"/>
                <a:cs typeface="微软雅黑"/>
              </a:rPr>
              <a:t>Comparative Financial Infrastructure Analysis: The Path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57700" y="2664784"/>
            <a:ext cx="2136803" cy="36638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6" b="0" i="0">
                <a:solidFill>
                  <a:srgbClr val="CAD2D8"/>
                </a:solidFill>
                <a:latin typeface="DT Flow Light (Body)"/>
                <a:ea typeface="微软雅黑"/>
                <a:cs typeface="微软雅黑"/>
              </a:rPr>
              <a:t>Legacy Two-Tier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77175" y="2658946"/>
            <a:ext cx="2765181" cy="3590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8" b="0" i="0">
                <a:solidFill>
                  <a:srgbClr val="CAD1D8"/>
                </a:solidFill>
                <a:latin typeface="DT Flow Light (Body)"/>
                <a:ea typeface="微软雅黑"/>
                <a:cs typeface="微软雅黑"/>
              </a:rPr>
              <a:t>Public Permissionless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5250" y="2673233"/>
            <a:ext cx="3172343" cy="3590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8" b="0" i="0">
                <a:solidFill>
                  <a:srgbClr val="CBD2D8"/>
                </a:solidFill>
                <a:latin typeface="DT Flow Light (Body)"/>
                <a:ea typeface="微软雅黑"/>
                <a:cs typeface="微软雅黑"/>
              </a:rPr>
              <a:t>Tokenized Unified Ledger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67300" y="3014565"/>
            <a:ext cx="1037143" cy="38119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52" b="0" i="0">
                <a:solidFill>
                  <a:srgbClr val="CDD4DB"/>
                </a:solidFill>
                <a:latin typeface="DT Flow Light (Body)"/>
                <a:ea typeface="微软雅黑"/>
                <a:cs typeface="微软雅黑"/>
              </a:rPr>
              <a:t>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3925" y="3006608"/>
            <a:ext cx="1487587" cy="3590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8" b="0" i="0">
                <a:solidFill>
                  <a:srgbClr val="CED5DB"/>
                </a:solidFill>
                <a:latin typeface="DT Flow Light (Body)"/>
                <a:ea typeface="微软雅黑"/>
                <a:cs typeface="微软雅黑"/>
              </a:rPr>
              <a:t>Stablecoins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25300" y="3035183"/>
            <a:ext cx="2489464" cy="3590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8" b="0" i="0">
                <a:solidFill>
                  <a:srgbClr val="CCD3DA"/>
                </a:solidFill>
                <a:latin typeface="DT Flow Light (Body)"/>
                <a:ea typeface="微软雅黑"/>
                <a:cs typeface="微软雅黑"/>
              </a:rPr>
              <a:t>(e.g., Project Agorá)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0172" y="3817309"/>
            <a:ext cx="2018180" cy="36638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6" b="0" i="0">
                <a:solidFill>
                  <a:srgbClr val="C5C8CC"/>
                </a:solidFill>
                <a:latin typeface="DT Flow Light (Body)"/>
                <a:ea typeface="微软雅黑"/>
                <a:cs typeface="微软雅黑"/>
              </a:rPr>
              <a:t>Fiat-peggedbut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8725" y="3986608"/>
            <a:ext cx="1930016" cy="35163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>
                <a:solidFill>
                  <a:srgbClr val="CAD1D8"/>
                </a:solidFill>
                <a:latin typeface="DT Flow Light (Body)"/>
                <a:ea typeface="微软雅黑"/>
                <a:cs typeface="微软雅黑"/>
              </a:rPr>
              <a:t>Anchor of Trust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5350" y="3980278"/>
            <a:ext cx="1723229" cy="373820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8C887A"/>
                </a:solidFill>
                <a:latin typeface="DT Flow Light (Body)"/>
                <a:ea typeface="微软雅黑"/>
                <a:cs typeface="微软雅黑"/>
              </a:rPr>
              <a:t>Central Bank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53850" y="3978158"/>
            <a:ext cx="2866169" cy="3590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8" b="0" i="0">
                <a:solidFill>
                  <a:srgbClr val="8C887A"/>
                </a:solidFill>
                <a:latin typeface="DT Flow Light (Body)"/>
                <a:ea typeface="微软雅黑"/>
                <a:cs typeface="微软雅黑"/>
              </a:rPr>
              <a:t>Central Bank Reserves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6485" y="4167583"/>
            <a:ext cx="1376980" cy="35163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>
                <a:solidFill>
                  <a:srgbClr val="C8CBCF"/>
                </a:solidFill>
                <a:latin typeface="DT Flow Light (Body)"/>
                <a:ea typeface="微软雅黑"/>
                <a:cs typeface="微软雅黑"/>
              </a:rPr>
              <a:t>fluctuating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8725" y="4933366"/>
            <a:ext cx="1000274" cy="34406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1" b="0" i="0">
                <a:solidFill>
                  <a:srgbClr val="CACCD1"/>
                </a:solidFill>
                <a:latin typeface="DT Flow Light (Body)"/>
                <a:ea typeface="微软雅黑"/>
                <a:cs typeface="微软雅黑"/>
              </a:rPr>
              <a:t>Siloed &amp;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3925" y="4933366"/>
            <a:ext cx="1409040" cy="34406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1" b="0" i="0">
                <a:solidFill>
                  <a:srgbClr val="C9CCD0"/>
                </a:solidFill>
                <a:latin typeface="DT Flow Light (Body)"/>
                <a:ea typeface="微软雅黑"/>
                <a:cs typeface="微软雅黑"/>
              </a:rPr>
              <a:t>Unhosted &amp;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20575" y="4941719"/>
            <a:ext cx="1869101" cy="336887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64" b="0" i="0">
                <a:solidFill>
                  <a:srgbClr val="C9CBD0"/>
                </a:solidFill>
                <a:latin typeface="DT Flow Light (Body)"/>
                <a:ea typeface="微软雅黑"/>
                <a:cs typeface="微软雅黑"/>
              </a:rPr>
              <a:t>Interoperable &amp;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8725" y="5110558"/>
            <a:ext cx="1558119" cy="35163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>
                <a:solidFill>
                  <a:srgbClr val="C4CCD2"/>
                </a:solidFill>
                <a:latin typeface="DT Flow Light (Body)"/>
                <a:ea typeface="微软雅黑"/>
                <a:cs typeface="微软雅黑"/>
              </a:rPr>
              <a:t>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1550" y="5292608"/>
            <a:ext cx="1574149" cy="3590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8" b="0" i="0">
                <a:solidFill>
                  <a:srgbClr val="C5C7CB"/>
                </a:solidFill>
                <a:latin typeface="DT Flow Light (Body)"/>
                <a:ea typeface="微软雅黑"/>
                <a:cs typeface="微软雅黑"/>
              </a:rPr>
              <a:t>Fragmented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5825" y="5292608"/>
            <a:ext cx="1574149" cy="3590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8" b="0" i="0">
                <a:solidFill>
                  <a:srgbClr val="C7CACF"/>
                </a:solidFill>
                <a:latin typeface="DT Flow Light (Body)"/>
                <a:ea typeface="微软雅黑"/>
                <a:cs typeface="微软雅黑"/>
              </a:rPr>
              <a:t>Fragmented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8675" y="5291533"/>
            <a:ext cx="1873911" cy="35163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>
                <a:solidFill>
                  <a:srgbClr val="C7C9CE"/>
                </a:solidFill>
                <a:latin typeface="DT Flow Light (Body)"/>
                <a:ea typeface="微软雅黑"/>
                <a:cs typeface="微软雅黑"/>
              </a:rPr>
              <a:t>Programmable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9675" y="6226058"/>
            <a:ext cx="1195840" cy="3590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8" b="0" i="0">
                <a:solidFill>
                  <a:srgbClr val="CBD2D8"/>
                </a:solidFill>
                <a:latin typeface="DT Flow Light (Body)"/>
                <a:ea typeface="微软雅黑"/>
                <a:cs typeface="微软雅黑"/>
              </a:rPr>
              <a:t>Run-Risk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6850" y="6204949"/>
            <a:ext cx="613951" cy="41075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44" b="0" i="0">
                <a:solidFill>
                  <a:srgbClr val="6D847E"/>
                </a:solidFill>
                <a:latin typeface="DT Flow Light (Body)"/>
                <a:ea typeface="微软雅黑"/>
                <a:cs typeface="微软雅黑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39175" y="6230328"/>
            <a:ext cx="923330" cy="38856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A0625A"/>
                </a:solidFill>
                <a:latin typeface="DT Flow Light (Body)"/>
                <a:ea typeface="微软雅黑"/>
                <a:cs typeface="微软雅黑"/>
              </a:rPr>
              <a:t>A 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49150" y="6218192"/>
            <a:ext cx="1367362" cy="403316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96" b="0" i="0">
                <a:solidFill>
                  <a:srgbClr val="5D7F9E"/>
                </a:solidFill>
                <a:latin typeface="DT Flow Light (Body)"/>
                <a:ea typeface="微软雅黑"/>
                <a:cs typeface="微软雅黑"/>
              </a:rPr>
              <a:t>Mitigated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9675" y="7192846"/>
            <a:ext cx="1859483" cy="3590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8" b="0" i="0">
                <a:solidFill>
                  <a:srgbClr val="C9CFD5"/>
                </a:solidFill>
                <a:latin typeface="DT Flow Light (Body)"/>
                <a:ea typeface="微软雅黑"/>
                <a:cs typeface="微软雅黑"/>
              </a:rPr>
              <a:t>Primary Flaw 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43875" y="7196532"/>
            <a:ext cx="2266646" cy="35163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>
                <a:solidFill>
                  <a:srgbClr val="C5C7CC"/>
                </a:solidFill>
                <a:latin typeface="DT Flow Light (Body)"/>
                <a:ea typeface="微软雅黑"/>
                <a:cs typeface="微软雅黑"/>
              </a:rPr>
              <a:t>Financial Integrity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11050" y="7209841"/>
            <a:ext cx="1974900" cy="34406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1" b="0" i="0">
                <a:solidFill>
                  <a:srgbClr val="C3C5CA"/>
                </a:solidFill>
                <a:latin typeface="DT Flow Light (Body)"/>
                <a:ea typeface="微软雅黑"/>
                <a:cs typeface="微软雅黑"/>
              </a:rPr>
              <a:t>Implementation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7250" y="7365372"/>
            <a:ext cx="1679947" cy="36638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6" b="0" i="0">
                <a:solidFill>
                  <a:srgbClr val="C4C7CC"/>
                </a:solidFill>
                <a:latin typeface="DT Flow Light (Body)"/>
                <a:ea typeface="微软雅黑"/>
                <a:cs typeface="微软雅黑"/>
              </a:rPr>
              <a:t>Slow&amp; Costly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00150" y="7526221"/>
            <a:ext cx="878446" cy="3590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8" b="0" i="0">
                <a:solidFill>
                  <a:srgbClr val="C9D0D6"/>
                </a:solidFill>
                <a:latin typeface="DT Flow Light (Body)"/>
                <a:ea typeface="微软雅黑"/>
                <a:cs typeface="微软雅黑"/>
              </a:rPr>
              <a:t>Hurdle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10625" y="7530983"/>
            <a:ext cx="965008" cy="3590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8" b="0" i="0">
                <a:solidFill>
                  <a:srgbClr val="CCCED2"/>
                </a:solidFill>
                <a:latin typeface="DT Flow Light (Body)"/>
                <a:ea typeface="微软雅黑"/>
                <a:cs typeface="微软雅黑"/>
              </a:rPr>
              <a:t>&amp; Scale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496800" y="7554796"/>
            <a:ext cx="1428276" cy="3590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8" b="0" i="0">
                <a:solidFill>
                  <a:srgbClr val="C7C9CD"/>
                </a:solidFill>
                <a:latin typeface="DT Flow Light (Body)"/>
                <a:ea typeface="微软雅黑"/>
                <a:cs typeface="微软雅黑"/>
              </a:rPr>
              <a:t>Complexity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739D74A1-9507-8906-3519-FF4EC2871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gvfgxqe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508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2450" y="500668"/>
            <a:ext cx="3167534" cy="846514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376" b="0" i="0">
                <a:solidFill>
                  <a:srgbClr val="F7F8F9"/>
                </a:solidFill>
                <a:latin typeface="DT Flow Light (Body)"/>
                <a:ea typeface="微软雅黑"/>
                <a:cs typeface="微软雅黑"/>
              </a:rPr>
              <a:t>Upgrading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454578"/>
            <a:ext cx="5535170" cy="82439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32" b="0" i="0">
                <a:solidFill>
                  <a:srgbClr val="F6F8F8"/>
                </a:solidFill>
                <a:latin typeface="DT Flow Light (Body)"/>
                <a:ea typeface="微软雅黑"/>
                <a:cs typeface="微软雅黑"/>
              </a:rPr>
              <a:t>g the Architecture: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43225" y="1245245"/>
            <a:ext cx="1933222" cy="89088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64" b="0" i="0">
                <a:solidFill>
                  <a:srgbClr val="F6F7F8"/>
                </a:solidFill>
                <a:latin typeface="DT Flow Light (Body)"/>
                <a:ea typeface="微软雅黑"/>
                <a:cs typeface="微软雅黑"/>
              </a:rPr>
              <a:t>Agorá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2925" y="1253234"/>
            <a:ext cx="2361224" cy="913007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8" b="0" i="0">
                <a:solidFill>
                  <a:srgbClr val="F6F7F8"/>
                </a:solidFill>
                <a:latin typeface="DT Flow Light (Body)"/>
                <a:ea typeface="微软雅黑"/>
                <a:cs typeface="微软雅黑"/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72950" y="1920175"/>
            <a:ext cx="867225" cy="322076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68" b="0" i="0">
                <a:solidFill>
                  <a:srgbClr val="CCD2D6"/>
                </a:solidFill>
                <a:latin typeface="DT Flow Light (Body)"/>
                <a:ea typeface="微软雅黑"/>
                <a:cs typeface="微软雅黑"/>
              </a:rPr>
              <a:t>Details: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17462" y="2285812"/>
            <a:ext cx="2622513" cy="31470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8B939D"/>
                </a:solidFill>
                <a:latin typeface="DT Flow Light (Body)"/>
                <a:ea typeface="微软雅黑"/>
                <a:cs typeface="微软雅黑"/>
              </a:rPr>
              <a:t>Acollaboration among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0" y="2391079"/>
            <a:ext cx="1352934" cy="28514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133555"/>
                </a:solidFill>
                <a:latin typeface="DT Flow Light (Body)"/>
                <a:ea typeface="微软雅黑"/>
                <a:cs typeface="微软雅黑"/>
              </a:rPr>
              <a:t>Cross-Border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39175" y="2644631"/>
            <a:ext cx="1045158" cy="2923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5" b="0" i="0">
                <a:solidFill>
                  <a:srgbClr val="123352"/>
                </a:solidFill>
                <a:latin typeface="DT Flow Light (Body)"/>
                <a:ea typeface="微软雅黑"/>
                <a:cs typeface="微软雅黑"/>
              </a:rPr>
              <a:t>Payments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82475" y="2586925"/>
            <a:ext cx="2877391" cy="322076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68" b="0" i="0">
                <a:solidFill>
                  <a:srgbClr val="8C939D"/>
                </a:solidFill>
                <a:latin typeface="DT Flow Light (Body)"/>
                <a:ea typeface="微软雅黑"/>
                <a:cs typeface="微软雅黑"/>
              </a:rPr>
              <a:t>central banks,the BiS,and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82475" y="2876362"/>
            <a:ext cx="2010166" cy="31470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8C949E"/>
                </a:solidFill>
                <a:latin typeface="DT Flow Light (Body)"/>
                <a:ea typeface="微软雅黑"/>
                <a:cs typeface="微软雅黑"/>
              </a:rPr>
              <a:t>40+ private sector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82475" y="3161036"/>
            <a:ext cx="1293624" cy="30732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0" i="0">
                <a:solidFill>
                  <a:srgbClr val="8A929A"/>
                </a:solidFill>
                <a:latin typeface="DT Flow Light (Body)"/>
                <a:ea typeface="微软雅黑"/>
                <a:cs typeface="微软雅黑"/>
              </a:rPr>
              <a:t>institutions.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95925" y="3884352"/>
            <a:ext cx="968214" cy="27039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2" b="0" i="1">
                <a:solidFill>
                  <a:srgbClr val="183555"/>
                </a:solidFill>
                <a:latin typeface="DT Flow Light (Body)"/>
                <a:ea typeface="微软雅黑"/>
                <a:cs typeface="微软雅黑"/>
              </a:rPr>
              <a:t>Tokenized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76900" y="4025108"/>
            <a:ext cx="1090042" cy="25558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1">
                <a:solidFill>
                  <a:srgbClr val="173A5A"/>
                </a:solidFill>
                <a:latin typeface="DT Flow Light (Body)"/>
                <a:ea typeface="微软雅黑"/>
                <a:cs typeface="微软雅黑"/>
              </a:rPr>
              <a:t>Commercial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82475" y="3919349"/>
            <a:ext cx="1351332" cy="31470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CDD2D5"/>
                </a:solidFill>
                <a:latin typeface="DT Flow Light (Body)"/>
                <a:ea typeface="微软雅黑"/>
                <a:cs typeface="微软雅黑"/>
              </a:rPr>
              <a:t>Mechanism: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0775" y="4160577"/>
            <a:ext cx="503343" cy="27039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2" b="0" i="1">
                <a:solidFill>
                  <a:srgbClr val="163858"/>
                </a:solidFill>
                <a:latin typeface="DT Flow Light (Body)"/>
                <a:ea typeface="微软雅黑"/>
                <a:cs typeface="微软雅黑"/>
              </a:rPr>
              <a:t>Bank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1250" y="4309291"/>
            <a:ext cx="854401" cy="27776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1">
                <a:solidFill>
                  <a:srgbClr val="1F4359"/>
                </a:solidFill>
                <a:latin typeface="DT Flow Light (Body)"/>
                <a:ea typeface="微软雅黑"/>
                <a:cs typeface="微软雅黑"/>
              </a:rPr>
              <a:t>Deposits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82475" y="4284986"/>
            <a:ext cx="3034485" cy="30732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0" i="0">
                <a:solidFill>
                  <a:srgbClr val="8C949D"/>
                </a:solidFill>
                <a:latin typeface="DT Flow Light (Body)"/>
                <a:ea typeface="微软雅黑"/>
                <a:cs typeface="微软雅黑"/>
              </a:rPr>
              <a:t>Integrates commercial bank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0475" y="4895078"/>
            <a:ext cx="995465" cy="27776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1">
                <a:solidFill>
                  <a:srgbClr val="3E2F1C"/>
                </a:solidFill>
                <a:latin typeface="DT Flow Light (Body)"/>
                <a:ea typeface="微软雅黑"/>
                <a:cs typeface="微软雅黑"/>
              </a:rPr>
              <a:t>Tokenized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6813" y="4585024"/>
            <a:ext cx="2755562" cy="30732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0" i="0">
                <a:solidFill>
                  <a:srgbClr val="8D959E"/>
                </a:solidFill>
                <a:latin typeface="DT Flow Light (Body)"/>
                <a:ea typeface="微软雅黑"/>
                <a:cs typeface="微软雅黑"/>
              </a:rPr>
              <a:t>deposits and central bank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43350" y="5036877"/>
            <a:ext cx="1232710" cy="27039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2" b="0" i="1">
                <a:solidFill>
                  <a:srgbClr val="3D2E1B"/>
                </a:solidFill>
                <a:latin typeface="DT Flow Light (Body)"/>
                <a:ea typeface="微软雅黑"/>
                <a:cs typeface="微软雅黑"/>
              </a:rPr>
              <a:t>Central Bank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3425" y="4867087"/>
            <a:ext cx="2194512" cy="31470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8B939C"/>
                </a:solidFill>
                <a:latin typeface="DT Flow Light (Body)"/>
                <a:ea typeface="微软雅黑"/>
                <a:cs typeface="微软雅黑"/>
              </a:rPr>
              <a:t>reserves on a single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4350" y="5187806"/>
            <a:ext cx="952184" cy="2923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5" b="0" i="1">
                <a:solidFill>
                  <a:srgbClr val="3E2F1B"/>
                </a:solidFill>
                <a:latin typeface="DT Flow Light (Body)"/>
                <a:ea typeface="微软雅黑"/>
                <a:cs typeface="微软雅黑"/>
              </a:rPr>
              <a:t>Reserves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57825" y="5620053"/>
            <a:ext cx="2375650" cy="28514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1">
                <a:solidFill>
                  <a:srgbClr val="B6A39D"/>
                </a:solidFill>
                <a:latin typeface="DT Flow Light (Body)"/>
                <a:ea typeface="微软雅黑"/>
                <a:cs typeface="微软雅黑"/>
              </a:rPr>
              <a:t>ProgrammablePlatform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72950" y="5174594"/>
            <a:ext cx="2596865" cy="29976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3" b="0" i="0">
                <a:solidFill>
                  <a:srgbClr val="8E969F"/>
                </a:solidFill>
                <a:latin typeface="DT Flow Light (Body)"/>
                <a:ea typeface="微软雅黑"/>
                <a:cs typeface="微软雅黑"/>
              </a:rPr>
              <a:t>programmable platform.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0612" y="5787881"/>
            <a:ext cx="1641475" cy="2923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5" b="0" i="1">
                <a:solidFill>
                  <a:srgbClr val="C1C6CA"/>
                </a:solidFill>
                <a:latin typeface="DT Flow Light (Body)"/>
                <a:ea typeface="微软雅黑"/>
                <a:cs typeface="微软雅黑"/>
              </a:rPr>
              <a:t>(Unified Ledger)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82475" y="5910074"/>
            <a:ext cx="1077218" cy="31470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C9CED3"/>
                </a:solidFill>
                <a:latin typeface="DT Flow Light (Body)"/>
                <a:ea typeface="微软雅黑"/>
                <a:cs typeface="微软雅黑"/>
              </a:rPr>
              <a:t>Outcome: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59733" y="6261424"/>
            <a:ext cx="2518317" cy="30732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0" i="0">
                <a:solidFill>
                  <a:srgbClr val="8C949D"/>
                </a:solidFill>
                <a:latin typeface="DT Flow Light (Body)"/>
                <a:ea typeface="微软雅黑"/>
                <a:cs typeface="微软雅黑"/>
              </a:rPr>
              <a:t>Realizes the benefits of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82475" y="6557774"/>
            <a:ext cx="2200924" cy="31470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8E959F"/>
                </a:solidFill>
                <a:latin typeface="DT Flow Light (Body)"/>
                <a:ea typeface="微软雅黑"/>
                <a:cs typeface="微软雅黑"/>
              </a:rPr>
              <a:t>tokenization(atomic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98759" y="6986982"/>
            <a:ext cx="804707" cy="35163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1">
                <a:solidFill>
                  <a:srgbClr val="113354"/>
                </a:solidFill>
                <a:latin typeface="DT Flow Light (Body)"/>
                <a:ea typeface="微软雅黑"/>
                <a:cs typeface="微软雅黑"/>
              </a:rPr>
              <a:t>Smart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82025" y="7167374"/>
            <a:ext cx="1094852" cy="31470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1">
                <a:solidFill>
                  <a:srgbClr val="123455"/>
                </a:solidFill>
                <a:latin typeface="DT Flow Light (Body)"/>
                <a:ea typeface="微软雅黑"/>
                <a:cs typeface="微软雅黑"/>
              </a:rPr>
              <a:t>Contracts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32661" y="6862574"/>
            <a:ext cx="3183564" cy="31470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8F97A0"/>
                </a:solidFill>
                <a:latin typeface="DT Flow Light (Body)"/>
                <a:ea typeface="微软雅黑"/>
                <a:cs typeface="微软雅黑"/>
              </a:rPr>
              <a:t>settlement,programmability)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3425" y="7148324"/>
            <a:ext cx="2236190" cy="31470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8D949D"/>
                </a:solidFill>
                <a:latin typeface="DT Flow Light (Body)"/>
                <a:ea typeface="微软雅黑"/>
                <a:cs typeface="微软雅黑"/>
              </a:rPr>
              <a:t>while preserving the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71834" y="7447286"/>
            <a:ext cx="2744341" cy="30732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0" i="0">
                <a:solidFill>
                  <a:srgbClr val="9198A1"/>
                </a:solidFill>
                <a:latin typeface="DT Flow Light (Body)"/>
                <a:ea typeface="微软雅黑"/>
                <a:cs typeface="微软雅黑"/>
              </a:rPr>
              <a:t>no-questions-asked trust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90770" y="7736819"/>
            <a:ext cx="2592055" cy="29976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3" b="0" i="0">
                <a:solidFill>
                  <a:srgbClr val="8E969F"/>
                </a:solidFill>
                <a:latin typeface="DT Flow Light (Body)"/>
                <a:ea typeface="微软雅黑"/>
                <a:cs typeface="微软雅黑"/>
              </a:rPr>
              <a:t>of the two-tier monetary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3425" y="8026776"/>
            <a:ext cx="931345" cy="32944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0" i="0">
                <a:solidFill>
                  <a:srgbClr val="8F97A0"/>
                </a:solidFill>
                <a:latin typeface="DT Flow Light (Body)"/>
                <a:ea typeface="微软雅黑"/>
                <a:cs typeface="微软雅黑"/>
              </a:rPr>
              <a:t>system.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32809FCE-8EC3-59A4-4B16-32FD5744A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9td_3h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508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8625" y="317240"/>
            <a:ext cx="2845331" cy="27039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2" b="0" i="0">
                <a:solidFill>
                  <a:srgbClr val="6D727D"/>
                </a:solidFill>
                <a:latin typeface="DT Flow Light (Body)"/>
                <a:ea typeface="微软雅黑"/>
                <a:cs typeface="微软雅黑"/>
              </a:rPr>
              <a:t>Executive Intelligence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50" y="655191"/>
            <a:ext cx="8125622" cy="499367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0" i="0">
                <a:solidFill>
                  <a:srgbClr val="E5E9EE"/>
                </a:solidFill>
                <a:latin typeface="DT Flow Light (Body)"/>
                <a:ea typeface="微软雅黑"/>
                <a:cs typeface="微软雅黑"/>
              </a:rPr>
              <a:t>Defense in Depth: Securing the Monetary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57625" y="4020346"/>
            <a:ext cx="1226298" cy="25558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1" i="0">
                <a:solidFill>
                  <a:srgbClr val="2C1D0F"/>
                </a:solidFill>
                <a:latin typeface="DT Flow Light (Body)"/>
                <a:ea typeface="微软雅黑"/>
                <a:cs typeface="微软雅黑"/>
              </a:rPr>
              <a:t>Central Bank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5225" y="4254752"/>
            <a:ext cx="1434688" cy="263021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2E1E10"/>
                </a:solidFill>
                <a:latin typeface="DT Flow Light (Body)"/>
                <a:ea typeface="微软雅黑"/>
                <a:cs typeface="微软雅黑"/>
              </a:rPr>
              <a:t>Independence&amp;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71900" y="4474902"/>
            <a:ext cx="1312860" cy="27039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2" b="0" i="0">
                <a:solidFill>
                  <a:srgbClr val="2E1F10"/>
                </a:solidFill>
                <a:latin typeface="DT Flow Light (Body)"/>
                <a:ea typeface="微软雅黑"/>
                <a:cs typeface="微软雅黑"/>
              </a:rPr>
              <a:t>Price Stability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7375" y="6526465"/>
            <a:ext cx="1402628" cy="263021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CDD0D6"/>
                </a:solidFill>
                <a:latin typeface="DT Flow Light (Body)"/>
                <a:ea typeface="微软雅黑"/>
                <a:cs typeface="微软雅黑"/>
              </a:rPr>
              <a:t>Defense Line 1: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76875" y="6777834"/>
            <a:ext cx="1697581" cy="25558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CECFD4"/>
                </a:solidFill>
                <a:latin typeface="DT Flow Light (Body)"/>
                <a:ea typeface="微软雅黑"/>
                <a:cs typeface="微软雅黑"/>
              </a:rPr>
              <a:t>Monetary Vigilance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58150" y="6799003"/>
            <a:ext cx="1468351" cy="27039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2" b="1" i="0">
                <a:solidFill>
                  <a:srgbClr val="C9CCD2"/>
                </a:solidFill>
                <a:latin typeface="DT Flow Light (Body)"/>
                <a:ea typeface="微软雅黑"/>
                <a:cs typeface="微软雅黑"/>
              </a:rPr>
              <a:t>Defense Line2: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53050" y="7031290"/>
            <a:ext cx="564257" cy="263021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ABB0B6"/>
                </a:solidFill>
                <a:latin typeface="DT Flow Light (Body)"/>
                <a:ea typeface="微软雅黑"/>
                <a:cs typeface="微软雅黑"/>
              </a:rPr>
              <a:t>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5500" y="7018661"/>
            <a:ext cx="298159" cy="30732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0" i="0">
                <a:solidFill>
                  <a:srgbClr val="ABAFB7"/>
                </a:solidFill>
                <a:latin typeface="DT Flow Light (Body)"/>
                <a:ea typeface="微软雅黑"/>
                <a:cs typeface="微软雅黑"/>
              </a:rPr>
              <a:t>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0775" y="7033933"/>
            <a:ext cx="1237518" cy="2482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8" b="0" i="0">
                <a:solidFill>
                  <a:srgbClr val="AAADB3"/>
                </a:solidFill>
                <a:latin typeface="DT Flow Light (Body)"/>
                <a:ea typeface="微软雅黑"/>
                <a:cs typeface="微软雅黑"/>
              </a:rPr>
              <a:t>medium-term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7175" y="7036052"/>
            <a:ext cx="1756891" cy="263021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C8CBD0"/>
                </a:solidFill>
                <a:latin typeface="DT Flow Light (Body)"/>
                <a:ea typeface="微软雅黑"/>
                <a:cs typeface="微软雅黑"/>
              </a:rPr>
              <a:t>Symmetrical Fiscal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34975" y="7226552"/>
            <a:ext cx="1814599" cy="263021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CDD0D6"/>
                </a:solidFill>
                <a:latin typeface="DT Flow Light (Body)"/>
                <a:ea typeface="微软雅黑"/>
                <a:cs typeface="微软雅黑"/>
              </a:rPr>
              <a:t>Liquidity Backstops: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38775" y="7273134"/>
            <a:ext cx="466474" cy="25558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ACB0B6"/>
                </a:solidFill>
                <a:latin typeface="DT Flow Light (Body)"/>
                <a:ea typeface="微软雅黑"/>
                <a:cs typeface="微软雅黑"/>
              </a:rPr>
              <a:t>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5975" y="7262533"/>
            <a:ext cx="1365758" cy="2482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8" b="0" i="0">
                <a:solidFill>
                  <a:srgbClr val="ADAFB4"/>
                </a:solidFill>
                <a:latin typeface="DT Flow Light (Body)"/>
                <a:ea typeface="微软雅黑"/>
                <a:cs typeface="微软雅黑"/>
              </a:rPr>
              <a:t>stability despite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150" y="7246678"/>
            <a:ext cx="763029" cy="27039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2" b="1" i="0">
                <a:solidFill>
                  <a:srgbClr val="CED0D4"/>
                </a:solidFill>
                <a:latin typeface="DT Flow Light (Body)"/>
                <a:ea typeface="微软雅黑"/>
                <a:cs typeface="微软雅黑"/>
              </a:rPr>
              <a:t>Buffers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20375" y="7297990"/>
            <a:ext cx="804707" cy="263021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 i="0">
                <a:solidFill>
                  <a:srgbClr val="CDD0D5"/>
                </a:solidFill>
                <a:latin typeface="DT Flow Light (Body)"/>
                <a:ea typeface="微软雅黑"/>
                <a:cs typeface="微软雅黑"/>
              </a:rPr>
              <a:t>Defense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25225" y="7300141"/>
            <a:ext cx="721351" cy="27776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>
                <a:solidFill>
                  <a:srgbClr val="C5C9D0"/>
                </a:solidFill>
                <a:latin typeface="DT Flow Light (Body)"/>
                <a:ea typeface="微软雅黑"/>
                <a:cs typeface="微软雅黑"/>
              </a:rPr>
              <a:t>eLine3: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8750" y="7490122"/>
            <a:ext cx="944169" cy="240707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AAADB5"/>
                </a:solidFill>
                <a:latin typeface="DT Flow Light (Body)"/>
                <a:ea typeface="微软雅黑"/>
                <a:cs typeface="微软雅黑"/>
              </a:rPr>
              <a:t>near-term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4575" y="7486371"/>
            <a:ext cx="593111" cy="2482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8" b="0" i="0">
                <a:solidFill>
                  <a:srgbClr val="AAADB4"/>
                </a:solidFill>
                <a:latin typeface="DT Flow Light (Body)"/>
                <a:ea typeface="微软雅黑"/>
                <a:cs typeface="微软雅黑"/>
              </a:rPr>
              <a:t>fiscalp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925" y="7519708"/>
            <a:ext cx="2970365" cy="2482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8" b="0" i="0">
                <a:solidFill>
                  <a:srgbClr val="AEB1B7"/>
                </a:solidFill>
                <a:latin typeface="DT Flow Light (Body)"/>
                <a:ea typeface="微软雅黑"/>
                <a:cs typeface="微软雅黑"/>
              </a:rPr>
              <a:t>pressures Consolidate debt in good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20675" y="7466309"/>
            <a:ext cx="2019784" cy="240707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B0B4BC"/>
                </a:solidFill>
                <a:latin typeface="DT Flow Light (Body)"/>
                <a:ea typeface="微软雅黑"/>
                <a:cs typeface="微软雅黑"/>
              </a:rPr>
              <a:t>Must remain temporary,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7557808"/>
            <a:ext cx="918521" cy="2482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8" b="0" i="0">
                <a:solidFill>
                  <a:srgbClr val="CBCDD3"/>
                </a:solidFill>
                <a:latin typeface="DT Flow Light (Body)"/>
                <a:ea typeface="微软雅黑"/>
                <a:cs typeface="微软雅黑"/>
              </a:rPr>
              <a:t>Congruent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4750" y="7549359"/>
            <a:ext cx="1027525" cy="25558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1" i="0">
                <a:solidFill>
                  <a:srgbClr val="CFD2D8"/>
                </a:solidFill>
                <a:latin typeface="DT Flow Light (Body)"/>
                <a:ea typeface="微软雅黑"/>
                <a:cs typeface="微软雅黑"/>
              </a:rPr>
              <a:t>Regulation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10250" y="7705446"/>
            <a:ext cx="1126912" cy="2482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8" b="0" i="0">
                <a:solidFill>
                  <a:srgbClr val="AFB1B7"/>
                </a:solidFill>
                <a:latin typeface="DT Flow Light (Body)"/>
                <a:ea typeface="微软雅黑"/>
                <a:cs typeface="微软雅黑"/>
              </a:rPr>
              <a:t>and frequent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6675" y="7762596"/>
            <a:ext cx="2083904" cy="2482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8" b="0" i="0">
                <a:solidFill>
                  <a:srgbClr val="AAADB4"/>
                </a:solidFill>
                <a:latin typeface="DT Flow Light (Body)"/>
                <a:ea typeface="微软雅黑"/>
                <a:cs typeface="微软雅黑"/>
              </a:rPr>
              <a:t>times; establish credible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001625" y="7681633"/>
            <a:ext cx="2087110" cy="2482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8" b="0" i="0">
                <a:solidFill>
                  <a:srgbClr val="AFB4BA"/>
                </a:solidFill>
                <a:latin typeface="DT Flow Light (Body)"/>
                <a:ea typeface="微软雅黑"/>
                <a:cs typeface="微软雅黑"/>
              </a:rPr>
              <a:t>targeted, and reversible.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7930359"/>
            <a:ext cx="601127" cy="25558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A8AAB0"/>
                </a:solidFill>
                <a:latin typeface="DT Flow Light (Body)"/>
                <a:ea typeface="微软雅黑"/>
                <a:cs typeface="微软雅黑"/>
              </a:rPr>
              <a:t>supply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3175" y="7917115"/>
            <a:ext cx="702115" cy="263021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ABADB3"/>
                </a:solidFill>
                <a:latin typeface="DT Flow Light (Body)"/>
                <a:ea typeface="微软雅黑"/>
                <a:cs typeface="微软雅黑"/>
              </a:rPr>
              <a:t>shocks.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4125" y="7823497"/>
            <a:ext cx="488916" cy="240707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B4B8BD"/>
                </a:solidFill>
                <a:latin typeface="DT Flow Light (Body)"/>
                <a:ea typeface="微软雅黑"/>
                <a:cs typeface="微软雅黑"/>
              </a:rPr>
              <a:t>Apply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6575" y="7802815"/>
            <a:ext cx="660437" cy="263021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ACAFB7"/>
                </a:solidFill>
                <a:latin typeface="DT Flow Light (Body)"/>
                <a:ea typeface="微软雅黑"/>
                <a:cs typeface="微软雅黑"/>
              </a:rPr>
              <a:t>similar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58550" y="7821865"/>
            <a:ext cx="1232710" cy="263021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ACB0B8"/>
                </a:solidFill>
                <a:latin typeface="DT Flow Light (Body)"/>
                <a:ea typeface="微软雅黑"/>
                <a:cs typeface="微软雅黑"/>
              </a:rPr>
              <a:t>rstringencyto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1975" y="7984282"/>
            <a:ext cx="1158972" cy="23346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2" b="0" i="0">
                <a:solidFill>
                  <a:srgbClr val="ADB0B7"/>
                </a:solidFill>
                <a:latin typeface="DT Flow Light (Body)"/>
                <a:ea typeface="微软雅黑"/>
                <a:cs typeface="微软雅黑"/>
              </a:rPr>
              <a:t>medium-term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0775" y="8029296"/>
            <a:ext cx="577081" cy="2482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8" b="1" i="0">
                <a:solidFill>
                  <a:srgbClr val="B8BCC1"/>
                </a:solidFill>
                <a:latin typeface="DT Flow Light (Body)"/>
                <a:ea typeface="微软雅黑"/>
                <a:cs typeface="微软雅黑"/>
              </a:rPr>
              <a:t>NBFIs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1325" y="8034058"/>
            <a:ext cx="567463" cy="2482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8" b="1" i="0">
                <a:solidFill>
                  <a:srgbClr val="B0B2B9"/>
                </a:solidFill>
                <a:latin typeface="DT Flow Light (Body)"/>
                <a:ea typeface="微软雅黑"/>
                <a:cs typeface="微软雅黑"/>
              </a:rPr>
              <a:t>based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87100" y="8040940"/>
            <a:ext cx="1460336" cy="263021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ACB0B7"/>
                </a:solidFill>
                <a:latin typeface="DT Flow Light (Body)"/>
                <a:ea typeface="微软雅黑"/>
                <a:cs typeface="微软雅黑"/>
              </a:rPr>
              <a:t>on risk,not legal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0550" y="8191221"/>
            <a:ext cx="1098058" cy="2482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8" b="0" i="0">
                <a:solidFill>
                  <a:srgbClr val="ABAEB6"/>
                </a:solidFill>
                <a:latin typeface="DT Flow Light (Body)"/>
                <a:ea typeface="微软雅黑"/>
                <a:cs typeface="微软雅黑"/>
              </a:rPr>
              <a:t>frameworks.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39325" y="8226281"/>
            <a:ext cx="585097" cy="2923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5" b="0" i="0">
                <a:solidFill>
                  <a:srgbClr val="B0B5BC"/>
                </a:solidFill>
                <a:latin typeface="DT Flow Light (Body)"/>
                <a:ea typeface="微软雅黑"/>
                <a:cs typeface="微软雅黑"/>
              </a:rPr>
              <a:t>form.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72725" y="8261647"/>
            <a:ext cx="721351" cy="240707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B1B5BB"/>
                </a:solidFill>
                <a:latin typeface="DT Flow Light (Body)"/>
                <a:ea typeface="微软雅黑"/>
                <a:cs typeface="微软雅黑"/>
              </a:rPr>
              <a:t>Counter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77575" y="8254209"/>
            <a:ext cx="1662315" cy="25558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AEB2B8"/>
                </a:solidFill>
                <a:latin typeface="DT Flow Light (Body)"/>
                <a:ea typeface="微软雅黑"/>
                <a:cs typeface="微软雅黑"/>
              </a:rPr>
              <a:t>excessive leverage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01275" y="8472208"/>
            <a:ext cx="444032" cy="2482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8" b="1" i="0">
                <a:solidFill>
                  <a:srgbClr val="B1B4B9"/>
                </a:solidFill>
                <a:latin typeface="DT Flow Light (Body)"/>
                <a:ea typeface="微软雅黑"/>
                <a:cs typeface="微软雅黑"/>
              </a:rPr>
              <a:t>andI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63225" y="8490247"/>
            <a:ext cx="679673" cy="240707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AEB2B9"/>
                </a:solidFill>
                <a:latin typeface="DT Flow Light (Body)"/>
                <a:ea typeface="微软雅黑"/>
                <a:cs typeface="微软雅黑"/>
              </a:rPr>
              <a:t>liquidity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15700" y="8481733"/>
            <a:ext cx="1125308" cy="2482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8" b="0" i="0">
                <a:solidFill>
                  <a:srgbClr val="AFB4BB"/>
                </a:solidFill>
                <a:latin typeface="DT Flow Light (Body)"/>
                <a:ea typeface="微软雅黑"/>
                <a:cs typeface="微软雅黑"/>
              </a:rPr>
              <a:t>mismatches.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BD1EA82A-2E2A-7EE9-421B-09BF116F7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alcxlm8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508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8175" y="680845"/>
            <a:ext cx="7476406" cy="676660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72" b="0" i="0">
                <a:solidFill>
                  <a:srgbClr val="F0F5F7"/>
                </a:solidFill>
                <a:latin typeface="DT Flow Light (Body)"/>
                <a:ea typeface="微软雅黑"/>
                <a:cs typeface="微软雅黑"/>
              </a:rPr>
              <a:t>From Resilience to 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50" y="2009587"/>
            <a:ext cx="721351" cy="31470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7D848B"/>
                </a:solidFill>
                <a:latin typeface="DT Flow Light (Body)"/>
                <a:ea typeface="微软雅黑"/>
                <a:cs typeface="微软雅黑"/>
              </a:rPr>
              <a:t>Zone1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0" y="2003257"/>
            <a:ext cx="772647" cy="336887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64" b="0" i="0">
                <a:solidFill>
                  <a:srgbClr val="7A8189"/>
                </a:solidFill>
                <a:latin typeface="DT Flow Light (Body)"/>
                <a:ea typeface="微软雅黑"/>
                <a:cs typeface="微软雅黑"/>
              </a:rPr>
              <a:t>Zone2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0900" y="2022799"/>
            <a:ext cx="761427" cy="30732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0" i="0">
                <a:solidFill>
                  <a:srgbClr val="7C838B"/>
                </a:solidFill>
                <a:latin typeface="DT Flow Light (Body)"/>
                <a:ea typeface="微软雅黑"/>
                <a:cs typeface="微软雅黑"/>
              </a:rPr>
              <a:t>Zone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75" y="2349356"/>
            <a:ext cx="3898503" cy="2923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5" b="0" i="0">
                <a:solidFill>
                  <a:srgbClr val="BABFC3"/>
                </a:solidFill>
                <a:latin typeface="DT Flow Light (Body)"/>
                <a:ea typeface="微软雅黑"/>
                <a:cs typeface="微软雅黑"/>
              </a:rPr>
              <a:t>Left Third - The Present Crosscurrents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0" y="2360936"/>
            <a:ext cx="3579506" cy="30732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0" i="0">
                <a:solidFill>
                  <a:srgbClr val="BBC0C4"/>
                </a:solidFill>
                <a:latin typeface="DT Flow Light (Body)"/>
                <a:ea typeface="微软雅黑"/>
                <a:cs typeface="微软雅黑"/>
              </a:rPr>
              <a:t>MiddleThird-ThePolicyImperative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20425" y="2367266"/>
            <a:ext cx="2973571" cy="28514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BCC1C4"/>
                </a:solidFill>
                <a:latin typeface="DT Flow Light (Body)"/>
                <a:ea typeface="微软雅黑"/>
                <a:cs typeface="微软雅黑"/>
              </a:rPr>
              <a:t>Right Third - The Future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675" y="2761970"/>
            <a:ext cx="3839193" cy="2482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8" b="0" i="0">
                <a:solidFill>
                  <a:srgbClr val="757D84"/>
                </a:solidFill>
                <a:latin typeface="DT Flow Light (Body)"/>
                <a:ea typeface="微软雅黑"/>
                <a:cs typeface="微软雅黑"/>
              </a:rPr>
              <a:t>High friction. Interwoven fiscal and monetary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8825" y="2766733"/>
            <a:ext cx="2164054" cy="2482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8" b="0" i="0">
                <a:solidFill>
                  <a:srgbClr val="788086"/>
                </a:solidFill>
                <a:latin typeface="DT Flow Light (Body)"/>
                <a:ea typeface="微软雅黑"/>
                <a:cs typeface="微软雅黑"/>
              </a:rPr>
              <a:t>Technological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0900" y="2766733"/>
            <a:ext cx="3733394" cy="2482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8" b="0" i="0">
                <a:solidFill>
                  <a:srgbClr val="777F85"/>
                </a:solidFill>
                <a:latin typeface="DT Flow Light (Body)"/>
                <a:ea typeface="微软雅黑"/>
                <a:cs typeface="微软雅黑"/>
              </a:rPr>
              <a:t>A structurally sound financial system where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039271"/>
            <a:ext cx="3390352" cy="25558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787F86"/>
                </a:solidFill>
                <a:latin typeface="DT Flow Light (Body)"/>
                <a:ea typeface="微软雅黑"/>
                <a:cs typeface="微软雅黑"/>
              </a:rPr>
              <a:t>policies,run-prone digital shadows,and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8825" y="3034509"/>
            <a:ext cx="3658053" cy="25558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787F86"/>
                </a:solidFill>
                <a:latin typeface="DT Flow Light (Body)"/>
                <a:ea typeface="微软雅黑"/>
                <a:cs typeface="微软雅黑"/>
              </a:rPr>
              <a:t>(Tokenization/UnifiedLedgers)+Congruent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29950" y="3038196"/>
            <a:ext cx="3784690" cy="2482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8" b="0" i="0">
                <a:solidFill>
                  <a:srgbClr val="767D85"/>
                </a:solidFill>
                <a:latin typeface="DT Flow Light (Body)"/>
                <a:ea typeface="微软雅黑"/>
                <a:cs typeface="微软雅黑"/>
              </a:rPr>
              <a:t>technological innovation serves—rather than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675" y="3291683"/>
            <a:ext cx="2455800" cy="25558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797F85"/>
                </a:solidFill>
                <a:latin typeface="DT Flow Light (Body)"/>
                <a:ea typeface="微软雅黑"/>
                <a:cs typeface="微软雅黑"/>
              </a:rPr>
              <a:t>physical supply bottlenecks.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0250" y="3289040"/>
            <a:ext cx="3159519" cy="27039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2" b="0" i="0">
                <a:solidFill>
                  <a:srgbClr val="7C8288"/>
                </a:solidFill>
                <a:latin typeface="DT Flow Light (Body)"/>
                <a:ea typeface="微软雅黑"/>
                <a:cs typeface="微软雅黑"/>
              </a:rPr>
              <a:t>NBFIRegulation+Fiscal Symmetry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29950" y="3300133"/>
            <a:ext cx="3707746" cy="2482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8" b="0" i="0">
                <a:solidFill>
                  <a:srgbClr val="788085"/>
                </a:solidFill>
                <a:latin typeface="DT Flow Light (Body)"/>
                <a:ea typeface="微软雅黑"/>
                <a:cs typeface="微软雅黑"/>
              </a:rPr>
              <a:t>undermines—the core public good functions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1375" y="3562070"/>
            <a:ext cx="864019" cy="2482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8" b="0" i="0">
                <a:solidFill>
                  <a:srgbClr val="797F86"/>
                </a:solidFill>
                <a:latin typeface="DT Flow Light (Body)"/>
                <a:ea typeface="微软雅黑"/>
                <a:cs typeface="微软雅黑"/>
              </a:rPr>
              <a:t>of money.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6349" y="7675394"/>
            <a:ext cx="9249327" cy="336887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64" b="0" i="0">
                <a:solidFill>
                  <a:srgbClr val="BEC4C7"/>
                </a:solidFill>
                <a:latin typeface="DT Flow Light (Body)"/>
                <a:ea typeface="微软雅黑"/>
                <a:cs typeface="微软雅黑"/>
              </a:rPr>
              <a:t>The separation betwenfiscal,monetary,andinancialstabilitypoliciesis narrowing.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0831" y="8013532"/>
            <a:ext cx="9241312" cy="336887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64" b="0" i="0">
                <a:solidFill>
                  <a:srgbClr val="C0C5CA"/>
                </a:solidFill>
                <a:latin typeface="DT Flow Light (Body)"/>
                <a:ea typeface="微软雅黑"/>
                <a:cs typeface="微软雅黑"/>
              </a:rPr>
              <a:t>Lasting successrequirescongruentregulationand sustainablefiscal foundations.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6DC735E-B877-E4BC-8101-F8A66E9BD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as3zk76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508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91150" y="285744"/>
            <a:ext cx="1298432" cy="447687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84" b="1" i="0">
                <a:solidFill>
                  <a:srgbClr val="FBFCFC"/>
                </a:solidFill>
                <a:latin typeface="DT Flow Light (Body)"/>
                <a:ea typeface="微软雅黑"/>
                <a:cs typeface="微软雅黑"/>
              </a:rPr>
              <a:t>GlobalE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43675" y="283197"/>
            <a:ext cx="4185441" cy="462306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79" b="1" i="0">
                <a:solidFill>
                  <a:srgbClr val="FBFBFB"/>
                </a:solidFill>
                <a:latin typeface="DT Flow Light (Body)"/>
                <a:ea typeface="微软雅黑"/>
                <a:cs typeface="微软雅黑"/>
              </a:rPr>
              <a:t>Economic Outlook 2026: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06425" y="429413"/>
            <a:ext cx="450444" cy="97949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40" b="0" i="1">
                <a:solidFill>
                  <a:srgbClr val="59808B"/>
                </a:solidFill>
                <a:latin typeface="DT Flow Light (Body)"/>
                <a:ea typeface="微软雅黑"/>
                <a:cs typeface="微软雅黑"/>
              </a:rPr>
              <a:t>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6275" y="745160"/>
            <a:ext cx="1736053" cy="462306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79" b="1" i="0">
                <a:solidFill>
                  <a:srgbClr val="FBFCFB"/>
                </a:solidFill>
                <a:latin typeface="DT Flow Light (Body)"/>
                <a:ea typeface="微软雅黑"/>
                <a:cs typeface="微软雅黑"/>
              </a:rPr>
              <a:t>Balancing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721347"/>
            <a:ext cx="4156587" cy="462306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79" b="0" i="0">
                <a:solidFill>
                  <a:srgbClr val="FBFBFB"/>
                </a:solidFill>
                <a:latin typeface="DT Flow Light (Body)"/>
                <a:ea typeface="微软雅黑"/>
                <a:cs typeface="微软雅黑"/>
              </a:rPr>
              <a:t>Fiscal Debt and Monetary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20375" y="667023"/>
            <a:ext cx="1130118" cy="580480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47" b="0" i="0">
                <a:solidFill>
                  <a:srgbClr val="FBFCFB"/>
                </a:solidFill>
                <a:latin typeface="DT Flow Light (Body)"/>
                <a:ea typeface="微软雅黑"/>
                <a:cs typeface="微软雅黑"/>
              </a:rPr>
              <a:t>Trust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8750" y="1279174"/>
            <a:ext cx="288541" cy="20390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BDDE0"/>
                </a:solidFill>
                <a:latin typeface="DT Flow Light (Body)"/>
                <a:ea typeface="微软雅黑"/>
                <a:cs typeface="微软雅黑"/>
              </a:rPr>
              <a:t>The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43550" y="1279174"/>
            <a:ext cx="384721" cy="20390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CDFE2"/>
                </a:solidFill>
                <a:latin typeface="DT Flow Light (Body)"/>
                <a:ea typeface="微软雅黑"/>
                <a:cs typeface="微软雅黑"/>
              </a:rPr>
              <a:t>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62650" y="1268081"/>
            <a:ext cx="309380" cy="2260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DCDFE2"/>
                </a:solidFill>
                <a:latin typeface="DT Flow Light (Body)"/>
                <a:ea typeface="微软雅黑"/>
                <a:cs typeface="微软雅黑"/>
              </a:rPr>
              <a:t>BIS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9350" y="1286087"/>
            <a:ext cx="4377802" cy="218650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 i="0">
                <a:solidFill>
                  <a:srgbClr val="DDE0E2"/>
                </a:solidFill>
                <a:latin typeface="DT Flow Light (Body)"/>
                <a:ea typeface="微软雅黑"/>
                <a:cs typeface="微软雅黑"/>
              </a:rPr>
              <a:t>reporthighlightsaworldnaviatingprogressand peril,"focusing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9300" y="1488724"/>
            <a:ext cx="3600345" cy="20390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BDDE0"/>
                </a:solidFill>
                <a:latin typeface="DT Flow Light (Body)"/>
                <a:ea typeface="微软雅黑"/>
                <a:cs typeface="微软雅黑"/>
              </a:rPr>
              <a:t>the"fiscal-financial stabilitynevus"wherenear-record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6450" y="1488724"/>
            <a:ext cx="830356" cy="20390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CDFE2"/>
                </a:solidFill>
                <a:latin typeface="DT Flow Light (Body)"/>
                <a:ea typeface="微软雅黑"/>
                <a:cs typeface="微软雅黑"/>
              </a:rPr>
              <a:t>dpublicdebt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9275" y="1496098"/>
            <a:ext cx="192360" cy="189154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4" b="0" i="0">
                <a:solidFill>
                  <a:srgbClr val="D8DDE1"/>
                </a:solidFill>
                <a:latin typeface="DT Flow Light (Body)"/>
                <a:ea typeface="微软雅黑"/>
                <a:cs typeface="微软雅黑"/>
              </a:rPr>
              <a:t>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4134" y="1681375"/>
            <a:ext cx="4581382" cy="218650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 i="0">
                <a:solidFill>
                  <a:srgbClr val="DADDE0"/>
                </a:solidFill>
                <a:latin typeface="DT Flow Light (Body)"/>
                <a:ea typeface="微软雅黑"/>
                <a:cs typeface="微软雅黑"/>
              </a:rPr>
              <a:t>complicatesmonetarypolicyalongsideatransitionindiitalfinance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8672" y="1882936"/>
            <a:ext cx="3233256" cy="19652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>
                <a:solidFill>
                  <a:srgbClr val="DCDFE2"/>
                </a:solidFill>
                <a:latin typeface="DT Flow Light (Body)"/>
                <a:ea typeface="微软雅黑"/>
                <a:cs typeface="微软雅黑"/>
              </a:rPr>
              <a:t>toward a unified, central-bank-anchored system.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34725" y="2103178"/>
            <a:ext cx="1351332" cy="27039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2" b="1" i="0">
                <a:solidFill>
                  <a:srgbClr val="F6FAFA"/>
                </a:solidFill>
                <a:latin typeface="DT Flow Light (Body)"/>
                <a:ea typeface="微软雅黑"/>
                <a:cs typeface="微软雅黑"/>
              </a:rPr>
              <a:t>The Future of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8050" y="2285721"/>
            <a:ext cx="581891" cy="2482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8" b="1" i="0">
                <a:solidFill>
                  <a:srgbClr val="EDCCA4"/>
                </a:solidFill>
                <a:latin typeface="DT Flow Light (Body)"/>
                <a:ea typeface="微软雅黑"/>
                <a:cs typeface="微软雅黑"/>
              </a:rPr>
              <a:t>Public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48125" y="2301544"/>
            <a:ext cx="410369" cy="2260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EFCEA2"/>
                </a:solidFill>
                <a:latin typeface="DT Flow Light (Body)"/>
                <a:ea typeface="微软雅黑"/>
                <a:cs typeface="微软雅黑"/>
              </a:rPr>
              <a:t>Debt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5325" y="2308522"/>
            <a:ext cx="216406" cy="240707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F0CDA3"/>
                </a:solidFill>
                <a:latin typeface="DT Flow Light (Body)"/>
                <a:ea typeface="微软雅黑"/>
                <a:cs typeface="微软雅黑"/>
              </a:rPr>
              <a:t>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2392614"/>
            <a:ext cx="1529265" cy="263021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F7FAFB"/>
                </a:solidFill>
                <a:latin typeface="DT Flow Light (Body)"/>
                <a:ea typeface="微软雅黑"/>
                <a:cs typeface="微软雅黑"/>
              </a:rPr>
              <a:t>Money and Trust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24225" y="2544431"/>
            <a:ext cx="932948" cy="2260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EDCBA2"/>
                </a:solidFill>
                <a:latin typeface="DT Flow Light (Body)"/>
                <a:ea typeface="微软雅黑"/>
                <a:cs typeface="微软雅黑"/>
              </a:rPr>
              <a:t>Post-WWIl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86250" y="2543175"/>
            <a:ext cx="552450" cy="247650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8" b="1" i="0">
                <a:solidFill>
                  <a:srgbClr val="EDCB9F"/>
                </a:solidFill>
                <a:latin typeface="DT Flow Light (Body)"/>
                <a:ea typeface="微软雅黑"/>
                <a:cs typeface="微软雅黑"/>
              </a:rPr>
              <a:t>Highs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62325" y="2826403"/>
            <a:ext cx="535403" cy="16696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E4E4E3"/>
                </a:solidFill>
                <a:latin typeface="DT Flow Light (Body)"/>
                <a:ea typeface="微软雅黑"/>
                <a:cs typeface="微软雅黑"/>
              </a:rPr>
              <a:t>Elevated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2831166"/>
            <a:ext cx="282129" cy="16696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E4E2E2"/>
                </a:solidFill>
                <a:latin typeface="DT Flow Light (Body)"/>
                <a:ea typeface="微软雅黑"/>
                <a:cs typeface="微软雅黑"/>
              </a:rPr>
              <a:t>debt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0525" y="2819094"/>
            <a:ext cx="384721" cy="1815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5" b="0" i="0">
                <a:solidFill>
                  <a:srgbClr val="E3E2E1"/>
                </a:solidFill>
                <a:latin typeface="DT Flow Light (Body)"/>
                <a:ea typeface="微软雅黑"/>
                <a:cs typeface="微软雅黑"/>
              </a:rPr>
              <a:t>levels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525" y="2839711"/>
            <a:ext cx="218008" cy="15940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1" b="1" i="0">
                <a:solidFill>
                  <a:srgbClr val="E8E7E5"/>
                </a:solidFill>
                <a:latin typeface="DT Flow Light (Body)"/>
                <a:ea typeface="微软雅黑"/>
                <a:cs typeface="微软雅黑"/>
              </a:rPr>
              <a:t>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0275" y="2822871"/>
            <a:ext cx="2556790" cy="240707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EBD0A5"/>
                </a:solidFill>
                <a:latin typeface="DT Flow Light (Body)"/>
                <a:ea typeface="微软雅黑"/>
                <a:cs typeface="微软雅黑"/>
              </a:rPr>
              <a:t>Stablecoins vs. Unified Ledgers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86125" y="3008453"/>
            <a:ext cx="820738" cy="17434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DADADA"/>
                </a:solidFill>
                <a:latin typeface="DT Flow Light (Body)"/>
                <a:ea typeface="微软雅黑"/>
                <a:cs typeface="微软雅黑"/>
              </a:rPr>
              <a:t>blunting price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43375" y="2990544"/>
            <a:ext cx="453650" cy="1815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5" b="0" i="0">
                <a:solidFill>
                  <a:srgbClr val="DFDEDE"/>
                </a:solidFill>
                <a:latin typeface="DT Flow Light (Body)"/>
                <a:ea typeface="微软雅黑"/>
                <a:cs typeface="微软雅黑"/>
              </a:rPr>
              <a:t>effects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0100" y="3001636"/>
            <a:ext cx="240450" cy="15940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1" b="1" i="0">
                <a:solidFill>
                  <a:srgbClr val="E2E2E0"/>
                </a:solidFill>
                <a:latin typeface="DT Flow Light (Body)"/>
                <a:ea typeface="微软雅黑"/>
                <a:cs typeface="微软雅黑"/>
              </a:rPr>
              <a:t>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3525" y="3053436"/>
            <a:ext cx="424796" cy="189154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4" b="1" i="0">
                <a:solidFill>
                  <a:srgbClr val="EFF0F3"/>
                </a:solidFill>
                <a:latin typeface="DT Flow Light (Body)"/>
                <a:ea typeface="微软雅黑"/>
                <a:cs typeface="微软雅黑"/>
              </a:rPr>
              <a:t>Fiscal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3750" y="3183590"/>
            <a:ext cx="995465" cy="16696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DFDFDE"/>
                </a:solidFill>
                <a:latin typeface="DT Flow Light (Body)"/>
                <a:ea typeface="微软雅黑"/>
                <a:cs typeface="微软雅黑"/>
              </a:rPr>
              <a:t>making monetary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10075" y="3184666"/>
            <a:ext cx="367088" cy="17434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E3E3DF"/>
                </a:solidFill>
                <a:latin typeface="DT Flow Light (Body)"/>
                <a:ea typeface="微软雅黑"/>
                <a:cs typeface="微软雅黑"/>
              </a:rPr>
              <a:t>policy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38750" y="3241816"/>
            <a:ext cx="567463" cy="17434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EEEFF1"/>
                </a:solidFill>
                <a:latin typeface="DT Flow Light (Body)"/>
                <a:ea typeface="微软雅黑"/>
                <a:cs typeface="微软雅黑"/>
              </a:rPr>
              <a:t>Spending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95675" y="3341829"/>
            <a:ext cx="783869" cy="17434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E4E3E2"/>
                </a:solidFill>
                <a:latin typeface="DT Flow Light (Body)"/>
                <a:ea typeface="微软雅黑"/>
                <a:cs typeface="微软雅黑"/>
              </a:rPr>
              <a:t>transmission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14825" y="3354061"/>
            <a:ext cx="322204" cy="15940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1" b="1" i="0">
                <a:solidFill>
                  <a:srgbClr val="DEDEDC"/>
                </a:solidFill>
                <a:latin typeface="DT Flow Light (Body)"/>
                <a:ea typeface="微软雅黑"/>
                <a:cs typeface="微软雅黑"/>
              </a:rPr>
              <a:t>more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62375" y="3508516"/>
            <a:ext cx="613951" cy="17434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DEDCDC"/>
                </a:solidFill>
                <a:latin typeface="DT Flow Light (Body)"/>
                <a:ea typeface="微软雅黑"/>
                <a:cs typeface="微软雅黑"/>
              </a:rPr>
              <a:t>uncertain.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96075" y="3909706"/>
            <a:ext cx="506549" cy="1815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5" b="1" i="0">
                <a:solidFill>
                  <a:srgbClr val="F0F1F0"/>
                </a:solidFill>
                <a:latin typeface="DT Flow Light (Body)"/>
                <a:ea typeface="微软雅黑"/>
                <a:cs typeface="微软雅黑"/>
              </a:rPr>
              <a:t>Buffers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68200" y="3865212"/>
            <a:ext cx="549831" cy="20390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1F4F6"/>
                </a:solidFill>
                <a:latin typeface="DT Flow Light (Body)"/>
                <a:ea typeface="微软雅黑"/>
                <a:cs typeface="微软雅黑"/>
              </a:rPr>
              <a:t>Unified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48075" y="4079219"/>
            <a:ext cx="418384" cy="29976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3" b="0" i="0">
                <a:solidFill>
                  <a:srgbClr val="F8F9FA"/>
                </a:solidFill>
                <a:latin typeface="DT Flow Light (Body)"/>
                <a:ea typeface="微软雅黑"/>
                <a:cs typeface="微软雅黑"/>
              </a:rPr>
              <a:t>The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39625" y="4069999"/>
            <a:ext cx="609141" cy="20390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0F3F5"/>
                </a:solidFill>
                <a:latin typeface="DT Flow Light (Body)"/>
                <a:ea typeface="微软雅黑"/>
                <a:cs typeface="微软雅黑"/>
              </a:rPr>
              <a:t>Ledgers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62550" y="4229100"/>
            <a:ext cx="1085850" cy="247650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8" b="0" i="0">
                <a:solidFill>
                  <a:srgbClr val="F2CF9E"/>
                </a:solidFill>
                <a:latin typeface="DT Flow Light (Body)"/>
                <a:ea typeface="微软雅黑"/>
                <a:cs typeface="微软雅黑"/>
              </a:rPr>
              <a:t>Asymmetric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7450" y="4216652"/>
            <a:ext cx="593111" cy="263021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 i="0">
                <a:solidFill>
                  <a:srgbClr val="F1D09D"/>
                </a:solidFill>
                <a:latin typeface="DT Flow Light (Body)"/>
                <a:ea typeface="微软雅黑"/>
                <a:cs typeface="微软雅黑"/>
              </a:rPr>
              <a:t>Fiscal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9900" y="4239421"/>
            <a:ext cx="546625" cy="25558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F2CF9C"/>
                </a:solidFill>
                <a:latin typeface="DT Flow Light (Body)"/>
                <a:ea typeface="微软雅黑"/>
                <a:cs typeface="微软雅黑"/>
              </a:rPr>
              <a:t>Policy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86975" y="4127915"/>
            <a:ext cx="214802" cy="373820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3F5A64"/>
                </a:solidFill>
                <a:latin typeface="DT Flow Light (Body)"/>
                <a:ea typeface="微软雅黑"/>
                <a:cs typeface="微软雅黑"/>
              </a:rPr>
              <a:t>$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67050" y="4356916"/>
            <a:ext cx="1646285" cy="27776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F7F9FA"/>
                </a:solidFill>
                <a:latin typeface="DT Flow Light (Body)"/>
                <a:ea typeface="微软雅黑"/>
                <a:cs typeface="微软雅黑"/>
              </a:rPr>
              <a:t>Fiscal-Financial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95875" y="4507566"/>
            <a:ext cx="766235" cy="16696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E1DFDA"/>
                </a:solidFill>
                <a:latin typeface="DT Flow Light (Body)"/>
                <a:ea typeface="微软雅黑"/>
                <a:cs typeface="微软雅黑"/>
              </a:rPr>
              <a:t>Governments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24550" y="4507566"/>
            <a:ext cx="323807" cy="16696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E1DFDB"/>
                </a:solidFill>
                <a:latin typeface="DT Flow Light (Body)"/>
                <a:ea typeface="微软雅黑"/>
                <a:cs typeface="微软雅黑"/>
              </a:rPr>
              <a:t>often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95625" y="4636827"/>
            <a:ext cx="1418658" cy="27039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2" b="0" i="0">
                <a:solidFill>
                  <a:srgbClr val="F9FAFA"/>
                </a:solidFill>
                <a:latin typeface="DT Flow Light (Body)"/>
                <a:ea typeface="微软雅黑"/>
                <a:cs typeface="微软雅黑"/>
              </a:rPr>
              <a:t>Stability Nexus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76975" y="4508641"/>
            <a:ext cx="222818" cy="17434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E4E2DE"/>
                </a:solidFill>
                <a:latin typeface="DT Flow Light (Body)"/>
                <a:ea typeface="微软雅黑"/>
                <a:cs typeface="微软雅黑"/>
              </a:rPr>
              <a:t>fail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05575" y="4513404"/>
            <a:ext cx="152286" cy="17434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E8E4E1"/>
                </a:solidFill>
                <a:latin typeface="DT Flow Light (Body)"/>
                <a:ea typeface="微软雅黑"/>
                <a:cs typeface="微软雅黑"/>
              </a:rPr>
              <a:t>to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67500" y="4512328"/>
            <a:ext cx="440826" cy="16696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DEDCD9"/>
                </a:solidFill>
                <a:latin typeface="DT Flow Light (Body)"/>
                <a:ea typeface="微软雅黑"/>
                <a:cs typeface="微软雅黑"/>
              </a:rPr>
              <a:t>rebuild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05650" y="4509781"/>
            <a:ext cx="360676" cy="1815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5" b="0" i="0">
                <a:solidFill>
                  <a:srgbClr val="DBDBD6"/>
                </a:solidFill>
                <a:latin typeface="DT Flow Light (Body)"/>
                <a:ea typeface="微软雅黑"/>
                <a:cs typeface="微软雅黑"/>
              </a:rPr>
              <a:t>fiscal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43500" y="4683778"/>
            <a:ext cx="432811" cy="16696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E2E0DC"/>
                </a:solidFill>
                <a:latin typeface="DT Flow Light (Body)"/>
                <a:ea typeface="微软雅黑"/>
                <a:cs typeface="微软雅黑"/>
              </a:rPr>
              <a:t>buffers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00700" y="4694378"/>
            <a:ext cx="403957" cy="17434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DFDCD8"/>
                </a:solidFill>
                <a:latin typeface="DT Flow Light (Body)"/>
                <a:ea typeface="微软雅黑"/>
                <a:cs typeface="微软雅黑"/>
              </a:rPr>
              <a:t>during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29325" y="4684854"/>
            <a:ext cx="585097" cy="17434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E4E1DD"/>
                </a:solidFill>
                <a:latin typeface="DT Flow Light (Body)"/>
                <a:ea typeface="微软雅黑"/>
                <a:cs typeface="微软雅黑"/>
              </a:rPr>
              <a:t>economic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57975" y="4694379"/>
            <a:ext cx="710131" cy="17434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E2E0DC"/>
                </a:solidFill>
                <a:latin typeface="DT Flow Light (Body)"/>
                <a:ea typeface="微软雅黑"/>
                <a:cs typeface="微软雅黑"/>
              </a:rPr>
              <a:t>expansions,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62550" y="4865828"/>
            <a:ext cx="694101" cy="17434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E1DFDB"/>
                </a:solidFill>
                <a:latin typeface="DT Flow Light (Body)"/>
                <a:ea typeface="微软雅黑"/>
                <a:cs typeface="微软雅黑"/>
              </a:rPr>
              <a:t>particularly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76925" y="4861066"/>
            <a:ext cx="142668" cy="17434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D8D3CF"/>
                </a:solidFill>
                <a:latin typeface="DT Flow Light (Body)"/>
                <a:ea typeface="微软雅黑"/>
                <a:cs typeface="微软雅黑"/>
              </a:rPr>
              <a:t>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29325" y="4856304"/>
            <a:ext cx="585097" cy="17434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E4E1DD"/>
                </a:solidFill>
                <a:latin typeface="DT Flow Light (Body)"/>
                <a:ea typeface="微软雅黑"/>
                <a:cs typeface="微软雅黑"/>
              </a:rPr>
              <a:t>advanced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48450" y="4859991"/>
            <a:ext cx="650819" cy="16696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E2DFDB"/>
                </a:solidFill>
                <a:latin typeface="DT Flow Light (Body)"/>
                <a:ea typeface="微软雅黑"/>
                <a:cs typeface="微软雅黑"/>
              </a:rPr>
              <a:t>economies.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34525" y="5082849"/>
            <a:ext cx="910506" cy="15940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1" b="0" i="0">
                <a:solidFill>
                  <a:srgbClr val="CFDCE0"/>
                </a:solidFill>
                <a:latin typeface="DT Flow Light (Body)"/>
                <a:ea typeface="微软雅黑"/>
                <a:cs typeface="微软雅黑"/>
              </a:rPr>
              <a:t>Fragmentation &amp;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982450" y="5093353"/>
            <a:ext cx="1054776" cy="16696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D0D2D4"/>
                </a:solidFill>
                <a:latin typeface="DT Flow Light (Body)"/>
                <a:ea typeface="微软雅黑"/>
                <a:cs typeface="微软雅黑"/>
              </a:rPr>
              <a:t>Secure, Integrated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15500" y="5243206"/>
            <a:ext cx="626775" cy="1815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5" b="0" i="0">
                <a:solidFill>
                  <a:srgbClr val="D5E1E4"/>
                </a:solidFill>
                <a:latin typeface="DT Flow Light (Body)"/>
                <a:ea typeface="微软雅黑"/>
                <a:cs typeface="微软雅黑"/>
              </a:rPr>
              <a:t>Run Risks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53900" y="5255278"/>
            <a:ext cx="716543" cy="16696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D2D4D8"/>
                </a:solidFill>
                <a:latin typeface="DT Flow Light (Body)"/>
                <a:ea typeface="微软雅黑"/>
                <a:cs typeface="微软雅黑"/>
              </a:rPr>
              <a:t>Architecture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725525" y="5266034"/>
            <a:ext cx="1569340" cy="240707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EACCA0"/>
                </a:solidFill>
                <a:latin typeface="DT Flow Light (Body)"/>
                <a:ea typeface="微软雅黑"/>
                <a:cs typeface="微软雅黑"/>
              </a:rPr>
              <a:t>Integrity by Design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519485" y="5532579"/>
            <a:ext cx="2263440" cy="17434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D4D5D9"/>
                </a:solidFill>
                <a:latin typeface="DT Flow Light (Body)"/>
                <a:ea typeface="微软雅黑"/>
                <a:cs typeface="微软雅黑"/>
              </a:rPr>
              <a:t>Future programmable raiismustembed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3714937" y="5712478"/>
            <a:ext cx="1915588" cy="16696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CFD1D3"/>
                </a:solidFill>
                <a:latin typeface="DT Flow Light (Body)"/>
                <a:ea typeface="微软雅黑"/>
                <a:cs typeface="微软雅黑"/>
              </a:rPr>
              <a:t>compliance and identity standards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582650" y="5876619"/>
            <a:ext cx="1878719" cy="1815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5" b="0" i="0">
                <a:solidFill>
                  <a:srgbClr val="D2D5D8"/>
                </a:solidFill>
                <a:latin typeface="DT Flow Light (Body)"/>
                <a:ea typeface="微软雅黑"/>
                <a:cs typeface="微软雅黑"/>
              </a:rPr>
              <a:t>directlyintothetransactionflow.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10325" y="5927465"/>
            <a:ext cx="3366306" cy="27039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2" b="1" i="0">
                <a:solidFill>
                  <a:srgbClr val="F8F9FA"/>
                </a:solidFill>
                <a:latin typeface="DT Flow Light (Body)"/>
                <a:ea typeface="微软雅黑"/>
                <a:cs typeface="微软雅黑"/>
              </a:rPr>
              <a:t>Inflation Risks &amp; Initial Conditions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80749" y="6225843"/>
            <a:ext cx="1869101" cy="226088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E7EAEE"/>
                </a:solidFill>
                <a:latin typeface="DT Flow Light (Body)"/>
                <a:ea typeface="微软雅黑"/>
                <a:cs typeface="微软雅黑"/>
              </a:rPr>
              <a:t>(Supply Shock Scenario)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62600" y="6710083"/>
            <a:ext cx="1857881" cy="2482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8" b="0" i="0">
                <a:solidFill>
                  <a:srgbClr val="FBF2F3"/>
                </a:solidFill>
                <a:latin typeface="DT Flow Light (Body)"/>
                <a:ea typeface="微软雅黑"/>
                <a:cs typeface="微软雅黑"/>
              </a:rPr>
              <a:t>High Impact Scenario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753475" y="6713834"/>
            <a:ext cx="1753685" cy="240707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F1F9FA"/>
                </a:solidFill>
                <a:latin typeface="DT Flow Light (Body)"/>
                <a:ea typeface="微软雅黑"/>
                <a:cs typeface="微软雅黑"/>
              </a:rPr>
              <a:t>Low Impact Scenario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2075" y="7132286"/>
            <a:ext cx="1569340" cy="20390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0F1F4"/>
                </a:solidFill>
                <a:latin typeface="DT Flow Light (Body)"/>
                <a:ea typeface="微软雅黑"/>
                <a:cs typeface="微软雅黑"/>
              </a:rPr>
              <a:t>Inflation Expectations: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857875" y="7122762"/>
            <a:ext cx="1569340" cy="20390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1F3F5"/>
                </a:solidFill>
                <a:latin typeface="DT Flow Light (Body)"/>
                <a:ea typeface="微软雅黑"/>
                <a:cs typeface="微软雅黑"/>
              </a:rPr>
              <a:t>Inflation Expectations: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857875" y="7341253"/>
            <a:ext cx="1421864" cy="16696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D3D4D7"/>
                </a:solidFill>
                <a:latin typeface="DT Flow Light (Body)"/>
                <a:ea typeface="微软雅黑"/>
                <a:cs typeface="微软雅黑"/>
              </a:rPr>
              <a:t>Unanchored expectations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2075" y="7346015"/>
            <a:ext cx="1578958" cy="16696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D3D4D8"/>
                </a:solidFill>
                <a:latin typeface="DT Flow Light (Body)"/>
                <a:ea typeface="微软雅黑"/>
                <a:cs typeface="微软雅黑"/>
              </a:rPr>
              <a:t>Well-anchored expectations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857875" y="7736048"/>
            <a:ext cx="1022716" cy="19652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>
                <a:solidFill>
                  <a:srgbClr val="F0F1F4"/>
                </a:solidFill>
                <a:latin typeface="DT Flow Light (Body)"/>
                <a:ea typeface="微软雅黑"/>
                <a:cs typeface="微软雅黑"/>
              </a:rPr>
              <a:t>Labour Market: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2075" y="7740811"/>
            <a:ext cx="1022716" cy="19652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>
                <a:solidFill>
                  <a:srgbClr val="EEF0F2"/>
                </a:solidFill>
                <a:latin typeface="DT Flow Light (Body)"/>
                <a:ea typeface="微软雅黑"/>
                <a:cs typeface="微软雅黑"/>
              </a:rPr>
              <a:t>Labour Market: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857875" y="7961453"/>
            <a:ext cx="1886735" cy="17434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D1D3D7"/>
                </a:solidFill>
                <a:latin typeface="DT Flow Light (Body)"/>
                <a:ea typeface="微软雅黑"/>
                <a:cs typeface="微软雅黑"/>
              </a:rPr>
              <a:t>Tightmarket(lowunemployment)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2000" y="7995958"/>
            <a:ext cx="2507097" cy="2482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8" b="0" i="0">
                <a:solidFill>
                  <a:srgbClr val="EDD2AA"/>
                </a:solidFill>
                <a:latin typeface="DT Flow Light (Body)"/>
                <a:ea typeface="微软雅黑"/>
                <a:cs typeface="微软雅黑"/>
              </a:rPr>
              <a:t>NBFI and Private Credit Risks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91600" y="7964161"/>
            <a:ext cx="1878719" cy="15940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1" b="0" i="0">
                <a:solidFill>
                  <a:srgbClr val="D1D4D8"/>
                </a:solidFill>
                <a:latin typeface="DT Flow Light (Body)"/>
                <a:ea typeface="微软雅黑"/>
                <a:cs typeface="微软雅黑"/>
              </a:rPr>
              <a:t>Louse market (high unemployment)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3030200" y="8005483"/>
            <a:ext cx="2556790" cy="24820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8" b="0" i="0">
                <a:solidFill>
                  <a:srgbClr val="EDD2AC"/>
                </a:solidFill>
                <a:latin typeface="DT Flow Light (Body)"/>
                <a:ea typeface="微软雅黑"/>
                <a:cs typeface="微软雅黑"/>
              </a:rPr>
              <a:t>Designing Effective Backstops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81075" y="8286750"/>
            <a:ext cx="2181225" cy="180975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D3D4D8"/>
                </a:solidFill>
                <a:latin typeface="DT Flow Light (Body)"/>
                <a:ea typeface="微软雅黑"/>
                <a:cs typeface="微软雅黑"/>
              </a:rPr>
              <a:t>Less transparent non-bank financial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857875" y="8341962"/>
            <a:ext cx="1049967" cy="20390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0F1F3"/>
                </a:solidFill>
                <a:latin typeface="DT Flow Light (Body)"/>
                <a:ea typeface="微软雅黑"/>
                <a:cs typeface="微软雅黑"/>
              </a:rPr>
              <a:t>Fiscal Balance: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72550" y="8351486"/>
            <a:ext cx="1049967" cy="203902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FF0F3"/>
                </a:solidFill>
                <a:latin typeface="DT Flow Light (Body)"/>
                <a:ea typeface="微软雅黑"/>
                <a:cs typeface="微软雅黑"/>
              </a:rPr>
              <a:t>Fiscal Balance: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287375" y="8290066"/>
            <a:ext cx="2031005" cy="17434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D4D5D9"/>
                </a:solidFill>
                <a:latin typeface="DT Flow Light (Body)"/>
                <a:ea typeface="微软雅黑"/>
                <a:cs typeface="微软雅黑"/>
              </a:rPr>
              <a:t>Central bank liquidityfacilitiesmust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09625" y="8461516"/>
            <a:ext cx="2430152" cy="17434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D1D2D7"/>
                </a:solidFill>
                <a:latin typeface="DT Flow Light (Body)"/>
                <a:ea typeface="微软雅黑"/>
                <a:cs typeface="微软雅黑"/>
              </a:rPr>
              <a:t>intermediaries are creating vulnerabilities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258800" y="8474728"/>
            <a:ext cx="2066271" cy="16696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D1D2D6"/>
                </a:solidFill>
                <a:latin typeface="DT Flow Light (Body)"/>
                <a:ea typeface="微软雅黑"/>
                <a:cs typeface="微软雅黑"/>
              </a:rPr>
              <a:t>be temporary, targeted, and priced to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838825" y="8580578"/>
            <a:ext cx="985847" cy="17434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D4D5D9"/>
                </a:solidFill>
                <a:latin typeface="DT Flow Light (Body)"/>
                <a:ea typeface="微软雅黑"/>
                <a:cs typeface="微软雅黑"/>
              </a:rPr>
              <a:t>High deficit/debt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2075" y="8575816"/>
            <a:ext cx="1239122" cy="17434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D2D4D9"/>
                </a:solidFill>
                <a:latin typeface="DT Flow Light (Body)"/>
                <a:ea typeface="微软雅黑"/>
                <a:cs typeface="微软雅黑"/>
              </a:rPr>
              <a:t>Strong fiscal position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14425" y="8642491"/>
            <a:ext cx="1829027" cy="174343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D4D5D9"/>
                </a:solidFill>
                <a:latin typeface="DT Flow Light (Body)"/>
                <a:ea typeface="微软雅黑"/>
                <a:cs typeface="微软雅黑"/>
              </a:rPr>
              <a:t>that can amplify market stress.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3420725" y="8655703"/>
            <a:ext cx="1788951" cy="166969"/>
          </a:xfrm>
          <a:prstGeom prst="rect">
            <a:avLst/>
          </a:prstGeom>
          <a:noFill/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D3D4D9"/>
                </a:solidFill>
                <a:latin typeface="DT Flow Light (Body)"/>
                <a:ea typeface="微软雅黑"/>
                <a:cs typeface="微软雅黑"/>
              </a:rPr>
              <a:t>encourage market self-reliance.</a:t>
            </a:r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EDE4CBD4-21AA-B510-45BE-C353CF916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1150</Words>
  <Application>Microsoft Office PowerPoint</Application>
  <PresentationFormat>自訂</PresentationFormat>
  <Paragraphs>419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7" baseType="lpstr">
      <vt:lpstr>DT Flow Light (Body)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cp:lastModifiedBy>Wilson Lai</cp:lastModifiedBy>
  <cp:revision>2</cp:revision>
  <dcterms:created xsi:type="dcterms:W3CDTF">2006-08-16T00:00:00Z</dcterms:created>
  <dcterms:modified xsi:type="dcterms:W3CDTF">2026-10-19T14:49:26Z</dcterms:modified>
</cp:coreProperties>
</file>