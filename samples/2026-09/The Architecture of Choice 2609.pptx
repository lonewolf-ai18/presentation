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7BCC11-E96F-4EF4-BF0B-667247587C3D}" v="32" dt="2026-09-20T13:05:28.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70085"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0T13:06:33.955" v="97" actId="166"/>
      <pc:docMkLst>
        <pc:docMk/>
      </pc:docMkLst>
      <pc:sldChg chg="addSp delSp modSp mod modAnim modNotesTx">
        <pc:chgData name="Lai, Wilson" userId="2840974a-0d84-4886-90a9-9a3ed79f3a48" providerId="ADAL" clId="{9F23B798-9E84-4552-BA63-E776E805C424}" dt="2026-09-20T13:06:33.955" v="97" actId="166"/>
        <pc:sldMkLst>
          <pc:docMk/>
          <pc:sldMk cId="0" sldId="257"/>
        </pc:sldMkLst>
        <pc:spChg chg="add mod">
          <ac:chgData name="Lai, Wilson" userId="2840974a-0d84-4886-90a9-9a3ed79f3a48" providerId="ADAL" clId="{9F23B798-9E84-4552-BA63-E776E805C424}" dt="2026-09-20T11:56:41.693" v="7" actId="164"/>
          <ac:spMkLst>
            <pc:docMk/>
            <pc:sldMk cId="0" sldId="257"/>
            <ac:spMk id="5" creationId="{5332E3F0-01FB-1D3E-F2BD-771A61CD9FA3}"/>
          </ac:spMkLst>
        </pc:spChg>
        <pc:spChg chg="add mod">
          <ac:chgData name="Lai, Wilson" userId="2840974a-0d84-4886-90a9-9a3ed79f3a48" providerId="ADAL" clId="{9F23B798-9E84-4552-BA63-E776E805C424}" dt="2026-09-20T12:04:26.667" v="18" actId="164"/>
          <ac:spMkLst>
            <pc:docMk/>
            <pc:sldMk cId="0" sldId="257"/>
            <ac:spMk id="5" creationId="{BA4BDE36-9E60-571E-572D-552CD5BBDFB8}"/>
          </ac:spMkLst>
        </pc:spChg>
        <pc:grpChg chg="add mod">
          <ac:chgData name="Lai, Wilson" userId="2840974a-0d84-4886-90a9-9a3ed79f3a48" providerId="ADAL" clId="{9F23B798-9E84-4552-BA63-E776E805C424}" dt="2026-09-20T12:04:26.667" v="18" actId="164"/>
          <ac:grpSpMkLst>
            <pc:docMk/>
            <pc:sldMk cId="0" sldId="257"/>
            <ac:grpSpMk id="6" creationId="{6A28DFA3-C1EE-67F3-1DD4-2B23A06609AC}"/>
          </ac:grpSpMkLst>
        </pc:grpChg>
        <pc:grpChg chg="add del mod">
          <ac:chgData name="Lai, Wilson" userId="2840974a-0d84-4886-90a9-9a3ed79f3a48" providerId="ADAL" clId="{9F23B798-9E84-4552-BA63-E776E805C424}" dt="2026-09-20T11:58:27.002" v="8" actId="478"/>
          <ac:grpSpMkLst>
            <pc:docMk/>
            <pc:sldMk cId="0" sldId="257"/>
            <ac:grpSpMk id="6" creationId="{9A319F20-6BD9-14F5-1B4F-2C1AC49AD5F9}"/>
          </ac:grpSpMkLst>
        </pc:grpChg>
        <pc:picChg chg="del">
          <ac:chgData name="Lai, Wilson" userId="2840974a-0d84-4886-90a9-9a3ed79f3a48" providerId="ADAL" clId="{9F23B798-9E84-4552-BA63-E776E805C424}" dt="2026-09-20T12:31:26.289" v="19" actId="21"/>
          <ac:picMkLst>
            <pc:docMk/>
            <pc:sldMk cId="0" sldId="257"/>
            <ac:picMk id="2" creationId="{00000000-0000-0000-0000-000000000000}"/>
          </ac:picMkLst>
        </pc:picChg>
        <pc:picChg chg="add mod">
          <ac:chgData name="Lai, Wilson" userId="2840974a-0d84-4886-90a9-9a3ed79f3a48" providerId="ADAL" clId="{9F23B798-9E84-4552-BA63-E776E805C424}" dt="2026-09-20T12:04:26.667" v="18" actId="164"/>
          <ac:picMkLst>
            <pc:docMk/>
            <pc:sldMk cId="0" sldId="257"/>
            <ac:picMk id="3" creationId="{70A34D8F-2195-5F25-6226-03B95ED5B4C9}"/>
          </ac:picMkLst>
        </pc:picChg>
        <pc:picChg chg="add mod">
          <ac:chgData name="Lai, Wilson" userId="2840974a-0d84-4886-90a9-9a3ed79f3a48" providerId="ADAL" clId="{9F23B798-9E84-4552-BA63-E776E805C424}" dt="2026-09-20T11:56:41.693" v="7" actId="164"/>
          <ac:picMkLst>
            <pc:docMk/>
            <pc:sldMk cId="0" sldId="257"/>
            <ac:picMk id="3" creationId="{F656A9EA-92A1-5E60-C5C9-EE90AEE0BD6D}"/>
          </ac:picMkLst>
        </pc:picChg>
        <pc:picChg chg="add ord">
          <ac:chgData name="Lai, Wilson" userId="2840974a-0d84-4886-90a9-9a3ed79f3a48" providerId="ADAL" clId="{9F23B798-9E84-4552-BA63-E776E805C424}" dt="2026-09-20T13:06:33.955" v="97" actId="166"/>
          <ac:picMkLst>
            <pc:docMk/>
            <pc:sldMk cId="0" sldId="257"/>
            <ac:picMk id="7" creationId="{3C656903-03B7-8DEF-DF4C-0F439EB5351D}"/>
          </ac:picMkLst>
        </pc:picChg>
      </pc:sldChg>
      <pc:sldChg chg="addSp delSp mod modNotes modNotesTx">
        <pc:chgData name="Lai, Wilson" userId="2840974a-0d84-4886-90a9-9a3ed79f3a48" providerId="ADAL" clId="{9F23B798-9E84-4552-BA63-E776E805C424}" dt="2026-09-20T13:04:58.631" v="79" actId="6549"/>
        <pc:sldMkLst>
          <pc:docMk/>
          <pc:sldMk cId="0" sldId="258"/>
        </pc:sldMkLst>
        <pc:picChg chg="del">
          <ac:chgData name="Lai, Wilson" userId="2840974a-0d84-4886-90a9-9a3ed79f3a48" providerId="ADAL" clId="{9F23B798-9E84-4552-BA63-E776E805C424}" dt="2026-09-20T12:31:49.682" v="23" actId="21"/>
          <ac:picMkLst>
            <pc:docMk/>
            <pc:sldMk cId="0" sldId="258"/>
            <ac:picMk id="2" creationId="{00000000-0000-0000-0000-000000000000}"/>
          </ac:picMkLst>
        </pc:picChg>
        <pc:picChg chg="add">
          <ac:chgData name="Lai, Wilson" userId="2840974a-0d84-4886-90a9-9a3ed79f3a48" providerId="ADAL" clId="{9F23B798-9E84-4552-BA63-E776E805C424}" dt="2026-09-20T12:31:56.554" v="24" actId="22"/>
          <ac:picMkLst>
            <pc:docMk/>
            <pc:sldMk cId="0" sldId="258"/>
            <ac:picMk id="4" creationId="{AF0E5396-E16D-BB07-15CE-41C0B17C0166}"/>
          </ac:picMkLst>
        </pc:picChg>
      </pc:sldChg>
      <pc:sldChg chg="addSp delSp mod modNotes">
        <pc:chgData name="Lai, Wilson" userId="2840974a-0d84-4886-90a9-9a3ed79f3a48" providerId="ADAL" clId="{9F23B798-9E84-4552-BA63-E776E805C424}" dt="2026-09-20T13:04:42.427" v="78"/>
        <pc:sldMkLst>
          <pc:docMk/>
          <pc:sldMk cId="0" sldId="259"/>
        </pc:sldMkLst>
        <pc:picChg chg="del">
          <ac:chgData name="Lai, Wilson" userId="2840974a-0d84-4886-90a9-9a3ed79f3a48" providerId="ADAL" clId="{9F23B798-9E84-4552-BA63-E776E805C424}" dt="2026-09-20T12:31:35.780" v="21" actId="21"/>
          <ac:picMkLst>
            <pc:docMk/>
            <pc:sldMk cId="0" sldId="259"/>
            <ac:picMk id="2" creationId="{00000000-0000-0000-0000-000000000000}"/>
          </ac:picMkLst>
        </pc:picChg>
        <pc:picChg chg="add">
          <ac:chgData name="Lai, Wilson" userId="2840974a-0d84-4886-90a9-9a3ed79f3a48" providerId="ADAL" clId="{9F23B798-9E84-4552-BA63-E776E805C424}" dt="2026-09-20T12:31:43.848" v="22" actId="22"/>
          <ac:picMkLst>
            <pc:docMk/>
            <pc:sldMk cId="0" sldId="259"/>
            <ac:picMk id="4" creationId="{0CE16288-D6E9-0E79-0A0B-B9FB6635A153}"/>
          </ac:picMkLst>
        </pc:picChg>
      </pc:sldChg>
      <pc:sldChg chg="addSp delSp mod modNotes modNotesTx">
        <pc:chgData name="Lai, Wilson" userId="2840974a-0d84-4886-90a9-9a3ed79f3a48" providerId="ADAL" clId="{9F23B798-9E84-4552-BA63-E776E805C424}" dt="2026-09-20T13:05:03.561" v="80" actId="6549"/>
        <pc:sldMkLst>
          <pc:docMk/>
          <pc:sldMk cId="0" sldId="260"/>
        </pc:sldMkLst>
        <pc:picChg chg="del">
          <ac:chgData name="Lai, Wilson" userId="2840974a-0d84-4886-90a9-9a3ed79f3a48" providerId="ADAL" clId="{9F23B798-9E84-4552-BA63-E776E805C424}" dt="2026-09-20T12:32:02.761" v="25" actId="21"/>
          <ac:picMkLst>
            <pc:docMk/>
            <pc:sldMk cId="0" sldId="260"/>
            <ac:picMk id="2" creationId="{00000000-0000-0000-0000-000000000000}"/>
          </ac:picMkLst>
        </pc:picChg>
        <pc:picChg chg="add">
          <ac:chgData name="Lai, Wilson" userId="2840974a-0d84-4886-90a9-9a3ed79f3a48" providerId="ADAL" clId="{9F23B798-9E84-4552-BA63-E776E805C424}" dt="2026-09-20T12:32:10.196" v="26" actId="22"/>
          <ac:picMkLst>
            <pc:docMk/>
            <pc:sldMk cId="0" sldId="260"/>
            <ac:picMk id="4" creationId="{271BE3C8-8140-BB60-869C-43173573E6C4}"/>
          </ac:picMkLst>
        </pc:picChg>
      </pc:sldChg>
      <pc:sldChg chg="addSp delSp mod modNotes modNotesTx">
        <pc:chgData name="Lai, Wilson" userId="2840974a-0d84-4886-90a9-9a3ed79f3a48" providerId="ADAL" clId="{9F23B798-9E84-4552-BA63-E776E805C424}" dt="2026-09-20T13:05:10.230" v="83" actId="6549"/>
        <pc:sldMkLst>
          <pc:docMk/>
          <pc:sldMk cId="0" sldId="261"/>
        </pc:sldMkLst>
        <pc:picChg chg="del">
          <ac:chgData name="Lai, Wilson" userId="2840974a-0d84-4886-90a9-9a3ed79f3a48" providerId="ADAL" clId="{9F23B798-9E84-4552-BA63-E776E805C424}" dt="2026-09-20T12:32:11.979" v="27" actId="21"/>
          <ac:picMkLst>
            <pc:docMk/>
            <pc:sldMk cId="0" sldId="261"/>
            <ac:picMk id="2" creationId="{00000000-0000-0000-0000-000000000000}"/>
          </ac:picMkLst>
        </pc:picChg>
        <pc:picChg chg="add">
          <ac:chgData name="Lai, Wilson" userId="2840974a-0d84-4886-90a9-9a3ed79f3a48" providerId="ADAL" clId="{9F23B798-9E84-4552-BA63-E776E805C424}" dt="2026-09-20T12:32:18.935" v="28" actId="22"/>
          <ac:picMkLst>
            <pc:docMk/>
            <pc:sldMk cId="0" sldId="261"/>
            <ac:picMk id="4" creationId="{C594D5FB-2A7C-A0BD-203E-51E52F5727F4}"/>
          </ac:picMkLst>
        </pc:picChg>
      </pc:sldChg>
      <pc:sldChg chg="addSp delSp mod modNotes">
        <pc:chgData name="Lai, Wilson" userId="2840974a-0d84-4886-90a9-9a3ed79f3a48" providerId="ADAL" clId="{9F23B798-9E84-4552-BA63-E776E805C424}" dt="2026-09-20T13:05:28.237" v="85"/>
        <pc:sldMkLst>
          <pc:docMk/>
          <pc:sldMk cId="0" sldId="262"/>
        </pc:sldMkLst>
        <pc:picChg chg="del">
          <ac:chgData name="Lai, Wilson" userId="2840974a-0d84-4886-90a9-9a3ed79f3a48" providerId="ADAL" clId="{9F23B798-9E84-4552-BA63-E776E805C424}" dt="2026-09-20T12:32:22.354" v="29" actId="21"/>
          <ac:picMkLst>
            <pc:docMk/>
            <pc:sldMk cId="0" sldId="262"/>
            <ac:picMk id="2" creationId="{00000000-0000-0000-0000-000000000000}"/>
          </ac:picMkLst>
        </pc:picChg>
        <pc:picChg chg="add del">
          <ac:chgData name="Lai, Wilson" userId="2840974a-0d84-4886-90a9-9a3ed79f3a48" providerId="ADAL" clId="{9F23B798-9E84-4552-BA63-E776E805C424}" dt="2026-09-20T12:32:52.637" v="32" actId="21"/>
          <ac:picMkLst>
            <pc:docMk/>
            <pc:sldMk cId="0" sldId="262"/>
            <ac:picMk id="4" creationId="{EC22FB12-3A1D-593F-5153-BCD5DBF5C02C}"/>
          </ac:picMkLst>
        </pc:picChg>
      </pc:sldChg>
      <pc:sldChg chg="addSp delSp mod modNotes modNotesTx">
        <pc:chgData name="Lai, Wilson" userId="2840974a-0d84-4886-90a9-9a3ed79f3a48" providerId="ADAL" clId="{9F23B798-9E84-4552-BA63-E776E805C424}" dt="2026-09-20T13:05:36.215" v="87" actId="14"/>
        <pc:sldMkLst>
          <pc:docMk/>
          <pc:sldMk cId="0" sldId="263"/>
        </pc:sldMkLst>
        <pc:picChg chg="del">
          <ac:chgData name="Lai, Wilson" userId="2840974a-0d84-4886-90a9-9a3ed79f3a48" providerId="ADAL" clId="{9F23B798-9E84-4552-BA63-E776E805C424}" dt="2026-09-20T12:32:57.167" v="33" actId="21"/>
          <ac:picMkLst>
            <pc:docMk/>
            <pc:sldMk cId="0" sldId="263"/>
            <ac:picMk id="2" creationId="{00000000-0000-0000-0000-000000000000}"/>
          </ac:picMkLst>
        </pc:picChg>
        <pc:picChg chg="add">
          <ac:chgData name="Lai, Wilson" userId="2840974a-0d84-4886-90a9-9a3ed79f3a48" providerId="ADAL" clId="{9F23B798-9E84-4552-BA63-E776E805C424}" dt="2026-09-20T12:33:04.861" v="34" actId="22"/>
          <ac:picMkLst>
            <pc:docMk/>
            <pc:sldMk cId="0" sldId="263"/>
            <ac:picMk id="4" creationId="{03A624F1-FC63-16E6-F463-3414255561EA}"/>
          </ac:picMkLst>
        </pc:picChg>
      </pc:sldChg>
      <pc:sldChg chg="addSp delSp mod modNotes">
        <pc:chgData name="Lai, Wilson" userId="2840974a-0d84-4886-90a9-9a3ed79f3a48" providerId="ADAL" clId="{9F23B798-9E84-4552-BA63-E776E805C424}" dt="2026-09-20T13:04:42.427" v="78"/>
        <pc:sldMkLst>
          <pc:docMk/>
          <pc:sldMk cId="0" sldId="264"/>
        </pc:sldMkLst>
        <pc:picChg chg="del">
          <ac:chgData name="Lai, Wilson" userId="2840974a-0d84-4886-90a9-9a3ed79f3a48" providerId="ADAL" clId="{9F23B798-9E84-4552-BA63-E776E805C424}" dt="2026-09-20T12:33:06.138" v="35" actId="21"/>
          <ac:picMkLst>
            <pc:docMk/>
            <pc:sldMk cId="0" sldId="264"/>
            <ac:picMk id="2" creationId="{00000000-0000-0000-0000-000000000000}"/>
          </ac:picMkLst>
        </pc:picChg>
        <pc:picChg chg="add">
          <ac:chgData name="Lai, Wilson" userId="2840974a-0d84-4886-90a9-9a3ed79f3a48" providerId="ADAL" clId="{9F23B798-9E84-4552-BA63-E776E805C424}" dt="2026-09-20T12:33:13.206" v="36" actId="22"/>
          <ac:picMkLst>
            <pc:docMk/>
            <pc:sldMk cId="0" sldId="264"/>
            <ac:picMk id="4" creationId="{901F252C-8B30-1329-E2DE-F576F65FE72F}"/>
          </ac:picMkLst>
        </pc:picChg>
      </pc:sldChg>
      <pc:sldChg chg="addSp delSp mod modNotes">
        <pc:chgData name="Lai, Wilson" userId="2840974a-0d84-4886-90a9-9a3ed79f3a48" providerId="ADAL" clId="{9F23B798-9E84-4552-BA63-E776E805C424}" dt="2026-09-20T13:05:28.237" v="85"/>
        <pc:sldMkLst>
          <pc:docMk/>
          <pc:sldMk cId="0" sldId="265"/>
        </pc:sldMkLst>
        <pc:picChg chg="del">
          <ac:chgData name="Lai, Wilson" userId="2840974a-0d84-4886-90a9-9a3ed79f3a48" providerId="ADAL" clId="{9F23B798-9E84-4552-BA63-E776E805C424}" dt="2026-09-20T12:33:14.460" v="37" actId="21"/>
          <ac:picMkLst>
            <pc:docMk/>
            <pc:sldMk cId="0" sldId="265"/>
            <ac:picMk id="2" creationId="{00000000-0000-0000-0000-000000000000}"/>
          </ac:picMkLst>
        </pc:picChg>
        <pc:picChg chg="add">
          <ac:chgData name="Lai, Wilson" userId="2840974a-0d84-4886-90a9-9a3ed79f3a48" providerId="ADAL" clId="{9F23B798-9E84-4552-BA63-E776E805C424}" dt="2026-09-20T12:33:21.136" v="38" actId="22"/>
          <ac:picMkLst>
            <pc:docMk/>
            <pc:sldMk cId="0" sldId="265"/>
            <ac:picMk id="4" creationId="{3455E89E-DDD0-DA7E-E4A1-C78028A56B7B}"/>
          </ac:picMkLst>
        </pc:picChg>
      </pc:sldChg>
      <pc:sldChg chg="addSp delSp mod modNotes modNotesTx">
        <pc:chgData name="Lai, Wilson" userId="2840974a-0d84-4886-90a9-9a3ed79f3a48" providerId="ADAL" clId="{9F23B798-9E84-4552-BA63-E776E805C424}" dt="2026-09-20T13:05:44.811" v="88" actId="6549"/>
        <pc:sldMkLst>
          <pc:docMk/>
          <pc:sldMk cId="0" sldId="266"/>
        </pc:sldMkLst>
        <pc:picChg chg="del">
          <ac:chgData name="Lai, Wilson" userId="2840974a-0d84-4886-90a9-9a3ed79f3a48" providerId="ADAL" clId="{9F23B798-9E84-4552-BA63-E776E805C424}" dt="2026-09-20T12:33:22.454" v="39" actId="21"/>
          <ac:picMkLst>
            <pc:docMk/>
            <pc:sldMk cId="0" sldId="266"/>
            <ac:picMk id="2" creationId="{00000000-0000-0000-0000-000000000000}"/>
          </ac:picMkLst>
        </pc:picChg>
        <pc:picChg chg="add">
          <ac:chgData name="Lai, Wilson" userId="2840974a-0d84-4886-90a9-9a3ed79f3a48" providerId="ADAL" clId="{9F23B798-9E84-4552-BA63-E776E805C424}" dt="2026-09-20T12:33:29.548" v="40" actId="22"/>
          <ac:picMkLst>
            <pc:docMk/>
            <pc:sldMk cId="0" sldId="266"/>
            <ac:picMk id="4" creationId="{AF2DB58C-8538-E5D5-0E9F-1CE86CE0FAE8}"/>
          </ac:picMkLst>
        </pc:picChg>
      </pc:sldChg>
      <pc:sldChg chg="addSp delSp mod modNotes modNotesTx">
        <pc:chgData name="Lai, Wilson" userId="2840974a-0d84-4886-90a9-9a3ed79f3a48" providerId="ADAL" clId="{9F23B798-9E84-4552-BA63-E776E805C424}" dt="2026-09-20T13:05:28.237" v="85"/>
        <pc:sldMkLst>
          <pc:docMk/>
          <pc:sldMk cId="0" sldId="267"/>
        </pc:sldMkLst>
        <pc:picChg chg="del">
          <ac:chgData name="Lai, Wilson" userId="2840974a-0d84-4886-90a9-9a3ed79f3a48" providerId="ADAL" clId="{9F23B798-9E84-4552-BA63-E776E805C424}" dt="2026-09-20T12:33:33.771" v="41" actId="21"/>
          <ac:picMkLst>
            <pc:docMk/>
            <pc:sldMk cId="0" sldId="267"/>
            <ac:picMk id="2" creationId="{00000000-0000-0000-0000-000000000000}"/>
          </ac:picMkLst>
        </pc:picChg>
        <pc:picChg chg="add">
          <ac:chgData name="Lai, Wilson" userId="2840974a-0d84-4886-90a9-9a3ed79f3a48" providerId="ADAL" clId="{9F23B798-9E84-4552-BA63-E776E805C424}" dt="2026-09-20T12:33:40.256" v="42" actId="22"/>
          <ac:picMkLst>
            <pc:docMk/>
            <pc:sldMk cId="0" sldId="267"/>
            <ac:picMk id="4" creationId="{577B5462-474D-A8E8-829E-547837BE1F0F}"/>
          </ac:picMkLst>
        </pc:picChg>
      </pc:sldChg>
      <pc:sldChg chg="addSp delSp mod modNotes">
        <pc:chgData name="Lai, Wilson" userId="2840974a-0d84-4886-90a9-9a3ed79f3a48" providerId="ADAL" clId="{9F23B798-9E84-4552-BA63-E776E805C424}" dt="2026-09-20T13:04:42.427" v="78"/>
        <pc:sldMkLst>
          <pc:docMk/>
          <pc:sldMk cId="0" sldId="268"/>
        </pc:sldMkLst>
        <pc:picChg chg="del">
          <ac:chgData name="Lai, Wilson" userId="2840974a-0d84-4886-90a9-9a3ed79f3a48" providerId="ADAL" clId="{9F23B798-9E84-4552-BA63-E776E805C424}" dt="2026-09-20T12:34:20.006" v="49" actId="21"/>
          <ac:picMkLst>
            <pc:docMk/>
            <pc:sldMk cId="0" sldId="268"/>
            <ac:picMk id="2" creationId="{00000000-0000-0000-0000-000000000000}"/>
          </ac:picMkLst>
        </pc:picChg>
        <pc:picChg chg="add">
          <ac:chgData name="Lai, Wilson" userId="2840974a-0d84-4886-90a9-9a3ed79f3a48" providerId="ADAL" clId="{9F23B798-9E84-4552-BA63-E776E805C424}" dt="2026-09-20T12:34:28.900" v="50" actId="22"/>
          <ac:picMkLst>
            <pc:docMk/>
            <pc:sldMk cId="0" sldId="268"/>
            <ac:picMk id="4" creationId="{F3AE3E0B-2DC7-75BD-7BD6-D35CD38893C0}"/>
          </ac:picMkLst>
        </pc:picChg>
      </pc:sldChg>
      <pc:sldChg chg="addSp delSp mod modNotes modNotesTx">
        <pc:chgData name="Lai, Wilson" userId="2840974a-0d84-4886-90a9-9a3ed79f3a48" providerId="ADAL" clId="{9F23B798-9E84-4552-BA63-E776E805C424}" dt="2026-09-20T13:06:12.555" v="96" actId="6549"/>
        <pc:sldMkLst>
          <pc:docMk/>
          <pc:sldMk cId="0" sldId="269"/>
        </pc:sldMkLst>
        <pc:picChg chg="del">
          <ac:chgData name="Lai, Wilson" userId="2840974a-0d84-4886-90a9-9a3ed79f3a48" providerId="ADAL" clId="{9F23B798-9E84-4552-BA63-E776E805C424}" dt="2026-09-20T12:33:42.107" v="43" actId="21"/>
          <ac:picMkLst>
            <pc:docMk/>
            <pc:sldMk cId="0" sldId="269"/>
            <ac:picMk id="2" creationId="{00000000-0000-0000-0000-000000000000}"/>
          </ac:picMkLst>
        </pc:picChg>
        <pc:picChg chg="add">
          <ac:chgData name="Lai, Wilson" userId="2840974a-0d84-4886-90a9-9a3ed79f3a48" providerId="ADAL" clId="{9F23B798-9E84-4552-BA63-E776E805C424}" dt="2026-09-20T12:33:48.472" v="44" actId="22"/>
          <ac:picMkLst>
            <pc:docMk/>
            <pc:sldMk cId="0" sldId="269"/>
            <ac:picMk id="4" creationId="{3495ECD5-FF9A-6116-CE14-752805F01A55}"/>
          </ac:picMkLst>
        </pc:picChg>
      </pc:sldChg>
      <pc:sldChg chg="addSp delSp mod modNotes">
        <pc:chgData name="Lai, Wilson" userId="2840974a-0d84-4886-90a9-9a3ed79f3a48" providerId="ADAL" clId="{9F23B798-9E84-4552-BA63-E776E805C424}" dt="2026-09-20T13:04:42.427" v="78"/>
        <pc:sldMkLst>
          <pc:docMk/>
          <pc:sldMk cId="0" sldId="270"/>
        </pc:sldMkLst>
        <pc:picChg chg="del">
          <ac:chgData name="Lai, Wilson" userId="2840974a-0d84-4886-90a9-9a3ed79f3a48" providerId="ADAL" clId="{9F23B798-9E84-4552-BA63-E776E805C424}" dt="2026-09-20T12:33:51.231" v="45" actId="21"/>
          <ac:picMkLst>
            <pc:docMk/>
            <pc:sldMk cId="0" sldId="270"/>
            <ac:picMk id="2" creationId="{00000000-0000-0000-0000-000000000000}"/>
          </ac:picMkLst>
        </pc:picChg>
        <pc:picChg chg="add">
          <ac:chgData name="Lai, Wilson" userId="2840974a-0d84-4886-90a9-9a3ed79f3a48" providerId="ADAL" clId="{9F23B798-9E84-4552-BA63-E776E805C424}" dt="2026-09-20T12:34:01.088" v="46" actId="22"/>
          <ac:picMkLst>
            <pc:docMk/>
            <pc:sldMk cId="0" sldId="270"/>
            <ac:picMk id="4" creationId="{C6243E38-D9BE-1522-51EB-16352A565E5F}"/>
          </ac:picMkLst>
        </pc:picChg>
      </pc:sldChg>
      <pc:sldChg chg="addSp delSp mod modNotes modNotesTx">
        <pc:chgData name="Lai, Wilson" userId="2840974a-0d84-4886-90a9-9a3ed79f3a48" providerId="ADAL" clId="{9F23B798-9E84-4552-BA63-E776E805C424}" dt="2026-09-20T13:05:28.237" v="85"/>
        <pc:sldMkLst>
          <pc:docMk/>
          <pc:sldMk cId="0" sldId="271"/>
        </pc:sldMkLst>
        <pc:picChg chg="del">
          <ac:chgData name="Lai, Wilson" userId="2840974a-0d84-4886-90a9-9a3ed79f3a48" providerId="ADAL" clId="{9F23B798-9E84-4552-BA63-E776E805C424}" dt="2026-09-20T12:34:02.687" v="47" actId="21"/>
          <ac:picMkLst>
            <pc:docMk/>
            <pc:sldMk cId="0" sldId="271"/>
            <ac:picMk id="2" creationId="{00000000-0000-0000-0000-000000000000}"/>
          </ac:picMkLst>
        </pc:picChg>
        <pc:picChg chg="add">
          <ac:chgData name="Lai, Wilson" userId="2840974a-0d84-4886-90a9-9a3ed79f3a48" providerId="ADAL" clId="{9F23B798-9E84-4552-BA63-E776E805C424}" dt="2026-09-20T12:34:09.371" v="48" actId="22"/>
          <ac:picMkLst>
            <pc:docMk/>
            <pc:sldMk cId="0" sldId="271"/>
            <ac:picMk id="4" creationId="{ED9963FF-B30F-EAA6-8EFF-226234F867B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46D26A-461B-490F-A9A8-EFECBABDE6C6}"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ACC949-A86F-4F66-AD11-71A43CD37FAE}" type="slidenum">
              <a:rPr lang="en-US" smtClean="0"/>
              <a:t>‹#›</a:t>
            </a:fld>
            <a:endParaRPr lang="en-US"/>
          </a:p>
        </p:txBody>
      </p:sp>
    </p:spTree>
    <p:extLst>
      <p:ext uri="{BB962C8B-B14F-4D97-AF65-F5344CB8AC3E}">
        <p14:creationId xmlns:p14="http://schemas.microsoft.com/office/powerpoint/2010/main" val="1595999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&amp; Hook:</a:t>
            </a:r>
            <a:endParaRPr lang="en-US" dirty="0"/>
          </a:p>
          <a:p>
            <a:pPr lvl="0"/>
            <a:r>
              <a:rPr lang="en-US" dirty="0"/>
              <a:t>"Welcome, everyone. Look at the title on the screen behind me: </a:t>
            </a:r>
            <a:r>
              <a:rPr lang="en-US" i="1" dirty="0"/>
              <a:t>The Hidden Architecture of Human Choice</a:t>
            </a:r>
            <a:r>
              <a:rPr lang="en-US" dirty="0"/>
              <a:t>. We like to believe that we are the captains of our soul and the deliberate authors of our decisions. When you decide to accept a job offer, buy a home, or make a strategic investment, you feel like you gathered the data, weighed the risks, and made a calculated choice. But modern cognitive science reveals a humbling truth: most of your decisions are made </a:t>
            </a:r>
            <a:r>
              <a:rPr lang="en-US" i="1" dirty="0"/>
              <a:t>long</a:t>
            </a:r>
            <a:r>
              <a:rPr lang="en-US" dirty="0"/>
              <a:t> before your conscious mind even registers them."</a:t>
            </a:r>
          </a:p>
          <a:p>
            <a:pPr lvl="0"/>
            <a:r>
              <a:rPr lang="en-US" b="1" dirty="0"/>
              <a:t>Explaining the Core Concept:</a:t>
            </a:r>
            <a:endParaRPr lang="en-US" dirty="0"/>
          </a:p>
          <a:p>
            <a:pPr lvl="0"/>
            <a:r>
              <a:rPr lang="en-US" dirty="0"/>
              <a:t>"What you experience as 'logical decision-making' is often just your brain playing the role of a PR department. The choice is determined by hidden, sub-conscious mental processes—and then your conscious mind steps in to write a plausible, highly logical press release justifying why you did it. Throughout this session, we are going to pull back the curtain on this hidden architecture."</a:t>
            </a:r>
          </a:p>
          <a:p>
            <a:pPr lvl="0"/>
            <a:r>
              <a:rPr lang="en-US" b="1" dirty="0"/>
              <a:t>Transition &amp; Goal:</a:t>
            </a:r>
            <a:endParaRPr lang="en-US" dirty="0"/>
          </a:p>
          <a:p>
            <a:pPr lvl="0"/>
            <a:r>
              <a:rPr lang="en-US" dirty="0"/>
              <a:t>"By understanding these hidden mechanics, you won't just learn how decisions are made—you’ll learn how to safeguard your own choices against critical errors and systematically improve the quality of your personal and professional judgments."</a:t>
            </a:r>
          </a:p>
          <a:p>
            <a:endParaRPr lang="en-US" dirty="0"/>
          </a:p>
          <a:p>
            <a:endParaRPr lang="en-US" dirty="0"/>
          </a:p>
          <a:p>
            <a:endParaRPr lang="en-US" dirty="0"/>
          </a:p>
          <a:p>
            <a:endParaRPr lang="en-US" dirty="0"/>
          </a:p>
          <a:p>
            <a:r>
              <a:rPr lang="en-US" dirty="0"/>
              <a:t>https://www.youtube.com/watch?v=rlYXYCVOE_c</a:t>
            </a:r>
          </a:p>
        </p:txBody>
      </p:sp>
      <p:sp>
        <p:nvSpPr>
          <p:cNvPr id="4" name="Slide Number Placeholder 3"/>
          <p:cNvSpPr>
            <a:spLocks noGrp="1"/>
          </p:cNvSpPr>
          <p:nvPr>
            <p:ph type="sldNum" sz="quarter" idx="5"/>
          </p:nvPr>
        </p:nvSpPr>
        <p:spPr/>
        <p:txBody>
          <a:bodyPr/>
          <a:lstStyle/>
          <a:p>
            <a:fld id="{68ACC949-A86F-4F66-AD11-71A43CD37FAE}" type="slidenum">
              <a:rPr lang="en-US" smtClean="0"/>
              <a:t>1</a:t>
            </a:fld>
            <a:endParaRPr lang="en-US"/>
          </a:p>
        </p:txBody>
      </p:sp>
    </p:spTree>
    <p:extLst>
      <p:ext uri="{BB962C8B-B14F-4D97-AF65-F5344CB8AC3E}">
        <p14:creationId xmlns:p14="http://schemas.microsoft.com/office/powerpoint/2010/main" val="2632228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Introducing the Two Systems:</a:t>
            </a:r>
            <a:endParaRPr lang="en-US" dirty="0"/>
          </a:p>
          <a:p>
            <a:pPr lvl="0"/>
            <a:r>
              <a:rPr lang="en-US" dirty="0"/>
              <a:t>"To understand human reasoning, Nobel laureate Daniel Kahneman introduced the framework of a dual-core mental engine: </a:t>
            </a:r>
            <a:r>
              <a:rPr lang="en-US" b="1" dirty="0"/>
              <a:t>System 1</a:t>
            </a:r>
            <a:r>
              <a:rPr lang="en-US" dirty="0"/>
              <a:t> and </a:t>
            </a:r>
            <a:r>
              <a:rPr lang="en-US" b="1" dirty="0"/>
              <a:t>System 2</a:t>
            </a:r>
            <a:r>
              <a:rPr lang="en-US" dirty="0"/>
              <a:t>. Think of System 1 as your autopilot and System 2 as the manual operator."</a:t>
            </a:r>
          </a:p>
          <a:p>
            <a:pPr lvl="0"/>
            <a:r>
              <a:rPr lang="en-US" b="1" dirty="0"/>
              <a:t>Deep Dive into System 1 (Fast Thinking):</a:t>
            </a:r>
            <a:endParaRPr lang="en-US" dirty="0"/>
          </a:p>
          <a:p>
            <a:pPr lvl="0"/>
            <a:r>
              <a:rPr lang="en-US" dirty="0"/>
              <a:t>"System 1 is fast, automatic, and operates with zero conscious effort. When you instantly recognize anger on someone’s face, duck when a ball flies toward your head, or drive along a familiar route without consciously thinking about it—that is System 1 working. It thrives on pattern recognition and excels at constructing instant, plausible narratives from incomplete information. However, its primary flaw is that it constantly confuses </a:t>
            </a:r>
            <a:r>
              <a:rPr lang="en-US" i="1" dirty="0"/>
              <a:t>confidence</a:t>
            </a:r>
            <a:r>
              <a:rPr lang="en-US" dirty="0"/>
              <a:t> with </a:t>
            </a:r>
            <a:r>
              <a:rPr lang="en-US" i="1" dirty="0"/>
              <a:t>evidence</a:t>
            </a:r>
            <a:r>
              <a:rPr lang="en-US" dirty="0"/>
              <a:t>."</a:t>
            </a:r>
          </a:p>
          <a:p>
            <a:pPr lvl="0"/>
            <a:r>
              <a:rPr lang="en-US" b="1" dirty="0"/>
              <a:t>Deep Dive into System 2 (Slow Thinking):</a:t>
            </a:r>
            <a:endParaRPr lang="en-US" dirty="0"/>
          </a:p>
          <a:p>
            <a:pPr lvl="0"/>
            <a:r>
              <a:rPr lang="en-US" dirty="0"/>
              <a:t>"System 2, on the other hand, is analytical, deliberate, and slow. If I ask you to compute 17 times 24 in your head, your eyes dilate, your heart rate increases, and System 2 boots up. It requires high cognitive energy. System 2 is critical for evaluating risk and questioning assumptions, but it has a massive flaw: </a:t>
            </a:r>
            <a:r>
              <a:rPr lang="en-US" b="1" dirty="0"/>
              <a:t>it is inherently lazy</a:t>
            </a:r>
            <a:r>
              <a:rPr lang="en-US" dirty="0"/>
              <a:t>. Because deliberate thinking expends real biochemical energy, System 2 constantly looks for excuses to delegate work back to System 1."</a:t>
            </a:r>
          </a:p>
          <a:p>
            <a:pPr lvl="0"/>
            <a:r>
              <a:rPr lang="en-US" b="1" dirty="0"/>
              <a:t>Key Takeaway:</a:t>
            </a:r>
            <a:endParaRPr lang="en-US" dirty="0"/>
          </a:p>
          <a:p>
            <a:pPr lvl="0"/>
            <a:r>
              <a:rPr lang="en-US" dirty="0"/>
              <a:t>"The vast majority of our daily mistakes happen because System 2 rubber-stamps System 1's quick intuitive guesses without doing the actual verification work."</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2</a:t>
            </a:fld>
            <a:endParaRPr lang="en-US"/>
          </a:p>
        </p:txBody>
      </p:sp>
    </p:spTree>
    <p:extLst>
      <p:ext uri="{BB962C8B-B14F-4D97-AF65-F5344CB8AC3E}">
        <p14:creationId xmlns:p14="http://schemas.microsoft.com/office/powerpoint/2010/main" val="3410961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Reframing System 1:</a:t>
            </a:r>
            <a:endParaRPr lang="en-US" dirty="0"/>
          </a:p>
          <a:p>
            <a:pPr lvl="0"/>
            <a:r>
              <a:rPr lang="en-US" dirty="0"/>
              <a:t>"Looking at the weaknesses of System 1, it’s easy to label it as 'flawed' or 'broken.' But System 1 isn't a defect—it’s an evolutionary marvel. Your brain accounts for roughly 2% of your total body weight, yet consumes over 20% of your metabolic energy. If you had to use System 2 to calculate the velocity of every footstep or deliberate over every single word you speak, you would collapse from sheer mental exhaustion before breakfast."</a:t>
            </a:r>
          </a:p>
          <a:p>
            <a:pPr lvl="0"/>
            <a:r>
              <a:rPr lang="en-US" b="1" dirty="0"/>
              <a:t>The Trade-off (Speed vs. Precision):</a:t>
            </a:r>
            <a:endParaRPr lang="en-US" dirty="0"/>
          </a:p>
          <a:p>
            <a:pPr lvl="0"/>
            <a:r>
              <a:rPr lang="en-US" dirty="0"/>
              <a:t>"System 1 exists to preserve energy. It relies on shortcuts to navigate routine daily life at virtually zero energy cost. Look at the gauges on the slide: System 1 operates on a whisper of fuel, while System 2 runs the needle up to 100% capacity."</a:t>
            </a:r>
          </a:p>
          <a:p>
            <a:pPr lvl="0"/>
            <a:r>
              <a:rPr lang="en-US" b="1" dirty="0"/>
              <a:t>The Core Problem:</a:t>
            </a:r>
            <a:endParaRPr lang="en-US" dirty="0"/>
          </a:p>
          <a:p>
            <a:pPr lvl="0"/>
            <a:r>
              <a:rPr lang="en-US" dirty="0"/>
              <a:t>"The </a:t>
            </a:r>
            <a:r>
              <a:rPr lang="en-US" i="1" dirty="0"/>
              <a:t>Efficiency Paradox</a:t>
            </a:r>
            <a:r>
              <a:rPr lang="en-US" dirty="0"/>
              <a:t> occurs when we use a low-energy tool for a high-stakes, high-complexity problem. When you use System 1 pattern-matching to negotiate a complex merger, write corporate strategy, or assess an investment portfolio, you are using an engine built for quick survival to perform precision engineering. That mismatch is where catastrophic judgment errors occur."</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3</a:t>
            </a:fld>
            <a:endParaRPr lang="en-US"/>
          </a:p>
        </p:txBody>
      </p:sp>
    </p:spTree>
    <p:extLst>
      <p:ext uri="{BB962C8B-B14F-4D97-AF65-F5344CB8AC3E}">
        <p14:creationId xmlns:p14="http://schemas.microsoft.com/office/powerpoint/2010/main" val="4249729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What are Heuristics?:</a:t>
            </a:r>
            <a:endParaRPr lang="en-US" dirty="0"/>
          </a:p>
          <a:p>
            <a:pPr lvl="0"/>
            <a:r>
              <a:rPr lang="en-US" dirty="0"/>
              <a:t>"Because System 1 prioritizes speed over absolute accuracy, it relies on </a:t>
            </a:r>
            <a:r>
              <a:rPr lang="en-US" b="1" dirty="0"/>
              <a:t>heuristics</a:t>
            </a:r>
            <a:r>
              <a:rPr lang="en-US" dirty="0"/>
              <a:t>—mental shortcuts or rules of thumb. Think of them as software macros in the human mind. Under normal conditions, these macros work remarkably well. But in modern, high-complexity environments, they create systematic, repeatable, and predictable glitches in human judgment."</a:t>
            </a:r>
          </a:p>
          <a:p>
            <a:pPr lvl="0"/>
            <a:r>
              <a:rPr lang="en-US" b="1" dirty="0"/>
              <a:t>Overview of the 4 Cognitive Glitches:</a:t>
            </a:r>
            <a:endParaRPr lang="en-US" dirty="0"/>
          </a:p>
          <a:p>
            <a:pPr lvl="0"/>
            <a:r>
              <a:rPr lang="en-US" dirty="0"/>
              <a:t>"Over the next few slides, we will break down the four major categories of these cognitive glitches shown on the diagram:</a:t>
            </a:r>
          </a:p>
          <a:p>
            <a:pPr marL="228600" lvl="0" indent="-228600">
              <a:buFont typeface="+mj-lt"/>
              <a:buAutoNum type="arabicPeriod"/>
            </a:pPr>
            <a:r>
              <a:rPr lang="en-US" b="1" dirty="0"/>
              <a:t>Contextual Framing:</a:t>
            </a:r>
            <a:r>
              <a:rPr lang="en-US" dirty="0"/>
              <a:t> How the environment surrounding a choice distorts its perceived value.</a:t>
            </a:r>
          </a:p>
          <a:p>
            <a:pPr marL="228600" lvl="0" indent="-228600">
              <a:buFont typeface="+mj-lt"/>
              <a:buAutoNum type="arabicPeriod"/>
            </a:pPr>
            <a:r>
              <a:rPr lang="en-US" b="1" dirty="0"/>
              <a:t>Risk Asymmetry:</a:t>
            </a:r>
            <a:r>
              <a:rPr lang="en-US" dirty="0"/>
              <a:t> How our fear of loss completely overrides our desire for gain.</a:t>
            </a:r>
          </a:p>
          <a:p>
            <a:pPr marL="228600" lvl="0" indent="-228600">
              <a:buFont typeface="+mj-lt"/>
              <a:buAutoNum type="arabicPeriod"/>
            </a:pPr>
            <a:r>
              <a:rPr lang="en-US" b="1" dirty="0"/>
              <a:t>Statistical Blindness:</a:t>
            </a:r>
            <a:r>
              <a:rPr lang="en-US" dirty="0"/>
              <a:t> Our tendency to ignore real-world probabilities in favor of vivid stories.</a:t>
            </a:r>
          </a:p>
          <a:p>
            <a:pPr marL="228600" lvl="0" indent="-228600">
              <a:buFont typeface="+mj-lt"/>
              <a:buAutoNum type="arabicPeriod"/>
            </a:pPr>
            <a:r>
              <a:rPr lang="en-US" b="1" dirty="0"/>
              <a:t>The Illusion of Understanding:</a:t>
            </a:r>
            <a:r>
              <a:rPr lang="en-US" dirty="0"/>
              <a:t> Our habit of manufacturing neat, logical explanations after the fact to make an unpredictable world feel controllable."</a:t>
            </a:r>
          </a:p>
          <a:p>
            <a:pPr lvl="0"/>
            <a:r>
              <a:rPr lang="en-US" b="1" dirty="0"/>
              <a:t>Transition:</a:t>
            </a:r>
            <a:endParaRPr lang="en-US" dirty="0"/>
          </a:p>
          <a:p>
            <a:pPr lvl="0"/>
            <a:r>
              <a:rPr lang="en-US" dirty="0"/>
              <a:t>"Let’s explore these glitches one by one so you can start spotting them in your day-to-day decisions."</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4</a:t>
            </a:fld>
            <a:endParaRPr lang="en-US"/>
          </a:p>
        </p:txBody>
      </p:sp>
    </p:spTree>
    <p:extLst>
      <p:ext uri="{BB962C8B-B14F-4D97-AF65-F5344CB8AC3E}">
        <p14:creationId xmlns:p14="http://schemas.microsoft.com/office/powerpoint/2010/main" val="3164718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Explaining Anchoring:</a:t>
            </a:r>
            <a:endParaRPr lang="en-US" dirty="0"/>
          </a:p>
          <a:p>
            <a:pPr lvl="0"/>
            <a:r>
              <a:rPr lang="en-US" dirty="0"/>
              <a:t>"Human minds are awful at evaluating absolute value in a vacuum. Instead, we rely entirely on comparison. </a:t>
            </a:r>
            <a:r>
              <a:rPr lang="en-US" b="1" dirty="0"/>
              <a:t>Anchoring</a:t>
            </a:r>
            <a:r>
              <a:rPr lang="en-US" dirty="0"/>
              <a:t> occurs when an initial piece of information acts as an unshakeable reference point for all subsequent estimations."</a:t>
            </a:r>
          </a:p>
          <a:p>
            <a:pPr lvl="0"/>
            <a:r>
              <a:rPr lang="en-US" b="1" dirty="0"/>
              <a:t>Real-World Example of Anchoring:</a:t>
            </a:r>
            <a:endParaRPr lang="en-US" dirty="0"/>
          </a:p>
          <a:p>
            <a:pPr lvl="0"/>
            <a:r>
              <a:rPr lang="en-US" dirty="0"/>
              <a:t>"In classic behavioral studies, if you ask people whether the height of a redwood tree is greater or less than 1,200 feet, and then ask them to guess the exact height, their guesses cluster around 800 to 1,000 feet. If you ask another group if the tree is greater or less than 180 feet, their average guess drops to around 200 feet. The first number mentioned anchors the brain, pulling conscious reasoning toward it regardless of relevance. Salary negotiations, real estate listings, and initial price quotes all rely heavily on this exact mechanism."</a:t>
            </a:r>
          </a:p>
          <a:p>
            <a:pPr lvl="0"/>
            <a:r>
              <a:rPr lang="en-US" b="1" dirty="0"/>
              <a:t>Explaining Framing:</a:t>
            </a:r>
            <a:endParaRPr lang="en-US" dirty="0"/>
          </a:p>
          <a:p>
            <a:pPr lvl="0"/>
            <a:r>
              <a:rPr lang="en-US" dirty="0"/>
              <a:t>"Next is </a:t>
            </a:r>
            <a:r>
              <a:rPr lang="en-US" b="1" dirty="0"/>
              <a:t>Framing</a:t>
            </a:r>
            <a:r>
              <a:rPr lang="en-US" dirty="0"/>
              <a:t>. Consider two products on a supermarket shelf: One says </a:t>
            </a:r>
            <a:r>
              <a:rPr lang="en-US" b="1" dirty="0"/>
              <a:t>'90% Fat-Free'</a:t>
            </a:r>
            <a:r>
              <a:rPr lang="en-US" dirty="0"/>
              <a:t>, and the other says </a:t>
            </a:r>
            <a:r>
              <a:rPr lang="en-US" b="1" dirty="0"/>
              <a:t>'Contains 10% Fat'</a:t>
            </a:r>
            <a:r>
              <a:rPr lang="en-US" dirty="0"/>
              <a:t>. Mathematically, they are identical. Psychologically, they trigger entirely different neural pathways. '90% Fat-Free' signals health and reward; '10% Fat' signals contamination and risk. Your System 1 reacts instantly to the </a:t>
            </a:r>
            <a:r>
              <a:rPr lang="en-US" i="1" dirty="0"/>
              <a:t>emotional framing</a:t>
            </a:r>
            <a:r>
              <a:rPr lang="en-US" dirty="0"/>
              <a:t> long before System 2 realizes the numerical reality is identical."</a:t>
            </a:r>
          </a:p>
          <a:p>
            <a:pPr lvl="0"/>
            <a:r>
              <a:rPr lang="en-US" b="1" dirty="0"/>
              <a:t>Practical Takeaway:</a:t>
            </a:r>
            <a:endParaRPr lang="en-US" dirty="0"/>
          </a:p>
          <a:p>
            <a:pPr lvl="0"/>
            <a:r>
              <a:rPr lang="en-US" dirty="0"/>
              <a:t>"Whenever someone presents you with an option or a figure, ask yourself: </a:t>
            </a:r>
            <a:r>
              <a:rPr lang="en-US" i="1" dirty="0"/>
              <a:t>Is this an absolute value, or am I being anchored and framed by how the choice was delivered?</a:t>
            </a:r>
            <a:r>
              <a:rPr lang="en-US" dirty="0"/>
              <a:t>"</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5</a:t>
            </a:fld>
            <a:endParaRPr lang="en-US"/>
          </a:p>
        </p:txBody>
      </p:sp>
    </p:spTree>
    <p:extLst>
      <p:ext uri="{BB962C8B-B14F-4D97-AF65-F5344CB8AC3E}">
        <p14:creationId xmlns:p14="http://schemas.microsoft.com/office/powerpoint/2010/main" val="3592500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Availability Heuristic:</a:t>
            </a:r>
            <a:endParaRPr lang="en-US" dirty="0"/>
          </a:p>
          <a:p>
            <a:pPr lvl="0"/>
            <a:r>
              <a:rPr lang="en-US" dirty="0"/>
              <a:t>"Look at the visual on this slide: a massive, bright sphere overwhelming a quiet background grid. This illustrates </a:t>
            </a:r>
            <a:r>
              <a:rPr lang="en-US" b="1" dirty="0"/>
              <a:t>The Availability Trap</a:t>
            </a:r>
            <a:r>
              <a:rPr lang="en-US" dirty="0"/>
              <a:t>. When System 1 estimates how probable an event is, it doesn't look at statistical databases—it measures </a:t>
            </a:r>
            <a:r>
              <a:rPr lang="en-US" i="1" dirty="0"/>
              <a:t>how easily an example comes to mind</a:t>
            </a:r>
            <a:r>
              <a:rPr lang="en-US" dirty="0"/>
              <a:t>."</a:t>
            </a:r>
          </a:p>
          <a:p>
            <a:pPr lvl="0"/>
            <a:r>
              <a:rPr lang="en-US" b="1" dirty="0"/>
              <a:t>Availability Examples:</a:t>
            </a:r>
            <a:endParaRPr lang="en-US" dirty="0"/>
          </a:p>
          <a:p>
            <a:pPr lvl="0"/>
            <a:r>
              <a:rPr lang="en-US" dirty="0"/>
              <a:t>"If a dramatic plane crash is broadcast on the news, that vivid, emotionally charged image is instantly accessible in your memory. As a result, people suddenly feel that flying is dangerous, even though statistically, driving to the airport is exponentially more hazardous. Highly emotional, dramatic, or recent events hijack our risk assessment while quiet base rates and background statistics are completely ignored."</a:t>
            </a:r>
          </a:p>
          <a:p>
            <a:pPr lvl="0"/>
            <a:r>
              <a:rPr lang="en-US" b="1" dirty="0"/>
              <a:t>The Representativeness Trap:</a:t>
            </a:r>
            <a:endParaRPr lang="en-US" dirty="0"/>
          </a:p>
          <a:p>
            <a:pPr lvl="0"/>
            <a:r>
              <a:rPr lang="en-US" dirty="0"/>
              <a:t>"We see a similar glitch in </a:t>
            </a:r>
            <a:r>
              <a:rPr lang="en-US" b="1" dirty="0"/>
              <a:t>Representativeness</a:t>
            </a:r>
            <a:r>
              <a:rPr lang="en-US" dirty="0"/>
              <a:t>. Imagine you meet a shy, detail-oriented person who loves quiet places and reading. Is this person more likely to be a librarian or a retail salesperson? Most people instantly say 'librarian' because the description fits our prototype of a librarian. But statistically, there are vastly more retail salespeople than librarians in the population! We routinely substitute stereotypical visual matching for base-rate statistical likelihood."</a:t>
            </a:r>
          </a:p>
          <a:p>
            <a:pPr lvl="0"/>
            <a:r>
              <a:rPr lang="en-US" b="1" dirty="0"/>
              <a:t>Key Lesson:</a:t>
            </a:r>
            <a:endParaRPr lang="en-US" dirty="0"/>
          </a:p>
          <a:p>
            <a:pPr lvl="0"/>
            <a:r>
              <a:rPr lang="en-US" dirty="0"/>
              <a:t>"Data without a narrative is often ignored, while a vivid story without data can drive major organizational strategy into a wall. Always check the quiet statistics behind the loud story."</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6</a:t>
            </a:fld>
            <a:endParaRPr lang="en-US"/>
          </a:p>
        </p:txBody>
      </p:sp>
    </p:spTree>
    <p:extLst>
      <p:ext uri="{BB962C8B-B14F-4D97-AF65-F5344CB8AC3E}">
        <p14:creationId xmlns:p14="http://schemas.microsoft.com/office/powerpoint/2010/main" val="2485364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 to Loss Aversion:</a:t>
            </a:r>
            <a:endParaRPr lang="en-US" dirty="0"/>
          </a:p>
          <a:p>
            <a:pPr lvl="0"/>
            <a:r>
              <a:rPr lang="en-US" dirty="0"/>
              <a:t>"If I offer you a coin flip—heads you win $100, tails you lose $100—would you take it? Most people refuse. Mathematically, the expected value is neutral. Psychologically, however, it is a terrible deal."</a:t>
            </a:r>
          </a:p>
          <a:p>
            <a:pPr lvl="0"/>
            <a:r>
              <a:rPr lang="en-US" b="1" dirty="0"/>
              <a:t>Analyzing the Asymmetry Curve:</a:t>
            </a:r>
            <a:endParaRPr lang="en-US" dirty="0"/>
          </a:p>
          <a:p>
            <a:pPr lvl="0"/>
            <a:r>
              <a:rPr lang="en-US" dirty="0"/>
              <a:t>"This curve illustrates </a:t>
            </a:r>
            <a:r>
              <a:rPr lang="en-US" b="1" dirty="0"/>
              <a:t>Prospect Theory</a:t>
            </a:r>
            <a:r>
              <a:rPr lang="en-US" dirty="0"/>
              <a:t>, pioneered by Kahneman and Amos Tversky. Notice how steep the red line is on the loss side compared to the shallow blue line on the gain side. Empirical studies show that </a:t>
            </a:r>
            <a:r>
              <a:rPr lang="en-US" b="1" dirty="0"/>
              <a:t>losses loom roughly twice as large as equivalent gains</a:t>
            </a:r>
            <a:r>
              <a:rPr lang="en-US" dirty="0"/>
              <a:t>. The psychological sting of losing $100 requires a gain of around $200 just to balance the emotional scales."</a:t>
            </a:r>
          </a:p>
          <a:p>
            <a:pPr lvl="0"/>
            <a:r>
              <a:rPr lang="en-US" b="1" dirty="0"/>
              <a:t>Real-World Organizational Impact:</a:t>
            </a:r>
            <a:endParaRPr lang="en-US" dirty="0"/>
          </a:p>
          <a:p>
            <a:pPr lvl="0"/>
            <a:r>
              <a:rPr lang="en-US" dirty="0"/>
              <a:t>"This extreme asymmetry causes profound distortion in leadership and decision-making:</a:t>
            </a:r>
          </a:p>
          <a:p>
            <a:pPr marL="171450" lvl="0" indent="-171450">
              <a:buFont typeface="Arial" panose="020B0604020202020204" pitchFamily="34" charset="0"/>
              <a:buChar char="•"/>
            </a:pPr>
            <a:r>
              <a:rPr lang="en-US" b="1" dirty="0"/>
              <a:t>Risk Aversion:</a:t>
            </a:r>
            <a:r>
              <a:rPr lang="en-US" dirty="0"/>
              <a:t> Companies routinely pass up high-probability growth opportunities because the threat of a small, visible loss triggers intense panic.</a:t>
            </a:r>
          </a:p>
          <a:p>
            <a:pPr marL="171450" lvl="0" indent="-171450">
              <a:buFont typeface="Arial" panose="020B0604020202020204" pitchFamily="34" charset="0"/>
              <a:buChar char="•"/>
            </a:pPr>
            <a:r>
              <a:rPr lang="en-US" b="1" dirty="0"/>
              <a:t>Status Quo Bias:</a:t>
            </a:r>
            <a:r>
              <a:rPr lang="en-US" dirty="0"/>
              <a:t> We hold onto underperforming assets, legacy tools, or failing strategies simply because cutting our losses feels like an unbearable admission of defeat."</a:t>
            </a:r>
          </a:p>
          <a:p>
            <a:pPr lvl="0"/>
            <a:r>
              <a:rPr lang="en-US" b="1" dirty="0"/>
              <a:t>Practical Application:</a:t>
            </a:r>
            <a:endParaRPr lang="en-US" dirty="0"/>
          </a:p>
          <a:p>
            <a:pPr lvl="0"/>
            <a:r>
              <a:rPr lang="en-US" dirty="0"/>
              <a:t>"To make rational decisions, you must decouple the mathematical valuation from the immediate emotional threat of loss."</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7</a:t>
            </a:fld>
            <a:endParaRPr lang="en-US"/>
          </a:p>
        </p:txBody>
      </p:sp>
    </p:spTree>
    <p:extLst>
      <p:ext uri="{BB962C8B-B14F-4D97-AF65-F5344CB8AC3E}">
        <p14:creationId xmlns:p14="http://schemas.microsoft.com/office/powerpoint/2010/main" val="3813432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Fog of War vs. Hindsight:</a:t>
            </a:r>
            <a:endParaRPr lang="en-US" dirty="0"/>
          </a:p>
          <a:p>
            <a:pPr lvl="0"/>
            <a:r>
              <a:rPr lang="en-US" dirty="0"/>
              <a:t>"Look at the left side of this slide: chaos, noise, overlapping possibilities—that is the actual reality of navigating the future. Now look at the right side: a clean, straight line once the outcome is known. This is </a:t>
            </a:r>
            <a:r>
              <a:rPr lang="en-US" b="1" dirty="0"/>
              <a:t>Hindsight Bias</a:t>
            </a:r>
            <a:r>
              <a:rPr lang="en-US" dirty="0"/>
              <a:t>—our irresistible urge to rewrite history."</a:t>
            </a:r>
          </a:p>
          <a:p>
            <a:pPr lvl="0"/>
            <a:r>
              <a:rPr lang="en-US" b="1" dirty="0"/>
              <a:t>The Narrative Fallacy:</a:t>
            </a:r>
            <a:endParaRPr lang="en-US" dirty="0"/>
          </a:p>
          <a:p>
            <a:pPr lvl="0"/>
            <a:r>
              <a:rPr lang="en-US" dirty="0"/>
              <a:t>"Once an event occurs—a stock market crash, a product failure, an unexpected election result—System 1 immediately rewrites our memory of what we knew </a:t>
            </a:r>
            <a:r>
              <a:rPr lang="en-US" i="1" dirty="0"/>
              <a:t>before</a:t>
            </a:r>
            <a:r>
              <a:rPr lang="en-US" dirty="0"/>
              <a:t> the event. We say things like, </a:t>
            </a:r>
            <a:r>
              <a:rPr lang="en-US" i="1" dirty="0"/>
              <a:t>'I knew it all along,'</a:t>
            </a:r>
            <a:r>
              <a:rPr lang="en-US" dirty="0"/>
              <a:t> or </a:t>
            </a:r>
            <a:r>
              <a:rPr lang="en-US" i="1" dirty="0"/>
              <a:t>'It was obvious that startup was going to fail.'</a:t>
            </a:r>
            <a:r>
              <a:rPr lang="en-US" dirty="0"/>
              <a:t> We construct neat, linear narratives that transform chaotic randomness into predictable events."</a:t>
            </a:r>
          </a:p>
          <a:p>
            <a:pPr lvl="0"/>
            <a:r>
              <a:rPr lang="en-US" b="1" dirty="0"/>
              <a:t>The Hidden Danger of Overconfidence:</a:t>
            </a:r>
            <a:endParaRPr lang="en-US" dirty="0"/>
          </a:p>
          <a:p>
            <a:pPr lvl="0"/>
            <a:r>
              <a:rPr lang="en-US" dirty="0"/>
              <a:t>"Why is this dangerous? Because if you believe the past was easy to predict, you naturally conclude that the future is equally easy to predict. This creates a false sense of security and severe overconfidence in strategic forecasting. We judge past choices based entirely on their final outcome rather than the quality of the decisions made in the midst of uncertainty."</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8</a:t>
            </a:fld>
            <a:endParaRPr lang="en-US"/>
          </a:p>
        </p:txBody>
      </p:sp>
    </p:spTree>
    <p:extLst>
      <p:ext uri="{BB962C8B-B14F-4D97-AF65-F5344CB8AC3E}">
        <p14:creationId xmlns:p14="http://schemas.microsoft.com/office/powerpoint/2010/main" val="916619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 to Sunk Costs:</a:t>
            </a:r>
            <a:endParaRPr lang="en-US" dirty="0"/>
          </a:p>
          <a:p>
            <a:pPr lvl="0"/>
            <a:r>
              <a:rPr lang="en-US" dirty="0"/>
              <a:t>"How many times have you stayed in a bad movie at the theater just because you paid $15 for the ticket? Or continued funding a doomed software project because you’ve already invested two years and millions of dollars into it? This is the </a:t>
            </a:r>
            <a:r>
              <a:rPr lang="en-US" b="1" dirty="0"/>
              <a:t>Sunk Cost Fallacy</a:t>
            </a:r>
            <a:r>
              <a:rPr lang="en-US" dirty="0"/>
              <a:t>."</a:t>
            </a:r>
          </a:p>
          <a:p>
            <a:pPr lvl="0"/>
            <a:r>
              <a:rPr lang="en-US" b="1" dirty="0"/>
              <a:t>Breaking Down Sunk Costs:</a:t>
            </a:r>
            <a:endParaRPr lang="en-US" dirty="0"/>
          </a:p>
          <a:p>
            <a:pPr lvl="0"/>
            <a:r>
              <a:rPr lang="en-US" dirty="0"/>
              <a:t>"Rational decision-making dictates that </a:t>
            </a:r>
            <a:r>
              <a:rPr lang="en-US" b="1" dirty="0"/>
              <a:t>past investments are entirely unrecoverable</a:t>
            </a:r>
            <a:r>
              <a:rPr lang="en-US" dirty="0"/>
              <a:t> and should have zero weight on future choices. The only question that matters today is: </a:t>
            </a:r>
            <a:r>
              <a:rPr lang="en-US" i="1" dirty="0"/>
              <a:t>'Given where we stand right now, will investing one more dollar or hour yield a positive return moving forward?'</a:t>
            </a:r>
            <a:r>
              <a:rPr lang="en-US" dirty="0"/>
              <a:t> Yet, because admitting loss causes psychological pain (as we saw with Loss Aversion), we throw good money after bad, holding ourselves hostage to the past."</a:t>
            </a:r>
          </a:p>
          <a:p>
            <a:pPr lvl="0"/>
            <a:r>
              <a:rPr lang="en-US" b="1" dirty="0"/>
              <a:t>The Endowment Effect:</a:t>
            </a:r>
            <a:endParaRPr lang="en-US" dirty="0"/>
          </a:p>
          <a:p>
            <a:pPr lvl="0"/>
            <a:r>
              <a:rPr lang="en-US" dirty="0"/>
              <a:t>"Closely tied to this is the </a:t>
            </a:r>
            <a:r>
              <a:rPr lang="en-US" b="1" dirty="0"/>
              <a:t>Endowment Effect</a:t>
            </a:r>
            <a:r>
              <a:rPr lang="en-US" dirty="0"/>
              <a:t>. The simple act of </a:t>
            </a:r>
            <a:r>
              <a:rPr lang="en-US" i="1" dirty="0"/>
              <a:t>owning</a:t>
            </a:r>
            <a:r>
              <a:rPr lang="en-US" dirty="0"/>
              <a:t> something—a house, a project, a job title, an idea—instantly inflates its value in our mind. Studies show that sellers routinely demand significantly higher prices to part with an object than buyers are willing to pay to acquire the exact same object. We overvalue what is ours simply because it is tied to our identity."</a:t>
            </a:r>
          </a:p>
          <a:p>
            <a:pPr lvl="0"/>
            <a:r>
              <a:rPr lang="en-US" b="1" dirty="0"/>
              <a:t>Executive Takeaway:</a:t>
            </a:r>
            <a:endParaRPr lang="en-US" dirty="0"/>
          </a:p>
          <a:p>
            <a:pPr lvl="0"/>
            <a:r>
              <a:rPr lang="en-US" dirty="0"/>
              <a:t>"To make clear-headed forward choices, you must relentlessly sever present choices from past unrecoverable investments."</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9</a:t>
            </a:fld>
            <a:endParaRPr lang="en-US"/>
          </a:p>
        </p:txBody>
      </p:sp>
    </p:spTree>
    <p:extLst>
      <p:ext uri="{BB962C8B-B14F-4D97-AF65-F5344CB8AC3E}">
        <p14:creationId xmlns:p14="http://schemas.microsoft.com/office/powerpoint/2010/main" val="1711093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Assembly Line Metaphor:</a:t>
            </a:r>
            <a:endParaRPr lang="en-US" dirty="0"/>
          </a:p>
          <a:p>
            <a:pPr lvl="0"/>
            <a:r>
              <a:rPr lang="en-US" dirty="0"/>
              <a:t>"Errors in human judgment are rarely born from stupidity or lack of intelligence. They are the result of raw data passing through a highly predictable assembly line of cognitive distortions. Let’s trace how a flawed decision is manufactured inside the mind."</a:t>
            </a:r>
          </a:p>
          <a:p>
            <a:pPr lvl="0"/>
            <a:r>
              <a:rPr lang="en-US" b="1" dirty="0"/>
              <a:t>Walking Through the Flow:</a:t>
            </a:r>
            <a:endParaRPr lang="en-US" dirty="0"/>
          </a:p>
          <a:p>
            <a:pPr marL="228600" lvl="0" indent="-228600">
              <a:buFont typeface="+mj-lt"/>
              <a:buAutoNum type="arabicPeriod"/>
            </a:pPr>
            <a:r>
              <a:rPr lang="en-US" b="1" dirty="0"/>
              <a:t>Raw Input:</a:t>
            </a:r>
            <a:r>
              <a:rPr lang="en-US" dirty="0"/>
              <a:t> It starts with an incomplete fact or isolated data point in the real world.</a:t>
            </a:r>
          </a:p>
          <a:p>
            <a:pPr marL="228600" lvl="0" indent="-228600">
              <a:buFont typeface="+mj-lt"/>
              <a:buAutoNum type="arabicPeriod"/>
            </a:pPr>
            <a:r>
              <a:rPr lang="en-US" b="1" dirty="0"/>
              <a:t>System 1 Match:</a:t>
            </a:r>
            <a:r>
              <a:rPr lang="en-US" dirty="0"/>
              <a:t> System 1 instantly grabs a familiar, vivid story from memory to make sense of the fact (Availability).</a:t>
            </a:r>
          </a:p>
          <a:p>
            <a:pPr marL="228600" lvl="0" indent="-228600">
              <a:buFont typeface="+mj-lt"/>
              <a:buAutoNum type="arabicPeriod"/>
            </a:pPr>
            <a:r>
              <a:rPr lang="en-US" b="1" dirty="0"/>
              <a:t>Cognitive Filter:</a:t>
            </a:r>
            <a:r>
              <a:rPr lang="en-US" dirty="0"/>
              <a:t> That story is run through a filter of loss aversion or negative framing, magnifying potential threats.</a:t>
            </a:r>
          </a:p>
          <a:p>
            <a:pPr marL="228600" lvl="0" indent="-228600">
              <a:buFont typeface="+mj-lt"/>
              <a:buAutoNum type="arabicPeriod"/>
            </a:pPr>
            <a:r>
              <a:rPr lang="en-US" b="1" dirty="0"/>
              <a:t>Validation:</a:t>
            </a:r>
            <a:r>
              <a:rPr lang="en-US" dirty="0"/>
              <a:t> System 2 wakes up, but instead of critically checking the logic, it engages in </a:t>
            </a:r>
            <a:r>
              <a:rPr lang="en-US" b="1" dirty="0"/>
              <a:t>Confirmation Bias</a:t>
            </a:r>
            <a:r>
              <a:rPr lang="en-US" dirty="0"/>
              <a:t>—actively seeking out evidence that supports System 1's initial impression while ignoring counter-evidence."</a:t>
            </a:r>
          </a:p>
          <a:p>
            <a:pPr lvl="0"/>
            <a:r>
              <a:rPr lang="en-US" b="1" dirty="0"/>
              <a:t>The Dangerous Result:</a:t>
            </a:r>
            <a:endParaRPr lang="en-US" dirty="0"/>
          </a:p>
          <a:p>
            <a:pPr lvl="0"/>
            <a:r>
              <a:rPr lang="en-US" dirty="0"/>
              <a:t>"The output at the end of this assembly line isn't a cautious, tentative guess; it is a </a:t>
            </a:r>
            <a:r>
              <a:rPr lang="en-US" b="1" dirty="0"/>
              <a:t>confidently delivered, deeply irrational decision</a:t>
            </a:r>
            <a:r>
              <a:rPr lang="en-US" dirty="0"/>
              <a:t>. Because the process felt intuitive and smooth, the decider feels absolute certainty right at the moment they are most wrong."</a:t>
            </a:r>
          </a:p>
          <a:p>
            <a:pPr lvl="0"/>
            <a:r>
              <a:rPr lang="en-US" b="1" dirty="0"/>
              <a:t>Transition:</a:t>
            </a:r>
            <a:endParaRPr lang="en-US" dirty="0"/>
          </a:p>
          <a:p>
            <a:pPr lvl="0"/>
            <a:r>
              <a:rPr lang="en-US" dirty="0"/>
              <a:t>"If we want to fix our decision output, we have to introduce friction into this internal assembly line."</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10</a:t>
            </a:fld>
            <a:endParaRPr lang="en-US"/>
          </a:p>
        </p:txBody>
      </p:sp>
    </p:spTree>
    <p:extLst>
      <p:ext uri="{BB962C8B-B14F-4D97-AF65-F5344CB8AC3E}">
        <p14:creationId xmlns:p14="http://schemas.microsoft.com/office/powerpoint/2010/main" val="3870435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Trap of Outcome Bias:</a:t>
            </a:r>
            <a:endParaRPr lang="en-US" dirty="0"/>
          </a:p>
          <a:p>
            <a:pPr lvl="0"/>
            <a:r>
              <a:rPr lang="en-US" dirty="0"/>
              <a:t>"In corporate boardrooms and daily life, we tend to judge decisions using a shortcut: if the result was good, we call it a great decision; if the result was bad, we call it a bad decision. In behavioral science, this mistake is called </a:t>
            </a:r>
            <a:r>
              <a:rPr lang="en-US" b="1" dirty="0"/>
              <a:t>Outcome Bias</a:t>
            </a:r>
            <a:r>
              <a:rPr lang="en-US" dirty="0"/>
              <a:t>."</a:t>
            </a:r>
          </a:p>
          <a:p>
            <a:pPr lvl="0"/>
            <a:r>
              <a:rPr lang="en-US" b="1" dirty="0"/>
              <a:t>Analyzing the 2x2 Matrix:</a:t>
            </a:r>
            <a:endParaRPr lang="en-US" dirty="0"/>
          </a:p>
          <a:p>
            <a:pPr lvl="0"/>
            <a:r>
              <a:rPr lang="en-US" dirty="0"/>
              <a:t>"Let's look at the four quadrants on the matrix:</a:t>
            </a:r>
          </a:p>
          <a:p>
            <a:pPr marL="171450" lvl="0" indent="-171450">
              <a:buFont typeface="Arial" panose="020B0604020202020204" pitchFamily="34" charset="0"/>
              <a:buChar char="•"/>
            </a:pPr>
            <a:r>
              <a:rPr lang="en-US" b="1" dirty="0"/>
              <a:t>Deserved Success (Good Process + Good Outcome):</a:t>
            </a:r>
            <a:r>
              <a:rPr lang="en-US" dirty="0"/>
              <a:t> The ideal scenario where sound analysis yields a great result.</a:t>
            </a:r>
          </a:p>
          <a:p>
            <a:pPr marL="171450" lvl="0" indent="-171450">
              <a:buFont typeface="Arial" panose="020B0604020202020204" pitchFamily="34" charset="0"/>
              <a:buChar char="•"/>
            </a:pPr>
            <a:r>
              <a:rPr lang="en-US" b="1" dirty="0"/>
              <a:t>Poetic Justice (Poor Process + Poor Outcome):</a:t>
            </a:r>
            <a:r>
              <a:rPr lang="en-US" dirty="0"/>
              <a:t> A reckless choice leads to a bad result.</a:t>
            </a:r>
          </a:p>
          <a:p>
            <a:pPr marL="171450" lvl="0" indent="-171450">
              <a:buFont typeface="Arial" panose="020B0604020202020204" pitchFamily="34" charset="0"/>
              <a:buChar char="•"/>
            </a:pPr>
            <a:r>
              <a:rPr lang="en-US" b="1" dirty="0"/>
              <a:t>Unlucky Break (Good Process + Poor Outcome):</a:t>
            </a:r>
            <a:r>
              <a:rPr lang="en-US" dirty="0"/>
              <a:t> You did all the right research, managed risk properly, but an unpredictable external event ruined the result. Here, the recommendation is: </a:t>
            </a:r>
            <a:r>
              <a:rPr lang="en-US" i="1" dirty="0"/>
              <a:t>Stay the course</a:t>
            </a:r>
            <a:r>
              <a:rPr lang="en-US" dirty="0"/>
              <a:t>. Do not abandon a sound strategy because of bad luck.</a:t>
            </a:r>
          </a:p>
          <a:p>
            <a:pPr marL="171450" lvl="0" indent="-171450">
              <a:buFont typeface="Arial" panose="020B0604020202020204" pitchFamily="34" charset="0"/>
              <a:buChar char="•"/>
            </a:pPr>
            <a:r>
              <a:rPr lang="en-US" b="1" dirty="0"/>
              <a:t>Dumb Luck (Poor Process + Good Outcome):</a:t>
            </a:r>
            <a:r>
              <a:rPr lang="en-US" dirty="0"/>
              <a:t> This is the most dangerous quadrant on the grid. Someone takes an uncalculated, foolish risk, gets lucky, and makes a profit."</a:t>
            </a:r>
          </a:p>
          <a:p>
            <a:pPr lvl="0"/>
            <a:r>
              <a:rPr lang="en-US" b="1" dirty="0"/>
              <a:t>Why 'Dumb Luck' is Dangerous:</a:t>
            </a:r>
            <a:endParaRPr lang="en-US" dirty="0"/>
          </a:p>
          <a:p>
            <a:pPr lvl="0"/>
            <a:r>
              <a:rPr lang="en-US" dirty="0"/>
              <a:t>"When 'Dumb Luck' occurs, System 1 claims full credit, declaring: </a:t>
            </a:r>
            <a:r>
              <a:rPr lang="en-US" i="1" dirty="0"/>
              <a:t>'I knew I was right!'</a:t>
            </a:r>
            <a:r>
              <a:rPr lang="en-US" dirty="0"/>
              <a:t> It dangerously reinforces bad habits, setting the decider up for a catastrophic crash when the luck runs out."</a:t>
            </a:r>
          </a:p>
          <a:p>
            <a:pPr lvl="0"/>
            <a:r>
              <a:rPr lang="en-US" b="1" dirty="0"/>
              <a:t>Core Rule:</a:t>
            </a:r>
            <a:endParaRPr lang="en-US" dirty="0"/>
          </a:p>
          <a:p>
            <a:pPr lvl="0"/>
            <a:r>
              <a:rPr lang="en-US" dirty="0"/>
              <a:t>"You cannot control outcomes; you can only control your process. Evaluate your decisions based strictly on what was known at the time the choice was made."</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11</a:t>
            </a:fld>
            <a:endParaRPr lang="en-US"/>
          </a:p>
        </p:txBody>
      </p:sp>
    </p:spTree>
    <p:extLst>
      <p:ext uri="{BB962C8B-B14F-4D97-AF65-F5344CB8AC3E}">
        <p14:creationId xmlns:p14="http://schemas.microsoft.com/office/powerpoint/2010/main" val="2296231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Building Circuit Breakers:</a:t>
            </a:r>
            <a:endParaRPr lang="en-US" dirty="0"/>
          </a:p>
          <a:p>
            <a:pPr lvl="0"/>
            <a:r>
              <a:rPr lang="en-US" dirty="0"/>
              <a:t>"Now that we've mapped the vulnerabilities in our thinking, how do we fix them? You cannot eliminate System 1—nor would you want to. What you </a:t>
            </a:r>
            <a:r>
              <a:rPr lang="en-US" i="1" dirty="0"/>
              <a:t>can</a:t>
            </a:r>
            <a:r>
              <a:rPr lang="en-US" dirty="0"/>
              <a:t> do is design deliberate 'circuit breakers' into high-stakes decision environments."</a:t>
            </a:r>
          </a:p>
          <a:p>
            <a:pPr lvl="0"/>
            <a:r>
              <a:rPr lang="en-US" b="1" dirty="0"/>
              <a:t>The 'Pause' Protocol:</a:t>
            </a:r>
            <a:endParaRPr lang="en-US" dirty="0"/>
          </a:p>
          <a:p>
            <a:pPr lvl="0"/>
            <a:r>
              <a:rPr lang="en-US" dirty="0"/>
              <a:t>"Between a stimulus (a market drop, a tense email, an investment pitch) and your reaction, there is a micro-second window. System 1 wants to jump the gap immediately, driving an </a:t>
            </a:r>
            <a:r>
              <a:rPr lang="en-US" b="1" dirty="0"/>
              <a:t>Impulse Reaction</a:t>
            </a:r>
            <a:r>
              <a:rPr lang="en-US" dirty="0"/>
              <a:t>. The goal of the </a:t>
            </a:r>
            <a:r>
              <a:rPr lang="en-US" b="1" dirty="0"/>
              <a:t>Pause Protocol</a:t>
            </a:r>
            <a:r>
              <a:rPr lang="en-US" dirty="0"/>
              <a:t> is to force a delay."</a:t>
            </a:r>
          </a:p>
          <a:p>
            <a:pPr lvl="0"/>
            <a:r>
              <a:rPr lang="en-US" b="1" dirty="0"/>
              <a:t>Forcing System 2 to Boot Up:</a:t>
            </a:r>
            <a:endParaRPr lang="en-US" dirty="0"/>
          </a:p>
          <a:p>
            <a:pPr lvl="0"/>
            <a:r>
              <a:rPr lang="en-US" dirty="0"/>
              <a:t>"By inserting an explicit </a:t>
            </a:r>
            <a:r>
              <a:rPr lang="en-US" b="1" dirty="0"/>
              <a:t>Pause Checkpoint</a:t>
            </a:r>
            <a:r>
              <a:rPr lang="en-US" dirty="0"/>
              <a:t>, you disrupt the automatic emotional processing. You force the brain to switch gears, giving lazy System 2 the time and cognitive space it needs to boot up, analyze the inputs, and formulate a </a:t>
            </a:r>
            <a:r>
              <a:rPr lang="en-US" b="1" dirty="0"/>
              <a:t>Deliberate Response</a:t>
            </a:r>
            <a:r>
              <a:rPr lang="en-US" dirty="0"/>
              <a:t>. Speed is the friend of bias; deliberate friction is the friend of quality."</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12</a:t>
            </a:fld>
            <a:endParaRPr lang="en-US"/>
          </a:p>
        </p:txBody>
      </p:sp>
    </p:spTree>
    <p:extLst>
      <p:ext uri="{BB962C8B-B14F-4D97-AF65-F5344CB8AC3E}">
        <p14:creationId xmlns:p14="http://schemas.microsoft.com/office/powerpoint/2010/main" val="221940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Introducing the Checklist:</a:t>
            </a:r>
            <a:endParaRPr lang="en-US" dirty="0"/>
          </a:p>
          <a:p>
            <a:pPr lvl="0"/>
            <a:r>
              <a:rPr lang="en-US" dirty="0"/>
              <a:t>"Pilots rely on pre-flight checklists not because they are ignorant, but because human memory under pressure is unreliable. Before finalizing any major, irreversible choice, run your initial impression through these five diagnostic friction points."</a:t>
            </a:r>
          </a:p>
          <a:p>
            <a:pPr lvl="0"/>
            <a:r>
              <a:rPr lang="en-US" b="1" dirty="0"/>
              <a:t>Items 1 &amp; 2 (Base Rate &amp; Anchor Audit):</a:t>
            </a:r>
            <a:endParaRPr lang="en-US" dirty="0"/>
          </a:p>
          <a:p>
            <a:pPr marL="171450" lvl="0" indent="-171450">
              <a:buFont typeface="Arial" panose="020B0604020202020204" pitchFamily="34" charset="0"/>
              <a:buChar char="•"/>
            </a:pPr>
            <a:r>
              <a:rPr lang="en-US" dirty="0"/>
              <a:t>"</a:t>
            </a:r>
            <a:r>
              <a:rPr lang="en-US" b="1" dirty="0"/>
              <a:t>01. The Base Rate Check:</a:t>
            </a:r>
            <a:r>
              <a:rPr lang="en-US" dirty="0"/>
              <a:t> Ask yourself: </a:t>
            </a:r>
            <a:r>
              <a:rPr lang="en-US" i="1" dirty="0"/>
              <a:t>'Am I reacting to a persuasive, emotional story, or am I looking at broad statistical probabilities?'</a:t>
            </a:r>
            <a:endParaRPr lang="en-US" dirty="0"/>
          </a:p>
          <a:p>
            <a:pPr marL="171450" lvl="0" indent="-171450">
              <a:buFont typeface="Arial" panose="020B0604020202020204" pitchFamily="34" charset="0"/>
              <a:buChar char="•"/>
            </a:pPr>
            <a:r>
              <a:rPr lang="en-US" b="1" dirty="0"/>
              <a:t>02. The Anchor Audit:</a:t>
            </a:r>
            <a:r>
              <a:rPr lang="en-US" dirty="0"/>
              <a:t> Trace your numbers back to their origin. </a:t>
            </a:r>
            <a:r>
              <a:rPr lang="en-US" i="1" dirty="0"/>
              <a:t>'Where did this initial estimate or target price come from? Is it grounded in objective reality, or was it set by an interested party to anchor my expectations?'</a:t>
            </a:r>
            <a:r>
              <a:rPr lang="en-US" dirty="0"/>
              <a:t>"</a:t>
            </a:r>
          </a:p>
          <a:p>
            <a:pPr lvl="0"/>
            <a:r>
              <a:rPr lang="en-US" b="1" dirty="0"/>
              <a:t>Items 3 &amp; 4 (Falsification &amp; Sunk Cost Reset):</a:t>
            </a:r>
            <a:endParaRPr lang="en-US" dirty="0"/>
          </a:p>
          <a:p>
            <a:pPr marL="171450" lvl="0" indent="-171450">
              <a:buFont typeface="Arial" panose="020B0604020202020204" pitchFamily="34" charset="0"/>
              <a:buChar char="•"/>
            </a:pPr>
            <a:r>
              <a:rPr lang="en-US" dirty="0"/>
              <a:t>"</a:t>
            </a:r>
            <a:r>
              <a:rPr lang="en-US" b="1" dirty="0"/>
              <a:t>03. The Falsification Test:</a:t>
            </a:r>
            <a:r>
              <a:rPr lang="en-US" dirty="0"/>
              <a:t> Don't ask </a:t>
            </a:r>
            <a:r>
              <a:rPr lang="en-US" i="1" dirty="0"/>
              <a:t>'Why am I right?'</a:t>
            </a:r>
            <a:r>
              <a:rPr lang="en-US" dirty="0"/>
              <a:t> Ask: </a:t>
            </a:r>
            <a:r>
              <a:rPr lang="en-US" i="1" dirty="0"/>
              <a:t>'What specific piece of data would prove my current thesis completely wrong?'</a:t>
            </a:r>
            <a:r>
              <a:rPr lang="en-US" dirty="0"/>
              <a:t> If you can't define what would change your mind, you are operating on dogma, not reason.</a:t>
            </a:r>
          </a:p>
          <a:p>
            <a:pPr marL="171450" lvl="0" indent="-171450">
              <a:buFont typeface="Arial" panose="020B0604020202020204" pitchFamily="34" charset="0"/>
              <a:buChar char="•"/>
            </a:pPr>
            <a:r>
              <a:rPr lang="en-US" b="1" dirty="0"/>
              <a:t>04. The Sunk Cost Reset:</a:t>
            </a:r>
            <a:r>
              <a:rPr lang="en-US" dirty="0"/>
              <a:t> Mentally wipe the slate clean. </a:t>
            </a:r>
            <a:r>
              <a:rPr lang="en-US" i="1" dirty="0"/>
              <a:t>'If we had zero history with this project or employee, and walked in fresh today, would we invest money in them right now?'</a:t>
            </a:r>
            <a:r>
              <a:rPr lang="en-US" dirty="0"/>
              <a:t> If the answer is no, step away."</a:t>
            </a:r>
          </a:p>
          <a:p>
            <a:pPr lvl="0"/>
            <a:r>
              <a:rPr lang="en-US" b="1"/>
              <a:t>Item </a:t>
            </a:r>
            <a:r>
              <a:rPr lang="en-US" b="1" dirty="0"/>
              <a:t>5 (The Hindsight Pre-Mortem):</a:t>
            </a:r>
            <a:endParaRPr lang="en-US" dirty="0"/>
          </a:p>
          <a:p>
            <a:pPr marL="171450" lvl="0" indent="-171450">
              <a:buFont typeface="Arial" panose="020B0604020202020204" pitchFamily="34" charset="0"/>
              <a:buChar char="•"/>
            </a:pPr>
            <a:r>
              <a:rPr lang="en-US" dirty="0"/>
              <a:t>"</a:t>
            </a:r>
            <a:r>
              <a:rPr lang="en-US" b="1" dirty="0"/>
              <a:t>05. The Hindsight Pre-Mortem:</a:t>
            </a:r>
            <a:r>
              <a:rPr lang="en-US" dirty="0"/>
              <a:t> Assume you are six months in the future, and this project has failed catastrophically. Write down a brief post-mortem detailing </a:t>
            </a:r>
            <a:r>
              <a:rPr lang="en-US" i="1" dirty="0"/>
              <a:t>why</a:t>
            </a:r>
            <a:r>
              <a:rPr lang="en-US" dirty="0"/>
              <a:t> it failed. This simple exercise unlocks critical risk perspectives that team optimism normally silences."</a:t>
            </a:r>
          </a:p>
          <a:p>
            <a:pPr lvl="0"/>
            <a:r>
              <a:rPr lang="en-US" b="1" dirty="0"/>
              <a:t>Summary:</a:t>
            </a:r>
            <a:endParaRPr lang="en-US" dirty="0"/>
          </a:p>
          <a:p>
            <a:pPr lvl="0"/>
            <a:r>
              <a:rPr lang="en-US" dirty="0"/>
              <a:t>"Integrating these five checks into team meetings drastically reduces cognitive errors."</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13</a:t>
            </a:fld>
            <a:endParaRPr lang="en-US"/>
          </a:p>
        </p:txBody>
      </p:sp>
    </p:spTree>
    <p:extLst>
      <p:ext uri="{BB962C8B-B14F-4D97-AF65-F5344CB8AC3E}">
        <p14:creationId xmlns:p14="http://schemas.microsoft.com/office/powerpoint/2010/main" val="3866984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Redefining Smart Thinking:</a:t>
            </a:r>
            <a:endParaRPr lang="en-US" dirty="0"/>
          </a:p>
          <a:p>
            <a:pPr lvl="0"/>
            <a:r>
              <a:rPr lang="en-US" dirty="0"/>
              <a:t>"Many people assume that 'better decision-making' means turning yourself into a cold, hyper-rational computer. It doesn't. True cognitive mastery comes down to a single trait: </a:t>
            </a:r>
            <a:r>
              <a:rPr lang="en-US" b="1" dirty="0"/>
              <a:t>Intellectual Humility</a:t>
            </a:r>
            <a:r>
              <a:rPr lang="en-US" dirty="0"/>
              <a:t>."</a:t>
            </a:r>
          </a:p>
          <a:p>
            <a:pPr lvl="0"/>
            <a:r>
              <a:rPr lang="en-US" b="1" dirty="0"/>
              <a:t>Deconstructing Certainty:</a:t>
            </a:r>
            <a:endParaRPr lang="en-US" dirty="0"/>
          </a:p>
          <a:p>
            <a:pPr lvl="0"/>
            <a:r>
              <a:rPr lang="en-US" dirty="0"/>
              <a:t>"Our minds are biological machines built for survival, framed by shortcuts and prone to self-delusion. When you feel 100% certain about an outcome, recognize that feeling for what it usually is: a biological signal of System 1 coherence, not an objective measure of factual truth. </a:t>
            </a:r>
            <a:r>
              <a:rPr lang="en-US" b="1" dirty="0"/>
              <a:t>Confidence is not evidence.</a:t>
            </a:r>
            <a:r>
              <a:rPr lang="en-US" dirty="0"/>
              <a:t>"</a:t>
            </a:r>
          </a:p>
          <a:p>
            <a:pPr lvl="0"/>
            <a:r>
              <a:rPr lang="en-US" b="1" dirty="0"/>
              <a:t>Practical Mindset:</a:t>
            </a:r>
            <a:endParaRPr lang="en-US" dirty="0"/>
          </a:p>
          <a:p>
            <a:pPr lvl="0"/>
            <a:r>
              <a:rPr lang="en-US" dirty="0"/>
              <a:t>"The best thinkers, leaders, and investors aren't the ones who claim to know everything. They are the ones who are careful observers of their own mental processes. They maintain the willingness to slow down, ask hard questions, and change their mind when the facts shift."</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14</a:t>
            </a:fld>
            <a:endParaRPr lang="en-US"/>
          </a:p>
        </p:txBody>
      </p:sp>
    </p:spTree>
    <p:extLst>
      <p:ext uri="{BB962C8B-B14F-4D97-AF65-F5344CB8AC3E}">
        <p14:creationId xmlns:p14="http://schemas.microsoft.com/office/powerpoint/2010/main" val="8246476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Executive Overview:</a:t>
            </a:r>
            <a:endParaRPr lang="en-US" dirty="0"/>
          </a:p>
          <a:p>
            <a:pPr lvl="0"/>
            <a:r>
              <a:rPr lang="en-US" dirty="0"/>
              <a:t>"This visual executive summary pulls together the entire architecture of choice into a single reference framework."</a:t>
            </a:r>
          </a:p>
          <a:p>
            <a:pPr lvl="0"/>
            <a:r>
              <a:rPr lang="en-US" b="1" dirty="0"/>
              <a:t>Recapping the Dual-System Model:</a:t>
            </a:r>
            <a:endParaRPr lang="en-US" dirty="0"/>
          </a:p>
          <a:p>
            <a:pPr lvl="0"/>
            <a:r>
              <a:rPr lang="en-US" dirty="0"/>
              <a:t>"On the left, we contrast our two cognitive engines:</a:t>
            </a:r>
          </a:p>
          <a:p>
            <a:pPr marL="171450" lvl="0" indent="-171450">
              <a:buFont typeface="Arial" panose="020B0604020202020204" pitchFamily="34" charset="0"/>
              <a:buChar char="•"/>
            </a:pPr>
            <a:r>
              <a:rPr lang="en-US" b="1" dirty="0"/>
              <a:t>System 1 (The Cheetah):</a:t>
            </a:r>
            <a:r>
              <a:rPr lang="en-US" dirty="0"/>
              <a:t> Fast, effortless, automatic, essential for everyday navigation, but highly vulnerable to emotional bias.</a:t>
            </a:r>
          </a:p>
          <a:p>
            <a:pPr marL="171450" lvl="0" indent="-171450">
              <a:buFont typeface="Arial" panose="020B0604020202020204" pitchFamily="34" charset="0"/>
              <a:buChar char="•"/>
            </a:pPr>
            <a:r>
              <a:rPr lang="en-US" b="1" dirty="0"/>
              <a:t>System 2 (The Deliberate Thinker):</a:t>
            </a:r>
            <a:r>
              <a:rPr lang="en-US" dirty="0"/>
              <a:t> Analytical, structured, capable of solving complex problems, but lazy and energy-intensive."</a:t>
            </a:r>
          </a:p>
          <a:p>
            <a:pPr lvl="0"/>
            <a:r>
              <a:rPr lang="en-US" b="1" dirty="0"/>
              <a:t>Recapping Pitfalls &amp; Strategies:</a:t>
            </a:r>
            <a:endParaRPr lang="en-US" dirty="0"/>
          </a:p>
          <a:p>
            <a:pPr lvl="0"/>
            <a:r>
              <a:rPr lang="en-US" dirty="0"/>
              <a:t>"In the center, we highlight the primary cognitive landmines: </a:t>
            </a:r>
            <a:r>
              <a:rPr lang="en-US" b="1" dirty="0"/>
              <a:t>Loss Aversion</a:t>
            </a:r>
            <a:r>
              <a:rPr lang="en-US" dirty="0"/>
              <a:t>, </a:t>
            </a:r>
            <a:r>
              <a:rPr lang="en-US" b="1" dirty="0"/>
              <a:t>Anchoring Effect</a:t>
            </a:r>
            <a:r>
              <a:rPr lang="en-US" dirty="0"/>
              <a:t>, and </a:t>
            </a:r>
            <a:r>
              <a:rPr lang="en-US" b="1" dirty="0"/>
              <a:t>Framing Effects</a:t>
            </a:r>
            <a:r>
              <a:rPr lang="en-US" dirty="0"/>
              <a:t>.</a:t>
            </a:r>
          </a:p>
          <a:p>
            <a:pPr lvl="0"/>
            <a:r>
              <a:rPr lang="en-US" dirty="0"/>
              <a:t>On the right are our core actionable defenses:</a:t>
            </a:r>
          </a:p>
          <a:p>
            <a:pPr marL="171450" lvl="0" indent="-171450">
              <a:buFont typeface="Arial" panose="020B0604020202020204" pitchFamily="34" charset="0"/>
              <a:buChar char="•"/>
            </a:pPr>
            <a:r>
              <a:rPr lang="en-US" b="1" dirty="0"/>
              <a:t>Create a Strategic Pause:</a:t>
            </a:r>
            <a:r>
              <a:rPr lang="en-US" dirty="0"/>
              <a:t> Slow down high-stakes choices to let System 2 engage.</a:t>
            </a:r>
          </a:p>
          <a:p>
            <a:pPr marL="171450" lvl="0" indent="-171450">
              <a:buFont typeface="Arial" panose="020B0604020202020204" pitchFamily="34" charset="0"/>
              <a:buChar char="•"/>
            </a:pPr>
            <a:r>
              <a:rPr lang="en-US" b="1" dirty="0"/>
              <a:t>Evaluate Process over Outcome:</a:t>
            </a:r>
            <a:r>
              <a:rPr lang="en-US" dirty="0"/>
              <a:t> Judge decisions based on analytical rigor, not luck.</a:t>
            </a:r>
          </a:p>
          <a:p>
            <a:pPr marL="171450" lvl="0" indent="-171450">
              <a:buFont typeface="Arial" panose="020B0604020202020204" pitchFamily="34" charset="0"/>
              <a:buChar char="•"/>
            </a:pPr>
            <a:r>
              <a:rPr lang="en-US" b="1" dirty="0"/>
              <a:t>Ask 'What if I'm wrong?':</a:t>
            </a:r>
            <a:r>
              <a:rPr lang="en-US" dirty="0"/>
              <a:t> Actively seek out disconfirming evidence."</a:t>
            </a:r>
          </a:p>
          <a:p>
            <a:pPr lvl="0"/>
            <a:r>
              <a:rPr lang="en-US" b="1" dirty="0"/>
              <a:t>Conclusion &amp; Final Word:</a:t>
            </a:r>
            <a:endParaRPr lang="en-US" dirty="0"/>
          </a:p>
          <a:p>
            <a:pPr lvl="0"/>
            <a:r>
              <a:rPr lang="en-US" dirty="0"/>
              <a:t>"When you master the interplay between fast and slow thinking, you stop being a passenger to your mind’s automatic patterns and become the deliberate architect of your own choices. Thank you."</a:t>
            </a:r>
          </a:p>
          <a:p>
            <a:endParaRPr lang="en-US" dirty="0"/>
          </a:p>
        </p:txBody>
      </p:sp>
      <p:sp>
        <p:nvSpPr>
          <p:cNvPr id="4" name="Slide Number Placeholder 3"/>
          <p:cNvSpPr>
            <a:spLocks noGrp="1"/>
          </p:cNvSpPr>
          <p:nvPr>
            <p:ph type="sldNum" sz="quarter" idx="5"/>
          </p:nvPr>
        </p:nvSpPr>
        <p:spPr/>
        <p:txBody>
          <a:bodyPr/>
          <a:lstStyle/>
          <a:p>
            <a:fld id="{68ACC949-A86F-4F66-AD11-71A43CD37FAE}" type="slidenum">
              <a:rPr lang="en-US" smtClean="0"/>
              <a:t>15</a:t>
            </a:fld>
            <a:endParaRPr lang="en-US"/>
          </a:p>
        </p:txBody>
      </p:sp>
    </p:spTree>
    <p:extLst>
      <p:ext uri="{BB962C8B-B14F-4D97-AF65-F5344CB8AC3E}">
        <p14:creationId xmlns:p14="http://schemas.microsoft.com/office/powerpoint/2010/main" val="32779257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https://www.youtube.com/watch?v=rlYXYCVOE_c</a:t>
            </a:r>
          </a:p>
        </p:txBody>
      </p:sp>
      <p:sp>
        <p:nvSpPr>
          <p:cNvPr id="4" name="Slide Number Placeholder 3"/>
          <p:cNvSpPr>
            <a:spLocks noGrp="1"/>
          </p:cNvSpPr>
          <p:nvPr>
            <p:ph type="sldNum" sz="quarter" idx="5"/>
          </p:nvPr>
        </p:nvSpPr>
        <p:spPr/>
        <p:txBody>
          <a:bodyPr/>
          <a:lstStyle/>
          <a:p>
            <a:fld id="{68ACC949-A86F-4F66-AD11-71A43CD37FAE}" type="slidenum">
              <a:rPr lang="en-US" smtClean="0"/>
              <a:t>16</a:t>
            </a:fld>
            <a:endParaRPr lang="en-US"/>
          </a:p>
        </p:txBody>
      </p:sp>
    </p:spTree>
    <p:extLst>
      <p:ext uri="{BB962C8B-B14F-4D97-AF65-F5344CB8AC3E}">
        <p14:creationId xmlns:p14="http://schemas.microsoft.com/office/powerpoint/2010/main" val="1140682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E34055-46DC-8730-1587-A019DD1B5ED9}"/>
              </a:ext>
            </a:extLst>
          </p:cNvPr>
          <p:cNvSpPr>
            <a:spLocks noGrp="1"/>
          </p:cNvSpPr>
          <p:nvPr>
            <p:ph type="dt" sz="half" idx="10"/>
          </p:nvPr>
        </p:nvSpPr>
        <p:spPr/>
        <p:txBody>
          <a:bodyPr/>
          <a:lstStyle/>
          <a:p>
            <a:fld id="{A7447FE6-3C23-4BAE-A640-595D73BB2514}" type="datetimeFigureOut">
              <a:rPr lang="en-US" smtClean="0"/>
              <a:t>10/21/2026</a:t>
            </a:fld>
            <a:endParaRPr lang="en-US"/>
          </a:p>
        </p:txBody>
      </p:sp>
      <p:sp>
        <p:nvSpPr>
          <p:cNvPr id="3" name="Footer Placeholder 2">
            <a:extLst>
              <a:ext uri="{FF2B5EF4-FFF2-40B4-BE49-F238E27FC236}">
                <a16:creationId xmlns:a16="http://schemas.microsoft.com/office/drawing/2014/main" id="{DD8371F2-FAE3-0BDF-2559-DCA757992F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19CE00-E82F-3F37-31E9-1F52DAD952E7}"/>
              </a:ext>
            </a:extLst>
          </p:cNvPr>
          <p:cNvSpPr>
            <a:spLocks noGrp="1"/>
          </p:cNvSpPr>
          <p:nvPr>
            <p:ph type="sldNum" sz="quarter" idx="12"/>
          </p:nvPr>
        </p:nvSpPr>
        <p:spPr/>
        <p:txBody>
          <a:bodyPr/>
          <a:lstStyle/>
          <a:p>
            <a:fld id="{BF1A12F6-51BF-468A-A0E5-58B2474ED0C1}" type="slidenum">
              <a:rPr lang="en-US" smtClean="0"/>
              <a:t>‹#›</a:t>
            </a:fld>
            <a:endParaRPr lang="en-US"/>
          </a:p>
        </p:txBody>
      </p:sp>
    </p:spTree>
    <p:extLst>
      <p:ext uri="{BB962C8B-B14F-4D97-AF65-F5344CB8AC3E}">
        <p14:creationId xmlns:p14="http://schemas.microsoft.com/office/powerpoint/2010/main" val="13280406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6A9A90-0A0F-96C0-C35B-99A48E63FC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843B7F-183E-6770-8D77-7E39BF33D5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617C84-4102-E15C-B873-3737BF0095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447FE6-3C23-4BAE-A640-595D73BB2514}" type="datetimeFigureOut">
              <a:rPr lang="en-US" smtClean="0"/>
              <a:t>10/21/2026</a:t>
            </a:fld>
            <a:endParaRPr lang="en-US"/>
          </a:p>
        </p:txBody>
      </p:sp>
      <p:sp>
        <p:nvSpPr>
          <p:cNvPr id="5" name="Footer Placeholder 4">
            <a:extLst>
              <a:ext uri="{FF2B5EF4-FFF2-40B4-BE49-F238E27FC236}">
                <a16:creationId xmlns:a16="http://schemas.microsoft.com/office/drawing/2014/main" id="{CAB24BC9-09F4-8A50-89A2-E775B883E1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DE37A8-5565-F6AD-1C2B-CE247627E5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1A12F6-51BF-468A-A0E5-58B2474ED0C1}" type="slidenum">
              <a:rPr lang="en-US" smtClean="0"/>
              <a:t>‹#›</a:t>
            </a:fld>
            <a:endParaRPr lang="en-US"/>
          </a:p>
        </p:txBody>
      </p:sp>
    </p:spTree>
    <p:extLst>
      <p:ext uri="{BB962C8B-B14F-4D97-AF65-F5344CB8AC3E}">
        <p14:creationId xmlns:p14="http://schemas.microsoft.com/office/powerpoint/2010/main" val="425475399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C656903-03B7-8DEF-DF4C-0F439EB535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0E5396-E16D-BB07-15CE-41C0B17C01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E16288-D6E9-0E79-0A0B-B9FB6635A1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1BE3C8-8140-BB60-869C-43173573E6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94D5FB-2A7C-A0BD-203E-51E52F5727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22FB12-3A1D-593F-5153-BCD5DBF5C0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A624F1-FC63-16E6-F463-3414255561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1F252C-8B30-1329-E2DE-F576F65FE72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55E89E-DDD0-DA7E-E4A1-C78028A56B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2DB58C-8538-E5D5-0E9F-1CE86CE0FAE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7B5462-474D-A8E8-829E-547837BE1F0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AE3E0B-2DC7-75BD-7BD6-D35CD38893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95ECD5-FF9A-6116-CE14-752805F01A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243E38-D9BE-1522-51EB-16352A565E5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9963FF-B30F-EAA6-8EFF-226234F867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036C49-8840-4557-3EE4-7DFD0268C2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299814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3498</Words>
  <Application>Microsoft Office PowerPoint</Application>
  <PresentationFormat>寬螢幕</PresentationFormat>
  <Paragraphs>153</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2026-09-20T11:44:52Z</dcterms:created>
  <dcterms:modified xsi:type="dcterms:W3CDTF">2026-10-21T02:42:58Z</dcterms:modified>
</cp:coreProperties>
</file>