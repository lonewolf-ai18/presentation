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D8B232-4340-46CE-9913-A5D9308E5BD2}" v="28" dt="2026-09-25T01:26:39.4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25T01:27:01.367" v="90" actId="166"/>
      <pc:docMkLst>
        <pc:docMk/>
      </pc:docMkLst>
      <pc:sldChg chg="addSp delSp modSp mod modAnim modNotes modNotesTx">
        <pc:chgData name="Lai, Wilson" userId="2840974a-0d84-4886-90a9-9a3ed79f3a48" providerId="ADAL" clId="{9F23B798-9E84-4552-BA63-E776E805C424}" dt="2026-09-25T01:27:01.367" v="90" actId="166"/>
        <pc:sldMkLst>
          <pc:docMk/>
          <pc:sldMk cId="0" sldId="257"/>
        </pc:sldMkLst>
        <pc:spChg chg="add mod">
          <ac:chgData name="Lai, Wilson" userId="2840974a-0d84-4886-90a9-9a3ed79f3a48" providerId="ADAL" clId="{9F23B798-9E84-4552-BA63-E776E805C424}" dt="2026-09-24T13:49:56.430" v="17" actId="164"/>
          <ac:spMkLst>
            <pc:docMk/>
            <pc:sldMk cId="0" sldId="257"/>
            <ac:spMk id="5" creationId="{E67031A5-5756-5F68-DBF1-0C6ACF8DF12D}"/>
          </ac:spMkLst>
        </pc:spChg>
        <pc:grpChg chg="add mod ord">
          <ac:chgData name="Lai, Wilson" userId="2840974a-0d84-4886-90a9-9a3ed79f3a48" providerId="ADAL" clId="{9F23B798-9E84-4552-BA63-E776E805C424}" dt="2026-09-24T13:50:00.180" v="18" actId="167"/>
          <ac:grpSpMkLst>
            <pc:docMk/>
            <pc:sldMk cId="0" sldId="257"/>
            <ac:grpSpMk id="6" creationId="{8BC57A02-8018-AFCE-28A4-644F12D463A3}"/>
          </ac:grpSpMkLst>
        </pc:grpChg>
        <pc:picChg chg="del">
          <ac:chgData name="Lai, Wilson" userId="2840974a-0d84-4886-90a9-9a3ed79f3a48" providerId="ADAL" clId="{9F23B798-9E84-4552-BA63-E776E805C424}" dt="2026-09-24T22:40:42.106" v="19" actId="21"/>
          <ac:picMkLst>
            <pc:docMk/>
            <pc:sldMk cId="0" sldId="257"/>
            <ac:picMk id="2" creationId="{00000000-0000-0000-0000-000000000000}"/>
          </ac:picMkLst>
        </pc:picChg>
        <pc:picChg chg="add mod">
          <ac:chgData name="Lai, Wilson" userId="2840974a-0d84-4886-90a9-9a3ed79f3a48" providerId="ADAL" clId="{9F23B798-9E84-4552-BA63-E776E805C424}" dt="2026-09-24T13:49:56.430" v="17" actId="164"/>
          <ac:picMkLst>
            <pc:docMk/>
            <pc:sldMk cId="0" sldId="257"/>
            <ac:picMk id="3" creationId="{F2E1FA9B-3A4F-AB13-33AC-F309AD1174A8}"/>
          </ac:picMkLst>
        </pc:picChg>
        <pc:picChg chg="add ord">
          <ac:chgData name="Lai, Wilson" userId="2840974a-0d84-4886-90a9-9a3ed79f3a48" providerId="ADAL" clId="{9F23B798-9E84-4552-BA63-E776E805C424}" dt="2026-09-25T01:27:01.367" v="90" actId="166"/>
          <ac:picMkLst>
            <pc:docMk/>
            <pc:sldMk cId="0" sldId="257"/>
            <ac:picMk id="7" creationId="{83674AC4-2C00-0CFD-6DC3-C673DB5C952E}"/>
          </ac:picMkLst>
        </pc:picChg>
      </pc:sldChg>
      <pc:sldChg chg="addSp delSp mod modNotes modNotesTx">
        <pc:chgData name="Lai, Wilson" userId="2840974a-0d84-4886-90a9-9a3ed79f3a48" providerId="ADAL" clId="{9F23B798-9E84-4552-BA63-E776E805C424}" dt="2026-09-25T01:26:02.316" v="84"/>
        <pc:sldMkLst>
          <pc:docMk/>
          <pc:sldMk cId="0" sldId="258"/>
        </pc:sldMkLst>
        <pc:picChg chg="del">
          <ac:chgData name="Lai, Wilson" userId="2840974a-0d84-4886-90a9-9a3ed79f3a48" providerId="ADAL" clId="{9F23B798-9E84-4552-BA63-E776E805C424}" dt="2026-09-24T22:40:59.275" v="21" actId="21"/>
          <ac:picMkLst>
            <pc:docMk/>
            <pc:sldMk cId="0" sldId="258"/>
            <ac:picMk id="2" creationId="{00000000-0000-0000-0000-000000000000}"/>
          </ac:picMkLst>
        </pc:picChg>
        <pc:picChg chg="add">
          <ac:chgData name="Lai, Wilson" userId="2840974a-0d84-4886-90a9-9a3ed79f3a48" providerId="ADAL" clId="{9F23B798-9E84-4552-BA63-E776E805C424}" dt="2026-09-24T22:41:05.835" v="22" actId="22"/>
          <ac:picMkLst>
            <pc:docMk/>
            <pc:sldMk cId="0" sldId="258"/>
            <ac:picMk id="4" creationId="{B361A1F7-3C17-ACBF-EE7A-D2BD45995AF1}"/>
          </ac:picMkLst>
        </pc:picChg>
      </pc:sldChg>
      <pc:sldChg chg="addSp delSp mod modNotes modNotesTx">
        <pc:chgData name="Lai, Wilson" userId="2840974a-0d84-4886-90a9-9a3ed79f3a48" providerId="ADAL" clId="{9F23B798-9E84-4552-BA63-E776E805C424}" dt="2026-09-25T01:25:53.058" v="83"/>
        <pc:sldMkLst>
          <pc:docMk/>
          <pc:sldMk cId="0" sldId="259"/>
        </pc:sldMkLst>
        <pc:picChg chg="del">
          <ac:chgData name="Lai, Wilson" userId="2840974a-0d84-4886-90a9-9a3ed79f3a48" providerId="ADAL" clId="{9F23B798-9E84-4552-BA63-E776E805C424}" dt="2026-09-24T22:41:09.088" v="23" actId="21"/>
          <ac:picMkLst>
            <pc:docMk/>
            <pc:sldMk cId="0" sldId="259"/>
            <ac:picMk id="2" creationId="{00000000-0000-0000-0000-000000000000}"/>
          </ac:picMkLst>
        </pc:picChg>
        <pc:picChg chg="add">
          <ac:chgData name="Lai, Wilson" userId="2840974a-0d84-4886-90a9-9a3ed79f3a48" providerId="ADAL" clId="{9F23B798-9E84-4552-BA63-E776E805C424}" dt="2026-09-24T22:41:18.463" v="24" actId="22"/>
          <ac:picMkLst>
            <pc:docMk/>
            <pc:sldMk cId="0" sldId="259"/>
            <ac:picMk id="4" creationId="{841281E1-642C-FC7C-2926-B74F09994AE2}"/>
          </ac:picMkLst>
        </pc:picChg>
      </pc:sldChg>
      <pc:sldChg chg="addSp delSp mod modNotes">
        <pc:chgData name="Lai, Wilson" userId="2840974a-0d84-4886-90a9-9a3ed79f3a48" providerId="ADAL" clId="{9F23B798-9E84-4552-BA63-E776E805C424}" dt="2026-09-25T01:25:53.058" v="83"/>
        <pc:sldMkLst>
          <pc:docMk/>
          <pc:sldMk cId="0" sldId="260"/>
        </pc:sldMkLst>
        <pc:picChg chg="del">
          <ac:chgData name="Lai, Wilson" userId="2840974a-0d84-4886-90a9-9a3ed79f3a48" providerId="ADAL" clId="{9F23B798-9E84-4552-BA63-E776E805C424}" dt="2026-09-24T22:41:19.713" v="25" actId="21"/>
          <ac:picMkLst>
            <pc:docMk/>
            <pc:sldMk cId="0" sldId="260"/>
            <ac:picMk id="2" creationId="{00000000-0000-0000-0000-000000000000}"/>
          </ac:picMkLst>
        </pc:picChg>
        <pc:picChg chg="add">
          <ac:chgData name="Lai, Wilson" userId="2840974a-0d84-4886-90a9-9a3ed79f3a48" providerId="ADAL" clId="{9F23B798-9E84-4552-BA63-E776E805C424}" dt="2026-09-24T22:41:31.348" v="26" actId="22"/>
          <ac:picMkLst>
            <pc:docMk/>
            <pc:sldMk cId="0" sldId="260"/>
            <ac:picMk id="4" creationId="{4E85EB42-AC76-B3A7-A0CC-CF7F9DACADB9}"/>
          </ac:picMkLst>
        </pc:picChg>
      </pc:sldChg>
      <pc:sldChg chg="addSp delSp mod modNotes modNotesTx">
        <pc:chgData name="Lai, Wilson" userId="2840974a-0d84-4886-90a9-9a3ed79f3a48" providerId="ADAL" clId="{9F23B798-9E84-4552-BA63-E776E805C424}" dt="2026-09-25T01:25:53.058" v="83"/>
        <pc:sldMkLst>
          <pc:docMk/>
          <pc:sldMk cId="0" sldId="261"/>
        </pc:sldMkLst>
        <pc:picChg chg="del">
          <ac:chgData name="Lai, Wilson" userId="2840974a-0d84-4886-90a9-9a3ed79f3a48" providerId="ADAL" clId="{9F23B798-9E84-4552-BA63-E776E805C424}" dt="2026-09-24T22:41:33.676" v="27" actId="21"/>
          <ac:picMkLst>
            <pc:docMk/>
            <pc:sldMk cId="0" sldId="261"/>
            <ac:picMk id="2" creationId="{00000000-0000-0000-0000-000000000000}"/>
          </ac:picMkLst>
        </pc:picChg>
        <pc:picChg chg="add">
          <ac:chgData name="Lai, Wilson" userId="2840974a-0d84-4886-90a9-9a3ed79f3a48" providerId="ADAL" clId="{9F23B798-9E84-4552-BA63-E776E805C424}" dt="2026-09-24T22:41:41.850" v="28" actId="22"/>
          <ac:picMkLst>
            <pc:docMk/>
            <pc:sldMk cId="0" sldId="261"/>
            <ac:picMk id="4" creationId="{EFFC7924-F083-5973-5C70-A4138B673E0A}"/>
          </ac:picMkLst>
        </pc:picChg>
      </pc:sldChg>
      <pc:sldChg chg="addSp delSp mod modNotes">
        <pc:chgData name="Lai, Wilson" userId="2840974a-0d84-4886-90a9-9a3ed79f3a48" providerId="ADAL" clId="{9F23B798-9E84-4552-BA63-E776E805C424}" dt="2026-09-25T01:26:02.316" v="84"/>
        <pc:sldMkLst>
          <pc:docMk/>
          <pc:sldMk cId="0" sldId="262"/>
        </pc:sldMkLst>
        <pc:picChg chg="del">
          <ac:chgData name="Lai, Wilson" userId="2840974a-0d84-4886-90a9-9a3ed79f3a48" providerId="ADAL" clId="{9F23B798-9E84-4552-BA63-E776E805C424}" dt="2026-09-24T22:41:43.734" v="29" actId="21"/>
          <ac:picMkLst>
            <pc:docMk/>
            <pc:sldMk cId="0" sldId="262"/>
            <ac:picMk id="2" creationId="{00000000-0000-0000-0000-000000000000}"/>
          </ac:picMkLst>
        </pc:picChg>
        <pc:picChg chg="add">
          <ac:chgData name="Lai, Wilson" userId="2840974a-0d84-4886-90a9-9a3ed79f3a48" providerId="ADAL" clId="{9F23B798-9E84-4552-BA63-E776E805C424}" dt="2026-09-24T22:41:51.578" v="30" actId="22"/>
          <ac:picMkLst>
            <pc:docMk/>
            <pc:sldMk cId="0" sldId="262"/>
            <ac:picMk id="4" creationId="{C3B2F0A7-D99F-E412-586E-B4AF0C22A41A}"/>
          </ac:picMkLst>
        </pc:picChg>
      </pc:sldChg>
      <pc:sldChg chg="addSp delSp mod modNotes">
        <pc:chgData name="Lai, Wilson" userId="2840974a-0d84-4886-90a9-9a3ed79f3a48" providerId="ADAL" clId="{9F23B798-9E84-4552-BA63-E776E805C424}" dt="2026-09-25T01:26:02.316" v="84"/>
        <pc:sldMkLst>
          <pc:docMk/>
          <pc:sldMk cId="0" sldId="263"/>
        </pc:sldMkLst>
        <pc:picChg chg="del">
          <ac:chgData name="Lai, Wilson" userId="2840974a-0d84-4886-90a9-9a3ed79f3a48" providerId="ADAL" clId="{9F23B798-9E84-4552-BA63-E776E805C424}" dt="2026-09-24T22:41:54.496" v="31" actId="21"/>
          <ac:picMkLst>
            <pc:docMk/>
            <pc:sldMk cId="0" sldId="263"/>
            <ac:picMk id="2" creationId="{00000000-0000-0000-0000-000000000000}"/>
          </ac:picMkLst>
        </pc:picChg>
        <pc:picChg chg="add">
          <ac:chgData name="Lai, Wilson" userId="2840974a-0d84-4886-90a9-9a3ed79f3a48" providerId="ADAL" clId="{9F23B798-9E84-4552-BA63-E776E805C424}" dt="2026-09-24T22:42:04.313" v="32" actId="22"/>
          <ac:picMkLst>
            <pc:docMk/>
            <pc:sldMk cId="0" sldId="263"/>
            <ac:picMk id="4" creationId="{7D473870-707E-9EE5-B27C-F291F9C27A1F}"/>
          </ac:picMkLst>
        </pc:picChg>
      </pc:sldChg>
      <pc:sldChg chg="addSp delSp mod modNotes">
        <pc:chgData name="Lai, Wilson" userId="2840974a-0d84-4886-90a9-9a3ed79f3a48" providerId="ADAL" clId="{9F23B798-9E84-4552-BA63-E776E805C424}" dt="2026-09-25T01:25:53.058" v="83"/>
        <pc:sldMkLst>
          <pc:docMk/>
          <pc:sldMk cId="0" sldId="264"/>
        </pc:sldMkLst>
        <pc:picChg chg="del">
          <ac:chgData name="Lai, Wilson" userId="2840974a-0d84-4886-90a9-9a3ed79f3a48" providerId="ADAL" clId="{9F23B798-9E84-4552-BA63-E776E805C424}" dt="2026-09-24T22:42:05.695" v="33" actId="21"/>
          <ac:picMkLst>
            <pc:docMk/>
            <pc:sldMk cId="0" sldId="264"/>
            <ac:picMk id="2" creationId="{00000000-0000-0000-0000-000000000000}"/>
          </ac:picMkLst>
        </pc:picChg>
        <pc:picChg chg="add">
          <ac:chgData name="Lai, Wilson" userId="2840974a-0d84-4886-90a9-9a3ed79f3a48" providerId="ADAL" clId="{9F23B798-9E84-4552-BA63-E776E805C424}" dt="2026-09-24T22:42:14.094" v="34" actId="22"/>
          <ac:picMkLst>
            <pc:docMk/>
            <pc:sldMk cId="0" sldId="264"/>
            <ac:picMk id="4" creationId="{6E8EFC28-DF33-D085-FC4B-6FE3262C877C}"/>
          </ac:picMkLst>
        </pc:picChg>
      </pc:sldChg>
      <pc:sldChg chg="addSp delSp mod modNotes">
        <pc:chgData name="Lai, Wilson" userId="2840974a-0d84-4886-90a9-9a3ed79f3a48" providerId="ADAL" clId="{9F23B798-9E84-4552-BA63-E776E805C424}" dt="2026-09-25T01:25:53.058" v="83"/>
        <pc:sldMkLst>
          <pc:docMk/>
          <pc:sldMk cId="0" sldId="265"/>
        </pc:sldMkLst>
        <pc:picChg chg="del">
          <ac:chgData name="Lai, Wilson" userId="2840974a-0d84-4886-90a9-9a3ed79f3a48" providerId="ADAL" clId="{9F23B798-9E84-4552-BA63-E776E805C424}" dt="2026-09-24T22:42:17.220" v="35" actId="21"/>
          <ac:picMkLst>
            <pc:docMk/>
            <pc:sldMk cId="0" sldId="265"/>
            <ac:picMk id="2" creationId="{00000000-0000-0000-0000-000000000000}"/>
          </ac:picMkLst>
        </pc:picChg>
        <pc:picChg chg="add">
          <ac:chgData name="Lai, Wilson" userId="2840974a-0d84-4886-90a9-9a3ed79f3a48" providerId="ADAL" clId="{9F23B798-9E84-4552-BA63-E776E805C424}" dt="2026-09-24T22:42:53.877" v="36" actId="22"/>
          <ac:picMkLst>
            <pc:docMk/>
            <pc:sldMk cId="0" sldId="265"/>
            <ac:picMk id="4" creationId="{F5BD4F0F-E2F9-B3F1-97C8-D84B3E62B942}"/>
          </ac:picMkLst>
        </pc:picChg>
      </pc:sldChg>
      <pc:sldChg chg="addSp delSp mod modNotes">
        <pc:chgData name="Lai, Wilson" userId="2840974a-0d84-4886-90a9-9a3ed79f3a48" providerId="ADAL" clId="{9F23B798-9E84-4552-BA63-E776E805C424}" dt="2026-09-25T01:25:53.058" v="83"/>
        <pc:sldMkLst>
          <pc:docMk/>
          <pc:sldMk cId="0" sldId="266"/>
        </pc:sldMkLst>
        <pc:picChg chg="del">
          <ac:chgData name="Lai, Wilson" userId="2840974a-0d84-4886-90a9-9a3ed79f3a48" providerId="ADAL" clId="{9F23B798-9E84-4552-BA63-E776E805C424}" dt="2026-09-24T22:42:55.115" v="37" actId="21"/>
          <ac:picMkLst>
            <pc:docMk/>
            <pc:sldMk cId="0" sldId="266"/>
            <ac:picMk id="2" creationId="{00000000-0000-0000-0000-000000000000}"/>
          </ac:picMkLst>
        </pc:picChg>
        <pc:picChg chg="add">
          <ac:chgData name="Lai, Wilson" userId="2840974a-0d84-4886-90a9-9a3ed79f3a48" providerId="ADAL" clId="{9F23B798-9E84-4552-BA63-E776E805C424}" dt="2026-09-24T22:43:01.777" v="38" actId="22"/>
          <ac:picMkLst>
            <pc:docMk/>
            <pc:sldMk cId="0" sldId="266"/>
            <ac:picMk id="4" creationId="{19440002-2B33-07E0-8976-C7F9597B64E6}"/>
          </ac:picMkLst>
        </pc:picChg>
      </pc:sldChg>
      <pc:sldChg chg="addSp delSp mod modNotes">
        <pc:chgData name="Lai, Wilson" userId="2840974a-0d84-4886-90a9-9a3ed79f3a48" providerId="ADAL" clId="{9F23B798-9E84-4552-BA63-E776E805C424}" dt="2026-09-25T01:26:02.316" v="84"/>
        <pc:sldMkLst>
          <pc:docMk/>
          <pc:sldMk cId="0" sldId="267"/>
        </pc:sldMkLst>
        <pc:picChg chg="del">
          <ac:chgData name="Lai, Wilson" userId="2840974a-0d84-4886-90a9-9a3ed79f3a48" providerId="ADAL" clId="{9F23B798-9E84-4552-BA63-E776E805C424}" dt="2026-09-24T22:43:03.681" v="39" actId="21"/>
          <ac:picMkLst>
            <pc:docMk/>
            <pc:sldMk cId="0" sldId="267"/>
            <ac:picMk id="2" creationId="{00000000-0000-0000-0000-000000000000}"/>
          </ac:picMkLst>
        </pc:picChg>
        <pc:picChg chg="add">
          <ac:chgData name="Lai, Wilson" userId="2840974a-0d84-4886-90a9-9a3ed79f3a48" providerId="ADAL" clId="{9F23B798-9E84-4552-BA63-E776E805C424}" dt="2026-09-24T22:43:10.527" v="40" actId="22"/>
          <ac:picMkLst>
            <pc:docMk/>
            <pc:sldMk cId="0" sldId="267"/>
            <ac:picMk id="4" creationId="{3ED83CD3-8724-0137-34BA-03531148AE2A}"/>
          </ac:picMkLst>
        </pc:picChg>
      </pc:sldChg>
      <pc:sldChg chg="addSp delSp mod modNotes">
        <pc:chgData name="Lai, Wilson" userId="2840974a-0d84-4886-90a9-9a3ed79f3a48" providerId="ADAL" clId="{9F23B798-9E84-4552-BA63-E776E805C424}" dt="2026-09-25T01:25:53.058" v="83"/>
        <pc:sldMkLst>
          <pc:docMk/>
          <pc:sldMk cId="0" sldId="268"/>
        </pc:sldMkLst>
        <pc:picChg chg="del">
          <ac:chgData name="Lai, Wilson" userId="2840974a-0d84-4886-90a9-9a3ed79f3a48" providerId="ADAL" clId="{9F23B798-9E84-4552-BA63-E776E805C424}" dt="2026-09-24T22:43:12.052" v="41" actId="21"/>
          <ac:picMkLst>
            <pc:docMk/>
            <pc:sldMk cId="0" sldId="268"/>
            <ac:picMk id="2" creationId="{00000000-0000-0000-0000-000000000000}"/>
          </ac:picMkLst>
        </pc:picChg>
        <pc:picChg chg="add">
          <ac:chgData name="Lai, Wilson" userId="2840974a-0d84-4886-90a9-9a3ed79f3a48" providerId="ADAL" clId="{9F23B798-9E84-4552-BA63-E776E805C424}" dt="2026-09-24T22:43:57.368" v="42" actId="22"/>
          <ac:picMkLst>
            <pc:docMk/>
            <pc:sldMk cId="0" sldId="268"/>
            <ac:picMk id="4" creationId="{82922423-9316-080F-BCBD-4FFA8474C662}"/>
          </ac:picMkLst>
        </pc:picChg>
      </pc:sldChg>
      <pc:sldChg chg="addSp delSp mod modNotes">
        <pc:chgData name="Lai, Wilson" userId="2840974a-0d84-4886-90a9-9a3ed79f3a48" providerId="ADAL" clId="{9F23B798-9E84-4552-BA63-E776E805C424}" dt="2026-09-25T01:25:53.058" v="83"/>
        <pc:sldMkLst>
          <pc:docMk/>
          <pc:sldMk cId="0" sldId="269"/>
        </pc:sldMkLst>
        <pc:picChg chg="del">
          <ac:chgData name="Lai, Wilson" userId="2840974a-0d84-4886-90a9-9a3ed79f3a48" providerId="ADAL" clId="{9F23B798-9E84-4552-BA63-E776E805C424}" dt="2026-09-24T22:43:58.939" v="43" actId="21"/>
          <ac:picMkLst>
            <pc:docMk/>
            <pc:sldMk cId="0" sldId="269"/>
            <ac:picMk id="2" creationId="{00000000-0000-0000-0000-000000000000}"/>
          </ac:picMkLst>
        </pc:picChg>
        <pc:picChg chg="add">
          <ac:chgData name="Lai, Wilson" userId="2840974a-0d84-4886-90a9-9a3ed79f3a48" providerId="ADAL" clId="{9F23B798-9E84-4552-BA63-E776E805C424}" dt="2026-09-24T22:44:07.592" v="44" actId="22"/>
          <ac:picMkLst>
            <pc:docMk/>
            <pc:sldMk cId="0" sldId="269"/>
            <ac:picMk id="4" creationId="{FAC1F811-EDEB-1B37-07DF-BEA7555E4E18}"/>
          </ac:picMkLst>
        </pc:picChg>
      </pc:sldChg>
      <pc:sldChg chg="addSp delSp mod modNotes modNotesTx">
        <pc:chgData name="Lai, Wilson" userId="2840974a-0d84-4886-90a9-9a3ed79f3a48" providerId="ADAL" clId="{9F23B798-9E84-4552-BA63-E776E805C424}" dt="2026-09-25T01:25:53.058" v="83"/>
        <pc:sldMkLst>
          <pc:docMk/>
          <pc:sldMk cId="0" sldId="270"/>
        </pc:sldMkLst>
        <pc:picChg chg="del">
          <ac:chgData name="Lai, Wilson" userId="2840974a-0d84-4886-90a9-9a3ed79f3a48" providerId="ADAL" clId="{9F23B798-9E84-4552-BA63-E776E805C424}" dt="2026-09-24T22:44:08.967" v="45" actId="21"/>
          <ac:picMkLst>
            <pc:docMk/>
            <pc:sldMk cId="0" sldId="270"/>
            <ac:picMk id="2" creationId="{00000000-0000-0000-0000-000000000000}"/>
          </ac:picMkLst>
        </pc:picChg>
        <pc:picChg chg="add">
          <ac:chgData name="Lai, Wilson" userId="2840974a-0d84-4886-90a9-9a3ed79f3a48" providerId="ADAL" clId="{9F23B798-9E84-4552-BA63-E776E805C424}" dt="2026-09-24T22:45:16.349" v="46" actId="22"/>
          <ac:picMkLst>
            <pc:docMk/>
            <pc:sldMk cId="0" sldId="270"/>
            <ac:picMk id="4" creationId="{26F33D5E-E2A6-6ABA-63EC-0B65F4450010}"/>
          </ac:picMkLst>
        </pc:picChg>
      </pc:sldChg>
      <pc:sldChg chg="addSp delSp mod modNotes modNotesTx">
        <pc:chgData name="Lai, Wilson" userId="2840974a-0d84-4886-90a9-9a3ed79f3a48" providerId="ADAL" clId="{9F23B798-9E84-4552-BA63-E776E805C424}" dt="2026-09-25T01:25:53.058" v="83"/>
        <pc:sldMkLst>
          <pc:docMk/>
          <pc:sldMk cId="0" sldId="271"/>
        </pc:sldMkLst>
        <pc:picChg chg="del">
          <ac:chgData name="Lai, Wilson" userId="2840974a-0d84-4886-90a9-9a3ed79f3a48" providerId="ADAL" clId="{9F23B798-9E84-4552-BA63-E776E805C424}" dt="2026-09-24T22:45:19.600" v="47" actId="21"/>
          <ac:picMkLst>
            <pc:docMk/>
            <pc:sldMk cId="0" sldId="271"/>
            <ac:picMk id="2" creationId="{00000000-0000-0000-0000-000000000000}"/>
          </ac:picMkLst>
        </pc:picChg>
        <pc:picChg chg="add">
          <ac:chgData name="Lai, Wilson" userId="2840974a-0d84-4886-90a9-9a3ed79f3a48" providerId="ADAL" clId="{9F23B798-9E84-4552-BA63-E776E805C424}" dt="2026-09-24T22:45:38.997" v="48" actId="22"/>
          <ac:picMkLst>
            <pc:docMk/>
            <pc:sldMk cId="0" sldId="271"/>
            <ac:picMk id="4" creationId="{819FCB89-C990-E502-D084-76A6BEC6E010}"/>
          </ac:picMkLst>
        </pc:picChg>
      </pc:sldChg>
      <pc:sldChg chg="addSp delSp mod modNotes modNotesTx">
        <pc:chgData name="Lai, Wilson" userId="2840974a-0d84-4886-90a9-9a3ed79f3a48" providerId="ADAL" clId="{9F23B798-9E84-4552-BA63-E776E805C424}" dt="2026-09-25T01:26:52.920" v="89" actId="113"/>
        <pc:sldMkLst>
          <pc:docMk/>
          <pc:sldMk cId="2827526924" sldId="272"/>
        </pc:sldMkLst>
        <pc:picChg chg="del">
          <ac:chgData name="Lai, Wilson" userId="2840974a-0d84-4886-90a9-9a3ed79f3a48" providerId="ADAL" clId="{9F23B798-9E84-4552-BA63-E776E805C424}" dt="2026-09-24T22:45:41.695" v="49" actId="21"/>
          <ac:picMkLst>
            <pc:docMk/>
            <pc:sldMk cId="2827526924" sldId="272"/>
            <ac:picMk id="3" creationId="{2E9216E0-EE88-0A37-FBCE-6B5D31346454}"/>
          </ac:picMkLst>
        </pc:picChg>
        <pc:picChg chg="add">
          <ac:chgData name="Lai, Wilson" userId="2840974a-0d84-4886-90a9-9a3ed79f3a48" providerId="ADAL" clId="{9F23B798-9E84-4552-BA63-E776E805C424}" dt="2026-09-24T22:46:09.151" v="50" actId="22"/>
          <ac:picMkLst>
            <pc:docMk/>
            <pc:sldMk cId="2827526924" sldId="272"/>
            <ac:picMk id="4" creationId="{0B7245DF-ED4B-D594-4936-A1D4864DCF0E}"/>
          </ac:picMkLst>
        </pc:picChg>
      </pc:sldChg>
      <pc:sldMasterChg chg="setBg">
        <pc:chgData name="Lai, Wilson" userId="2840974a-0d84-4886-90a9-9a3ed79f3a48" providerId="ADAL" clId="{9F23B798-9E84-4552-BA63-E776E805C424}" dt="2026-09-24T13:25:35.009" v="0"/>
        <pc:sldMasterMkLst>
          <pc:docMk/>
          <pc:sldMasterMk cId="251910756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A96029-6617-406B-BB5B-CB9D2394B185}"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931BD0-F991-476C-BD14-154465C2A0EB}" type="slidenum">
              <a:rPr lang="en-US" smtClean="0"/>
              <a:t>‹#›</a:t>
            </a:fld>
            <a:endParaRPr lang="en-US"/>
          </a:p>
        </p:txBody>
      </p:sp>
    </p:spTree>
    <p:extLst>
      <p:ext uri="{BB962C8B-B14F-4D97-AF65-F5344CB8AC3E}">
        <p14:creationId xmlns:p14="http://schemas.microsoft.com/office/powerpoint/2010/main" val="2946105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Statement &amp; Core Thesis:</a:t>
            </a:r>
            <a:endParaRPr lang="en-US" dirty="0"/>
          </a:p>
          <a:p>
            <a:pPr marL="171450" lvl="0" indent="-171450">
              <a:buFont typeface="Arial" panose="020B0604020202020204" pitchFamily="34" charset="0"/>
              <a:buChar char="•"/>
            </a:pPr>
            <a:r>
              <a:rPr lang="en-US" dirty="0"/>
              <a:t>Welcome everyone. Today, we are opening a system diagnostic on the global financial architecture—specifically, how central banking, credit creation, and credit allocation intentionally suppress global economic growth.</a:t>
            </a:r>
          </a:p>
          <a:p>
            <a:pPr marL="171450" lvl="0" indent="-171450">
              <a:buFont typeface="Arial" panose="020B0604020202020204" pitchFamily="34" charset="0"/>
              <a:buChar char="•"/>
            </a:pPr>
            <a:r>
              <a:rPr lang="en-US" dirty="0"/>
              <a:t>Modern mainstream economics teaches us that economic stagnation, inflation, and recessions are natural, unavoidable cycles. We are going to dismantle that narrative today using empirical evidence and the structural analysis of Professor Richard Werner.</a:t>
            </a:r>
          </a:p>
          <a:p>
            <a:pPr lvl="0"/>
            <a:r>
              <a:rPr lang="en-US" b="1" dirty="0"/>
              <a:t>Key Talking Points:</a:t>
            </a:r>
            <a:endParaRPr lang="en-US" dirty="0"/>
          </a:p>
          <a:p>
            <a:pPr marL="171450" lvl="0" indent="-171450">
              <a:buFont typeface="Arial" panose="020B0604020202020204" pitchFamily="34" charset="0"/>
              <a:buChar char="•"/>
            </a:pPr>
            <a:r>
              <a:rPr lang="en-US" b="1" dirty="0"/>
              <a:t>The Premise:</a:t>
            </a:r>
            <a:r>
              <a:rPr lang="en-US" dirty="0"/>
              <a:t> Prosperity and economic abundance are engineering choices. The scarcity, austerity, and zero-growth environment experienced across advanced economies today are not accidents or natural phenomena; they are structural outcomes produced by specific policy choices and monetary design.</a:t>
            </a:r>
          </a:p>
          <a:p>
            <a:pPr marL="171450" lvl="0" indent="-171450">
              <a:buFont typeface="Arial" panose="020B0604020202020204" pitchFamily="34" charset="0"/>
              <a:buChar char="•"/>
            </a:pPr>
            <a:r>
              <a:rPr lang="en-US" b="1" dirty="0"/>
              <a:t>System Diagnostic:</a:t>
            </a:r>
            <a:r>
              <a:rPr lang="en-US" dirty="0"/>
              <a:t> We will examine how money is actually created, who controls its allocation, why our banking systems have consolidated into central planning engines, and how decentralized credit allocation can unlock sustained, non-inflationary 10%+ annual growth.</a:t>
            </a:r>
          </a:p>
          <a:p>
            <a:endParaRPr lang="en-US" dirty="0"/>
          </a:p>
          <a:p>
            <a:endParaRPr lang="en-US" dirty="0"/>
          </a:p>
          <a:p>
            <a:endParaRPr lang="en-US" dirty="0"/>
          </a:p>
          <a:p>
            <a:endParaRPr lang="en-US" dirty="0"/>
          </a:p>
          <a:p>
            <a:r>
              <a:rPr lang="en-US" b="1" dirty="0"/>
              <a:t>The Greatest Fraud In Human History | Prof. Richard Werner</a:t>
            </a:r>
          </a:p>
          <a:p>
            <a:r>
              <a:rPr lang="en-US" dirty="0"/>
              <a:t>https://www.youtube.com/watch?v=uVlx2en1RRc</a:t>
            </a:r>
          </a:p>
        </p:txBody>
      </p:sp>
      <p:sp>
        <p:nvSpPr>
          <p:cNvPr id="4" name="Slide Number Placeholder 3"/>
          <p:cNvSpPr>
            <a:spLocks noGrp="1"/>
          </p:cNvSpPr>
          <p:nvPr>
            <p:ph type="sldNum" sz="quarter" idx="5"/>
          </p:nvPr>
        </p:nvSpPr>
        <p:spPr/>
        <p:txBody>
          <a:bodyPr/>
          <a:lstStyle/>
          <a:p>
            <a:fld id="{1D931BD0-F991-476C-BD14-154465C2A0EB}" type="slidenum">
              <a:rPr lang="en-US" smtClean="0"/>
              <a:t>1</a:t>
            </a:fld>
            <a:endParaRPr lang="en-US"/>
          </a:p>
        </p:txBody>
      </p:sp>
    </p:spTree>
    <p:extLst>
      <p:ext uri="{BB962C8B-B14F-4D97-AF65-F5344CB8AC3E}">
        <p14:creationId xmlns:p14="http://schemas.microsoft.com/office/powerpoint/2010/main" val="1478353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b="1" dirty="0"/>
              <a:t>Side A — Known Technology &amp; Ingenuity:</a:t>
            </a:r>
            <a:r>
              <a:rPr lang="en-US" dirty="0"/>
              <a:t> Humanity currently possesses more technological capability, scientific knowledge, and operational know-how than at any point in recorded history. Known technologies alone—without even factoring in classified or black-budget research—are sufficient to solve major production and productivity challenges.</a:t>
            </a:r>
          </a:p>
          <a:p>
            <a:pPr marL="0" lvl="0" indent="0">
              <a:buFont typeface="Arial" panose="020B0604020202020204" pitchFamily="34" charset="0"/>
              <a:buNone/>
            </a:pPr>
            <a:r>
              <a:rPr lang="en-US" b="1" dirty="0"/>
              <a:t>Side B — Economic Reality:</a:t>
            </a:r>
            <a:r>
              <a:rPr lang="en-US" dirty="0"/>
              <a:t> Despite this unprecedented technology, advanced economies face severe cost-of-living crises, zero-growth stagnation, declining public services, and eroding middle-class prosperity.</a:t>
            </a:r>
          </a:p>
          <a:p>
            <a:pPr marL="0" lvl="0" indent="0">
              <a:buFont typeface="Arial" panose="020B0604020202020204" pitchFamily="34" charset="0"/>
              <a:buNone/>
            </a:pPr>
            <a:r>
              <a:rPr lang="en-US" b="1" dirty="0"/>
              <a:t>The Core Diagnostic Query:</a:t>
            </a:r>
            <a:r>
              <a:rPr lang="en-US" dirty="0"/>
              <a:t> Are we witnessing widespread, fundamental incompetence across governments and central banks, or is this stagnation the result of mechanical design?</a:t>
            </a:r>
          </a:p>
          <a:p>
            <a:pPr marL="0" lvl="0" indent="0">
              <a:buFont typeface="Arial" panose="020B0604020202020204" pitchFamily="34" charset="0"/>
              <a:buNone/>
            </a:pPr>
            <a:r>
              <a:rPr lang="en-US" b="1" dirty="0"/>
              <a:t>Takeaway:</a:t>
            </a:r>
            <a:r>
              <a:rPr lang="en-US" dirty="0"/>
              <a:t> When outcomes consistently contradict available technological potential, we must look beyond surface excuses like bad luck or incompetence and inspect the mechanical constraints built into the system.</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2</a:t>
            </a:fld>
            <a:endParaRPr lang="en-US"/>
          </a:p>
        </p:txBody>
      </p:sp>
    </p:spTree>
    <p:extLst>
      <p:ext uri="{BB962C8B-B14F-4D97-AF65-F5344CB8AC3E}">
        <p14:creationId xmlns:p14="http://schemas.microsoft.com/office/powerpoint/2010/main" val="3173231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Narrative vs. Reality:</a:t>
            </a:r>
            <a:r>
              <a:rPr lang="en-US" dirty="0"/>
              <a:t> Mainstream economic models operate backward. Theorists start with a desired policy conclusion, build a theoretical equilibrium model around it, and then invent convenient assumptions to justify the logic.</a:t>
            </a:r>
          </a:p>
          <a:p>
            <a:pPr lvl="0"/>
            <a:r>
              <a:rPr lang="en-US" b="1" dirty="0"/>
              <a:t>Revealed Preference:</a:t>
            </a:r>
            <a:r>
              <a:rPr lang="en-US" dirty="0"/>
              <a:t> Samuelson argued that rational actors reveal their true intentions through their actions, not their words. For system insiders with the best information and tools, their true goals are revealed by the empirical outcomes they create.</a:t>
            </a:r>
          </a:p>
          <a:p>
            <a:pPr lvl="0"/>
            <a:r>
              <a:rPr lang="en-US" b="1" dirty="0"/>
              <a:t>Application to Central Banking:</a:t>
            </a:r>
            <a:r>
              <a:rPr lang="en-US" dirty="0"/>
              <a:t> Central bankers frequently spin narratives about fighting inflation, supporting employment, or maintaining stability. However, by applying Revealed Preference, if their policies consistently result in banking consolidation, asset bubbles, and middle-class stagnation, we must conclude that these structural outcomes are precisely what is being planned.</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3</a:t>
            </a:fld>
            <a:endParaRPr lang="en-US"/>
          </a:p>
        </p:txBody>
      </p:sp>
    </p:spTree>
    <p:extLst>
      <p:ext uri="{BB962C8B-B14F-4D97-AF65-F5344CB8AC3E}">
        <p14:creationId xmlns:p14="http://schemas.microsoft.com/office/powerpoint/2010/main" val="4077359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Financial Intermediation Lie:</a:t>
            </a:r>
            <a:r>
              <a:rPr lang="en-US" dirty="0"/>
              <a:t> Mainstream textbooks teach that banks are merely intermediaries that collect deposits from savers and lend them out to borrowers. This theory claims banks cannot create money.</a:t>
            </a:r>
          </a:p>
          <a:p>
            <a:pPr lvl="0"/>
            <a:r>
              <a:rPr lang="en-US" b="1" dirty="0"/>
              <a:t>The Empirical Reality:</a:t>
            </a:r>
            <a:r>
              <a:rPr lang="en-US" dirty="0"/>
              <a:t> Banks do not lend out pre-existing money. When a bank extends a loan, it simultaneously creates new money out of nothing by crediting the borrower’s deposit account.</a:t>
            </a:r>
          </a:p>
          <a:p>
            <a:pPr lvl="0"/>
            <a:r>
              <a:rPr lang="en-US" b="1" dirty="0"/>
              <a:t>The Accounting Cloak:</a:t>
            </a:r>
            <a:r>
              <a:rPr lang="en-US" dirty="0"/>
              <a:t> Double-entry accounting, invented roughly 800 years ago, mathematically hides this creation. Because the bank registers the loan as an asset (the borrower’s promise to pay) and the new deposit as a liability, the balance sheet balances perfectly. To an outside observer, it looks as if pre-existing money was simply transferred, hiding the act of new money creation in plain sight.</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4</a:t>
            </a:fld>
            <a:endParaRPr lang="en-US"/>
          </a:p>
        </p:txBody>
      </p:sp>
    </p:spTree>
    <p:extLst>
      <p:ext uri="{BB962C8B-B14F-4D97-AF65-F5344CB8AC3E}">
        <p14:creationId xmlns:p14="http://schemas.microsoft.com/office/powerpoint/2010/main" val="4135584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Path 1 — Asset Purchases &amp; Consumption (Non-Productive):</a:t>
            </a:r>
            <a:endParaRPr lang="en-US" dirty="0"/>
          </a:p>
          <a:p>
            <a:pPr marL="171450" lvl="0" indent="-171450">
              <a:buFont typeface="Arial" panose="020B0604020202020204" pitchFamily="34" charset="0"/>
              <a:buChar char="•"/>
            </a:pPr>
            <a:r>
              <a:rPr lang="en-US" dirty="0"/>
              <a:t>When new bank credit is funneled into asset purchases (real estate, private equity, hedge funds, financial speculation) or pure consumption, no new goods or services are produced.</a:t>
            </a:r>
          </a:p>
          <a:p>
            <a:pPr marL="171450" lvl="0" indent="-171450">
              <a:buFont typeface="Arial" panose="020B0604020202020204" pitchFamily="34" charset="0"/>
              <a:buChar char="•"/>
            </a:pPr>
            <a:r>
              <a:rPr lang="en-US" b="1" dirty="0"/>
              <a:t>Outcome:</a:t>
            </a:r>
            <a:r>
              <a:rPr lang="en-US" dirty="0"/>
              <a:t> Asset price inflation, consumer price inflation, wealth inequality, and destructive boom-bust financial crises.</a:t>
            </a:r>
          </a:p>
          <a:p>
            <a:pPr lvl="0"/>
            <a:r>
              <a:rPr lang="en-US" b="1" dirty="0"/>
              <a:t>Path 2 — Productive Business Investment:</a:t>
            </a:r>
            <a:endParaRPr lang="en-US" dirty="0"/>
          </a:p>
          <a:p>
            <a:pPr marL="171450" lvl="0" indent="-171450">
              <a:buFont typeface="Arial" panose="020B0604020202020204" pitchFamily="34" charset="0"/>
              <a:buChar char="•"/>
            </a:pPr>
            <a:r>
              <a:rPr lang="en-US" dirty="0"/>
              <a:t>When new bank credit is directed toward productive business investment—specifically enabling small and medium enterprises (SMEs) to adopt new technology and expand production—the supply of goods and services grows alongside the money supply.</a:t>
            </a:r>
          </a:p>
          <a:p>
            <a:pPr marL="171450" lvl="0" indent="-171450">
              <a:buFont typeface="Arial" panose="020B0604020202020204" pitchFamily="34" charset="0"/>
              <a:buChar char="•"/>
            </a:pPr>
            <a:r>
              <a:rPr lang="en-US" b="1" dirty="0"/>
              <a:t>Outcome:</a:t>
            </a:r>
            <a:r>
              <a:rPr lang="en-US" dirty="0"/>
              <a:t> High productivity, sustainable job growth, rising real wages, and </a:t>
            </a:r>
            <a:r>
              <a:rPr lang="en-US" b="1" dirty="0"/>
              <a:t>growth WITHOUT inflation</a:t>
            </a:r>
            <a:r>
              <a:rPr lang="en-US" dirty="0"/>
              <a:t>.</a:t>
            </a:r>
          </a:p>
          <a:p>
            <a:pPr lvl="0"/>
            <a:r>
              <a:rPr lang="en-US" b="1" dirty="0"/>
              <a:t>Conclusion:</a:t>
            </a:r>
            <a:r>
              <a:rPr lang="en-US" dirty="0"/>
              <a:t> Economic outcomes are direct functions of credit direction. Managing growth is an engineering choice.</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5</a:t>
            </a:fld>
            <a:endParaRPr lang="en-US"/>
          </a:p>
        </p:txBody>
      </p:sp>
    </p:spTree>
    <p:extLst>
      <p:ext uri="{BB962C8B-B14F-4D97-AF65-F5344CB8AC3E}">
        <p14:creationId xmlns:p14="http://schemas.microsoft.com/office/powerpoint/2010/main" val="1213404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Iron Rule of Banking:</a:t>
            </a:r>
            <a:r>
              <a:rPr lang="en-US" dirty="0"/>
              <a:t> Large banks inherently require large deal sizes to justify their overhead and corporate structure. Big banks want to do big deals with big customers (e.g., multinational corporations, private equity, hedge funds).</a:t>
            </a:r>
          </a:p>
          <a:p>
            <a:pPr lvl="0"/>
            <a:r>
              <a:rPr lang="en-US" b="1" dirty="0"/>
              <a:t>The SME Funding Desert:</a:t>
            </a:r>
            <a:r>
              <a:rPr lang="en-US" dirty="0"/>
              <a:t> As a banking sector consolidates into a few mega-institutions, credit for local businesses, middle-class entrepreneurs, and SMEs mathematically dries up. Large banks simply refuse to evaluate or service small $100k–$1M productive business loans.</a:t>
            </a:r>
          </a:p>
          <a:p>
            <a:pPr lvl="0"/>
            <a:r>
              <a:rPr lang="en-US" b="1" dirty="0"/>
              <a:t>Historical Proof (Colwyn Committee 1918):</a:t>
            </a:r>
            <a:r>
              <a:rPr lang="en-US" dirty="0"/>
              <a:t> Over a century ago, the UK Parliamentary Colwyn Committee identified that the consolidation of the Big Five banks was starving SMEs of credit and ruining industrial productivity. Over 100 years later, this known failure remains unaddressed because central consolidation serves the interests of central planners.</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6</a:t>
            </a:fld>
            <a:endParaRPr lang="en-US"/>
          </a:p>
        </p:txBody>
      </p:sp>
    </p:spTree>
    <p:extLst>
      <p:ext uri="{BB962C8B-B14F-4D97-AF65-F5344CB8AC3E}">
        <p14:creationId xmlns:p14="http://schemas.microsoft.com/office/powerpoint/2010/main" val="897668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Iron Rule of Banking:</a:t>
            </a:r>
            <a:r>
              <a:rPr lang="en-US" dirty="0"/>
              <a:t> Large banks inherently require large deal sizes to justify their overhead and corporate structure. Big banks want to do big deals with big customers (e.g., multinational corporations, private equity, hedge funds).</a:t>
            </a:r>
          </a:p>
          <a:p>
            <a:pPr lvl="0"/>
            <a:r>
              <a:rPr lang="en-US" b="1" dirty="0"/>
              <a:t>The SME Funding Desert:</a:t>
            </a:r>
            <a:r>
              <a:rPr lang="en-US" dirty="0"/>
              <a:t> As a banking sector consolidates into a few mega-institutions, credit for local businesses, middle-class entrepreneurs, and SMEs mathematically dries up. Large banks simply refuse to evaluate or service small $100k–$1M productive business loans.</a:t>
            </a:r>
          </a:p>
          <a:p>
            <a:pPr lvl="0"/>
            <a:r>
              <a:rPr lang="en-US" b="1" dirty="0"/>
              <a:t>Historical Proof (Colwyn Committee 1918):</a:t>
            </a:r>
            <a:r>
              <a:rPr lang="en-US" dirty="0"/>
              <a:t> Over a century ago, the UK Parliamentary Colwyn Committee identified that the consolidation of the Big Five banks was starving SMEs of credit and ruining industrial productivity. Over 100 years later, this known failure remains unaddressed because central consolidation serves the interests of central planners.</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7</a:t>
            </a:fld>
            <a:endParaRPr lang="en-US"/>
          </a:p>
        </p:txBody>
      </p:sp>
    </p:spTree>
    <p:extLst>
      <p:ext uri="{BB962C8B-B14F-4D97-AF65-F5344CB8AC3E}">
        <p14:creationId xmlns:p14="http://schemas.microsoft.com/office/powerpoint/2010/main" val="4228339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Structure:</a:t>
            </a:r>
            <a:r>
              <a:rPr lang="en-US" dirty="0"/>
              <a:t> Centralized systems rely on a small oligopoly of giant banks (e.g., UK's Big 5). Decentralized systems rely on hundreds or thousands of independent, local cooperative and savings banks (e.g., historic Germany, US community banks).</a:t>
            </a:r>
          </a:p>
          <a:p>
            <a:pPr lvl="0"/>
            <a:r>
              <a:rPr lang="en-US" b="1" dirty="0"/>
              <a:t>Credit Focus:</a:t>
            </a:r>
            <a:r>
              <a:rPr lang="en-US" dirty="0"/>
              <a:t> Centralized engines prioritize large-scale financial engineering, private equity buyouts, and property speculation. Decentralized engines prioritize local productive investment and SME technology adoption.</a:t>
            </a:r>
          </a:p>
          <a:p>
            <a:pPr lvl="0"/>
            <a:r>
              <a:rPr lang="en-US" b="1" dirty="0"/>
              <a:t>Locus of Power:</a:t>
            </a:r>
            <a:r>
              <a:rPr lang="en-US" dirty="0"/>
              <a:t> Centralized systems place power in the hands of remote, unaccountable central bankers. Decentralized systems empower millions of local loan officers and community boards who actually know their local businesses.</a:t>
            </a:r>
          </a:p>
          <a:p>
            <a:pPr lvl="0"/>
            <a:r>
              <a:rPr lang="en-US" b="1" dirty="0"/>
              <a:t>System Output:</a:t>
            </a:r>
            <a:r>
              <a:rPr lang="en-US" dirty="0"/>
              <a:t> Centralized engines yield boom-bust cycles, de-industrialization, and extreme inequality. Decentralized engines yield double-digit growth, economic resilience, and widespread prosperity.</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8</a:t>
            </a:fld>
            <a:endParaRPr lang="en-US"/>
          </a:p>
        </p:txBody>
      </p:sp>
    </p:spTree>
    <p:extLst>
      <p:ext uri="{BB962C8B-B14F-4D97-AF65-F5344CB8AC3E}">
        <p14:creationId xmlns:p14="http://schemas.microsoft.com/office/powerpoint/2010/main" val="813564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Post-War Japan (1960s):</a:t>
            </a:r>
            <a:r>
              <a:rPr lang="en-US" dirty="0"/>
              <a:t> Prime Minister Ikeda announced a plan to double national income in 10 years. Mainstream economists mocked it as impossible. By utilizing a localized credit allocation system directed toward productive investment, Japan doubled its national income in just 4.5 years and sustained ~15% growth for decades.</a:t>
            </a:r>
          </a:p>
          <a:p>
            <a:pPr lvl="0"/>
            <a:r>
              <a:rPr lang="en-US" b="1" dirty="0"/>
              <a:t>Deng Xiaoping’s China (1978):</a:t>
            </a:r>
            <a:r>
              <a:rPr lang="en-US" dirty="0"/>
              <a:t> When Deng Xiaoping sought to modernize China, he visited Japan to learn their secret. China explicitly abandoned the Soviet single-bank central planning model. They established over 5,000 localized banks with tens of thousands of branches and over 5 million local loan officers.</a:t>
            </a:r>
          </a:p>
          <a:p>
            <a:pPr lvl="0"/>
            <a:r>
              <a:rPr lang="en-US" b="1" dirty="0"/>
              <a:t>Conclusion:</a:t>
            </a:r>
            <a:r>
              <a:rPr lang="en-US" dirty="0"/>
              <a:t> This decentralized credit creation engine powered the greatest reduction in poverty in human history. Rapid economic growth is not theoretical—it has been proven repeatedly.</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9</a:t>
            </a:fld>
            <a:endParaRPr lang="en-US"/>
          </a:p>
        </p:txBody>
      </p:sp>
    </p:spTree>
    <p:extLst>
      <p:ext uri="{BB962C8B-B14F-4D97-AF65-F5344CB8AC3E}">
        <p14:creationId xmlns:p14="http://schemas.microsoft.com/office/powerpoint/2010/main" val="2312721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Step 1 — Hyper-Local Lending:</a:t>
            </a:r>
            <a:r>
              <a:rPr lang="en-US" dirty="0"/>
              <a:t> Capital is strictly restricted to local businesses. Decisions are made within days by local loan officers who personally evaluate the business owner and community need.</a:t>
            </a:r>
          </a:p>
          <a:p>
            <a:pPr lvl="0"/>
            <a:r>
              <a:rPr lang="en-US" b="1" dirty="0"/>
              <a:t>Step 2 — Productive Investment:</a:t>
            </a:r>
            <a:r>
              <a:rPr lang="en-US" dirty="0"/>
              <a:t> Local SMEs use the loans to acquire equipment, software, and technology, increasing productivity and output without generating inflation.</a:t>
            </a:r>
          </a:p>
          <a:p>
            <a:pPr lvl="0"/>
            <a:r>
              <a:rPr lang="en-US" b="1" dirty="0"/>
              <a:t>Step 3 — Job Creation &amp; Repayment:</a:t>
            </a:r>
            <a:r>
              <a:rPr lang="en-US" dirty="0"/>
              <a:t> Enhanced business profitability creates high-paying local jobs. Borrowers easily service and repay their loans with interest out of real cash flows.</a:t>
            </a:r>
          </a:p>
          <a:p>
            <a:pPr lvl="0"/>
            <a:r>
              <a:rPr lang="en-US" b="1" dirty="0"/>
              <a:t>Step 4 — Autonomous Expansion:</a:t>
            </a:r>
            <a:r>
              <a:rPr lang="en-US" dirty="0"/>
              <a:t> As loans are repaid, the bank’s capital compounds. Over a few years, an initial £20M capital base automatically scales to support over £1B in local lending capacity, creating a self-sustaining local growth engine.</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10</a:t>
            </a:fld>
            <a:endParaRPr lang="en-US"/>
          </a:p>
        </p:txBody>
      </p:sp>
    </p:spTree>
    <p:extLst>
      <p:ext uri="{BB962C8B-B14F-4D97-AF65-F5344CB8AC3E}">
        <p14:creationId xmlns:p14="http://schemas.microsoft.com/office/powerpoint/2010/main" val="3293109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Conflating Physics and Economics:</a:t>
            </a:r>
            <a:r>
              <a:rPr lang="en-US" dirty="0"/>
              <a:t> Central planners deliberately conflate physical resource limits with economic growth to justify artificial austerity.</a:t>
            </a:r>
          </a:p>
          <a:p>
            <a:pPr lvl="0"/>
            <a:r>
              <a:rPr lang="en-US" b="1" dirty="0"/>
              <a:t>Physical Reality (Physics):</a:t>
            </a:r>
            <a:r>
              <a:rPr lang="en-US" dirty="0"/>
              <a:t> In physics, energy is conserved and finite resources are transformed, not created. Physical laws govern matter and energy.</a:t>
            </a:r>
          </a:p>
          <a:p>
            <a:pPr lvl="0"/>
            <a:r>
              <a:rPr lang="en-US" b="1" dirty="0"/>
              <a:t>Economic Reality (GDP &amp; Value):</a:t>
            </a:r>
            <a:r>
              <a:rPr lang="en-US" dirty="0"/>
              <a:t> GDP is not a measure of physical mass or resource depletion; it is a statistical construct measuring value, utility, and prosperity. Economic growth is driven by productivity, which is driven by technology and human ingenuity.</a:t>
            </a:r>
          </a:p>
          <a:p>
            <a:pPr lvl="0"/>
            <a:r>
              <a:rPr lang="en-US" b="1" dirty="0"/>
              <a:t>The True Boundary:</a:t>
            </a:r>
            <a:r>
              <a:rPr lang="en-US" dirty="0"/>
              <a:t> There is no physical law limiting human ingenuity. Framing scarcity as an inevitable physical boundary is a narrative designed to make populations accept managed decline and central control.</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11</a:t>
            </a:fld>
            <a:endParaRPr lang="en-US"/>
          </a:p>
        </p:txBody>
      </p:sp>
    </p:spTree>
    <p:extLst>
      <p:ext uri="{BB962C8B-B14F-4D97-AF65-F5344CB8AC3E}">
        <p14:creationId xmlns:p14="http://schemas.microsoft.com/office/powerpoint/2010/main" val="707049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City of London Corporation:</a:t>
            </a:r>
            <a:r>
              <a:rPr lang="en-US" dirty="0"/>
              <a:t> An anomalous, sovereign institutional enclave within the UK. With unelected political representation (e.g., the Remembrancer in Parliament), it ensures financial institutions remain insulated from democratic reform.</a:t>
            </a:r>
          </a:p>
          <a:p>
            <a:pPr lvl="0"/>
            <a:r>
              <a:rPr lang="en-US" b="1" dirty="0"/>
              <a:t>The 56-Day Coup (Liz Truss Example):</a:t>
            </a:r>
            <a:r>
              <a:rPr lang="en-US" dirty="0"/>
              <a:t> When Prime Minister Liz Truss attempted to challenge the central bank consensus and push for rapid growth, the Bank of England engineered a targeted bond market sell-off. By destabilizing gilt yields, they forced her removal and restored financial orthodoxy.</a:t>
            </a:r>
          </a:p>
          <a:p>
            <a:pPr lvl="0"/>
            <a:r>
              <a:rPr lang="en-US" b="1" dirty="0"/>
              <a:t>Media Complicity:</a:t>
            </a:r>
            <a:r>
              <a:rPr lang="en-US" dirty="0"/>
              <a:t> Compliant financial media outlets frame central bank interventions as technical necessities while attacking any political figure who threatens the mega-bank monopoly.</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12</a:t>
            </a:fld>
            <a:endParaRPr lang="en-US"/>
          </a:p>
        </p:txBody>
      </p:sp>
    </p:spTree>
    <p:extLst>
      <p:ext uri="{BB962C8B-B14F-4D97-AF65-F5344CB8AC3E}">
        <p14:creationId xmlns:p14="http://schemas.microsoft.com/office/powerpoint/2010/main" val="1629074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1. De-Industrialization:</a:t>
            </a:r>
            <a:r>
              <a:rPr lang="en-US" dirty="0"/>
              <a:t> Denying productive credit to domestic SMEs hollows out the real manufacturing base, destroying national self-sufficiency and middle-class employment.</a:t>
            </a:r>
          </a:p>
          <a:p>
            <a:pPr lvl="0"/>
            <a:r>
              <a:rPr lang="en-US" b="1" dirty="0"/>
              <a:t>2. Civil Fracture:</a:t>
            </a:r>
            <a:r>
              <a:rPr lang="en-US" dirty="0"/>
              <a:t> Artificial credit scarcity creates rampant wealth inequality, collapsing public services, and political instability.</a:t>
            </a:r>
          </a:p>
          <a:p>
            <a:pPr lvl="0"/>
            <a:r>
              <a:rPr lang="en-US" b="1" dirty="0"/>
              <a:t>3. Ultimate Control (Maximum Fragility):</a:t>
            </a:r>
            <a:r>
              <a:rPr lang="en-US" dirty="0"/>
              <a:t> Centralized entities (e.g., the ECB under Lagarde) are actively attempting to centralize deposit accounts and enforce capital controls. Restrictions on non-EU bank deposits and moves toward Central Bank Digital Currencies (CBDCs) aim to lock citizens inside a failing, centrally planned system.</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13</a:t>
            </a:fld>
            <a:endParaRPr lang="en-US"/>
          </a:p>
        </p:txBody>
      </p:sp>
    </p:spTree>
    <p:extLst>
      <p:ext uri="{BB962C8B-B14F-4D97-AF65-F5344CB8AC3E}">
        <p14:creationId xmlns:p14="http://schemas.microsoft.com/office/powerpoint/2010/main" val="3490218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Path A — The Centralized Path:</a:t>
            </a:r>
            <a:endParaRPr lang="en-US" dirty="0"/>
          </a:p>
          <a:p>
            <a:pPr marL="171450" lvl="0" indent="-171450">
              <a:buFont typeface="Arial" panose="020B0604020202020204" pitchFamily="34" charset="0"/>
              <a:buChar char="•"/>
            </a:pPr>
            <a:r>
              <a:rPr lang="en-US" dirty="0"/>
              <a:t>Managed economic decline, artificial austerity, zero-growth stagnation, asset bubbles, and total power concentrated in unelected central planners.</a:t>
            </a:r>
          </a:p>
          <a:p>
            <a:pPr lvl="0"/>
            <a:r>
              <a:rPr lang="en-US" b="1" dirty="0"/>
              <a:t>Path B — The Decentralized Path:</a:t>
            </a:r>
            <a:endParaRPr lang="en-US" dirty="0"/>
          </a:p>
          <a:p>
            <a:pPr marL="171450" lvl="0" indent="-171450">
              <a:buFont typeface="Arial" panose="020B0604020202020204" pitchFamily="34" charset="0"/>
              <a:buChar char="•"/>
            </a:pPr>
            <a:r>
              <a:rPr lang="en-US" dirty="0"/>
              <a:t>Sustainable double-digit annual economic growth, zero consumer inflation, rapid technology adoption, empowered local communities, and broad middle-class abundance.</a:t>
            </a:r>
          </a:p>
          <a:p>
            <a:pPr lvl="0"/>
            <a:r>
              <a:rPr lang="en-US" b="1" dirty="0"/>
              <a:t>Diagnostic Conclusion:</a:t>
            </a:r>
            <a:r>
              <a:rPr lang="en-US" dirty="0"/>
              <a:t> Scarcity is not an environmental or technological inevitability—it is a policy choice. Abundance is mechanically achievable today by decentralizing credit creation.</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14</a:t>
            </a:fld>
            <a:endParaRPr lang="en-US"/>
          </a:p>
        </p:txBody>
      </p:sp>
    </p:spTree>
    <p:extLst>
      <p:ext uri="{BB962C8B-B14F-4D97-AF65-F5344CB8AC3E}">
        <p14:creationId xmlns:p14="http://schemas.microsoft.com/office/powerpoint/2010/main" val="491725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1. Charter Thousands of Local Banks:</a:t>
            </a:r>
            <a:r>
              <a:rPr lang="en-US" dirty="0"/>
              <a:t> Demand legislative and regulatory reform to easily charter thousands of independent, community-focused local banks.</a:t>
            </a:r>
          </a:p>
          <a:p>
            <a:pPr lvl="0"/>
            <a:r>
              <a:rPr lang="en-US" b="1" dirty="0"/>
              <a:t>2. Capitalize Local SME Growth:</a:t>
            </a:r>
            <a:r>
              <a:rPr lang="en-US" dirty="0"/>
              <a:t> Provide the necessary initial capital base to local banks to fund immediate technology adoption for domestic SMEs.</a:t>
            </a:r>
          </a:p>
          <a:p>
            <a:pPr lvl="0"/>
            <a:r>
              <a:rPr lang="en-US" b="1" dirty="0"/>
              <a:t>3. Strip Central Planners of Monopolies:</a:t>
            </a:r>
            <a:r>
              <a:rPr lang="en-US" dirty="0"/>
              <a:t> Remove the central banking monopoly over credit allocation and restore democratic, localized economic decision-making.</a:t>
            </a:r>
          </a:p>
          <a:p>
            <a:pPr lvl="0"/>
            <a:r>
              <a:rPr lang="en-US" b="1" dirty="0"/>
              <a:t>System Diagnostic Status:</a:t>
            </a:r>
            <a:r>
              <a:rPr lang="en-US" dirty="0"/>
              <a:t> COMPLETE. Decentralize to unlock abundance.</a:t>
            </a:r>
          </a:p>
          <a:p>
            <a:endParaRPr lang="en-US" dirty="0"/>
          </a:p>
        </p:txBody>
      </p:sp>
      <p:sp>
        <p:nvSpPr>
          <p:cNvPr id="4" name="Slide Number Placeholder 3"/>
          <p:cNvSpPr>
            <a:spLocks noGrp="1"/>
          </p:cNvSpPr>
          <p:nvPr>
            <p:ph type="sldNum" sz="quarter" idx="5"/>
          </p:nvPr>
        </p:nvSpPr>
        <p:spPr/>
        <p:txBody>
          <a:bodyPr/>
          <a:lstStyle/>
          <a:p>
            <a:fld id="{1D931BD0-F991-476C-BD14-154465C2A0EB}" type="slidenum">
              <a:rPr lang="en-US" smtClean="0"/>
              <a:t>15</a:t>
            </a:fld>
            <a:endParaRPr lang="en-US"/>
          </a:p>
        </p:txBody>
      </p:sp>
    </p:spTree>
    <p:extLst>
      <p:ext uri="{BB962C8B-B14F-4D97-AF65-F5344CB8AC3E}">
        <p14:creationId xmlns:p14="http://schemas.microsoft.com/office/powerpoint/2010/main" val="1422299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Central planning keeps us trapped in 0–2% growth, asset bubbles, and recurring banking crises by funneling credit to private equity and asset speculation. </a:t>
            </a:r>
          </a:p>
          <a:p>
            <a:pPr lvl="0"/>
            <a:r>
              <a:rPr lang="en-US" sz="1200" b="1" kern="1200" dirty="0">
                <a:solidFill>
                  <a:schemeClr val="tx1"/>
                </a:solidFill>
                <a:effectLst/>
                <a:latin typeface="+mn-lt"/>
                <a:ea typeface="+mn-ea"/>
                <a:cs typeface="+mn-cs"/>
              </a:rPr>
              <a:t>The Mechanism:</a:t>
            </a:r>
            <a:r>
              <a:rPr lang="en-US" sz="1200" kern="1200" dirty="0">
                <a:solidFill>
                  <a:schemeClr val="tx1"/>
                </a:solidFill>
                <a:effectLst/>
                <a:latin typeface="+mn-lt"/>
                <a:ea typeface="+mn-ea"/>
                <a:cs typeface="+mn-cs"/>
              </a:rPr>
              <a:t> Revealed preference shows us that central planners maintain this trap for power and control. </a:t>
            </a:r>
          </a:p>
          <a:p>
            <a:pPr lvl="0"/>
            <a:r>
              <a:rPr lang="en-US" sz="1200" b="1" kern="1200" dirty="0">
                <a:solidFill>
                  <a:schemeClr val="tx1"/>
                </a:solidFill>
                <a:effectLst/>
                <a:latin typeface="+mn-lt"/>
                <a:ea typeface="+mn-ea"/>
                <a:cs typeface="+mn-cs"/>
              </a:rPr>
              <a:t>The Solution:</a:t>
            </a:r>
            <a:r>
              <a:rPr lang="en-US" sz="1200" kern="1200" dirty="0">
                <a:solidFill>
                  <a:schemeClr val="tx1"/>
                </a:solidFill>
                <a:effectLst/>
                <a:latin typeface="+mn-lt"/>
                <a:ea typeface="+mn-ea"/>
                <a:cs typeface="+mn-cs"/>
              </a:rPr>
              <a:t> Establishing 5,000+ local banks shifts primary borrowing to local SMEs, driving productive business investment. </a:t>
            </a:r>
          </a:p>
          <a:p>
            <a:pPr lvl="0"/>
            <a:r>
              <a:rPr lang="en-US" sz="1200" b="1" kern="1200" dirty="0">
                <a:solidFill>
                  <a:schemeClr val="tx1"/>
                </a:solidFill>
                <a:effectLst/>
                <a:latin typeface="+mn-lt"/>
                <a:ea typeface="+mn-ea"/>
                <a:cs typeface="+mn-cs"/>
              </a:rPr>
              <a:t>The Vision:</a:t>
            </a:r>
            <a:r>
              <a:rPr lang="en-US" sz="1200" kern="1200" dirty="0">
                <a:solidFill>
                  <a:schemeClr val="tx1"/>
                </a:solidFill>
                <a:effectLst/>
                <a:latin typeface="+mn-lt"/>
                <a:ea typeface="+mn-ea"/>
                <a:cs typeface="+mn-cs"/>
              </a:rPr>
              <a:t> This shift permanently eliminates boom-bust cycles and unlocks 10%+ sustainable annual economic growth. Prosperity is a structural choice—let's demand the right architecture. </a:t>
            </a:r>
          </a:p>
          <a:p>
            <a:endParaRPr lang="en-US" dirty="0"/>
          </a:p>
          <a:p>
            <a:endParaRPr lang="en-US" dirty="0"/>
          </a:p>
          <a:p>
            <a:endParaRPr lang="en-US" dirty="0"/>
          </a:p>
          <a:p>
            <a:endParaRPr lang="en-US" dirty="0"/>
          </a:p>
          <a:p>
            <a:r>
              <a:rPr lang="en-US" b="1" dirty="0"/>
              <a:t>The Greatest Fraud In Human History | Prof. Richard Werner</a:t>
            </a:r>
          </a:p>
          <a:p>
            <a:r>
              <a:rPr lang="en-US" dirty="0"/>
              <a:t>https://www.youtube.com/watch?v=uVlx2en1RRc</a:t>
            </a:r>
          </a:p>
        </p:txBody>
      </p:sp>
      <p:sp>
        <p:nvSpPr>
          <p:cNvPr id="4" name="Slide Number Placeholder 3"/>
          <p:cNvSpPr>
            <a:spLocks noGrp="1"/>
          </p:cNvSpPr>
          <p:nvPr>
            <p:ph type="sldNum" sz="quarter" idx="5"/>
          </p:nvPr>
        </p:nvSpPr>
        <p:spPr/>
        <p:txBody>
          <a:bodyPr/>
          <a:lstStyle/>
          <a:p>
            <a:fld id="{1D931BD0-F991-476C-BD14-154465C2A0EB}" type="slidenum">
              <a:rPr lang="en-US" smtClean="0"/>
              <a:t>16</a:t>
            </a:fld>
            <a:endParaRPr lang="en-US"/>
          </a:p>
        </p:txBody>
      </p:sp>
    </p:spTree>
    <p:extLst>
      <p:ext uri="{BB962C8B-B14F-4D97-AF65-F5344CB8AC3E}">
        <p14:creationId xmlns:p14="http://schemas.microsoft.com/office/powerpoint/2010/main" val="835690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8BF7F1-CF27-B8A5-716A-1CC669BB5F8D}"/>
              </a:ext>
            </a:extLst>
          </p:cNvPr>
          <p:cNvSpPr>
            <a:spLocks noGrp="1"/>
          </p:cNvSpPr>
          <p:nvPr>
            <p:ph type="dt" sz="half" idx="10"/>
          </p:nvPr>
        </p:nvSpPr>
        <p:spPr/>
        <p:txBody>
          <a:bodyPr/>
          <a:lstStyle/>
          <a:p>
            <a:fld id="{E14412F5-AEF4-4289-A35A-C7F750B1F0E5}" type="datetimeFigureOut">
              <a:rPr lang="en-US" smtClean="0"/>
              <a:t>10/21/2026</a:t>
            </a:fld>
            <a:endParaRPr lang="en-US"/>
          </a:p>
        </p:txBody>
      </p:sp>
      <p:sp>
        <p:nvSpPr>
          <p:cNvPr id="3" name="Footer Placeholder 2">
            <a:extLst>
              <a:ext uri="{FF2B5EF4-FFF2-40B4-BE49-F238E27FC236}">
                <a16:creationId xmlns:a16="http://schemas.microsoft.com/office/drawing/2014/main" id="{E9CCFA18-F8E3-B2DE-88E5-BF1A903F42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CE4326-1F2B-7D8D-888B-E83760B0D9AC}"/>
              </a:ext>
            </a:extLst>
          </p:cNvPr>
          <p:cNvSpPr>
            <a:spLocks noGrp="1"/>
          </p:cNvSpPr>
          <p:nvPr>
            <p:ph type="sldNum" sz="quarter" idx="12"/>
          </p:nvPr>
        </p:nvSpPr>
        <p:spPr/>
        <p:txBody>
          <a:bodyPr/>
          <a:lstStyle/>
          <a:p>
            <a:fld id="{681C283C-41E1-4AC2-8115-24604FBDBC3C}" type="slidenum">
              <a:rPr lang="en-US" smtClean="0"/>
              <a:t>‹#›</a:t>
            </a:fld>
            <a:endParaRPr lang="en-US"/>
          </a:p>
        </p:txBody>
      </p:sp>
    </p:spTree>
    <p:extLst>
      <p:ext uri="{BB962C8B-B14F-4D97-AF65-F5344CB8AC3E}">
        <p14:creationId xmlns:p14="http://schemas.microsoft.com/office/powerpoint/2010/main" val="217127750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58D600-1DE3-31BC-99DE-9EEA04A98E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E236DB-412C-622C-F998-6EFF687D16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C3E2F5-275E-FD22-98AB-7E1AE58271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4412F5-AEF4-4289-A35A-C7F750B1F0E5}" type="datetimeFigureOut">
              <a:rPr lang="en-US" smtClean="0"/>
              <a:t>10/21/2026</a:t>
            </a:fld>
            <a:endParaRPr lang="en-US"/>
          </a:p>
        </p:txBody>
      </p:sp>
      <p:sp>
        <p:nvSpPr>
          <p:cNvPr id="5" name="Footer Placeholder 4">
            <a:extLst>
              <a:ext uri="{FF2B5EF4-FFF2-40B4-BE49-F238E27FC236}">
                <a16:creationId xmlns:a16="http://schemas.microsoft.com/office/drawing/2014/main" id="{519C1DC1-6100-3C91-7419-31DA532214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9A76D0-3223-C7CB-72D2-915ABB32B9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1C283C-41E1-4AC2-8115-24604FBDBC3C}" type="slidenum">
              <a:rPr lang="en-US" smtClean="0"/>
              <a:t>‹#›</a:t>
            </a:fld>
            <a:endParaRPr lang="en-US"/>
          </a:p>
        </p:txBody>
      </p:sp>
    </p:spTree>
    <p:extLst>
      <p:ext uri="{BB962C8B-B14F-4D97-AF65-F5344CB8AC3E}">
        <p14:creationId xmlns:p14="http://schemas.microsoft.com/office/powerpoint/2010/main" val="251910756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674AC4-2C00-0CFD-6DC3-C673DB5C95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61A1F7-3C17-ACBF-EE7A-D2BD45995A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1281E1-642C-FC7C-2926-B74F09994A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85EB42-AC76-B3A7-A0CC-CF7F9DACAD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FC7924-F083-5973-5C70-A4138B673E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B2F0A7-D99F-E412-586E-B4AF0C22A4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73870-707E-9EE5-B27C-F291F9C27A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8EFC28-DF33-D085-FC4B-6FE3262C87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BD4F0F-E2F9-B3F1-97C8-D84B3E62B9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440002-2B33-07E0-8976-C7F9597B64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D83CD3-8724-0137-34BA-03531148AE2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922423-9316-080F-BCBD-4FFA8474C66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C1F811-EDEB-1B37-07DF-BEA7555E4E1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F33D5E-E2A6-6ABA-63EC-0B65F44500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9FCB89-C990-E502-D084-76A6BEC6E0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7245DF-ED4B-D594-4936-A1D4864DCF0E}"/>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827526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2130</Words>
  <Application>Microsoft Office PowerPoint</Application>
  <PresentationFormat>寬螢幕</PresentationFormat>
  <Paragraphs>91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2026-09-24T13:24:18Z</dcterms:created>
  <dcterms:modified xsi:type="dcterms:W3CDTF">2026-10-21T02:43:31Z</dcterms:modified>
</cp:coreProperties>
</file>