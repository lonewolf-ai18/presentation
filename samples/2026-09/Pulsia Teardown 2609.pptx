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70BD41-315E-4486-8104-EF8839E2254F}" v="21" dt="2026-09-23T03:20:54.4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447" autoAdjust="0"/>
  </p:normalViewPr>
  <p:slideViewPr>
    <p:cSldViewPr snapToGrid="0">
      <p:cViewPr varScale="1">
        <p:scale>
          <a:sx n="75" d="100"/>
          <a:sy n="75" d="100"/>
        </p:scale>
        <p:origin x="72" y="4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i, Wilson" userId="2840974a-0d84-4886-90a9-9a3ed79f3a48" providerId="ADAL" clId="{9F23B798-9E84-4552-BA63-E776E805C424}"/>
    <pc:docChg chg="custSel modSld modMainMaster">
      <pc:chgData name="Lai, Wilson" userId="2840974a-0d84-4886-90a9-9a3ed79f3a48" providerId="ADAL" clId="{9F23B798-9E84-4552-BA63-E776E805C424}" dt="2026-09-23T03:59:22.681" v="98" actId="166"/>
      <pc:docMkLst>
        <pc:docMk/>
      </pc:docMkLst>
      <pc:sldChg chg="addSp delSp modSp mod modAnim modNotes modNotesTx">
        <pc:chgData name="Lai, Wilson" userId="2840974a-0d84-4886-90a9-9a3ed79f3a48" providerId="ADAL" clId="{9F23B798-9E84-4552-BA63-E776E805C424}" dt="2026-09-23T03:59:22.681" v="98" actId="166"/>
        <pc:sldMkLst>
          <pc:docMk/>
          <pc:sldMk cId="0" sldId="257"/>
        </pc:sldMkLst>
        <pc:spChg chg="add mod">
          <ac:chgData name="Lai, Wilson" userId="2840974a-0d84-4886-90a9-9a3ed79f3a48" providerId="ADAL" clId="{9F23B798-9E84-4552-BA63-E776E805C424}" dt="2026-09-22T14:17:16.633" v="10" actId="164"/>
          <ac:spMkLst>
            <pc:docMk/>
            <pc:sldMk cId="0" sldId="257"/>
            <ac:spMk id="5" creationId="{9B396ECE-1439-3EB3-96E8-28C92D948206}"/>
          </ac:spMkLst>
        </pc:spChg>
        <pc:grpChg chg="add mod">
          <ac:chgData name="Lai, Wilson" userId="2840974a-0d84-4886-90a9-9a3ed79f3a48" providerId="ADAL" clId="{9F23B798-9E84-4552-BA63-E776E805C424}" dt="2026-09-22T14:17:16.633" v="10" actId="164"/>
          <ac:grpSpMkLst>
            <pc:docMk/>
            <pc:sldMk cId="0" sldId="257"/>
            <ac:grpSpMk id="6" creationId="{8A8ABA0D-C14D-4AD9-64DD-FEA65CB67CE7}"/>
          </ac:grpSpMkLst>
        </pc:grpChg>
        <pc:picChg chg="del">
          <ac:chgData name="Lai, Wilson" userId="2840974a-0d84-4886-90a9-9a3ed79f3a48" providerId="ADAL" clId="{9F23B798-9E84-4552-BA63-E776E805C424}" dt="2026-09-23T01:45:28.849" v="11" actId="21"/>
          <ac:picMkLst>
            <pc:docMk/>
            <pc:sldMk cId="0" sldId="257"/>
            <ac:picMk id="2" creationId="{00000000-0000-0000-0000-000000000000}"/>
          </ac:picMkLst>
        </pc:picChg>
        <pc:picChg chg="add mod">
          <ac:chgData name="Lai, Wilson" userId="2840974a-0d84-4886-90a9-9a3ed79f3a48" providerId="ADAL" clId="{9F23B798-9E84-4552-BA63-E776E805C424}" dt="2026-09-22T14:17:16.633" v="10" actId="164"/>
          <ac:picMkLst>
            <pc:docMk/>
            <pc:sldMk cId="0" sldId="257"/>
            <ac:picMk id="3" creationId="{7F7B5546-E1AF-2934-2CF1-5A7B7927BD45}"/>
          </ac:picMkLst>
        </pc:picChg>
        <pc:picChg chg="add ord">
          <ac:chgData name="Lai, Wilson" userId="2840974a-0d84-4886-90a9-9a3ed79f3a48" providerId="ADAL" clId="{9F23B798-9E84-4552-BA63-E776E805C424}" dt="2026-09-23T03:59:22.681" v="98" actId="166"/>
          <ac:picMkLst>
            <pc:docMk/>
            <pc:sldMk cId="0" sldId="257"/>
            <ac:picMk id="7" creationId="{064EB8DF-6D13-FD82-44EA-8A8183AC5A86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23T03:20:54.402" v="95"/>
        <pc:sldMkLst>
          <pc:docMk/>
          <pc:sldMk cId="0" sldId="258"/>
        </pc:sldMkLst>
        <pc:picChg chg="del">
          <ac:chgData name="Lai, Wilson" userId="2840974a-0d84-4886-90a9-9a3ed79f3a48" providerId="ADAL" clId="{9F23B798-9E84-4552-BA63-E776E805C424}" dt="2026-09-23T01:45:43.048" v="13" actId="21"/>
          <ac:picMkLst>
            <pc:docMk/>
            <pc:sldMk cId="0" sldId="258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23T01:46:10.370" v="14" actId="22"/>
          <ac:picMkLst>
            <pc:docMk/>
            <pc:sldMk cId="0" sldId="258"/>
            <ac:picMk id="4" creationId="{1E127726-21EB-D515-0620-71BFE65427F4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23T03:20:54.402" v="95"/>
        <pc:sldMkLst>
          <pc:docMk/>
          <pc:sldMk cId="0" sldId="259"/>
        </pc:sldMkLst>
        <pc:picChg chg="del">
          <ac:chgData name="Lai, Wilson" userId="2840974a-0d84-4886-90a9-9a3ed79f3a48" providerId="ADAL" clId="{9F23B798-9E84-4552-BA63-E776E805C424}" dt="2026-09-23T01:46:11.756" v="15" actId="21"/>
          <ac:picMkLst>
            <pc:docMk/>
            <pc:sldMk cId="0" sldId="259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23T01:46:19.024" v="16" actId="22"/>
          <ac:picMkLst>
            <pc:docMk/>
            <pc:sldMk cId="0" sldId="259"/>
            <ac:picMk id="4" creationId="{001BB70F-C86E-1176-B9F4-6E1644D9B55C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23T03:20:54.402" v="95"/>
        <pc:sldMkLst>
          <pc:docMk/>
          <pc:sldMk cId="0" sldId="260"/>
        </pc:sldMkLst>
        <pc:picChg chg="del">
          <ac:chgData name="Lai, Wilson" userId="2840974a-0d84-4886-90a9-9a3ed79f3a48" providerId="ADAL" clId="{9F23B798-9E84-4552-BA63-E776E805C424}" dt="2026-09-23T01:46:20.230" v="17" actId="21"/>
          <ac:picMkLst>
            <pc:docMk/>
            <pc:sldMk cId="0" sldId="260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23T01:46:27.321" v="18" actId="22"/>
          <ac:picMkLst>
            <pc:docMk/>
            <pc:sldMk cId="0" sldId="260"/>
            <ac:picMk id="4" creationId="{71A995A2-E362-E294-320B-72ABC4AC2F2A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23T03:20:54.402" v="95"/>
        <pc:sldMkLst>
          <pc:docMk/>
          <pc:sldMk cId="0" sldId="261"/>
        </pc:sldMkLst>
        <pc:picChg chg="del">
          <ac:chgData name="Lai, Wilson" userId="2840974a-0d84-4886-90a9-9a3ed79f3a48" providerId="ADAL" clId="{9F23B798-9E84-4552-BA63-E776E805C424}" dt="2026-09-23T01:46:28.481" v="19" actId="21"/>
          <ac:picMkLst>
            <pc:docMk/>
            <pc:sldMk cId="0" sldId="261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23T01:46:35.323" v="20" actId="22"/>
          <ac:picMkLst>
            <pc:docMk/>
            <pc:sldMk cId="0" sldId="261"/>
            <ac:picMk id="4" creationId="{D4D3BFD3-E150-561F-1D9A-B7D07B1508DB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23T03:20:54.402" v="95"/>
        <pc:sldMkLst>
          <pc:docMk/>
          <pc:sldMk cId="0" sldId="262"/>
        </pc:sldMkLst>
        <pc:picChg chg="del">
          <ac:chgData name="Lai, Wilson" userId="2840974a-0d84-4886-90a9-9a3ed79f3a48" providerId="ADAL" clId="{9F23B798-9E84-4552-BA63-E776E805C424}" dt="2026-09-23T01:46:36.447" v="21" actId="21"/>
          <ac:picMkLst>
            <pc:docMk/>
            <pc:sldMk cId="0" sldId="262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23T01:46:44.409" v="22" actId="22"/>
          <ac:picMkLst>
            <pc:docMk/>
            <pc:sldMk cId="0" sldId="262"/>
            <ac:picMk id="4" creationId="{D8E2B31D-37A0-4CF3-7986-4BD889EA872A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23T03:20:54.402" v="95"/>
        <pc:sldMkLst>
          <pc:docMk/>
          <pc:sldMk cId="0" sldId="263"/>
        </pc:sldMkLst>
        <pc:picChg chg="del">
          <ac:chgData name="Lai, Wilson" userId="2840974a-0d84-4886-90a9-9a3ed79f3a48" providerId="ADAL" clId="{9F23B798-9E84-4552-BA63-E776E805C424}" dt="2026-09-23T01:46:45.500" v="23" actId="21"/>
          <ac:picMkLst>
            <pc:docMk/>
            <pc:sldMk cId="0" sldId="263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23T01:46:52.098" v="24" actId="22"/>
          <ac:picMkLst>
            <pc:docMk/>
            <pc:sldMk cId="0" sldId="263"/>
            <ac:picMk id="4" creationId="{1B45A800-5239-6AB9-5578-43791F0C0B11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23T03:20:54.402" v="95"/>
        <pc:sldMkLst>
          <pc:docMk/>
          <pc:sldMk cId="0" sldId="264"/>
        </pc:sldMkLst>
        <pc:picChg chg="del">
          <ac:chgData name="Lai, Wilson" userId="2840974a-0d84-4886-90a9-9a3ed79f3a48" providerId="ADAL" clId="{9F23B798-9E84-4552-BA63-E776E805C424}" dt="2026-09-23T01:46:53.701" v="25" actId="21"/>
          <ac:picMkLst>
            <pc:docMk/>
            <pc:sldMk cId="0" sldId="264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23T01:47:01.345" v="26" actId="22"/>
          <ac:picMkLst>
            <pc:docMk/>
            <pc:sldMk cId="0" sldId="264"/>
            <ac:picMk id="4" creationId="{233DC902-F9FA-792E-4C1A-F69D11BF0632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23T03:20:54.402" v="95"/>
        <pc:sldMkLst>
          <pc:docMk/>
          <pc:sldMk cId="0" sldId="265"/>
        </pc:sldMkLst>
        <pc:picChg chg="del">
          <ac:chgData name="Lai, Wilson" userId="2840974a-0d84-4886-90a9-9a3ed79f3a48" providerId="ADAL" clId="{9F23B798-9E84-4552-BA63-E776E805C424}" dt="2026-09-23T01:47:02.412" v="27" actId="21"/>
          <ac:picMkLst>
            <pc:docMk/>
            <pc:sldMk cId="0" sldId="265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23T01:47:09.276" v="28" actId="22"/>
          <ac:picMkLst>
            <pc:docMk/>
            <pc:sldMk cId="0" sldId="265"/>
            <ac:picMk id="4" creationId="{5DDED2F0-865B-2A2C-B82B-DC5F4D987F6E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23T03:20:54.402" v="95"/>
        <pc:sldMkLst>
          <pc:docMk/>
          <pc:sldMk cId="0" sldId="266"/>
        </pc:sldMkLst>
        <pc:picChg chg="del">
          <ac:chgData name="Lai, Wilson" userId="2840974a-0d84-4886-90a9-9a3ed79f3a48" providerId="ADAL" clId="{9F23B798-9E84-4552-BA63-E776E805C424}" dt="2026-09-23T01:47:10.525" v="29" actId="21"/>
          <ac:picMkLst>
            <pc:docMk/>
            <pc:sldMk cId="0" sldId="266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9-23T01:47:20.848" v="30" actId="22"/>
          <ac:picMkLst>
            <pc:docMk/>
            <pc:sldMk cId="0" sldId="266"/>
            <ac:picMk id="4" creationId="{5FC2DFDE-C4AA-87B1-904B-7CEBE80A71BE}"/>
          </ac:picMkLst>
        </pc:picChg>
      </pc:sldChg>
      <pc:sldChg chg="addSp delSp mod modNotes modNotesTx">
        <pc:chgData name="Lai, Wilson" userId="2840974a-0d84-4886-90a9-9a3ed79f3a48" providerId="ADAL" clId="{9F23B798-9E84-4552-BA63-E776E805C424}" dt="2026-09-23T03:20:54.402" v="95"/>
        <pc:sldMkLst>
          <pc:docMk/>
          <pc:sldMk cId="3319725012" sldId="267"/>
        </pc:sldMkLst>
        <pc:picChg chg="del">
          <ac:chgData name="Lai, Wilson" userId="2840974a-0d84-4886-90a9-9a3ed79f3a48" providerId="ADAL" clId="{9F23B798-9E84-4552-BA63-E776E805C424}" dt="2026-09-23T01:47:24.492" v="31" actId="21"/>
          <ac:picMkLst>
            <pc:docMk/>
            <pc:sldMk cId="3319725012" sldId="267"/>
            <ac:picMk id="3" creationId="{79115586-53C2-A90D-A47C-E99187782A96}"/>
          </ac:picMkLst>
        </pc:picChg>
        <pc:picChg chg="add">
          <ac:chgData name="Lai, Wilson" userId="2840974a-0d84-4886-90a9-9a3ed79f3a48" providerId="ADAL" clId="{9F23B798-9E84-4552-BA63-E776E805C424}" dt="2026-09-23T01:47:51.538" v="32" actId="22"/>
          <ac:picMkLst>
            <pc:docMk/>
            <pc:sldMk cId="3319725012" sldId="267"/>
            <ac:picMk id="4" creationId="{B746368D-9FCE-736D-5B75-1CD9714EADD3}"/>
          </ac:picMkLst>
        </pc:picChg>
      </pc:sldChg>
      <pc:sldMasterChg chg="setBg">
        <pc:chgData name="Lai, Wilson" userId="2840974a-0d84-4886-90a9-9a3ed79f3a48" providerId="ADAL" clId="{9F23B798-9E84-4552-BA63-E776E805C424}" dt="2026-09-22T14:14:09.288" v="0"/>
        <pc:sldMasterMkLst>
          <pc:docMk/>
          <pc:sldMasterMk cId="645155459" sldId="2147483648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22CBBB-9E7B-4204-B5BC-FA93337FE1C5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937FE0-2FAF-4F4B-8B00-B35F0B41F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359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Introduction &amp; High-Level Framing (1 min):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Good morning, everyone. Today we are diving into one of the most polarizing cases in tech right now: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Pulsia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Pulsia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represents a massive paradox in the current AI landscape: incredible viral traction and impressive revenue velocity on one hand, juxtaposed with extreme execution friction, public backlash, and structural engineering challenges on the other.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Deconstructing the Scale &amp; Reality Metrics (1.5 min):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Let's look at the numbers displayed here: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Pulsia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has hit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$10.20M in ARR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raised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$30M in funding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169,000 companies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have been initialized on the platform. However, as Ben Cera explained in his interview on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Trust Moat Pod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those 169k 'companies' represent top-of-funnel signups where an AI generated a free initial company skeleton.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 of those,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8,354 are active paying subscribers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Conversely, look at the reality check on the right: a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1.8-star rating on Trustpilot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widespread scam allegations across Twitter/X, and an implied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95% drop-off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between total generated projects and paying retention.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 Takeaway (0.5 min):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Pulsia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neither a simple scam nor a flawless technological miracle. It is a live, highly volatile engineering beta test operating in public.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Is This the End of Employees? The Rise of Autonomous AI Founders | Ben Cer</a:t>
            </a:r>
          </a:p>
          <a:p>
            <a:r>
              <a:rPr lang="en-US" dirty="0"/>
              <a:t>https://www.youtube.com/watch?v=1HCxo1fD6MU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937FE0-2FAF-4F4B-8B00-B35F0B41F81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1135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/>
              <a:t>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Paradigm Shift in AI Tooling (1.5 min):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understand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Pulsia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we need to categorize how AI tools interact with users.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Assistant 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(e.g., ChatGPT): Reactive tools that only answer when prompted.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Vibe Coding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(e.g., Cursor, Lovable): Interactive coding assistants that speed up syntax generation but still require human oversight, manual initiation, and technical guidance.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Autonomous Founder / 'God Mode'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The shift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Pulsia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attempting. An agent that wakes up autonomously overnight, performs development/marketing tasks, spends compute, and presents you with a morning stand-up report.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Philosophy of the Autonomous Actor (1.5 min):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Ben Cera noted, the goal is not just writing code faster; it's creating an autonomous economic actor with a single directive: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 the user a successful founder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Ben's background under Travis Kalanik at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CloudKitchens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taught him that only 10x improvements in human agency are worth building.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Pulsia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seeks to grant non-technical individuals the leverage usually reserved for funded venture teams.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937FE0-2FAF-4F4B-8B00-B35F0B41F81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2541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Marketing Pitch vs. Core Technical Bottlenecks (2 min):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marketing tagline claims: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'Builds your company while you sleep'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plug-and-play orchestration across code, Meta ads, and email outreach.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However, running open-ended autonomous agents creates three fundamental engineering bottlenecks: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Harness Problem: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Giving an AI raw access to live infrastructure (like Stripe or Meta Ads API) without boundaries leads to catastrophic mistakes.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Context Collapse: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Open-ended prompting makes models hallucinate invalid API calls and generate unmaintainable, buggy codebases.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Cost Constraint: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Unbounded 24-hour autonomy burns hundreds of dollars per day in LLM token compute.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 Economics Analysis (2 min):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Ben candidly admitted in the interview that at a flat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$50/month subscription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Pulsia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operates on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negative gross margins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due to high model costs (like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Anthropic's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Opus).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Ben's own words: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'When people say it's a scam, it's the worst scam in the world because I'm losing money on negative margins.'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937FE0-2FAF-4F4B-8B00-B35F0B41F81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9390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Deconstructing the Growth Engine (2 min):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does a solo founder generate $10M ARR without a formal marketing team? Through an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Attention Flywheel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Controversy: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Launch a buggy, highly ambitious MVP.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Hyper-Visibility: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Algorithmic outrage and online debate drive massive top-of-funnel traffic at zero direct ad spend.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Top-of-Funnel Cash: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fraction of the massive audience converts into paid $50/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users, generating rapid liquidity. 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Engineering Reinvestment: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That cash flow is immediately funneled into GPU infrastructure and model fine-tuning to resolve platform bugs.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Takeaway (1 min):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fast-moving AI markets, distribution and attention capture matter more in the early stages than having a perfect V1 codebase.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937FE0-2FAF-4F4B-8B00-B35F0B41F81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2786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a Single Founder Operates at $10M Scale (2 min):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Ben Cera operates as a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sole founder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without full-time employees.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Instead of building internal headcount, systemic operations are outsourced to external platform partners and B2B APIs: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Engineering Stack: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Partnering with agent platform SDKs on Anthropic models.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Compute Infrastructure: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Renting GPU clusters from B2B providers executing open-source models with Reinforcement Learning (RL) optimization to reduce token costs.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Customer Support: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Using automated AI systems to process support tickets and issue refunds.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Strategic Rationale (1 min):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Operating without employees serves two purposes: it creates an authentic marketing narrative around solo AI leverage, and forces Ben to experience the exact same operational environment as his users.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937FE0-2FAF-4F4B-8B00-B35F0B41F81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3770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Analyzing Corporate Asymmetry (2 min):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haven't tech giants like OpenAI, Google, or Anthropic released fully autonomous agents?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comes down to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Brand Risk Tolerance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Incumbents: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Have near-zero brand risk tolerance. If ChatGPT autonomously sends spam or mismanages a live ad budget, it damages multi-trillion-dollar enterprise relationships.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Challengers (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Pulsia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Possess absolute risk tolerance.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Pulsia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willingly exposes experimental agents to live production environments, absorbing negative reviews as free viral distribution.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Historical Parallel (2 min):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Ben draws a parallel to Google in 2021: Google invented transformer architecture but hesitated to deploy LLMs due to hallucination risks, allowing OpenAI to capture the market.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937FE0-2FAF-4F4B-8B00-B35F0B41F81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3910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Phase 1 vs. Phase 2 Monetization Strategy (2.5 min):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Pulsia's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current state—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Phase 1 Token Arbitrage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($50/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flat fees)—is structurally unsustainable.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true business model mirrors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Shopify's marketplace economics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 Layer: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Lower subscription barriers (Freemium / $20/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to maximize user acquisition.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Add-on Marketplace: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Pulsia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takes a platform fee whenever the AI provisions custom domains, purchases Meta ads, or hires legal services.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Transaction Layer: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3% revenue share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all business transactions processed by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Pulsia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-generated companies (mirroring Shopify's fee structure).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 Insight (1.5 min):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subscription fee is merely a customer acquisition cost; the real long-term business is taxing the global GDP generated by autonomous AI startups.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937FE0-2FAF-4F4B-8B00-B35F0B41F81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4588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Deconstructing Trust in the AI Era (2 min):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a market where anyone can wrap an API and call it a product, what constitutes a defensible moat?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Ben argues that trust exists on three distinct tiers: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Brand Trust: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users trust the company?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Founder Trust: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users trust Ben Cera?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Entity Trust: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non-technical users trust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agent itself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a competent economic partner?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Strategic Thesis (1.5 min):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ultimate winner in autonomous AI won't necessarily be the team with the cleanest initial codebase, but the platform that successfully establishes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Entity Trust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between humans and autonomous agents.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937FE0-2FAF-4F4B-8B00-B35F0B41F81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9890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Market Timing &amp; Strategic Window (2 min):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are currently in a brief, strategic market window: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Compute is expensive and models hallucinate, but major incumbents remain paralyzed by brand risk.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FUTURE: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Big tech will inevitably solve alignment, harness safety, and release native autonomous tools.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Network Effects (1.5 min):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absorbing public backlash today,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Pulsia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building a proprietary dataset that tech giants currently lack: real-world user interactions with autonomous economic agents in the wild.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937FE0-2FAF-4F4B-8B00-B35F0B41F81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9864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Synthesizing the Narrative (2 min):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slide summarizes the tension between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Pulsia's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strategic vision and current market metrics: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Transitioning from reactive assistant models to opinionated AI co-founders.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Traction: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$10M ARR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169k launched projects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contrasted against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8,354 active paying users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vl="0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Closing Strategy (1 min):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treating attention as its primary moat,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Pulsia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trades early user friction for rapid iteration cycles.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937FE0-2FAF-4F4B-8B00-B35F0B41F81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2040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 Synthesis (2 min):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wrap up our teardown of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Pulsia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</a:p>
          <a:p>
            <a:pPr lvl="1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Distribution Trumps V1 Stability: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Viral distribution funds the underlying R&amp;D required to stabilize complex agentic platforms. </a:t>
            </a:r>
          </a:p>
          <a:p>
            <a:pPr lvl="1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Monetization Evolution: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AI agent platforms must shift from token arbitrage to transactional marketplace revenue. </a:t>
            </a:r>
          </a:p>
          <a:p>
            <a:pPr lvl="1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Race for Entity Trust: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Winning the autonomous AI market depends on building user confidence in AI agents executing real-world business tasks.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Is This the End of Employees? The Rise of Autonomous AI Founders | Ben Cer</a:t>
            </a:r>
          </a:p>
          <a:p>
            <a:r>
              <a:rPr lang="en-US" dirty="0"/>
              <a:t>https://www.youtube.com/watch?v=1HCxo1fD6MU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937FE0-2FAF-4F4B-8B00-B35F0B41F81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3409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0AA010-8982-31BE-DDF2-00F95D0E9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F4986-92A3-4362-8B0C-4CF97B86149D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B632D7-840C-4EF0-C78C-51FAD5E2C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884726-7C38-C277-9E6A-5732918FB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B046F-7DC1-4B7E-8FF0-D08FA4513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228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C1B274-99F8-7323-CF35-62FB8EB20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80267F-E0D1-6CAD-FDC0-28ABD8C54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235F7E-2D2D-2BAE-6641-D64A5AB6BB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3F4986-92A3-4362-8B0C-4CF97B86149D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32510E-4997-DC25-C537-117C5BB016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A2866-E1FC-CBD6-D58F-62A364BC5F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EB046F-7DC1-4B7E-8FF0-D08FA4513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155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64EB8DF-6D13-FD82-44EA-8A8183AC5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E127726-21EB-D515-0620-71BFE65427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01BB70F-C86E-1176-B9F4-6E1644D9B5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1A995A2-E362-E294-320B-72ABC4AC2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4D3BFD3-E150-561F-1D9A-B7D07B150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E2B31D-37A0-4CF3-7986-4BD889EA87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B45A800-5239-6AB9-5578-43791F0C0B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33DC902-F9FA-792E-4C1A-F69D11BF06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DDED2F0-865B-2A2C-B82B-DC5F4D987F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FC2DFDE-C4AA-87B1-904B-7CEBE80A7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746368D-9FCE-736D-5B75-1CD9714EAD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725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1525</Words>
  <Application>Microsoft Office PowerPoint</Application>
  <PresentationFormat>寬螢幕</PresentationFormat>
  <Paragraphs>106</Paragraphs>
  <Slides>11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Lai, Wilson</dc:creator>
  <cp:lastModifiedBy>Wilson Lai</cp:lastModifiedBy>
  <cp:revision>2</cp:revision>
  <dcterms:created xsi:type="dcterms:W3CDTF">2026-09-22T14:13:30Z</dcterms:created>
  <dcterms:modified xsi:type="dcterms:W3CDTF">2026-10-20T13:43:00Z</dcterms:modified>
</cp:coreProperties>
</file>