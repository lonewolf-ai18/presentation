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83BDEA-4777-40D4-A464-F6DAFAFC7DEE}" v="15" dt="2026-09-15T01:48:49.3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592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5T01:49:05.696" v="34" actId="166"/>
      <pc:docMkLst>
        <pc:docMk/>
      </pc:docMkLst>
      <pc:sldChg chg="addSp delSp modSp mod modNotesTx">
        <pc:chgData name="Lai, Wilson" userId="2840974a-0d84-4886-90a9-9a3ed79f3a48" providerId="ADAL" clId="{9F23B798-9E84-4552-BA63-E776E805C424}" dt="2026-09-15T01:49:05.696" v="34" actId="166"/>
        <pc:sldMkLst>
          <pc:docMk/>
          <pc:sldMk cId="0" sldId="257"/>
        </pc:sldMkLst>
        <pc:picChg chg="del">
          <ac:chgData name="Lai, Wilson" userId="2840974a-0d84-4886-90a9-9a3ed79f3a48" providerId="ADAL" clId="{9F23B798-9E84-4552-BA63-E776E805C424}" dt="2026-09-15T01:10:36.350" v="0" actId="21"/>
          <ac:picMkLst>
            <pc:docMk/>
            <pc:sldMk cId="0" sldId="257"/>
            <ac:picMk id="2" creationId="{00000000-0000-0000-0000-000000000000}"/>
          </ac:picMkLst>
        </pc:picChg>
        <pc:picChg chg="add ord">
          <ac:chgData name="Lai, Wilson" userId="2840974a-0d84-4886-90a9-9a3ed79f3a48" providerId="ADAL" clId="{9F23B798-9E84-4552-BA63-E776E805C424}" dt="2026-09-15T01:49:05.696" v="34" actId="166"/>
          <ac:picMkLst>
            <pc:docMk/>
            <pc:sldMk cId="0" sldId="257"/>
            <ac:picMk id="7" creationId="{957C1108-8B64-15DA-7321-2272BB587D45}"/>
          </ac:picMkLst>
        </pc:picChg>
      </pc:sldChg>
      <pc:sldChg chg="addSp delSp mod">
        <pc:chgData name="Lai, Wilson" userId="2840974a-0d84-4886-90a9-9a3ed79f3a48" providerId="ADAL" clId="{9F23B798-9E84-4552-BA63-E776E805C424}" dt="2026-09-15T01:11:15.637" v="5" actId="22"/>
        <pc:sldMkLst>
          <pc:docMk/>
          <pc:sldMk cId="0" sldId="258"/>
        </pc:sldMkLst>
        <pc:picChg chg="del">
          <ac:chgData name="Lai, Wilson" userId="2840974a-0d84-4886-90a9-9a3ed79f3a48" providerId="ADAL" clId="{9F23B798-9E84-4552-BA63-E776E805C424}" dt="2026-09-15T01:11:08.769" v="4" actId="21"/>
          <ac:picMkLst>
            <pc:docMk/>
            <pc:sldMk cId="0" sldId="258"/>
            <ac:picMk id="2" creationId="{00000000-0000-0000-0000-000000000000}"/>
          </ac:picMkLst>
        </pc:picChg>
        <pc:picChg chg="add">
          <ac:chgData name="Lai, Wilson" userId="2840974a-0d84-4886-90a9-9a3ed79f3a48" providerId="ADAL" clId="{9F23B798-9E84-4552-BA63-E776E805C424}" dt="2026-09-15T01:11:15.637" v="5" actId="22"/>
          <ac:picMkLst>
            <pc:docMk/>
            <pc:sldMk cId="0" sldId="258"/>
            <ac:picMk id="4" creationId="{6BA307B0-68FD-BBB6-802A-4DB64C2973B0}"/>
          </ac:picMkLst>
        </pc:picChg>
      </pc:sldChg>
      <pc:sldChg chg="addSp delSp mod">
        <pc:chgData name="Lai, Wilson" userId="2840974a-0d84-4886-90a9-9a3ed79f3a48" providerId="ADAL" clId="{9F23B798-9E84-4552-BA63-E776E805C424}" dt="2026-09-15T01:11:24.668" v="7" actId="22"/>
        <pc:sldMkLst>
          <pc:docMk/>
          <pc:sldMk cId="0" sldId="259"/>
        </pc:sldMkLst>
        <pc:picChg chg="del">
          <ac:chgData name="Lai, Wilson" userId="2840974a-0d84-4886-90a9-9a3ed79f3a48" providerId="ADAL" clId="{9F23B798-9E84-4552-BA63-E776E805C424}" dt="2026-09-15T01:11:17.760" v="6" actId="21"/>
          <ac:picMkLst>
            <pc:docMk/>
            <pc:sldMk cId="0" sldId="259"/>
            <ac:picMk id="2" creationId="{00000000-0000-0000-0000-000000000000}"/>
          </ac:picMkLst>
        </pc:picChg>
        <pc:picChg chg="add">
          <ac:chgData name="Lai, Wilson" userId="2840974a-0d84-4886-90a9-9a3ed79f3a48" providerId="ADAL" clId="{9F23B798-9E84-4552-BA63-E776E805C424}" dt="2026-09-15T01:11:24.668" v="7" actId="22"/>
          <ac:picMkLst>
            <pc:docMk/>
            <pc:sldMk cId="0" sldId="259"/>
            <ac:picMk id="4" creationId="{EA526751-71E9-D88A-55AA-79F9A21DB6B4}"/>
          </ac:picMkLst>
        </pc:picChg>
      </pc:sldChg>
      <pc:sldChg chg="addSp delSp mod">
        <pc:chgData name="Lai, Wilson" userId="2840974a-0d84-4886-90a9-9a3ed79f3a48" providerId="ADAL" clId="{9F23B798-9E84-4552-BA63-E776E805C424}" dt="2026-09-15T01:11:34.950" v="9" actId="22"/>
        <pc:sldMkLst>
          <pc:docMk/>
          <pc:sldMk cId="0" sldId="260"/>
        </pc:sldMkLst>
        <pc:picChg chg="del">
          <ac:chgData name="Lai, Wilson" userId="2840974a-0d84-4886-90a9-9a3ed79f3a48" providerId="ADAL" clId="{9F23B798-9E84-4552-BA63-E776E805C424}" dt="2026-09-15T01:11:26.449" v="8" actId="21"/>
          <ac:picMkLst>
            <pc:docMk/>
            <pc:sldMk cId="0" sldId="260"/>
            <ac:picMk id="2" creationId="{00000000-0000-0000-0000-000000000000}"/>
          </ac:picMkLst>
        </pc:picChg>
        <pc:picChg chg="add">
          <ac:chgData name="Lai, Wilson" userId="2840974a-0d84-4886-90a9-9a3ed79f3a48" providerId="ADAL" clId="{9F23B798-9E84-4552-BA63-E776E805C424}" dt="2026-09-15T01:11:34.950" v="9" actId="22"/>
          <ac:picMkLst>
            <pc:docMk/>
            <pc:sldMk cId="0" sldId="260"/>
            <ac:picMk id="4" creationId="{93F951BA-5A8E-2B88-40CF-839C43504282}"/>
          </ac:picMkLst>
        </pc:picChg>
      </pc:sldChg>
      <pc:sldChg chg="addSp delSp mod">
        <pc:chgData name="Lai, Wilson" userId="2840974a-0d84-4886-90a9-9a3ed79f3a48" providerId="ADAL" clId="{9F23B798-9E84-4552-BA63-E776E805C424}" dt="2026-09-15T01:11:46.423" v="11" actId="22"/>
        <pc:sldMkLst>
          <pc:docMk/>
          <pc:sldMk cId="0" sldId="261"/>
        </pc:sldMkLst>
        <pc:picChg chg="del">
          <ac:chgData name="Lai, Wilson" userId="2840974a-0d84-4886-90a9-9a3ed79f3a48" providerId="ADAL" clId="{9F23B798-9E84-4552-BA63-E776E805C424}" dt="2026-09-15T01:11:36.554" v="10" actId="21"/>
          <ac:picMkLst>
            <pc:docMk/>
            <pc:sldMk cId="0" sldId="261"/>
            <ac:picMk id="2" creationId="{00000000-0000-0000-0000-000000000000}"/>
          </ac:picMkLst>
        </pc:picChg>
        <pc:picChg chg="add">
          <ac:chgData name="Lai, Wilson" userId="2840974a-0d84-4886-90a9-9a3ed79f3a48" providerId="ADAL" clId="{9F23B798-9E84-4552-BA63-E776E805C424}" dt="2026-09-15T01:11:46.423" v="11" actId="22"/>
          <ac:picMkLst>
            <pc:docMk/>
            <pc:sldMk cId="0" sldId="261"/>
            <ac:picMk id="4" creationId="{8383B61C-1D26-089E-6EBB-B7C21E6A61D6}"/>
          </ac:picMkLst>
        </pc:picChg>
      </pc:sldChg>
      <pc:sldChg chg="addSp delSp mod">
        <pc:chgData name="Lai, Wilson" userId="2840974a-0d84-4886-90a9-9a3ed79f3a48" providerId="ADAL" clId="{9F23B798-9E84-4552-BA63-E776E805C424}" dt="2026-09-15T01:11:56.544" v="13" actId="22"/>
        <pc:sldMkLst>
          <pc:docMk/>
          <pc:sldMk cId="0" sldId="262"/>
        </pc:sldMkLst>
        <pc:picChg chg="del">
          <ac:chgData name="Lai, Wilson" userId="2840974a-0d84-4886-90a9-9a3ed79f3a48" providerId="ADAL" clId="{9F23B798-9E84-4552-BA63-E776E805C424}" dt="2026-09-15T01:11:48.632" v="12" actId="21"/>
          <ac:picMkLst>
            <pc:docMk/>
            <pc:sldMk cId="0" sldId="262"/>
            <ac:picMk id="2" creationId="{00000000-0000-0000-0000-000000000000}"/>
          </ac:picMkLst>
        </pc:picChg>
        <pc:picChg chg="add">
          <ac:chgData name="Lai, Wilson" userId="2840974a-0d84-4886-90a9-9a3ed79f3a48" providerId="ADAL" clId="{9F23B798-9E84-4552-BA63-E776E805C424}" dt="2026-09-15T01:11:56.544" v="13" actId="22"/>
          <ac:picMkLst>
            <pc:docMk/>
            <pc:sldMk cId="0" sldId="262"/>
            <ac:picMk id="4" creationId="{8112EB0D-5A7E-C7FC-12C3-7AAB199C06EB}"/>
          </ac:picMkLst>
        </pc:picChg>
      </pc:sldChg>
      <pc:sldChg chg="addSp delSp mod">
        <pc:chgData name="Lai, Wilson" userId="2840974a-0d84-4886-90a9-9a3ed79f3a48" providerId="ADAL" clId="{9F23B798-9E84-4552-BA63-E776E805C424}" dt="2026-09-15T01:12:16.332" v="15" actId="22"/>
        <pc:sldMkLst>
          <pc:docMk/>
          <pc:sldMk cId="0" sldId="263"/>
        </pc:sldMkLst>
        <pc:picChg chg="del">
          <ac:chgData name="Lai, Wilson" userId="2840974a-0d84-4886-90a9-9a3ed79f3a48" providerId="ADAL" clId="{9F23B798-9E84-4552-BA63-E776E805C424}" dt="2026-09-15T01:11:57.876" v="14" actId="21"/>
          <ac:picMkLst>
            <pc:docMk/>
            <pc:sldMk cId="0" sldId="263"/>
            <ac:picMk id="2" creationId="{00000000-0000-0000-0000-000000000000}"/>
          </ac:picMkLst>
        </pc:picChg>
        <pc:picChg chg="add">
          <ac:chgData name="Lai, Wilson" userId="2840974a-0d84-4886-90a9-9a3ed79f3a48" providerId="ADAL" clId="{9F23B798-9E84-4552-BA63-E776E805C424}" dt="2026-09-15T01:12:16.332" v="15" actId="22"/>
          <ac:picMkLst>
            <pc:docMk/>
            <pc:sldMk cId="0" sldId="263"/>
            <ac:picMk id="4" creationId="{13F9169F-855D-76D2-FE86-15481E5750E3}"/>
          </ac:picMkLst>
        </pc:picChg>
      </pc:sldChg>
      <pc:sldChg chg="addSp delSp mod">
        <pc:chgData name="Lai, Wilson" userId="2840974a-0d84-4886-90a9-9a3ed79f3a48" providerId="ADAL" clId="{9F23B798-9E84-4552-BA63-E776E805C424}" dt="2026-09-15T01:12:25.254" v="17" actId="22"/>
        <pc:sldMkLst>
          <pc:docMk/>
          <pc:sldMk cId="0" sldId="264"/>
        </pc:sldMkLst>
        <pc:picChg chg="del">
          <ac:chgData name="Lai, Wilson" userId="2840974a-0d84-4886-90a9-9a3ed79f3a48" providerId="ADAL" clId="{9F23B798-9E84-4552-BA63-E776E805C424}" dt="2026-09-15T01:12:18.043" v="16" actId="21"/>
          <ac:picMkLst>
            <pc:docMk/>
            <pc:sldMk cId="0" sldId="264"/>
            <ac:picMk id="2" creationId="{00000000-0000-0000-0000-000000000000}"/>
          </ac:picMkLst>
        </pc:picChg>
        <pc:picChg chg="add">
          <ac:chgData name="Lai, Wilson" userId="2840974a-0d84-4886-90a9-9a3ed79f3a48" providerId="ADAL" clId="{9F23B798-9E84-4552-BA63-E776E805C424}" dt="2026-09-15T01:12:25.254" v="17" actId="22"/>
          <ac:picMkLst>
            <pc:docMk/>
            <pc:sldMk cId="0" sldId="264"/>
            <ac:picMk id="4" creationId="{7A5D4D3A-5854-B1E0-86DE-2311163D579E}"/>
          </ac:picMkLst>
        </pc:picChg>
      </pc:sldChg>
      <pc:sldChg chg="addSp delSp mod">
        <pc:chgData name="Lai, Wilson" userId="2840974a-0d84-4886-90a9-9a3ed79f3a48" providerId="ADAL" clId="{9F23B798-9E84-4552-BA63-E776E805C424}" dt="2026-09-15T01:12:35.505" v="19" actId="22"/>
        <pc:sldMkLst>
          <pc:docMk/>
          <pc:sldMk cId="0" sldId="265"/>
        </pc:sldMkLst>
        <pc:picChg chg="del">
          <ac:chgData name="Lai, Wilson" userId="2840974a-0d84-4886-90a9-9a3ed79f3a48" providerId="ADAL" clId="{9F23B798-9E84-4552-BA63-E776E805C424}" dt="2026-09-15T01:12:26.846" v="18" actId="21"/>
          <ac:picMkLst>
            <pc:docMk/>
            <pc:sldMk cId="0" sldId="265"/>
            <ac:picMk id="2" creationId="{00000000-0000-0000-0000-000000000000}"/>
          </ac:picMkLst>
        </pc:picChg>
        <pc:picChg chg="add">
          <ac:chgData name="Lai, Wilson" userId="2840974a-0d84-4886-90a9-9a3ed79f3a48" providerId="ADAL" clId="{9F23B798-9E84-4552-BA63-E776E805C424}" dt="2026-09-15T01:12:35.505" v="19" actId="22"/>
          <ac:picMkLst>
            <pc:docMk/>
            <pc:sldMk cId="0" sldId="265"/>
            <ac:picMk id="4" creationId="{EABB2100-5FC6-C1EF-8EDF-1E12699CC2DB}"/>
          </ac:picMkLst>
        </pc:picChg>
      </pc:sldChg>
      <pc:sldChg chg="addSp delSp mod">
        <pc:chgData name="Lai, Wilson" userId="2840974a-0d84-4886-90a9-9a3ed79f3a48" providerId="ADAL" clId="{9F23B798-9E84-4552-BA63-E776E805C424}" dt="2026-09-15T01:12:49.661" v="21" actId="22"/>
        <pc:sldMkLst>
          <pc:docMk/>
          <pc:sldMk cId="0" sldId="266"/>
        </pc:sldMkLst>
        <pc:picChg chg="del">
          <ac:chgData name="Lai, Wilson" userId="2840974a-0d84-4886-90a9-9a3ed79f3a48" providerId="ADAL" clId="{9F23B798-9E84-4552-BA63-E776E805C424}" dt="2026-09-15T01:12:37.204" v="20" actId="21"/>
          <ac:picMkLst>
            <pc:docMk/>
            <pc:sldMk cId="0" sldId="266"/>
            <ac:picMk id="2" creationId="{00000000-0000-0000-0000-000000000000}"/>
          </ac:picMkLst>
        </pc:picChg>
        <pc:picChg chg="add">
          <ac:chgData name="Lai, Wilson" userId="2840974a-0d84-4886-90a9-9a3ed79f3a48" providerId="ADAL" clId="{9F23B798-9E84-4552-BA63-E776E805C424}" dt="2026-09-15T01:12:49.661" v="21" actId="22"/>
          <ac:picMkLst>
            <pc:docMk/>
            <pc:sldMk cId="0" sldId="266"/>
            <ac:picMk id="4" creationId="{96256D21-2860-E043-D30D-0006DF2F00D6}"/>
          </ac:picMkLst>
        </pc:picChg>
      </pc:sldChg>
      <pc:sldChg chg="addSp delSp mod">
        <pc:chgData name="Lai, Wilson" userId="2840974a-0d84-4886-90a9-9a3ed79f3a48" providerId="ADAL" clId="{9F23B798-9E84-4552-BA63-E776E805C424}" dt="2026-09-15T01:13:02.629" v="23" actId="22"/>
        <pc:sldMkLst>
          <pc:docMk/>
          <pc:sldMk cId="0" sldId="267"/>
        </pc:sldMkLst>
        <pc:picChg chg="del">
          <ac:chgData name="Lai, Wilson" userId="2840974a-0d84-4886-90a9-9a3ed79f3a48" providerId="ADAL" clId="{9F23B798-9E84-4552-BA63-E776E805C424}" dt="2026-09-15T01:12:51.629" v="22" actId="21"/>
          <ac:picMkLst>
            <pc:docMk/>
            <pc:sldMk cId="0" sldId="267"/>
            <ac:picMk id="2" creationId="{00000000-0000-0000-0000-000000000000}"/>
          </ac:picMkLst>
        </pc:picChg>
        <pc:picChg chg="add">
          <ac:chgData name="Lai, Wilson" userId="2840974a-0d84-4886-90a9-9a3ed79f3a48" providerId="ADAL" clId="{9F23B798-9E84-4552-BA63-E776E805C424}" dt="2026-09-15T01:13:02.629" v="23" actId="22"/>
          <ac:picMkLst>
            <pc:docMk/>
            <pc:sldMk cId="0" sldId="267"/>
            <ac:picMk id="4" creationId="{9490EE0D-43F5-8C1D-989F-EEF4E8A3360C}"/>
          </ac:picMkLst>
        </pc:picChg>
      </pc:sldChg>
      <pc:sldChg chg="addSp delSp mod">
        <pc:chgData name="Lai, Wilson" userId="2840974a-0d84-4886-90a9-9a3ed79f3a48" providerId="ADAL" clId="{9F23B798-9E84-4552-BA63-E776E805C424}" dt="2026-09-15T01:13:16.910" v="25" actId="22"/>
        <pc:sldMkLst>
          <pc:docMk/>
          <pc:sldMk cId="0" sldId="268"/>
        </pc:sldMkLst>
        <pc:picChg chg="del">
          <ac:chgData name="Lai, Wilson" userId="2840974a-0d84-4886-90a9-9a3ed79f3a48" providerId="ADAL" clId="{9F23B798-9E84-4552-BA63-E776E805C424}" dt="2026-09-15T01:13:04.241" v="24" actId="21"/>
          <ac:picMkLst>
            <pc:docMk/>
            <pc:sldMk cId="0" sldId="268"/>
            <ac:picMk id="2" creationId="{00000000-0000-0000-0000-000000000000}"/>
          </ac:picMkLst>
        </pc:picChg>
        <pc:picChg chg="add">
          <ac:chgData name="Lai, Wilson" userId="2840974a-0d84-4886-90a9-9a3ed79f3a48" providerId="ADAL" clId="{9F23B798-9E84-4552-BA63-E776E805C424}" dt="2026-09-15T01:13:16.910" v="25" actId="22"/>
          <ac:picMkLst>
            <pc:docMk/>
            <pc:sldMk cId="0" sldId="268"/>
            <ac:picMk id="4" creationId="{C134BFA5-66C5-C5D3-DDC5-B091A88F9307}"/>
          </ac:picMkLst>
        </pc:picChg>
      </pc:sldChg>
      <pc:sldChg chg="addSp delSp mod">
        <pc:chgData name="Lai, Wilson" userId="2840974a-0d84-4886-90a9-9a3ed79f3a48" providerId="ADAL" clId="{9F23B798-9E84-4552-BA63-E776E805C424}" dt="2026-09-15T01:13:26.740" v="27" actId="22"/>
        <pc:sldMkLst>
          <pc:docMk/>
          <pc:sldMk cId="0" sldId="269"/>
        </pc:sldMkLst>
        <pc:picChg chg="del">
          <ac:chgData name="Lai, Wilson" userId="2840974a-0d84-4886-90a9-9a3ed79f3a48" providerId="ADAL" clId="{9F23B798-9E84-4552-BA63-E776E805C424}" dt="2026-09-15T01:13:19.026" v="26" actId="21"/>
          <ac:picMkLst>
            <pc:docMk/>
            <pc:sldMk cId="0" sldId="269"/>
            <ac:picMk id="2" creationId="{00000000-0000-0000-0000-000000000000}"/>
          </ac:picMkLst>
        </pc:picChg>
        <pc:picChg chg="add">
          <ac:chgData name="Lai, Wilson" userId="2840974a-0d84-4886-90a9-9a3ed79f3a48" providerId="ADAL" clId="{9F23B798-9E84-4552-BA63-E776E805C424}" dt="2026-09-15T01:13:26.740" v="27" actId="22"/>
          <ac:picMkLst>
            <pc:docMk/>
            <pc:sldMk cId="0" sldId="269"/>
            <ac:picMk id="4" creationId="{9110F0D9-D382-C199-9D31-63AFC6171395}"/>
          </ac:picMkLst>
        </pc:picChg>
      </pc:sldChg>
      <pc:sldChg chg="addSp delSp mod modNotesTx">
        <pc:chgData name="Lai, Wilson" userId="2840974a-0d84-4886-90a9-9a3ed79f3a48" providerId="ADAL" clId="{9F23B798-9E84-4552-BA63-E776E805C424}" dt="2026-09-15T01:48:39.108" v="33" actId="14"/>
        <pc:sldMkLst>
          <pc:docMk/>
          <pc:sldMk cId="0" sldId="270"/>
        </pc:sldMkLst>
        <pc:picChg chg="del">
          <ac:chgData name="Lai, Wilson" userId="2840974a-0d84-4886-90a9-9a3ed79f3a48" providerId="ADAL" clId="{9F23B798-9E84-4552-BA63-E776E805C424}" dt="2026-09-15T01:13:28.094" v="28" actId="21"/>
          <ac:picMkLst>
            <pc:docMk/>
            <pc:sldMk cId="0" sldId="270"/>
            <ac:picMk id="2" creationId="{00000000-0000-0000-0000-000000000000}"/>
          </ac:picMkLst>
        </pc:picChg>
        <pc:picChg chg="add">
          <ac:chgData name="Lai, Wilson" userId="2840974a-0d84-4886-90a9-9a3ed79f3a48" providerId="ADAL" clId="{9F23B798-9E84-4552-BA63-E776E805C424}" dt="2026-09-15T01:13:34.890" v="29" actId="22"/>
          <ac:picMkLst>
            <pc:docMk/>
            <pc:sldMk cId="0" sldId="270"/>
            <ac:picMk id="4" creationId="{077BD713-4D6B-D8D0-869F-74B163C34808}"/>
          </ac:picMkLst>
        </pc:picChg>
      </pc:sldChg>
      <pc:sldChg chg="addSp delSp mod">
        <pc:chgData name="Lai, Wilson" userId="2840974a-0d84-4886-90a9-9a3ed79f3a48" providerId="ADAL" clId="{9F23B798-9E84-4552-BA63-E776E805C424}" dt="2026-09-15T01:11:03.922" v="3" actId="22"/>
        <pc:sldMkLst>
          <pc:docMk/>
          <pc:sldMk cId="14485952" sldId="271"/>
        </pc:sldMkLst>
        <pc:picChg chg="del">
          <ac:chgData name="Lai, Wilson" userId="2840974a-0d84-4886-90a9-9a3ed79f3a48" providerId="ADAL" clId="{9F23B798-9E84-4552-BA63-E776E805C424}" dt="2026-09-15T01:10:54.983" v="2" actId="21"/>
          <ac:picMkLst>
            <pc:docMk/>
            <pc:sldMk cId="14485952" sldId="271"/>
            <ac:picMk id="3" creationId="{565953DE-B992-DCE5-CC89-683E3B8EEDD0}"/>
          </ac:picMkLst>
        </pc:picChg>
        <pc:picChg chg="add">
          <ac:chgData name="Lai, Wilson" userId="2840974a-0d84-4886-90a9-9a3ed79f3a48" providerId="ADAL" clId="{9F23B798-9E84-4552-BA63-E776E805C424}" dt="2026-09-15T01:11:03.922" v="3" actId="22"/>
          <ac:picMkLst>
            <pc:docMk/>
            <pc:sldMk cId="14485952" sldId="271"/>
            <ac:picMk id="4" creationId="{A3F8D37D-6ED8-1F91-5AC6-DA1D59F37E7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9EA03-B0DF-42A8-831D-10826D15023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00B12-EBA5-405B-B75D-1223A93AD493}" type="slidenum">
              <a:rPr lang="en-US" smtClean="0"/>
              <a:t>‹#›</a:t>
            </a:fld>
            <a:endParaRPr lang="en-US"/>
          </a:p>
        </p:txBody>
      </p:sp>
    </p:spTree>
    <p:extLst>
      <p:ext uri="{BB962C8B-B14F-4D97-AF65-F5344CB8AC3E}">
        <p14:creationId xmlns:p14="http://schemas.microsoft.com/office/powerpoint/2010/main" val="99059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stepping back from short-term market noise to address a structural shift in global asset allocation over the next decade.</a:t>
            </a:r>
          </a:p>
          <a:p>
            <a:pPr lvl="0"/>
            <a:r>
              <a:rPr lang="en-US" dirty="0"/>
              <a:t>Over the past 15 years, investors enjoyed an era dominated by </a:t>
            </a:r>
            <a:r>
              <a:rPr lang="en-US" b="1" dirty="0"/>
              <a:t>15% annualized U.S. equity returns</a:t>
            </a:r>
            <a:r>
              <a:rPr lang="en-US" dirty="0"/>
              <a:t>. That era was an anomaly driven by low interest rates, stellar corporate earnings, and valuation expansion.</a:t>
            </a:r>
          </a:p>
          <a:p>
            <a:pPr lvl="0"/>
            <a:r>
              <a:rPr lang="en-US" dirty="0"/>
              <a:t>As we look ahead, four global macro drivers are reshaping the market landscape: </a:t>
            </a:r>
            <a:r>
              <a:rPr lang="en-US" b="1" dirty="0"/>
              <a:t>Inflation persistence (2.5–3.5%)</a:t>
            </a:r>
            <a:r>
              <a:rPr lang="en-US" dirty="0"/>
              <a:t>, </a:t>
            </a:r>
            <a:r>
              <a:rPr lang="en-US" b="1" dirty="0"/>
              <a:t>Geopolitical fragmentation/de-globalization</a:t>
            </a:r>
            <a:r>
              <a:rPr lang="en-US" dirty="0"/>
              <a:t>, </a:t>
            </a:r>
            <a:r>
              <a:rPr lang="en-US" b="1" dirty="0"/>
              <a:t>Interest rate normalization with a higher yield floor</a:t>
            </a:r>
            <a:r>
              <a:rPr lang="en-US" dirty="0"/>
              <a:t>, and </a:t>
            </a:r>
            <a:r>
              <a:rPr lang="en-US" b="1" dirty="0"/>
              <a:t>Technological disruption from AI and automation</a:t>
            </a:r>
            <a:r>
              <a:rPr lang="en-US" dirty="0"/>
              <a:t>.</a:t>
            </a:r>
          </a:p>
          <a:p>
            <a:pPr lvl="0"/>
            <a:r>
              <a:rPr lang="en-US" dirty="0"/>
              <a:t>To navigate this environment, institutional portfolio management must transition from an unconstrained equity-heavy mindset into a </a:t>
            </a:r>
            <a:r>
              <a:rPr lang="en-US" b="1" dirty="0"/>
              <a:t>Dynamically Constrained Portfolio</a:t>
            </a:r>
            <a:r>
              <a:rPr lang="en-US" dirty="0"/>
              <a:t> designed for robust diversification, tail risk mitigation, and sustainable yield.</a:t>
            </a:r>
          </a:p>
          <a:p>
            <a:endParaRPr lang="en-US" dirty="0"/>
          </a:p>
          <a:p>
            <a:endParaRPr lang="en-US" dirty="0"/>
          </a:p>
          <a:p>
            <a:r>
              <a:rPr lang="en-US" dirty="0"/>
              <a:t>https://www.youtube.com/watch?v=pliV8FIi0YE</a:t>
            </a:r>
          </a:p>
        </p:txBody>
      </p:sp>
      <p:sp>
        <p:nvSpPr>
          <p:cNvPr id="4" name="Slide Number Placeholder 3"/>
          <p:cNvSpPr>
            <a:spLocks noGrp="1"/>
          </p:cNvSpPr>
          <p:nvPr>
            <p:ph type="sldNum" sz="quarter" idx="5"/>
          </p:nvPr>
        </p:nvSpPr>
        <p:spPr/>
        <p:txBody>
          <a:bodyPr/>
          <a:lstStyle/>
          <a:p>
            <a:fld id="{81900B12-EBA5-405B-B75D-1223A93AD493}" type="slidenum">
              <a:rPr lang="en-US" smtClean="0"/>
              <a:t>1</a:t>
            </a:fld>
            <a:endParaRPr lang="en-US"/>
          </a:p>
        </p:txBody>
      </p:sp>
    </p:spTree>
    <p:extLst>
      <p:ext uri="{BB962C8B-B14F-4D97-AF65-F5344CB8AC3E}">
        <p14:creationId xmlns:p14="http://schemas.microsoft.com/office/powerpoint/2010/main" val="70106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Anomaly (Past 15 Years):</a:t>
            </a:r>
            <a:r>
              <a:rPr lang="en-US" dirty="0"/>
              <a:t> U.S. equities delivered ~14–15% annualized returns. This was fueled by extraordinary corporate earnings growth coupled with extreme valuation expansion.</a:t>
            </a:r>
          </a:p>
          <a:p>
            <a:pPr lvl="0"/>
            <a:r>
              <a:rPr lang="en-US" b="1" dirty="0"/>
              <a:t>The Reality (Next 10 Years):</a:t>
            </a:r>
            <a:r>
              <a:rPr lang="en-US" dirty="0"/>
              <a:t> Vanguard’s 10-year Capital Market Model projects </a:t>
            </a:r>
            <a:r>
              <a:rPr lang="en-US" b="1" dirty="0"/>
              <a:t>U.S. Equities to yield 4.0%–6.0%</a:t>
            </a:r>
            <a:r>
              <a:rPr lang="en-US" dirty="0"/>
              <a:t> annualized and </a:t>
            </a:r>
            <a:r>
              <a:rPr lang="en-US" b="1" dirty="0"/>
              <a:t>International Equities at 4.5%–6.5%</a:t>
            </a:r>
            <a:r>
              <a:rPr lang="en-US" dirty="0"/>
              <a:t>.</a:t>
            </a:r>
          </a:p>
          <a:p>
            <a:pPr lvl="0"/>
            <a:r>
              <a:rPr lang="en-US" dirty="0"/>
              <a:t>Why the drop? Valuations cannot expand indefinitely. They historically revert toward their long-term mean (~9.5%). Even with solid corporate earnings ahead, multiple contraction will drag down total U.S. equity returns.</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2</a:t>
            </a:fld>
            <a:endParaRPr lang="en-US"/>
          </a:p>
        </p:txBody>
      </p:sp>
    </p:spTree>
    <p:extLst>
      <p:ext uri="{BB962C8B-B14F-4D97-AF65-F5344CB8AC3E}">
        <p14:creationId xmlns:p14="http://schemas.microsoft.com/office/powerpoint/2010/main" val="4099366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U.S. Growth stocks are currently priced at the </a:t>
            </a:r>
            <a:r>
              <a:rPr lang="en-US" b="1" dirty="0"/>
              <a:t>98th percentile of historical valuations</a:t>
            </a:r>
            <a:r>
              <a:rPr lang="en-US" dirty="0"/>
              <a:t>.</a:t>
            </a:r>
          </a:p>
          <a:p>
            <a:pPr lvl="0"/>
            <a:r>
              <a:rPr lang="en-US" dirty="0"/>
              <a:t>Being at the 98th percentile means market expectations are set for absolute perfection. Growth names must deliver uninterrupted, stellar earnings growth year after year.</a:t>
            </a:r>
          </a:p>
          <a:p>
            <a:pPr lvl="0"/>
            <a:r>
              <a:rPr lang="en-US" dirty="0"/>
              <a:t>Longer-term competitive forces, market saturation, and margin compression make this trajectory nearly impossible to sustain without triggering a valuation contraction.</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3</a:t>
            </a:fld>
            <a:endParaRPr lang="en-US"/>
          </a:p>
        </p:txBody>
      </p:sp>
    </p:spTree>
    <p:extLst>
      <p:ext uri="{BB962C8B-B14F-4D97-AF65-F5344CB8AC3E}">
        <p14:creationId xmlns:p14="http://schemas.microsoft.com/office/powerpoint/2010/main" val="2037180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Builders (U.S. Growth):</a:t>
            </a:r>
            <a:r>
              <a:rPr lang="en-US" dirty="0"/>
              <a:t> Spending trillions in capital expenditures (</a:t>
            </a:r>
            <a:r>
              <a:rPr lang="en-US" dirty="0" err="1"/>
              <a:t>CapEx</a:t>
            </a:r>
            <a:r>
              <a:rPr lang="en-US" dirty="0"/>
              <a:t>) to construct AI infrastructure.</a:t>
            </a:r>
          </a:p>
          <a:p>
            <a:pPr lvl="0"/>
            <a:r>
              <a:rPr lang="en-US" b="1" dirty="0"/>
              <a:t>The Beneficiaries (U.S. Value):</a:t>
            </a:r>
            <a:r>
              <a:rPr lang="en-US" dirty="0"/>
              <a:t> Reorganizing workflows using cheap AI utilities to raise operational productivity and boost net margins.</a:t>
            </a:r>
          </a:p>
          <a:p>
            <a:pPr lvl="0"/>
            <a:r>
              <a:rPr lang="en-US" b="1" dirty="0"/>
              <a:t>The 1930s Analogy:</a:t>
            </a:r>
            <a:r>
              <a:rPr lang="en-US" dirty="0"/>
              <a:t> During the electrification era, owning electrical utility companies (the builders with high costs and low relative returns) was inferior to owning manufacturing firms that leveraged cheap electricity to become immensely profitable.</a:t>
            </a:r>
          </a:p>
          <a:p>
            <a:pPr lvl="0"/>
            <a:r>
              <a:rPr lang="en-US" b="1" dirty="0"/>
              <a:t>Heads I Win, Tails You Lose:</a:t>
            </a:r>
            <a:r>
              <a:rPr lang="en-US" dirty="0"/>
              <a:t> A Value tilt protects against an AI </a:t>
            </a:r>
            <a:r>
              <a:rPr lang="en-US" dirty="0" err="1"/>
              <a:t>CapEx</a:t>
            </a:r>
            <a:r>
              <a:rPr lang="en-US" dirty="0"/>
              <a:t> bust (no trillion-dollar balance sheet bloat) while maximizing upside in an AI boom through productivity adoption.</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4</a:t>
            </a:fld>
            <a:endParaRPr lang="en-US"/>
          </a:p>
        </p:txBody>
      </p:sp>
    </p:spTree>
    <p:extLst>
      <p:ext uri="{BB962C8B-B14F-4D97-AF65-F5344CB8AC3E}">
        <p14:creationId xmlns:p14="http://schemas.microsoft.com/office/powerpoint/2010/main" val="47865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 recommend executing a structural tilt: </a:t>
            </a:r>
            <a:r>
              <a:rPr lang="en-US" b="1" dirty="0"/>
              <a:t>20% US Value versus 9% US Growth</a:t>
            </a:r>
            <a:r>
              <a:rPr lang="en-US" dirty="0"/>
              <a:t> (a &gt;2:1 ratio).</a:t>
            </a:r>
          </a:p>
          <a:p>
            <a:pPr lvl="0"/>
            <a:r>
              <a:rPr lang="en-US" dirty="0"/>
              <a:t>This is </a:t>
            </a:r>
            <a:r>
              <a:rPr lang="en-US" b="1" dirty="0"/>
              <a:t>not market timing</a:t>
            </a:r>
            <a:r>
              <a:rPr lang="en-US" dirty="0"/>
              <a:t>—it is a risk-adjusted positioning move.</a:t>
            </a:r>
          </a:p>
          <a:p>
            <a:pPr lvl="0"/>
            <a:r>
              <a:rPr lang="en-US" dirty="0"/>
              <a:t>By overweighting Value, we shift exposure away from hyper-inflated multiples toward cheaper valuation multiples and capture the true long-term beneficiaries of AI productivity, significantly lowering portfolio drawdown risk.</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5</a:t>
            </a:fld>
            <a:endParaRPr lang="en-US"/>
          </a:p>
        </p:txBody>
      </p:sp>
    </p:spTree>
    <p:extLst>
      <p:ext uri="{BB962C8B-B14F-4D97-AF65-F5344CB8AC3E}">
        <p14:creationId xmlns:p14="http://schemas.microsoft.com/office/powerpoint/2010/main" val="74398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Physical vs. Digital Tech:</a:t>
            </a:r>
            <a:r>
              <a:rPr lang="en-US" dirty="0"/>
              <a:t> Steam engines and factory electrification required massive physical capital outlays that favored large enterprise conglomerates. AI software and agents are digital, inexpensive, and rapidly deployable.</a:t>
            </a:r>
          </a:p>
          <a:p>
            <a:pPr lvl="0"/>
            <a:r>
              <a:rPr lang="en-US" b="1" dirty="0"/>
              <a:t>Solving the Labor Constraint:</a:t>
            </a:r>
            <a:r>
              <a:rPr lang="en-US" dirty="0"/>
              <a:t> The primary headwind for small businesses is chronic labor shortages and high hiring costs. AI agents allow small enterprises to operate structurally leaner and innovate without expanding headcount.</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6</a:t>
            </a:fld>
            <a:endParaRPr lang="en-US"/>
          </a:p>
        </p:txBody>
      </p:sp>
    </p:spTree>
    <p:extLst>
      <p:ext uri="{BB962C8B-B14F-4D97-AF65-F5344CB8AC3E}">
        <p14:creationId xmlns:p14="http://schemas.microsoft.com/office/powerpoint/2010/main" val="42428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Fiscal Debt:</a:t>
            </a:r>
            <a:r>
              <a:rPr lang="en-US" dirty="0"/>
              <a:t> U.S. debt-to-GDP is at 100% and projected to reach 180% by 2050 under baseline trends. High debt historically leads to financial suppression or inflationary pressures.</a:t>
            </a:r>
          </a:p>
          <a:p>
            <a:pPr lvl="0"/>
            <a:r>
              <a:rPr lang="en-US" b="1" dirty="0"/>
              <a:t>AI Productivity as a Disinflationary Force:</a:t>
            </a:r>
            <a:r>
              <a:rPr lang="en-US" dirty="0"/>
              <a:t> Productivity is "producing more with less"—the fundamental counterforce to inflation.</a:t>
            </a:r>
          </a:p>
          <a:p>
            <a:pPr lvl="0"/>
            <a:r>
              <a:rPr lang="en-US" b="1" dirty="0"/>
              <a:t>The Math Shift:</a:t>
            </a:r>
            <a:r>
              <a:rPr lang="en-US" dirty="0"/>
              <a:t> A modest +0.5% annual GDP contribution from AI over 20 years caps peak Debt-to-GDP at ~120–130% and keeps baseline inflation anchored near 2%.</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7</a:t>
            </a:fld>
            <a:endParaRPr lang="en-US"/>
          </a:p>
        </p:txBody>
      </p:sp>
    </p:spTree>
    <p:extLst>
      <p:ext uri="{BB962C8B-B14F-4D97-AF65-F5344CB8AC3E}">
        <p14:creationId xmlns:p14="http://schemas.microsoft.com/office/powerpoint/2010/main" val="3610904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2016 vs. Today:</a:t>
            </a:r>
            <a:r>
              <a:rPr lang="en-US" dirty="0"/>
              <a:t> In 2016, real yields were near zero. A retiree had to force assets into high-risk equities just to generate income.</a:t>
            </a:r>
          </a:p>
          <a:p>
            <a:pPr lvl="0"/>
            <a:r>
              <a:rPr lang="en-US" b="1" dirty="0"/>
              <a:t>Active Yields at 5.0%–5.5%:</a:t>
            </a:r>
            <a:r>
              <a:rPr lang="en-US" dirty="0"/>
              <a:t> Fixed income now delivers the highest real yields in almost 20 years.</a:t>
            </a:r>
          </a:p>
          <a:p>
            <a:pPr lvl="0"/>
            <a:r>
              <a:rPr lang="en-US" b="1" dirty="0"/>
              <a:t>Derisking Portfolios:</a:t>
            </a:r>
            <a:r>
              <a:rPr lang="en-US" dirty="0"/>
              <a:t> Investors approaching or in retirement no longer need to stretch out on the risk curve. Locking in 5%+ yields allows for equity trimming while maintaining cash flow.</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8</a:t>
            </a:fld>
            <a:endParaRPr lang="en-US"/>
          </a:p>
        </p:txBody>
      </p:sp>
    </p:spTree>
    <p:extLst>
      <p:ext uri="{BB962C8B-B14F-4D97-AF65-F5344CB8AC3E}">
        <p14:creationId xmlns:p14="http://schemas.microsoft.com/office/powerpoint/2010/main" val="3088143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Passive (BND) vs. Active Core-Plus (e.g., VPLS):</a:t>
            </a:r>
            <a:r>
              <a:rPr lang="en-US" dirty="0"/>
              <a:t> BND charges 3 bps; active Core-Plus charges ~20 bps (a 17 bps differential).</a:t>
            </a:r>
          </a:p>
          <a:p>
            <a:pPr lvl="0"/>
            <a:r>
              <a:rPr lang="en-US" b="1" dirty="0"/>
              <a:t>Philosophy — Singles &amp; Bunts:</a:t>
            </a:r>
            <a:r>
              <a:rPr lang="en-US" dirty="0"/>
              <a:t> Rather than making risky, macro interest-rate bets, active management uses credit analysts to find small pricing inefficiencies in High Yield and Emerging Markets.</a:t>
            </a:r>
          </a:p>
          <a:p>
            <a:pPr lvl="0"/>
            <a:r>
              <a:rPr lang="en-US" b="1" dirty="0"/>
              <a:t>Net Positive Yield:</a:t>
            </a:r>
            <a:r>
              <a:rPr lang="en-US" dirty="0"/>
              <a:t> Generating 15–35 bps of alpha comfortably clears the active fee while maintaining high credit quality and low downside risk.</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9</a:t>
            </a:fld>
            <a:endParaRPr lang="en-US"/>
          </a:p>
        </p:txBody>
      </p:sp>
    </p:spTree>
    <p:extLst>
      <p:ext uri="{BB962C8B-B14F-4D97-AF65-F5344CB8AC3E}">
        <p14:creationId xmlns:p14="http://schemas.microsoft.com/office/powerpoint/2010/main" val="2076197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Expected Inflation (~2–3%):</a:t>
            </a:r>
            <a:r>
              <a:rPr lang="en-US" dirty="0"/>
              <a:t> Already priced into markets. Bonds demand higher nominal yields, and equities price in higher earnings.</a:t>
            </a:r>
          </a:p>
          <a:p>
            <a:pPr lvl="0"/>
            <a:r>
              <a:rPr lang="en-US" b="1" dirty="0"/>
              <a:t>Unexpected Inflation (Shocks):</a:t>
            </a:r>
            <a:r>
              <a:rPr lang="en-US" dirty="0"/>
              <a:t> Supply chain blockages, geopolitical spikes (e.g., Strait of Hormuz closure), or agricultural shocks.</a:t>
            </a:r>
          </a:p>
          <a:p>
            <a:pPr lvl="0"/>
            <a:r>
              <a:rPr lang="en-US" dirty="0"/>
              <a:t>Unexpected inflation is unpriced risk that severely harms traditional 60/40 portfolios.</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10</a:t>
            </a:fld>
            <a:endParaRPr lang="en-US"/>
          </a:p>
        </p:txBody>
      </p:sp>
    </p:spTree>
    <p:extLst>
      <p:ext uri="{BB962C8B-B14F-4D97-AF65-F5344CB8AC3E}">
        <p14:creationId xmlns:p14="http://schemas.microsoft.com/office/powerpoint/2010/main" val="1039095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Short-Term TIPS (1:1 Beta):</a:t>
            </a:r>
            <a:r>
              <a:rPr lang="en-US" dirty="0"/>
              <a:t> Protecting 35% of a portfolio against unexpected inflation using TIPS requires reallocating 35% of total capital, dismantling the portfolio's growth engine.</a:t>
            </a:r>
          </a:p>
          <a:p>
            <a:pPr lvl="0"/>
            <a:r>
              <a:rPr lang="en-US" b="1" dirty="0"/>
              <a:t>Diversified Commodities (7:1 Beta):</a:t>
            </a:r>
            <a:r>
              <a:rPr lang="en-US" dirty="0"/>
              <a:t> Commodities exhibit a ~7:1 beta relative to unexpected inflation shocks.</a:t>
            </a:r>
          </a:p>
          <a:p>
            <a:pPr lvl="0"/>
            <a:r>
              <a:rPr lang="en-US" b="1" dirty="0"/>
              <a:t>Capital Efficiency:</a:t>
            </a:r>
            <a:r>
              <a:rPr lang="en-US" dirty="0"/>
              <a:t> A small </a:t>
            </a:r>
            <a:r>
              <a:rPr lang="en-US" b="1" dirty="0"/>
              <a:t>5% commodity sleeve</a:t>
            </a:r>
            <a:r>
              <a:rPr lang="en-US" dirty="0"/>
              <a:t> provides the exact same portfolio-level inflation protection as a 35% TIPS allocation.</a:t>
            </a:r>
          </a:p>
          <a:p>
            <a:pPr lvl="0"/>
            <a:r>
              <a:rPr lang="en-US" b="1" dirty="0"/>
              <a:t>Broad Basket, Not Pure Gold:</a:t>
            </a:r>
            <a:r>
              <a:rPr lang="en-US" dirty="0"/>
              <a:t> Avoid 20% single-asset bets in gold or silver. Use a diversified basket across energy, industrial metals (AI infrastructure buildout), and agriculture.</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11</a:t>
            </a:fld>
            <a:endParaRPr lang="en-US"/>
          </a:p>
        </p:txBody>
      </p:sp>
    </p:spTree>
    <p:extLst>
      <p:ext uri="{BB962C8B-B14F-4D97-AF65-F5344CB8AC3E}">
        <p14:creationId xmlns:p14="http://schemas.microsoft.com/office/powerpoint/2010/main" val="3271411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Past 10 Years (2015–2025):</a:t>
            </a:r>
            <a:r>
              <a:rPr lang="en-US" dirty="0"/>
              <a:t> Perfect storm for real estate price appreciation. Massive Millennial cohort entered prime first-time home buying years while Boomers held onto properties, combined with post-GFC underbuilding.</a:t>
            </a:r>
          </a:p>
          <a:p>
            <a:pPr lvl="0"/>
            <a:r>
              <a:rPr lang="en-US" b="1" dirty="0"/>
              <a:t>Next 10 Years:</a:t>
            </a:r>
            <a:r>
              <a:rPr lang="en-US" dirty="0"/>
              <a:t> Demographic reversal. The first-time buyer cohort (30-40) shrinks, while Boomers (75+) transition to care facilities or pass housing to children who already own homes.</a:t>
            </a:r>
          </a:p>
          <a:p>
            <a:pPr lvl="0"/>
            <a:r>
              <a:rPr lang="en-US" b="1" dirty="0"/>
              <a:t>Affordability Resolution:</a:t>
            </a:r>
            <a:r>
              <a:rPr lang="en-US" dirty="0"/>
              <a:t> With home prices at 5.5x median income, expect home price growth to stagnate while income growth gradually closes the affordability gap.</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12</a:t>
            </a:fld>
            <a:endParaRPr lang="en-US"/>
          </a:p>
        </p:txBody>
      </p:sp>
    </p:spTree>
    <p:extLst>
      <p:ext uri="{BB962C8B-B14F-4D97-AF65-F5344CB8AC3E}">
        <p14:creationId xmlns:p14="http://schemas.microsoft.com/office/powerpoint/2010/main" val="662562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Market Timing:</a:t>
            </a:r>
            <a:r>
              <a:rPr lang="en-US" dirty="0"/>
              <a:t> Short-term, binary bets on market directions or fleeing to cash.</a:t>
            </a:r>
          </a:p>
          <a:p>
            <a:pPr lvl="0"/>
            <a:r>
              <a:rPr lang="en-US" b="1" dirty="0"/>
              <a:t>Dynamic Allocation:</a:t>
            </a:r>
            <a:r>
              <a:rPr lang="en-US" dirty="0"/>
              <a:t> Assessing risk-adjusted return distributions over multi-year horizons.</a:t>
            </a:r>
          </a:p>
          <a:p>
            <a:pPr lvl="0"/>
            <a:r>
              <a:rPr lang="en-US" b="1" dirty="0"/>
              <a:t>Prudent Risk Management:</a:t>
            </a:r>
            <a:r>
              <a:rPr lang="en-US" dirty="0"/>
              <a:t> Acknowledging extreme valuation drawdown risks (U.S. Growth at 98th percentile) and recognizing that an extra 100 bps of return is not worth taking massive drawdown risk for an investor near retirement.</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13</a:t>
            </a:fld>
            <a:endParaRPr lang="en-US"/>
          </a:p>
        </p:txBody>
      </p:sp>
    </p:spTree>
    <p:extLst>
      <p:ext uri="{BB962C8B-B14F-4D97-AF65-F5344CB8AC3E}">
        <p14:creationId xmlns:p14="http://schemas.microsoft.com/office/powerpoint/2010/main" val="649431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https://www.yout</a:t>
            </a:r>
            <a:r>
              <a:rPr lang="en-US" b="1" dirty="0"/>
              <a:t>Baseline:</a:t>
            </a:r>
            <a:r>
              <a:rPr lang="en-US" dirty="0"/>
              <a:t> Traditional 60/40 (Volatile due to Growth concentration and low real bond yields).</a:t>
            </a:r>
          </a:p>
          <a:p>
            <a:pPr lvl="0"/>
            <a:r>
              <a:rPr lang="en-US" b="1" dirty="0"/>
              <a:t>Unconstrained Model:</a:t>
            </a:r>
            <a:r>
              <a:rPr lang="en-US" dirty="0"/>
              <a:t> Pure mathematical output suggests a conservative 40% Equity / 60% Bond split based on high stock valuations.</a:t>
            </a:r>
          </a:p>
          <a:p>
            <a:pPr lvl="0"/>
            <a:r>
              <a:rPr lang="en-US" b="1" dirty="0"/>
              <a:t>The Constrained Compromise (55% Equity / 40% Fixed Income / 5% Alternatives):</a:t>
            </a:r>
            <a:endParaRPr lang="en-US" dirty="0"/>
          </a:p>
          <a:p>
            <a:pPr marL="171450" lvl="0" indent="-171450">
              <a:buFont typeface="Arial" panose="020B0604020202020204" pitchFamily="34" charset="0"/>
              <a:buChar char="•"/>
            </a:pPr>
            <a:r>
              <a:rPr lang="en-US" b="1" dirty="0"/>
              <a:t>55% Equities:</a:t>
            </a:r>
            <a:r>
              <a:rPr lang="en-US" dirty="0"/>
              <a:t> Incorporates the 2:1 U.S. Value tilt.</a:t>
            </a:r>
          </a:p>
          <a:p>
            <a:pPr marL="171450" lvl="0" indent="-171450">
              <a:buFont typeface="Arial" panose="020B0604020202020204" pitchFamily="34" charset="0"/>
              <a:buChar char="•"/>
            </a:pPr>
            <a:r>
              <a:rPr lang="en-US" b="1" dirty="0"/>
              <a:t>40% Fixed Income:</a:t>
            </a:r>
            <a:r>
              <a:rPr lang="en-US" dirty="0"/>
              <a:t> Secures 5.0%–5.5% real yields via active Core-Plus management.</a:t>
            </a:r>
          </a:p>
          <a:p>
            <a:pPr marL="171450" lvl="0" indent="-171450">
              <a:buFont typeface="Arial" panose="020B0604020202020204" pitchFamily="34" charset="0"/>
              <a:buChar char="•"/>
            </a:pPr>
            <a:r>
              <a:rPr lang="en-US" b="1" dirty="0"/>
              <a:t>5% Alternatives:</a:t>
            </a:r>
            <a:r>
              <a:rPr lang="en-US" dirty="0"/>
              <a:t> Diversified Commodities as an asymmetric inflation shield.</a:t>
            </a:r>
          </a:p>
          <a:p>
            <a:r>
              <a:rPr lang="en-US" dirty="0"/>
              <a:t>ube.com/watch?v=pliV8FIi0YE</a:t>
            </a:r>
          </a:p>
        </p:txBody>
      </p:sp>
      <p:sp>
        <p:nvSpPr>
          <p:cNvPr id="4" name="Slide Number Placeholder 3"/>
          <p:cNvSpPr>
            <a:spLocks noGrp="1"/>
          </p:cNvSpPr>
          <p:nvPr>
            <p:ph type="sldNum" sz="quarter" idx="5"/>
          </p:nvPr>
        </p:nvSpPr>
        <p:spPr/>
        <p:txBody>
          <a:bodyPr/>
          <a:lstStyle/>
          <a:p>
            <a:fld id="{81900B12-EBA5-405B-B75D-1223A93AD493}" type="slidenum">
              <a:rPr lang="en-US" smtClean="0"/>
              <a:t>14</a:t>
            </a:fld>
            <a:endParaRPr lang="en-US"/>
          </a:p>
        </p:txBody>
      </p:sp>
    </p:spTree>
    <p:extLst>
      <p:ext uri="{BB962C8B-B14F-4D97-AF65-F5344CB8AC3E}">
        <p14:creationId xmlns:p14="http://schemas.microsoft.com/office/powerpoint/2010/main" val="121158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Cooling Equities:</a:t>
            </a:r>
            <a:r>
              <a:rPr lang="en-US" dirty="0"/>
              <a:t> U.S. total equity returns will average 4–6% per year as valuations contract toward baseline historical norms.</a:t>
            </a:r>
          </a:p>
          <a:p>
            <a:pPr lvl="0"/>
            <a:r>
              <a:rPr lang="en-US" b="1" dirty="0"/>
              <a:t>Value Tilt (2:1):</a:t>
            </a:r>
            <a:r>
              <a:rPr lang="en-US" dirty="0"/>
              <a:t> Allocate 20% to U.S. Value and 9% to U.S. Growth to capture AI productivity gains while avoiding </a:t>
            </a:r>
            <a:r>
              <a:rPr lang="en-US" dirty="0" err="1"/>
              <a:t>CapEx</a:t>
            </a:r>
            <a:r>
              <a:rPr lang="en-US" dirty="0"/>
              <a:t> bloat.</a:t>
            </a:r>
          </a:p>
          <a:p>
            <a:pPr lvl="0"/>
            <a:r>
              <a:rPr lang="en-US" b="1" dirty="0"/>
              <a:t>Fixed Income Revival:</a:t>
            </a:r>
            <a:r>
              <a:rPr lang="en-US" dirty="0"/>
              <a:t> Lock in 5.0–5.5% real returns through active core-plus fixed income.</a:t>
            </a:r>
          </a:p>
          <a:p>
            <a:pPr lvl="0"/>
            <a:r>
              <a:rPr lang="en-US" b="1" dirty="0"/>
              <a:t>Inflation Shield:</a:t>
            </a:r>
            <a:r>
              <a:rPr lang="en-US" dirty="0"/>
              <a:t> Implement a 5% commodity sleeve to hedge against unexpected supply shocks at 7x the capital efficiency of TIPS.</a:t>
            </a:r>
          </a:p>
          <a:p>
            <a:pPr lvl="0"/>
            <a:r>
              <a:rPr lang="en-US" b="1" dirty="0"/>
              <a:t>Productivity Engine:</a:t>
            </a:r>
            <a:r>
              <a:rPr lang="en-US" dirty="0"/>
              <a:t> Rely on AI productivity growth (+0.5% GDP/year) to anchor long-term debt-to-GDP and keep inflation near 2%.</a:t>
            </a:r>
          </a:p>
          <a:p>
            <a:endParaRPr lang="en-US" dirty="0"/>
          </a:p>
        </p:txBody>
      </p:sp>
      <p:sp>
        <p:nvSpPr>
          <p:cNvPr id="4" name="Slide Number Placeholder 3"/>
          <p:cNvSpPr>
            <a:spLocks noGrp="1"/>
          </p:cNvSpPr>
          <p:nvPr>
            <p:ph type="sldNum" sz="quarter" idx="5"/>
          </p:nvPr>
        </p:nvSpPr>
        <p:spPr/>
        <p:txBody>
          <a:bodyPr/>
          <a:lstStyle/>
          <a:p>
            <a:fld id="{81900B12-EBA5-405B-B75D-1223A93AD493}" type="slidenum">
              <a:rPr lang="en-US" smtClean="0"/>
              <a:t>15</a:t>
            </a:fld>
            <a:endParaRPr lang="en-US"/>
          </a:p>
        </p:txBody>
      </p:sp>
    </p:spTree>
    <p:extLst>
      <p:ext uri="{BB962C8B-B14F-4D97-AF65-F5344CB8AC3E}">
        <p14:creationId xmlns:p14="http://schemas.microsoft.com/office/powerpoint/2010/main" val="1667270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74A354-2FDA-ACD6-216B-A9192FE68888}"/>
              </a:ext>
            </a:extLst>
          </p:cNvPr>
          <p:cNvSpPr>
            <a:spLocks noGrp="1"/>
          </p:cNvSpPr>
          <p:nvPr>
            <p:ph type="dt" sz="half" idx="10"/>
          </p:nvPr>
        </p:nvSpPr>
        <p:spPr/>
        <p:txBody>
          <a:bodyPr/>
          <a:lstStyle/>
          <a:p>
            <a:fld id="{E0C88325-0828-4C60-9B37-A6D321E2EF79}" type="datetimeFigureOut">
              <a:rPr lang="en-US" smtClean="0"/>
              <a:t>10/21/2026</a:t>
            </a:fld>
            <a:endParaRPr lang="en-US"/>
          </a:p>
        </p:txBody>
      </p:sp>
      <p:sp>
        <p:nvSpPr>
          <p:cNvPr id="3" name="Footer Placeholder 2">
            <a:extLst>
              <a:ext uri="{FF2B5EF4-FFF2-40B4-BE49-F238E27FC236}">
                <a16:creationId xmlns:a16="http://schemas.microsoft.com/office/drawing/2014/main" id="{24F7F249-2AB2-8DA8-F6F8-7546E6FFB5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2C10D6-CC4C-4F78-2395-AE6B5CFE6448}"/>
              </a:ext>
            </a:extLst>
          </p:cNvPr>
          <p:cNvSpPr>
            <a:spLocks noGrp="1"/>
          </p:cNvSpPr>
          <p:nvPr>
            <p:ph type="sldNum" sz="quarter" idx="12"/>
          </p:nvPr>
        </p:nvSpPr>
        <p:spPr/>
        <p:txBody>
          <a:bodyPr/>
          <a:lstStyle/>
          <a:p>
            <a:fld id="{EC71799B-051D-495F-96F2-901D2040D93E}" type="slidenum">
              <a:rPr lang="en-US" smtClean="0"/>
              <a:t>‹#›</a:t>
            </a:fld>
            <a:endParaRPr lang="en-US"/>
          </a:p>
        </p:txBody>
      </p:sp>
    </p:spTree>
    <p:extLst>
      <p:ext uri="{BB962C8B-B14F-4D97-AF65-F5344CB8AC3E}">
        <p14:creationId xmlns:p14="http://schemas.microsoft.com/office/powerpoint/2010/main" val="23870793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97B020-580B-58F0-1C9F-7350DBC75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B84BA1-A6C1-17DD-D57A-8051961C60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FC1F4-F042-B596-FC55-B783FE3DD6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C88325-0828-4C60-9B37-A6D321E2EF79}" type="datetimeFigureOut">
              <a:rPr lang="en-US" smtClean="0"/>
              <a:t>10/21/2026</a:t>
            </a:fld>
            <a:endParaRPr lang="en-US"/>
          </a:p>
        </p:txBody>
      </p:sp>
      <p:sp>
        <p:nvSpPr>
          <p:cNvPr id="5" name="Footer Placeholder 4">
            <a:extLst>
              <a:ext uri="{FF2B5EF4-FFF2-40B4-BE49-F238E27FC236}">
                <a16:creationId xmlns:a16="http://schemas.microsoft.com/office/drawing/2014/main" id="{D8FFD918-FFA5-38E3-C73C-172B2688BD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2208D3-2CB4-F060-0757-9DBCAE827F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71799B-051D-495F-96F2-901D2040D93E}" type="slidenum">
              <a:rPr lang="en-US" smtClean="0"/>
              <a:t>‹#›</a:t>
            </a:fld>
            <a:endParaRPr lang="en-US"/>
          </a:p>
        </p:txBody>
      </p:sp>
    </p:spTree>
    <p:extLst>
      <p:ext uri="{BB962C8B-B14F-4D97-AF65-F5344CB8AC3E}">
        <p14:creationId xmlns:p14="http://schemas.microsoft.com/office/powerpoint/2010/main" val="245791690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7C1108-8B64-15DA-7321-2272BB587D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A307B0-68FD-BBB6-802A-4DB64C2973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526751-71E9-D88A-55AA-79F9A21DB6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F951BA-5A8E-2B88-40CF-839C435042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3B61C-1D26-089E-6EBB-B7C21E6A61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12EB0D-5A7E-C7FC-12C3-7AAB199C06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F9169F-855D-76D2-FE86-15481E5750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5D4D3A-5854-B1E0-86DE-2311163D57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BB2100-5FC6-C1EF-8EDF-1E12699CC2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256D21-2860-E043-D30D-0006DF2F00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90EE0D-43F5-8C1D-989F-EEF4E8A336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34BFA5-66C5-C5D3-DDC5-B091A88F93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10F0D9-D382-C199-9D31-63AFC61713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7BD713-4D6B-D8D0-869F-74B163C348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F8D37D-6ED8-1F91-5AC6-DA1D59F37E71}"/>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4485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1416</Words>
  <Application>Microsoft Office PowerPoint</Application>
  <PresentationFormat>寬螢幕</PresentationFormat>
  <Paragraphs>71</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2026-09-15T01:07:19Z</dcterms:created>
  <dcterms:modified xsi:type="dcterms:W3CDTF">2026-10-21T02:49:33Z</dcterms:modified>
</cp:coreProperties>
</file>