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199374-5124-41CB-878C-835CFD5668EC}" v="17" dt="2026-09-22T13:22:51.9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93447"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2T13:23:01.836" v="54" actId="166"/>
      <pc:docMkLst>
        <pc:docMk/>
      </pc:docMkLst>
      <pc:sldChg chg="addSp delSp modSp mod modAnim modNotes modNotesTx">
        <pc:chgData name="Lai, Wilson" userId="2840974a-0d84-4886-90a9-9a3ed79f3a48" providerId="ADAL" clId="{9F23B798-9E84-4552-BA63-E776E805C424}" dt="2026-09-22T13:23:01.836" v="54" actId="166"/>
        <pc:sldMkLst>
          <pc:docMk/>
          <pc:sldMk cId="0" sldId="257"/>
        </pc:sldMkLst>
        <pc:spChg chg="add mod">
          <ac:chgData name="Lai, Wilson" userId="2840974a-0d84-4886-90a9-9a3ed79f3a48" providerId="ADAL" clId="{9F23B798-9E84-4552-BA63-E776E805C424}" dt="2026-09-22T12:08:11.491" v="39" actId="164"/>
          <ac:spMkLst>
            <pc:docMk/>
            <pc:sldMk cId="0" sldId="257"/>
            <ac:spMk id="5" creationId="{FBFDB02F-3A66-40C3-996B-4DEB983BB4A3}"/>
          </ac:spMkLst>
        </pc:spChg>
        <pc:grpChg chg="add mod">
          <ac:chgData name="Lai, Wilson" userId="2840974a-0d84-4886-90a9-9a3ed79f3a48" providerId="ADAL" clId="{9F23B798-9E84-4552-BA63-E776E805C424}" dt="2026-09-22T12:08:11.491" v="39" actId="164"/>
          <ac:grpSpMkLst>
            <pc:docMk/>
            <pc:sldMk cId="0" sldId="257"/>
            <ac:grpSpMk id="6" creationId="{BD92E921-51F7-C003-AE12-63DB12C628DD}"/>
          </ac:grpSpMkLst>
        </pc:grpChg>
        <pc:picChg chg="del">
          <ac:chgData name="Lai, Wilson" userId="2840974a-0d84-4886-90a9-9a3ed79f3a48" providerId="ADAL" clId="{9F23B798-9E84-4552-BA63-E776E805C424}" dt="2026-09-22T07:10:28.236" v="0" actId="21"/>
          <ac:picMkLst>
            <pc:docMk/>
            <pc:sldMk cId="0" sldId="257"/>
            <ac:picMk id="2" creationId="{00000000-0000-0000-0000-000000000000}"/>
          </ac:picMkLst>
        </pc:picChg>
        <pc:picChg chg="add mod">
          <ac:chgData name="Lai, Wilson" userId="2840974a-0d84-4886-90a9-9a3ed79f3a48" providerId="ADAL" clId="{9F23B798-9E84-4552-BA63-E776E805C424}" dt="2026-09-22T12:08:11.491" v="39" actId="164"/>
          <ac:picMkLst>
            <pc:docMk/>
            <pc:sldMk cId="0" sldId="257"/>
            <ac:picMk id="2" creationId="{56B9A23F-1353-A2D0-4B3F-253ADB013F74}"/>
          </ac:picMkLst>
        </pc:picChg>
        <pc:picChg chg="add mod ord">
          <ac:chgData name="Lai, Wilson" userId="2840974a-0d84-4886-90a9-9a3ed79f3a48" providerId="ADAL" clId="{9F23B798-9E84-4552-BA63-E776E805C424}" dt="2026-09-22T13:23:01.836" v="54" actId="166"/>
          <ac:picMkLst>
            <pc:docMk/>
            <pc:sldMk cId="0" sldId="257"/>
            <ac:picMk id="4" creationId="{9CD2EA2E-90AE-4928-6496-634CFDC6AB69}"/>
          </ac:picMkLst>
        </pc:picChg>
      </pc:sldChg>
      <pc:sldChg chg="addSp delSp mod modNotes">
        <pc:chgData name="Lai, Wilson" userId="2840974a-0d84-4886-90a9-9a3ed79f3a48" providerId="ADAL" clId="{9F23B798-9E84-4552-BA63-E776E805C424}" dt="2026-09-22T13:22:51.956" v="53"/>
        <pc:sldMkLst>
          <pc:docMk/>
          <pc:sldMk cId="0" sldId="258"/>
        </pc:sldMkLst>
        <pc:picChg chg="del">
          <ac:chgData name="Lai, Wilson" userId="2840974a-0d84-4886-90a9-9a3ed79f3a48" providerId="ADAL" clId="{9F23B798-9E84-4552-BA63-E776E805C424}" dt="2026-09-22T07:10:41.071" v="2" actId="21"/>
          <ac:picMkLst>
            <pc:docMk/>
            <pc:sldMk cId="0" sldId="258"/>
            <ac:picMk id="2" creationId="{00000000-0000-0000-0000-000000000000}"/>
          </ac:picMkLst>
        </pc:picChg>
        <pc:picChg chg="add">
          <ac:chgData name="Lai, Wilson" userId="2840974a-0d84-4886-90a9-9a3ed79f3a48" providerId="ADAL" clId="{9F23B798-9E84-4552-BA63-E776E805C424}" dt="2026-09-22T07:10:51.176" v="3" actId="22"/>
          <ac:picMkLst>
            <pc:docMk/>
            <pc:sldMk cId="0" sldId="258"/>
            <ac:picMk id="4" creationId="{5EF55FFA-A09C-90A4-AA7F-BE5B9218AA7E}"/>
          </ac:picMkLst>
        </pc:picChg>
      </pc:sldChg>
      <pc:sldChg chg="addSp delSp mod modNotes modNotesTx">
        <pc:chgData name="Lai, Wilson" userId="2840974a-0d84-4886-90a9-9a3ed79f3a48" providerId="ADAL" clId="{9F23B798-9E84-4552-BA63-E776E805C424}" dt="2026-09-22T13:22:51.956" v="53"/>
        <pc:sldMkLst>
          <pc:docMk/>
          <pc:sldMk cId="0" sldId="259"/>
        </pc:sldMkLst>
        <pc:picChg chg="del">
          <ac:chgData name="Lai, Wilson" userId="2840974a-0d84-4886-90a9-9a3ed79f3a48" providerId="ADAL" clId="{9F23B798-9E84-4552-BA63-E776E805C424}" dt="2026-09-22T10:33:56.442" v="4" actId="21"/>
          <ac:picMkLst>
            <pc:docMk/>
            <pc:sldMk cId="0" sldId="259"/>
            <ac:picMk id="2" creationId="{00000000-0000-0000-0000-000000000000}"/>
          </ac:picMkLst>
        </pc:picChg>
        <pc:picChg chg="add">
          <ac:chgData name="Lai, Wilson" userId="2840974a-0d84-4886-90a9-9a3ed79f3a48" providerId="ADAL" clId="{9F23B798-9E84-4552-BA63-E776E805C424}" dt="2026-09-22T10:34:11.845" v="5" actId="22"/>
          <ac:picMkLst>
            <pc:docMk/>
            <pc:sldMk cId="0" sldId="259"/>
            <ac:picMk id="4" creationId="{8510F8F8-6FF1-C6F8-7CF2-6566F0A0104D}"/>
          </ac:picMkLst>
        </pc:picChg>
      </pc:sldChg>
      <pc:sldChg chg="addSp delSp mod modNotes">
        <pc:chgData name="Lai, Wilson" userId="2840974a-0d84-4886-90a9-9a3ed79f3a48" providerId="ADAL" clId="{9F23B798-9E84-4552-BA63-E776E805C424}" dt="2026-09-22T13:22:51.956" v="53"/>
        <pc:sldMkLst>
          <pc:docMk/>
          <pc:sldMk cId="0" sldId="260"/>
        </pc:sldMkLst>
        <pc:picChg chg="del">
          <ac:chgData name="Lai, Wilson" userId="2840974a-0d84-4886-90a9-9a3ed79f3a48" providerId="ADAL" clId="{9F23B798-9E84-4552-BA63-E776E805C424}" dt="2026-09-22T10:34:14.265" v="6" actId="21"/>
          <ac:picMkLst>
            <pc:docMk/>
            <pc:sldMk cId="0" sldId="260"/>
            <ac:picMk id="2" creationId="{00000000-0000-0000-0000-000000000000}"/>
          </ac:picMkLst>
        </pc:picChg>
        <pc:picChg chg="add">
          <ac:chgData name="Lai, Wilson" userId="2840974a-0d84-4886-90a9-9a3ed79f3a48" providerId="ADAL" clId="{9F23B798-9E84-4552-BA63-E776E805C424}" dt="2026-09-22T10:34:24.048" v="7" actId="22"/>
          <ac:picMkLst>
            <pc:docMk/>
            <pc:sldMk cId="0" sldId="260"/>
            <ac:picMk id="4" creationId="{950BDD3A-DB7D-A6E2-993A-1D9EE8ECA3EE}"/>
          </ac:picMkLst>
        </pc:picChg>
      </pc:sldChg>
      <pc:sldChg chg="addSp delSp mod modNotes">
        <pc:chgData name="Lai, Wilson" userId="2840974a-0d84-4886-90a9-9a3ed79f3a48" providerId="ADAL" clId="{9F23B798-9E84-4552-BA63-E776E805C424}" dt="2026-09-22T13:22:51.956" v="53"/>
        <pc:sldMkLst>
          <pc:docMk/>
          <pc:sldMk cId="0" sldId="261"/>
        </pc:sldMkLst>
        <pc:picChg chg="del">
          <ac:chgData name="Lai, Wilson" userId="2840974a-0d84-4886-90a9-9a3ed79f3a48" providerId="ADAL" clId="{9F23B798-9E84-4552-BA63-E776E805C424}" dt="2026-09-22T10:34:25.702" v="8" actId="21"/>
          <ac:picMkLst>
            <pc:docMk/>
            <pc:sldMk cId="0" sldId="261"/>
            <ac:picMk id="2" creationId="{00000000-0000-0000-0000-000000000000}"/>
          </ac:picMkLst>
        </pc:picChg>
        <pc:picChg chg="add">
          <ac:chgData name="Lai, Wilson" userId="2840974a-0d84-4886-90a9-9a3ed79f3a48" providerId="ADAL" clId="{9F23B798-9E84-4552-BA63-E776E805C424}" dt="2026-09-22T10:35:26.070" v="9" actId="22"/>
          <ac:picMkLst>
            <pc:docMk/>
            <pc:sldMk cId="0" sldId="261"/>
            <ac:picMk id="4" creationId="{0D118808-2FA4-D8A6-CC53-FA40A741ED1D}"/>
          </ac:picMkLst>
        </pc:picChg>
      </pc:sldChg>
      <pc:sldChg chg="addSp delSp mod modNotes">
        <pc:chgData name="Lai, Wilson" userId="2840974a-0d84-4886-90a9-9a3ed79f3a48" providerId="ADAL" clId="{9F23B798-9E84-4552-BA63-E776E805C424}" dt="2026-09-22T13:22:51.956" v="53"/>
        <pc:sldMkLst>
          <pc:docMk/>
          <pc:sldMk cId="0" sldId="262"/>
        </pc:sldMkLst>
        <pc:picChg chg="del">
          <ac:chgData name="Lai, Wilson" userId="2840974a-0d84-4886-90a9-9a3ed79f3a48" providerId="ADAL" clId="{9F23B798-9E84-4552-BA63-E776E805C424}" dt="2026-09-22T10:35:36.130" v="10" actId="21"/>
          <ac:picMkLst>
            <pc:docMk/>
            <pc:sldMk cId="0" sldId="262"/>
            <ac:picMk id="2" creationId="{00000000-0000-0000-0000-000000000000}"/>
          </ac:picMkLst>
        </pc:picChg>
        <pc:picChg chg="add">
          <ac:chgData name="Lai, Wilson" userId="2840974a-0d84-4886-90a9-9a3ed79f3a48" providerId="ADAL" clId="{9F23B798-9E84-4552-BA63-E776E805C424}" dt="2026-09-22T10:36:02.986" v="11" actId="22"/>
          <ac:picMkLst>
            <pc:docMk/>
            <pc:sldMk cId="0" sldId="262"/>
            <ac:picMk id="4" creationId="{47D1B3EC-8DC8-2839-FA13-02A625530E0E}"/>
          </ac:picMkLst>
        </pc:picChg>
      </pc:sldChg>
      <pc:sldChg chg="addSp delSp mod modNotes">
        <pc:chgData name="Lai, Wilson" userId="2840974a-0d84-4886-90a9-9a3ed79f3a48" providerId="ADAL" clId="{9F23B798-9E84-4552-BA63-E776E805C424}" dt="2026-09-22T13:22:51.956" v="53"/>
        <pc:sldMkLst>
          <pc:docMk/>
          <pc:sldMk cId="0" sldId="263"/>
        </pc:sldMkLst>
        <pc:picChg chg="del">
          <ac:chgData name="Lai, Wilson" userId="2840974a-0d84-4886-90a9-9a3ed79f3a48" providerId="ADAL" clId="{9F23B798-9E84-4552-BA63-E776E805C424}" dt="2026-09-22T10:36:04.645" v="12" actId="21"/>
          <ac:picMkLst>
            <pc:docMk/>
            <pc:sldMk cId="0" sldId="263"/>
            <ac:picMk id="2" creationId="{00000000-0000-0000-0000-000000000000}"/>
          </ac:picMkLst>
        </pc:picChg>
        <pc:picChg chg="add">
          <ac:chgData name="Lai, Wilson" userId="2840974a-0d84-4886-90a9-9a3ed79f3a48" providerId="ADAL" clId="{9F23B798-9E84-4552-BA63-E776E805C424}" dt="2026-09-22T10:36:12.362" v="13" actId="22"/>
          <ac:picMkLst>
            <pc:docMk/>
            <pc:sldMk cId="0" sldId="263"/>
            <ac:picMk id="4" creationId="{E445DF8B-F042-815D-D169-8B320240C13C}"/>
          </ac:picMkLst>
        </pc:picChg>
      </pc:sldChg>
      <pc:sldChg chg="addSp delSp mod modNotes modNotesTx">
        <pc:chgData name="Lai, Wilson" userId="2840974a-0d84-4886-90a9-9a3ed79f3a48" providerId="ADAL" clId="{9F23B798-9E84-4552-BA63-E776E805C424}" dt="2026-09-22T13:22:51.956" v="53"/>
        <pc:sldMkLst>
          <pc:docMk/>
          <pc:sldMk cId="0" sldId="264"/>
        </pc:sldMkLst>
        <pc:picChg chg="del">
          <ac:chgData name="Lai, Wilson" userId="2840974a-0d84-4886-90a9-9a3ed79f3a48" providerId="ADAL" clId="{9F23B798-9E84-4552-BA63-E776E805C424}" dt="2026-09-22T10:36:13.781" v="14" actId="21"/>
          <ac:picMkLst>
            <pc:docMk/>
            <pc:sldMk cId="0" sldId="264"/>
            <ac:picMk id="2" creationId="{00000000-0000-0000-0000-000000000000}"/>
          </ac:picMkLst>
        </pc:picChg>
        <pc:picChg chg="add">
          <ac:chgData name="Lai, Wilson" userId="2840974a-0d84-4886-90a9-9a3ed79f3a48" providerId="ADAL" clId="{9F23B798-9E84-4552-BA63-E776E805C424}" dt="2026-09-22T10:36:24.450" v="15" actId="22"/>
          <ac:picMkLst>
            <pc:docMk/>
            <pc:sldMk cId="0" sldId="264"/>
            <ac:picMk id="4" creationId="{01C857CD-B52F-84E4-7BC6-780757AB4EDD}"/>
          </ac:picMkLst>
        </pc:picChg>
      </pc:sldChg>
      <pc:sldChg chg="addSp delSp mod modNotes">
        <pc:chgData name="Lai, Wilson" userId="2840974a-0d84-4886-90a9-9a3ed79f3a48" providerId="ADAL" clId="{9F23B798-9E84-4552-BA63-E776E805C424}" dt="2026-09-22T13:22:51.956" v="53"/>
        <pc:sldMkLst>
          <pc:docMk/>
          <pc:sldMk cId="0" sldId="265"/>
        </pc:sldMkLst>
        <pc:picChg chg="del">
          <ac:chgData name="Lai, Wilson" userId="2840974a-0d84-4886-90a9-9a3ed79f3a48" providerId="ADAL" clId="{9F23B798-9E84-4552-BA63-E776E805C424}" dt="2026-09-22T10:36:25.771" v="16" actId="21"/>
          <ac:picMkLst>
            <pc:docMk/>
            <pc:sldMk cId="0" sldId="265"/>
            <ac:picMk id="2" creationId="{00000000-0000-0000-0000-000000000000}"/>
          </ac:picMkLst>
        </pc:picChg>
        <pc:picChg chg="add">
          <ac:chgData name="Lai, Wilson" userId="2840974a-0d84-4886-90a9-9a3ed79f3a48" providerId="ADAL" clId="{9F23B798-9E84-4552-BA63-E776E805C424}" dt="2026-09-22T10:36:41.784" v="17" actId="22"/>
          <ac:picMkLst>
            <pc:docMk/>
            <pc:sldMk cId="0" sldId="265"/>
            <ac:picMk id="4" creationId="{32077B3E-770C-9FC9-7801-A15E79AB4188}"/>
          </ac:picMkLst>
        </pc:picChg>
      </pc:sldChg>
      <pc:sldChg chg="addSp delSp mod modNotes">
        <pc:chgData name="Lai, Wilson" userId="2840974a-0d84-4886-90a9-9a3ed79f3a48" providerId="ADAL" clId="{9F23B798-9E84-4552-BA63-E776E805C424}" dt="2026-09-22T13:22:51.956" v="53"/>
        <pc:sldMkLst>
          <pc:docMk/>
          <pc:sldMk cId="0" sldId="266"/>
        </pc:sldMkLst>
        <pc:picChg chg="del">
          <ac:chgData name="Lai, Wilson" userId="2840974a-0d84-4886-90a9-9a3ed79f3a48" providerId="ADAL" clId="{9F23B798-9E84-4552-BA63-E776E805C424}" dt="2026-09-22T10:36:46.782" v="18" actId="21"/>
          <ac:picMkLst>
            <pc:docMk/>
            <pc:sldMk cId="0" sldId="266"/>
            <ac:picMk id="2" creationId="{00000000-0000-0000-0000-000000000000}"/>
          </ac:picMkLst>
        </pc:picChg>
        <pc:picChg chg="add">
          <ac:chgData name="Lai, Wilson" userId="2840974a-0d84-4886-90a9-9a3ed79f3a48" providerId="ADAL" clId="{9F23B798-9E84-4552-BA63-E776E805C424}" dt="2026-09-22T10:36:58.479" v="19" actId="22"/>
          <ac:picMkLst>
            <pc:docMk/>
            <pc:sldMk cId="0" sldId="266"/>
            <ac:picMk id="4" creationId="{38D04B1F-7EB2-C071-AE64-7CF4752ABE5B}"/>
          </ac:picMkLst>
        </pc:picChg>
      </pc:sldChg>
      <pc:sldChg chg="addSp delSp mod modNotes">
        <pc:chgData name="Lai, Wilson" userId="2840974a-0d84-4886-90a9-9a3ed79f3a48" providerId="ADAL" clId="{9F23B798-9E84-4552-BA63-E776E805C424}" dt="2026-09-22T13:22:51.956" v="53"/>
        <pc:sldMkLst>
          <pc:docMk/>
          <pc:sldMk cId="0" sldId="267"/>
        </pc:sldMkLst>
        <pc:picChg chg="del">
          <ac:chgData name="Lai, Wilson" userId="2840974a-0d84-4886-90a9-9a3ed79f3a48" providerId="ADAL" clId="{9F23B798-9E84-4552-BA63-E776E805C424}" dt="2026-09-22T10:37:00.264" v="20" actId="21"/>
          <ac:picMkLst>
            <pc:docMk/>
            <pc:sldMk cId="0" sldId="267"/>
            <ac:picMk id="2" creationId="{00000000-0000-0000-0000-000000000000}"/>
          </ac:picMkLst>
        </pc:picChg>
        <pc:picChg chg="add">
          <ac:chgData name="Lai, Wilson" userId="2840974a-0d84-4886-90a9-9a3ed79f3a48" providerId="ADAL" clId="{9F23B798-9E84-4552-BA63-E776E805C424}" dt="2026-09-22T10:37:08.935" v="21" actId="22"/>
          <ac:picMkLst>
            <pc:docMk/>
            <pc:sldMk cId="0" sldId="267"/>
            <ac:picMk id="4" creationId="{72289535-6059-86EF-7F1D-2C2F0DD08599}"/>
          </ac:picMkLst>
        </pc:picChg>
      </pc:sldChg>
      <pc:sldChg chg="addSp delSp mod modNotes">
        <pc:chgData name="Lai, Wilson" userId="2840974a-0d84-4886-90a9-9a3ed79f3a48" providerId="ADAL" clId="{9F23B798-9E84-4552-BA63-E776E805C424}" dt="2026-09-22T13:22:51.956" v="53"/>
        <pc:sldMkLst>
          <pc:docMk/>
          <pc:sldMk cId="0" sldId="268"/>
        </pc:sldMkLst>
        <pc:picChg chg="del">
          <ac:chgData name="Lai, Wilson" userId="2840974a-0d84-4886-90a9-9a3ed79f3a48" providerId="ADAL" clId="{9F23B798-9E84-4552-BA63-E776E805C424}" dt="2026-09-22T10:37:11.158" v="22" actId="21"/>
          <ac:picMkLst>
            <pc:docMk/>
            <pc:sldMk cId="0" sldId="268"/>
            <ac:picMk id="2" creationId="{00000000-0000-0000-0000-000000000000}"/>
          </ac:picMkLst>
        </pc:picChg>
        <pc:picChg chg="add">
          <ac:chgData name="Lai, Wilson" userId="2840974a-0d84-4886-90a9-9a3ed79f3a48" providerId="ADAL" clId="{9F23B798-9E84-4552-BA63-E776E805C424}" dt="2026-09-22T10:37:21.282" v="23" actId="22"/>
          <ac:picMkLst>
            <pc:docMk/>
            <pc:sldMk cId="0" sldId="268"/>
            <ac:picMk id="4" creationId="{EABCA7DE-0D4B-B1FB-2BFC-3CC1E6FBC345}"/>
          </ac:picMkLst>
        </pc:picChg>
      </pc:sldChg>
      <pc:sldChg chg="addSp delSp mod modNotes">
        <pc:chgData name="Lai, Wilson" userId="2840974a-0d84-4886-90a9-9a3ed79f3a48" providerId="ADAL" clId="{9F23B798-9E84-4552-BA63-E776E805C424}" dt="2026-09-22T13:22:51.956" v="53"/>
        <pc:sldMkLst>
          <pc:docMk/>
          <pc:sldMk cId="0" sldId="269"/>
        </pc:sldMkLst>
        <pc:picChg chg="del">
          <ac:chgData name="Lai, Wilson" userId="2840974a-0d84-4886-90a9-9a3ed79f3a48" providerId="ADAL" clId="{9F23B798-9E84-4552-BA63-E776E805C424}" dt="2026-09-22T10:37:24.741" v="24" actId="21"/>
          <ac:picMkLst>
            <pc:docMk/>
            <pc:sldMk cId="0" sldId="269"/>
            <ac:picMk id="2" creationId="{00000000-0000-0000-0000-000000000000}"/>
          </ac:picMkLst>
        </pc:picChg>
        <pc:picChg chg="add">
          <ac:chgData name="Lai, Wilson" userId="2840974a-0d84-4886-90a9-9a3ed79f3a48" providerId="ADAL" clId="{9F23B798-9E84-4552-BA63-E776E805C424}" dt="2026-09-22T10:37:44.360" v="25" actId="22"/>
          <ac:picMkLst>
            <pc:docMk/>
            <pc:sldMk cId="0" sldId="269"/>
            <ac:picMk id="4" creationId="{9B12A53C-A4B6-0BAB-485E-83CF5B60D1B7}"/>
          </ac:picMkLst>
        </pc:picChg>
      </pc:sldChg>
      <pc:sldChg chg="addSp delSp mod modNotes modNotesTx">
        <pc:chgData name="Lai, Wilson" userId="2840974a-0d84-4886-90a9-9a3ed79f3a48" providerId="ADAL" clId="{9F23B798-9E84-4552-BA63-E776E805C424}" dt="2026-09-22T13:22:51.956" v="53"/>
        <pc:sldMkLst>
          <pc:docMk/>
          <pc:sldMk cId="3675538670" sldId="270"/>
        </pc:sldMkLst>
        <pc:picChg chg="del">
          <ac:chgData name="Lai, Wilson" userId="2840974a-0d84-4886-90a9-9a3ed79f3a48" providerId="ADAL" clId="{9F23B798-9E84-4552-BA63-E776E805C424}" dt="2026-09-22T10:37:50.167" v="26" actId="21"/>
          <ac:picMkLst>
            <pc:docMk/>
            <pc:sldMk cId="3675538670" sldId="270"/>
            <ac:picMk id="3" creationId="{68380394-6B76-10A2-D738-C960FE95E5EB}"/>
          </ac:picMkLst>
        </pc:picChg>
        <pc:picChg chg="add">
          <ac:chgData name="Lai, Wilson" userId="2840974a-0d84-4886-90a9-9a3ed79f3a48" providerId="ADAL" clId="{9F23B798-9E84-4552-BA63-E776E805C424}" dt="2026-09-22T10:38:03.379" v="27" actId="22"/>
          <ac:picMkLst>
            <pc:docMk/>
            <pc:sldMk cId="3675538670" sldId="270"/>
            <ac:picMk id="4" creationId="{393AB1A9-3C6A-A685-4945-B4AE5772A2D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C12A78-8608-4775-8FF6-082D4CF5101E}"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7D2869-61EB-4B79-A6D4-4F08542D2EEB}" type="slidenum">
              <a:rPr lang="en-US" smtClean="0"/>
              <a:t>‹#›</a:t>
            </a:fld>
            <a:endParaRPr lang="en-US"/>
          </a:p>
        </p:txBody>
      </p:sp>
    </p:spTree>
    <p:extLst>
      <p:ext uri="{BB962C8B-B14F-4D97-AF65-F5344CB8AC3E}">
        <p14:creationId xmlns:p14="http://schemas.microsoft.com/office/powerpoint/2010/main" val="132168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Hello everyone. Today, we're discussing a fundamental pivot in how AI is conceptualized, designed, and deployed within modern software infrastructure. </a:t>
            </a:r>
          </a:p>
          <a:p>
            <a:r>
              <a:rPr lang="en-US" sz="1200" kern="1200" dirty="0">
                <a:solidFill>
                  <a:schemeClr val="tx1"/>
                </a:solidFill>
                <a:effectLst/>
                <a:latin typeface="+mn-lt"/>
                <a:ea typeface="+mn-ea"/>
                <a:cs typeface="+mn-cs"/>
              </a:rPr>
              <a:t>Most AI today is designed as a human-facing assistant—a chatbot pinned to the side of a traditional application. But what happens when code—not a human—becomes the primary consumer of intelligence? Today, we introduce </a:t>
            </a:r>
            <a:r>
              <a:rPr lang="en-US" sz="1200" b="1" kern="1200" dirty="0">
                <a:solidFill>
                  <a:schemeClr val="tx1"/>
                </a:solidFill>
                <a:effectLst/>
                <a:latin typeface="+mn-lt"/>
                <a:ea typeface="+mn-ea"/>
                <a:cs typeface="+mn-cs"/>
              </a:rPr>
              <a:t>Machine-Native AI</a:t>
            </a:r>
            <a:r>
              <a:rPr lang="en-US" sz="1200" kern="1200" dirty="0">
                <a:solidFill>
                  <a:schemeClr val="tx1"/>
                </a:solidFill>
                <a:effectLst/>
                <a:latin typeface="+mn-lt"/>
                <a:ea typeface="+mn-ea"/>
                <a:cs typeface="+mn-cs"/>
              </a:rPr>
              <a:t> and the </a:t>
            </a:r>
            <a:r>
              <a:rPr lang="en-US" sz="1200" b="1" kern="1200" dirty="0" err="1">
                <a:solidFill>
                  <a:schemeClr val="tx1"/>
                </a:solidFill>
                <a:effectLst/>
                <a:latin typeface="+mn-lt"/>
                <a:ea typeface="+mn-ea"/>
                <a:cs typeface="+mn-cs"/>
              </a:rPr>
              <a:t>Jev</a:t>
            </a:r>
            <a:r>
              <a:rPr lang="en-US" sz="1200" b="1" kern="1200" dirty="0">
                <a:solidFill>
                  <a:schemeClr val="tx1"/>
                </a:solidFill>
                <a:effectLst/>
                <a:latin typeface="+mn-lt"/>
                <a:ea typeface="+mn-ea"/>
                <a:cs typeface="+mn-cs"/>
              </a:rPr>
              <a:t> Cognitive Engine</a:t>
            </a:r>
            <a:r>
              <a:rPr lang="en-US" sz="1200" kern="1200" dirty="0">
                <a:solidFill>
                  <a:schemeClr val="tx1"/>
                </a:solidFill>
                <a:effectLst/>
                <a:latin typeface="+mn-lt"/>
                <a:ea typeface="+mn-ea"/>
                <a:cs typeface="+mn-cs"/>
              </a:rPr>
              <a:t>. We are moving from natural language conversations to programming the cognitive core directly. </a:t>
            </a:r>
          </a:p>
          <a:p>
            <a:endParaRPr lang="en-US" dirty="0"/>
          </a:p>
          <a:p>
            <a:endParaRPr lang="en-US" dirty="0"/>
          </a:p>
          <a:p>
            <a:endParaRPr lang="en-US" dirty="0"/>
          </a:p>
          <a:p>
            <a:r>
              <a:rPr lang="en-US" dirty="0"/>
              <a:t>Why We Made </a:t>
            </a:r>
            <a:r>
              <a:rPr lang="en-US" dirty="0" err="1"/>
              <a:t>Jev</a:t>
            </a:r>
            <a:r>
              <a:rPr lang="en-US" dirty="0"/>
              <a:t> — Diogo Almeida, </a:t>
            </a:r>
            <a:r>
              <a:rPr lang="en-US" dirty="0" err="1"/>
              <a:t>TypeSafe</a:t>
            </a:r>
            <a:r>
              <a:rPr lang="en-US" dirty="0"/>
              <a:t> Co-founder &amp; CEO</a:t>
            </a:r>
          </a:p>
          <a:p>
            <a:r>
              <a:rPr lang="en-US" dirty="0"/>
              <a:t>https://www.youtube.com/watch?v=cFx9Z3ZXca0</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1</a:t>
            </a:fld>
            <a:endParaRPr lang="en-US"/>
          </a:p>
        </p:txBody>
      </p:sp>
    </p:spTree>
    <p:extLst>
      <p:ext uri="{BB962C8B-B14F-4D97-AF65-F5344CB8AC3E}">
        <p14:creationId xmlns:p14="http://schemas.microsoft.com/office/powerpoint/2010/main" val="1928039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Look at the current state of software development in 2026. We find ourselves in an 'Automation Paradox'. </a:t>
            </a:r>
          </a:p>
          <a:p>
            <a:r>
              <a:rPr lang="en-US" sz="1200" kern="1200" dirty="0">
                <a:solidFill>
                  <a:schemeClr val="tx1"/>
                </a:solidFill>
                <a:effectLst/>
                <a:latin typeface="+mn-lt"/>
                <a:ea typeface="+mn-ea"/>
                <a:cs typeface="+mn-cs"/>
              </a:rPr>
              <a:t>On the left, we possess extraordinary, supercharged mathematical reasoning engines capable of solving complex theoretical problems in milliseconds. Yet, on the right, when we attempt to wire these models into routine business tasks—like invoice processing, database updates, or background API calls—the entire pipeline breaks. </a:t>
            </a:r>
          </a:p>
          <a:p>
            <a:r>
              <a:rPr lang="en-US" sz="1200" kern="1200" dirty="0">
                <a:solidFill>
                  <a:schemeClr val="tx1"/>
                </a:solidFill>
                <a:effectLst/>
                <a:latin typeface="+mn-lt"/>
                <a:ea typeface="+mn-ea"/>
                <a:cs typeface="+mn-cs"/>
              </a:rPr>
              <a:t>Software today looks almost identical to software in 2019, just with a chatbot UI attached. The engine lacks basic, reliable 'plugs' to safely interface with software execution pipelines without throwing unhandled exceptions or stochastic failures.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2</a:t>
            </a:fld>
            <a:endParaRPr lang="en-US"/>
          </a:p>
        </p:txBody>
      </p:sp>
    </p:spTree>
    <p:extLst>
      <p:ext uri="{BB962C8B-B14F-4D97-AF65-F5344CB8AC3E}">
        <p14:creationId xmlns:p14="http://schemas.microsoft.com/office/powerpoint/2010/main" val="1291759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this happens, we must examine post-training paradigms. Models are currently optimized for the wrong consumers. </a:t>
            </a:r>
          </a:p>
          <a:p>
            <a:pPr marL="228600" lvl="0" indent="-228600">
              <a:buFont typeface="+mj-lt"/>
              <a:buAutoNum type="arabicPeriod"/>
            </a:pPr>
            <a:r>
              <a:rPr lang="en-US" sz="1200" b="1" kern="1200" dirty="0">
                <a:solidFill>
                  <a:schemeClr val="tx1"/>
                </a:solidFill>
                <a:effectLst/>
                <a:latin typeface="+mn-lt"/>
                <a:ea typeface="+mn-ea"/>
                <a:cs typeface="+mn-cs"/>
              </a:rPr>
              <a:t>RLHF (Reinforcement Learning from Human Feedback):</a:t>
            </a:r>
            <a:r>
              <a:rPr lang="en-US" sz="1200" kern="1200" dirty="0">
                <a:solidFill>
                  <a:schemeClr val="tx1"/>
                </a:solidFill>
                <a:effectLst/>
                <a:latin typeface="+mn-lt"/>
                <a:ea typeface="+mn-ea"/>
                <a:cs typeface="+mn-cs"/>
              </a:rPr>
              <a:t> Designed to please human users in chat settings. It leads to mode dropping, sycophancy, and refusal to execute code under benign parameters. </a:t>
            </a:r>
          </a:p>
          <a:p>
            <a:pPr marL="228600" lvl="0" indent="-228600">
              <a:buFont typeface="+mj-lt"/>
              <a:buAutoNum type="arabicPeriod"/>
            </a:pPr>
            <a:r>
              <a:rPr lang="en-US" sz="1200" b="1" kern="1200" dirty="0">
                <a:solidFill>
                  <a:schemeClr val="tx1"/>
                </a:solidFill>
                <a:effectLst/>
                <a:latin typeface="+mn-lt"/>
                <a:ea typeface="+mn-ea"/>
                <a:cs typeface="+mn-cs"/>
              </a:rPr>
              <a:t>RLVR (Reinforcement Learning with Verifiable Rewards):</a:t>
            </a:r>
            <a:r>
              <a:rPr lang="en-US" sz="1200" kern="1200" dirty="0">
                <a:solidFill>
                  <a:schemeClr val="tx1"/>
                </a:solidFill>
                <a:effectLst/>
                <a:latin typeface="+mn-lt"/>
                <a:ea typeface="+mn-ea"/>
                <a:cs typeface="+mn-cs"/>
              </a:rPr>
              <a:t> Optimized for test benchmarks and System 2 heavy reasoning. It produces slow, expensive, and jagged intelligence that excels on paper tests but remains too fragile and latent for high-throughput production. </a:t>
            </a:r>
          </a:p>
          <a:p>
            <a:pPr marL="228600" lvl="0" indent="-228600">
              <a:buFont typeface="+mj-lt"/>
              <a:buAutoNum type="arabicPeriod"/>
            </a:pPr>
            <a:r>
              <a:rPr lang="en-US" sz="1200" b="1" kern="1200" dirty="0">
                <a:solidFill>
                  <a:schemeClr val="tx1"/>
                </a:solidFill>
                <a:effectLst/>
                <a:latin typeface="+mn-lt"/>
                <a:ea typeface="+mn-ea"/>
                <a:cs typeface="+mn-cs"/>
              </a:rPr>
              <a:t>RLCD / </a:t>
            </a:r>
            <a:r>
              <a:rPr lang="en-US" sz="1200" b="1" kern="1200" dirty="0" err="1">
                <a:solidFill>
                  <a:schemeClr val="tx1"/>
                </a:solidFill>
                <a:effectLst/>
                <a:latin typeface="+mn-lt"/>
                <a:ea typeface="+mn-ea"/>
                <a:cs typeface="+mn-cs"/>
              </a:rPr>
              <a:t>TypeSafe</a:t>
            </a:r>
            <a:r>
              <a:rPr lang="en-US" sz="1200" b="1" kern="1200" dirty="0">
                <a:solidFill>
                  <a:schemeClr val="tx1"/>
                </a:solidFill>
                <a:effectLst/>
                <a:latin typeface="+mn-lt"/>
                <a:ea typeface="+mn-ea"/>
                <a:cs typeface="+mn-cs"/>
              </a:rPr>
              <a:t> (Reinforcement Learning for Code Decisions):</a:t>
            </a:r>
            <a:r>
              <a:rPr lang="en-US" sz="1200" kern="1200" dirty="0">
                <a:solidFill>
                  <a:schemeClr val="tx1"/>
                </a:solidFill>
                <a:effectLst/>
                <a:latin typeface="+mn-lt"/>
                <a:ea typeface="+mn-ea"/>
                <a:cs typeface="+mn-cs"/>
              </a:rPr>
              <a:t> This is the core paradigm shift. RLCD optimizes specifically for programmatic consumption. It provides </a:t>
            </a:r>
            <a:r>
              <a:rPr lang="en-US" sz="1200" kern="1200" dirty="0" err="1">
                <a:solidFill>
                  <a:schemeClr val="tx1"/>
                </a:solidFill>
                <a:effectLst/>
                <a:latin typeface="+mn-lt"/>
                <a:ea typeface="+mn-ea"/>
                <a:cs typeface="+mn-cs"/>
              </a:rPr>
              <a:t>TypeSafe</a:t>
            </a:r>
            <a:r>
              <a:rPr lang="en-US" sz="1200" kern="1200" dirty="0">
                <a:solidFill>
                  <a:schemeClr val="tx1"/>
                </a:solidFill>
                <a:effectLst/>
                <a:latin typeface="+mn-lt"/>
                <a:ea typeface="+mn-ea"/>
                <a:cs typeface="+mn-cs"/>
              </a:rPr>
              <a:t> execution, high reliability, and directly bridges the automation gap.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3</a:t>
            </a:fld>
            <a:endParaRPr lang="en-US"/>
          </a:p>
        </p:txBody>
      </p:sp>
    </p:spTree>
    <p:extLst>
      <p:ext uri="{BB962C8B-B14F-4D97-AF65-F5344CB8AC3E}">
        <p14:creationId xmlns:p14="http://schemas.microsoft.com/office/powerpoint/2010/main" val="2113667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contrast the human-native approach with what software engineers actually need. </a:t>
            </a:r>
          </a:p>
          <a:p>
            <a:r>
              <a:rPr lang="en-US" sz="1200" kern="1200" dirty="0">
                <a:solidFill>
                  <a:schemeClr val="tx1"/>
                </a:solidFill>
                <a:effectLst/>
                <a:latin typeface="+mn-lt"/>
                <a:ea typeface="+mn-ea"/>
                <a:cs typeface="+mn-cs"/>
              </a:rPr>
              <a:t>The current paradigm relies on what we call 'The Chatty Coworker'. Building software around this requires massive prompt engineering, brittle string templates, coping with unpredictable safety refusals, and parsing probabilistic text strings. It’s software built on 'vibes' rather than mathematical guarantees.</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4</a:t>
            </a:fld>
            <a:endParaRPr lang="en-US"/>
          </a:p>
        </p:txBody>
      </p:sp>
    </p:spTree>
    <p:extLst>
      <p:ext uri="{BB962C8B-B14F-4D97-AF65-F5344CB8AC3E}">
        <p14:creationId xmlns:p14="http://schemas.microsoft.com/office/powerpoint/2010/main" val="412857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contrast, Machine-Native AI turns the model into a </a:t>
            </a:r>
            <a:r>
              <a:rPr lang="en-US" sz="1200" b="1" kern="1200" dirty="0">
                <a:solidFill>
                  <a:schemeClr val="tx1"/>
                </a:solidFill>
                <a:effectLst/>
                <a:latin typeface="+mn-lt"/>
                <a:ea typeface="+mn-ea"/>
                <a:cs typeface="+mn-cs"/>
              </a:rPr>
              <a:t>Cognitive Database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Instead of exchanging freeform paragraphs, software interfaces with the model via structured, typed primitives: nested JSON objects, </a:t>
            </a:r>
            <a:r>
              <a:rPr lang="en-US" sz="1200" kern="1200" dirty="0" err="1">
                <a:solidFill>
                  <a:schemeClr val="tx1"/>
                </a:solidFill>
                <a:effectLst/>
                <a:latin typeface="+mn-lt"/>
                <a:ea typeface="+mn-ea"/>
                <a:cs typeface="+mn-cs"/>
              </a:rPr>
              <a:t>enums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booleans</a:t>
            </a:r>
            <a:r>
              <a:rPr lang="en-US" sz="1200" kern="1200" dirty="0">
                <a:solidFill>
                  <a:schemeClr val="tx1"/>
                </a:solidFill>
                <a:effectLst/>
                <a:latin typeface="+mn-lt"/>
                <a:ea typeface="+mn-ea"/>
                <a:cs typeface="+mn-cs"/>
              </a:rPr>
              <a:t>, and integers. Execution becomes deterministic, fast, and testable. We trade conversational 'vibe engineering' for real software engineering optimized for the nines of system reliability.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5</a:t>
            </a:fld>
            <a:endParaRPr lang="en-US"/>
          </a:p>
        </p:txBody>
      </p:sp>
    </p:spTree>
    <p:extLst>
      <p:ext uri="{BB962C8B-B14F-4D97-AF65-F5344CB8AC3E}">
        <p14:creationId xmlns:p14="http://schemas.microsoft.com/office/powerpoint/2010/main" val="1187494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brings us to </a:t>
            </a:r>
            <a:r>
              <a:rPr lang="en-US" sz="1200" b="1"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a programmable System 1 cognitive engine designed explicitly for code consumers. </a:t>
            </a:r>
          </a:p>
          <a:p>
            <a:r>
              <a:rPr lang="en-US" sz="1200" kern="1200" dirty="0">
                <a:solidFill>
                  <a:schemeClr val="tx1"/>
                </a:solidFill>
                <a:effectLst/>
                <a:latin typeface="+mn-lt"/>
                <a:ea typeface="+mn-ea"/>
                <a:cs typeface="+mn-cs"/>
              </a:rPr>
              <a:t>If you look at the Pareto frontier of capability versus cost efficiency, typical frontier reasoning models sit high on the capability curve but are prohibitively expensive and slow. Quantized models are cheap but lack intelligence. </a:t>
            </a:r>
            <a:r>
              <a:rPr lang="en-US" sz="1200" kern="1200" dirty="0" err="1">
                <a:solidFill>
                  <a:schemeClr val="tx1"/>
                </a:solidFill>
                <a:effectLst/>
                <a:latin typeface="+mn-lt"/>
                <a:ea typeface="+mn-ea"/>
                <a:cs typeface="+mn-cs"/>
              </a:rPr>
              <a:t>TypeSafe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pushes the boundary along the frontier, delivering high-speed intelligence per dollar.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6</a:t>
            </a:fld>
            <a:endParaRPr lang="en-US"/>
          </a:p>
        </p:txBody>
      </p:sp>
    </p:spTree>
    <p:extLst>
      <p:ext uri="{BB962C8B-B14F-4D97-AF65-F5344CB8AC3E}">
        <p14:creationId xmlns:p14="http://schemas.microsoft.com/office/powerpoint/2010/main" val="1529636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Intelligence should not be the foreground character of your user interface; it should disappear into the infrastructure background—acting like TCP/IP for cognitive compute. </a:t>
            </a:r>
          </a:p>
          <a:p>
            <a:r>
              <a:rPr lang="en-US" sz="1200" kern="1200" dirty="0">
                <a:solidFill>
                  <a:schemeClr val="tx1"/>
                </a:solidFill>
                <a:effectLst/>
                <a:latin typeface="+mn-lt"/>
                <a:ea typeface="+mn-ea"/>
                <a:cs typeface="+mn-cs"/>
              </a:rPr>
              <a:t>Just as TCP handles reliable packet transmission beneath application layers, </a:t>
            </a:r>
            <a:r>
              <a:rPr lang="en-US" sz="1200"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acts as a reliable Cognitive Core beneath standard software components. It eliminates stochastic runtime breaks, enabling developers to compose complex emergent software without worrying about unexpected model failures.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7</a:t>
            </a:fld>
            <a:endParaRPr lang="en-US"/>
          </a:p>
        </p:txBody>
      </p:sp>
    </p:spTree>
    <p:extLst>
      <p:ext uri="{BB962C8B-B14F-4D97-AF65-F5344CB8AC3E}">
        <p14:creationId xmlns:p14="http://schemas.microsoft.com/office/powerpoint/2010/main" val="1112631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does code natively consume intelligence? Through three primary programmatic primitives: </a:t>
            </a:r>
          </a:p>
          <a:p>
            <a:pPr marL="228600" lvl="0" indent="-228600">
              <a:buFont typeface="+mj-lt"/>
              <a:buAutoNum type="arabicPeriod"/>
            </a:pPr>
            <a:r>
              <a:rPr lang="en-US" sz="1200" b="1" kern="1200" dirty="0">
                <a:solidFill>
                  <a:schemeClr val="tx1"/>
                </a:solidFill>
                <a:effectLst/>
                <a:latin typeface="+mn-lt"/>
                <a:ea typeface="+mn-ea"/>
                <a:cs typeface="+mn-cs"/>
              </a:rPr>
              <a:t>Choice (Categorization):</a:t>
            </a:r>
            <a:r>
              <a:rPr lang="en-US" sz="1200" kern="1200" dirty="0">
                <a:solidFill>
                  <a:schemeClr val="tx1"/>
                </a:solidFill>
                <a:effectLst/>
                <a:latin typeface="+mn-lt"/>
                <a:ea typeface="+mn-ea"/>
                <a:cs typeface="+mn-cs"/>
              </a:rPr>
              <a:t> Maps cognitive evaluation directly into code switch or match statements using strictly constrained Enums. </a:t>
            </a:r>
          </a:p>
          <a:p>
            <a:pPr marL="228600" lvl="0" indent="-228600">
              <a:buFont typeface="+mj-lt"/>
              <a:buAutoNum type="arabicPeriod"/>
            </a:pPr>
            <a:r>
              <a:rPr lang="en-US" sz="1200" b="1" kern="1200" dirty="0">
                <a:solidFill>
                  <a:schemeClr val="tx1"/>
                </a:solidFill>
                <a:effectLst/>
                <a:latin typeface="+mn-lt"/>
                <a:ea typeface="+mn-ea"/>
                <a:cs typeface="+mn-cs"/>
              </a:rPr>
              <a:t>Score (Continuous Probability):</a:t>
            </a:r>
            <a:r>
              <a:rPr lang="en-US" sz="1200" kern="1200" dirty="0">
                <a:solidFill>
                  <a:schemeClr val="tx1"/>
                </a:solidFill>
                <a:effectLst/>
                <a:latin typeface="+mn-lt"/>
                <a:ea typeface="+mn-ea"/>
                <a:cs typeface="+mn-cs"/>
              </a:rPr>
              <a:t> Translates probabilistic confidence into scalar values (</a:t>
            </a:r>
            <a:r>
              <a:rPr lang="en-US" sz="1200" kern="1200" dirty="0" err="1">
                <a:solidFill>
                  <a:schemeClr val="tx1"/>
                </a:solidFill>
                <a:effectLst/>
                <a:latin typeface="+mn-lt"/>
                <a:ea typeface="+mn-ea"/>
                <a:cs typeface="+mn-cs"/>
              </a:rPr>
              <a:t>Ints</a:t>
            </a:r>
            <a:r>
              <a:rPr lang="en-US" sz="1200" kern="1200" dirty="0">
                <a:solidFill>
                  <a:schemeClr val="tx1"/>
                </a:solidFill>
                <a:effectLst/>
                <a:latin typeface="+mn-lt"/>
                <a:ea typeface="+mn-ea"/>
                <a:cs typeface="+mn-cs"/>
              </a:rPr>
              <a:t>/Floats) for sorting, ranking, or threshold filtering. </a:t>
            </a:r>
          </a:p>
          <a:p>
            <a:pPr marL="228600" lvl="0" indent="-228600">
              <a:buFont typeface="+mj-lt"/>
              <a:buAutoNum type="arabicPeriod"/>
            </a:pPr>
            <a:r>
              <a:rPr lang="en-US" sz="1200" b="1" kern="1200" dirty="0" err="1">
                <a:solidFill>
                  <a:schemeClr val="tx1"/>
                </a:solidFill>
                <a:effectLst/>
                <a:latin typeface="+mn-lt"/>
                <a:ea typeface="+mn-ea"/>
                <a:cs typeface="+mn-cs"/>
              </a:rPr>
              <a:t>Nul</a:t>
            </a:r>
            <a:r>
              <a:rPr lang="en-US" sz="1200" b="1" kern="1200" dirty="0">
                <a:solidFill>
                  <a:schemeClr val="tx1"/>
                </a:solidFill>
                <a:effectLst/>
                <a:latin typeface="+mn-lt"/>
                <a:ea typeface="+mn-ea"/>
                <a:cs typeface="+mn-cs"/>
              </a:rPr>
              <a:t> (Binary Classification):</a:t>
            </a:r>
            <a:r>
              <a:rPr lang="en-US" sz="1200" kern="1200" dirty="0">
                <a:solidFill>
                  <a:schemeClr val="tx1"/>
                </a:solidFill>
                <a:effectLst/>
                <a:latin typeface="+mn-lt"/>
                <a:ea typeface="+mn-ea"/>
                <a:cs typeface="+mn-cs"/>
              </a:rPr>
              <a:t> Evaluates binary decision-making directly into native if / else Boolean logic. </a:t>
            </a:r>
          </a:p>
          <a:p>
            <a:pPr marL="0" indent="0">
              <a:buFont typeface="+mj-lt"/>
              <a:buNone/>
            </a:pPr>
            <a:r>
              <a:rPr lang="en-US" sz="1200" kern="1200" dirty="0">
                <a:solidFill>
                  <a:schemeClr val="tx1"/>
                </a:solidFill>
                <a:effectLst/>
                <a:latin typeface="+mn-lt"/>
                <a:ea typeface="+mn-ea"/>
                <a:cs typeface="+mn-cs"/>
              </a:rPr>
              <a:t>No string parsing, regex matching, or output cleanup required.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8</a:t>
            </a:fld>
            <a:endParaRPr lang="en-US"/>
          </a:p>
        </p:txBody>
      </p:sp>
    </p:spTree>
    <p:extLst>
      <p:ext uri="{BB962C8B-B14F-4D97-AF65-F5344CB8AC3E}">
        <p14:creationId xmlns:p14="http://schemas.microsoft.com/office/powerpoint/2010/main" val="2219743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reliable systems, we must abandon giant, fragile mega-system prompts. </a:t>
            </a:r>
          </a:p>
          <a:p>
            <a:r>
              <a:rPr lang="en-US" sz="1200" kern="1200" dirty="0">
                <a:solidFill>
                  <a:schemeClr val="tx1"/>
                </a:solidFill>
                <a:effectLst/>
                <a:latin typeface="+mn-lt"/>
                <a:ea typeface="+mn-ea"/>
                <a:cs typeface="+mn-cs"/>
              </a:rPr>
              <a:t>In traditional setups, a single multi-page prompt attempts to handle authentication, intent parsing, safety scoring, routing, and state evaluation all at once. When it fails, debugging is impossible. </a:t>
            </a:r>
          </a:p>
          <a:p>
            <a:r>
              <a:rPr lang="en-US" sz="1200" kern="1200" dirty="0">
                <a:solidFill>
                  <a:schemeClr val="tx1"/>
                </a:solidFill>
                <a:effectLst/>
                <a:latin typeface="+mn-lt"/>
                <a:ea typeface="+mn-ea"/>
                <a:cs typeface="+mn-cs"/>
              </a:rPr>
              <a:t>The Machine-Native pattern uses </a:t>
            </a:r>
            <a:r>
              <a:rPr lang="en-US" sz="1200" b="1" kern="1200" dirty="0">
                <a:solidFill>
                  <a:schemeClr val="tx1"/>
                </a:solidFill>
                <a:effectLst/>
                <a:latin typeface="+mn-lt"/>
                <a:ea typeface="+mn-ea"/>
                <a:cs typeface="+mn-cs"/>
              </a:rPr>
              <a:t>Parallel Decomposition</a:t>
            </a:r>
            <a:r>
              <a:rPr lang="en-US" sz="1200" kern="1200" dirty="0">
                <a:solidFill>
                  <a:schemeClr val="tx1"/>
                </a:solidFill>
                <a:effectLst/>
                <a:latin typeface="+mn-lt"/>
                <a:ea typeface="+mn-ea"/>
                <a:cs typeface="+mn-cs"/>
              </a:rPr>
              <a:t>. Small, dedicated nodes perform single deterministic checks concurrently. Every step becomes individually testable, measurable, and verifiable.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9</a:t>
            </a:fld>
            <a:endParaRPr lang="en-US"/>
          </a:p>
        </p:txBody>
      </p:sp>
    </p:spTree>
    <p:extLst>
      <p:ext uri="{BB962C8B-B14F-4D97-AF65-F5344CB8AC3E}">
        <p14:creationId xmlns:p14="http://schemas.microsoft.com/office/powerpoint/2010/main" val="368899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Current agent architectures suffer from 'KV Cache Tyranny'. They constantly append history into a single monolithic context window, resulting in context rot, runaway token latency, and high cost. </a:t>
            </a:r>
          </a:p>
          <a:p>
            <a:r>
              <a:rPr lang="en-US" sz="1200" kern="1200" dirty="0">
                <a:solidFill>
                  <a:schemeClr val="tx1"/>
                </a:solidFill>
                <a:effectLst/>
                <a:latin typeface="+mn-lt"/>
                <a:ea typeface="+mn-ea"/>
                <a:cs typeface="+mn-cs"/>
              </a:rPr>
              <a:t>Machine-Native architecture decouples state from the model's context window. By utilizing explicit state management and routing tasks to sub-agents, models perform lightweight, targeted reads and writes. State stays clean, execution stays fast, and costs drop dramatically.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10</a:t>
            </a:fld>
            <a:endParaRPr lang="en-US"/>
          </a:p>
        </p:txBody>
      </p:sp>
    </p:spTree>
    <p:extLst>
      <p:ext uri="{BB962C8B-B14F-4D97-AF65-F5344CB8AC3E}">
        <p14:creationId xmlns:p14="http://schemas.microsoft.com/office/powerpoint/2010/main" val="2635061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backend software infrastructure, refusal to execute a command is a type error. Imagine a SQL database refusing a query because the table name looked sensitive. </a:t>
            </a:r>
          </a:p>
          <a:p>
            <a:r>
              <a:rPr lang="en-US" sz="1200" kern="1200" dirty="0">
                <a:solidFill>
                  <a:schemeClr val="tx1"/>
                </a:solidFill>
                <a:effectLst/>
                <a:latin typeface="+mn-lt"/>
                <a:ea typeface="+mn-ea"/>
                <a:cs typeface="+mn-cs"/>
              </a:rPr>
              <a:t>Traditional human-aligned APIs suffer from stochastic refusal breaks—like refusing to read a code file named DNA.py due to false-positive safety flags. </a:t>
            </a:r>
            <a:r>
              <a:rPr lang="en-US" sz="1200" kern="1200" dirty="0" err="1">
                <a:solidFill>
                  <a:schemeClr val="tx1"/>
                </a:solidFill>
                <a:effectLst/>
                <a:latin typeface="+mn-lt"/>
                <a:ea typeface="+mn-ea"/>
                <a:cs typeface="+mn-cs"/>
              </a:rPr>
              <a:t>Jev</a:t>
            </a:r>
            <a:r>
              <a:rPr lang="en-US" sz="1200" kern="1200" dirty="0">
                <a:solidFill>
                  <a:schemeClr val="tx1"/>
                </a:solidFill>
                <a:effectLst/>
                <a:latin typeface="+mn-lt"/>
                <a:ea typeface="+mn-ea"/>
                <a:cs typeface="+mn-cs"/>
              </a:rPr>
              <a:t> prioritizes </a:t>
            </a:r>
            <a:r>
              <a:rPr lang="en-US" sz="1200" b="1" kern="1200" dirty="0">
                <a:solidFill>
                  <a:schemeClr val="tx1"/>
                </a:solidFill>
                <a:effectLst/>
                <a:latin typeface="+mn-lt"/>
                <a:ea typeface="+mn-ea"/>
                <a:cs typeface="+mn-cs"/>
              </a:rPr>
              <a:t>Capability Alignment over conversational Safety Alignment</a:t>
            </a:r>
            <a:r>
              <a:rPr lang="en-US" sz="1200" kern="1200" dirty="0">
                <a:solidFill>
                  <a:schemeClr val="tx1"/>
                </a:solidFill>
                <a:effectLst/>
                <a:latin typeface="+mn-lt"/>
                <a:ea typeface="+mn-ea"/>
                <a:cs typeface="+mn-cs"/>
              </a:rPr>
              <a:t>. Logic controls belong to the developer, ensuring 100% deterministic execution and uninterrupted uptime. </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11</a:t>
            </a:fld>
            <a:endParaRPr lang="en-US"/>
          </a:p>
        </p:txBody>
      </p:sp>
    </p:spTree>
    <p:extLst>
      <p:ext uri="{BB962C8B-B14F-4D97-AF65-F5344CB8AC3E}">
        <p14:creationId xmlns:p14="http://schemas.microsoft.com/office/powerpoint/2010/main" val="2887517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intelligence becomes machine-native, alignment shifts from conversational politeness to execution precision. The model acts as a precision instrument where every output lands strictly on target. The developer maintains full control over application logic, boundaries, and safety layers. </a:t>
            </a:r>
          </a:p>
        </p:txBody>
      </p:sp>
      <p:sp>
        <p:nvSpPr>
          <p:cNvPr id="4" name="Slide Number Placeholder 3"/>
          <p:cNvSpPr>
            <a:spLocks noGrp="1"/>
          </p:cNvSpPr>
          <p:nvPr>
            <p:ph type="sldNum" sz="quarter" idx="5"/>
          </p:nvPr>
        </p:nvSpPr>
        <p:spPr/>
        <p:txBody>
          <a:bodyPr/>
          <a:lstStyle/>
          <a:p>
            <a:fld id="{817D2869-61EB-4B79-A6D4-4F08542D2EEB}" type="slidenum">
              <a:rPr lang="en-US" smtClean="0"/>
              <a:t>12</a:t>
            </a:fld>
            <a:endParaRPr lang="en-US"/>
          </a:p>
        </p:txBody>
      </p:sp>
    </p:spTree>
    <p:extLst>
      <p:ext uri="{BB962C8B-B14F-4D97-AF65-F5344CB8AC3E}">
        <p14:creationId xmlns:p14="http://schemas.microsoft.com/office/powerpoint/2010/main" val="2435323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blueprint of Machine-Native integration. Intelligence functions as interlocking mechanical gears. Probabilistic outputs are constrained into precise physical bounds that drive business logic deterministically and reliably without manual intervention. </a:t>
            </a:r>
          </a:p>
        </p:txBody>
      </p:sp>
      <p:sp>
        <p:nvSpPr>
          <p:cNvPr id="4" name="Slide Number Placeholder 3"/>
          <p:cNvSpPr>
            <a:spLocks noGrp="1"/>
          </p:cNvSpPr>
          <p:nvPr>
            <p:ph type="sldNum" sz="quarter" idx="5"/>
          </p:nvPr>
        </p:nvSpPr>
        <p:spPr/>
        <p:txBody>
          <a:bodyPr/>
          <a:lstStyle/>
          <a:p>
            <a:fld id="{817D2869-61EB-4B79-A6D4-4F08542D2EEB}" type="slidenum">
              <a:rPr lang="en-US" smtClean="0"/>
              <a:t>13</a:t>
            </a:fld>
            <a:endParaRPr lang="en-US"/>
          </a:p>
        </p:txBody>
      </p:sp>
    </p:spTree>
    <p:extLst>
      <p:ext uri="{BB962C8B-B14F-4D97-AF65-F5344CB8AC3E}">
        <p14:creationId xmlns:p14="http://schemas.microsoft.com/office/powerpoint/2010/main" val="9127841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Finally, let’s address model evaluation. We take a strong </a:t>
            </a:r>
            <a:r>
              <a:rPr lang="en-US" sz="1200" b="1" kern="1200" dirty="0">
                <a:solidFill>
                  <a:schemeClr val="tx1"/>
                </a:solidFill>
                <a:effectLst/>
                <a:latin typeface="+mn-lt"/>
                <a:ea typeface="+mn-ea"/>
                <a:cs typeface="+mn-cs"/>
              </a:rPr>
              <a:t>Anti-Benchmark Stance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Public benchmarks are easily gameable and often disconnected from real-world software needs. Optimizing purely for benchmark tests leads to brittle models. Trust is not built on benchmark leaderboards; it is built by improving production uptime and achieving multiple nines of reliability in actual live workflows. </a:t>
            </a:r>
          </a:p>
          <a:p>
            <a:endParaRPr lang="en-US" dirty="0"/>
          </a:p>
          <a:p>
            <a:endParaRPr lang="en-US" dirty="0"/>
          </a:p>
          <a:p>
            <a:endParaRPr lang="en-US" dirty="0"/>
          </a:p>
          <a:p>
            <a:r>
              <a:rPr lang="en-US" dirty="0"/>
              <a:t>Why We Made </a:t>
            </a:r>
            <a:r>
              <a:rPr lang="en-US" dirty="0" err="1"/>
              <a:t>Jev</a:t>
            </a:r>
            <a:r>
              <a:rPr lang="en-US" dirty="0"/>
              <a:t> — Diogo Almeida, </a:t>
            </a:r>
            <a:r>
              <a:rPr lang="en-US" dirty="0" err="1"/>
              <a:t>TypeSafe</a:t>
            </a:r>
            <a:r>
              <a:rPr lang="en-US" dirty="0"/>
              <a:t> Co-founder &amp; CEO</a:t>
            </a:r>
          </a:p>
          <a:p>
            <a:r>
              <a:rPr lang="en-US" dirty="0"/>
              <a:t>https://www.youtube.com/watch?v=cFx9Z3ZXca0</a:t>
            </a:r>
          </a:p>
          <a:p>
            <a:endParaRPr lang="en-US" dirty="0"/>
          </a:p>
        </p:txBody>
      </p:sp>
      <p:sp>
        <p:nvSpPr>
          <p:cNvPr id="4" name="Slide Number Placeholder 3"/>
          <p:cNvSpPr>
            <a:spLocks noGrp="1"/>
          </p:cNvSpPr>
          <p:nvPr>
            <p:ph type="sldNum" sz="quarter" idx="5"/>
          </p:nvPr>
        </p:nvSpPr>
        <p:spPr/>
        <p:txBody>
          <a:bodyPr/>
          <a:lstStyle/>
          <a:p>
            <a:fld id="{817D2869-61EB-4B79-A6D4-4F08542D2EEB}" type="slidenum">
              <a:rPr lang="en-US" smtClean="0"/>
              <a:t>14</a:t>
            </a:fld>
            <a:endParaRPr lang="en-US"/>
          </a:p>
        </p:txBody>
      </p:sp>
    </p:spTree>
    <p:extLst>
      <p:ext uri="{BB962C8B-B14F-4D97-AF65-F5344CB8AC3E}">
        <p14:creationId xmlns:p14="http://schemas.microsoft.com/office/powerpoint/2010/main" val="3976366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01D9A-B062-EFFB-7A49-0536EE8CC53B}"/>
              </a:ext>
            </a:extLst>
          </p:cNvPr>
          <p:cNvSpPr>
            <a:spLocks noGrp="1"/>
          </p:cNvSpPr>
          <p:nvPr>
            <p:ph type="dt" sz="half" idx="10"/>
          </p:nvPr>
        </p:nvSpPr>
        <p:spPr/>
        <p:txBody>
          <a:bodyPr/>
          <a:lstStyle/>
          <a:p>
            <a:fld id="{E0C3A5B1-103B-4D8B-9066-005E0EC15D3D}" type="datetimeFigureOut">
              <a:rPr lang="en-US" smtClean="0"/>
              <a:t>10/20/2026</a:t>
            </a:fld>
            <a:endParaRPr lang="en-US"/>
          </a:p>
        </p:txBody>
      </p:sp>
      <p:sp>
        <p:nvSpPr>
          <p:cNvPr id="3" name="Footer Placeholder 2">
            <a:extLst>
              <a:ext uri="{FF2B5EF4-FFF2-40B4-BE49-F238E27FC236}">
                <a16:creationId xmlns:a16="http://schemas.microsoft.com/office/drawing/2014/main" id="{E0610F96-2134-86F6-F7BA-09092A899D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842D6F-E429-B33C-21F2-FC97C0FE87B3}"/>
              </a:ext>
            </a:extLst>
          </p:cNvPr>
          <p:cNvSpPr>
            <a:spLocks noGrp="1"/>
          </p:cNvSpPr>
          <p:nvPr>
            <p:ph type="sldNum" sz="quarter" idx="12"/>
          </p:nvPr>
        </p:nvSpPr>
        <p:spPr/>
        <p:txBody>
          <a:bodyPr/>
          <a:lstStyle/>
          <a:p>
            <a:fld id="{48AF7A5B-6A03-4559-9F11-DEC0EF244364}" type="slidenum">
              <a:rPr lang="en-US" smtClean="0"/>
              <a:t>‹#›</a:t>
            </a:fld>
            <a:endParaRPr lang="en-US"/>
          </a:p>
        </p:txBody>
      </p:sp>
    </p:spTree>
    <p:extLst>
      <p:ext uri="{BB962C8B-B14F-4D97-AF65-F5344CB8AC3E}">
        <p14:creationId xmlns:p14="http://schemas.microsoft.com/office/powerpoint/2010/main" val="382843459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D9A5B5-B21C-9AE4-3288-9A5747BC51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54C13C-C2AA-8663-911F-03D42BD41F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10ED2F-27AF-EC77-0BFF-ACEBEBCC34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C3A5B1-103B-4D8B-9066-005E0EC15D3D}" type="datetimeFigureOut">
              <a:rPr lang="en-US" smtClean="0"/>
              <a:t>10/20/2026</a:t>
            </a:fld>
            <a:endParaRPr lang="en-US"/>
          </a:p>
        </p:txBody>
      </p:sp>
      <p:sp>
        <p:nvSpPr>
          <p:cNvPr id="5" name="Footer Placeholder 4">
            <a:extLst>
              <a:ext uri="{FF2B5EF4-FFF2-40B4-BE49-F238E27FC236}">
                <a16:creationId xmlns:a16="http://schemas.microsoft.com/office/drawing/2014/main" id="{A776D5B2-6CF4-97AC-0BB6-432956AF34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8215E1-49B3-9BCB-AF20-160111D65A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AF7A5B-6A03-4559-9F11-DEC0EF244364}" type="slidenum">
              <a:rPr lang="en-US" smtClean="0"/>
              <a:t>‹#›</a:t>
            </a:fld>
            <a:endParaRPr lang="en-US"/>
          </a:p>
        </p:txBody>
      </p:sp>
    </p:spTree>
    <p:extLst>
      <p:ext uri="{BB962C8B-B14F-4D97-AF65-F5344CB8AC3E}">
        <p14:creationId xmlns:p14="http://schemas.microsoft.com/office/powerpoint/2010/main" val="254205498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CD2EA2E-90AE-4928-6496-634CFDC6AB6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F55FFA-A09C-90A4-AA7F-BE5B9218AA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10F8F8-6FF1-C6F8-7CF2-6566F0A010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0BDD3A-DB7D-A6E2-993A-1D9EE8ECA3E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118808-2FA4-D8A6-CC53-FA40A741ED1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7D1B3EC-8DC8-2839-FA13-02A625530E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45DF8B-F042-815D-D169-8B320240C1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C857CD-B52F-84E4-7BC6-780757AB4E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077B3E-770C-9FC9-7801-A15E79AB418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D04B1F-7EB2-C071-AE64-7CF4752ABE5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289535-6059-86EF-7F1D-2C2F0DD0859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ABCA7DE-0D4B-B1FB-2BFC-3CC1E6FBC3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12A53C-A4B6-0BAB-485E-83CF5B60D1B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3AB1A9-3C6A-A685-4945-B4AE5772A2DA}"/>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6755386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1137</Words>
  <Application>Microsoft Office PowerPoint</Application>
  <PresentationFormat>寬螢幕</PresentationFormat>
  <Paragraphs>57</Paragraphs>
  <Slides>14</Slides>
  <Notes>14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2026-09-22T06:39:12Z</dcterms:created>
  <dcterms:modified xsi:type="dcterms:W3CDTF">2026-10-20T13:30:58Z</dcterms:modified>
</cp:coreProperties>
</file>