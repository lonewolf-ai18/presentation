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D3CCA2-70B5-444C-837C-3A292C538E1B}" v="19" dt="2026-09-14T02:21:45.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88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14T02:21:46.788" v="50" actId="166"/>
      <pc:docMkLst>
        <pc:docMk/>
      </pc:docMkLst>
      <pc:sldChg chg="addSp delSp modSp mod modAnim modNotesTx">
        <pc:chgData name="Lai, Wilson" userId="2840974a-0d84-4886-90a9-9a3ed79f3a48" providerId="ADAL" clId="{9F23B798-9E84-4552-BA63-E776E805C424}" dt="2026-09-14T02:21:46.788" v="50" actId="166"/>
        <pc:sldMkLst>
          <pc:docMk/>
          <pc:sldMk cId="0" sldId="257"/>
        </pc:sldMkLst>
        <pc:spChg chg="add mod">
          <ac:chgData name="Lai, Wilson" userId="2840974a-0d84-4886-90a9-9a3ed79f3a48" providerId="ADAL" clId="{9F23B798-9E84-4552-BA63-E776E805C424}" dt="2026-09-14T02:21:45.071" v="49" actId="164"/>
          <ac:spMkLst>
            <pc:docMk/>
            <pc:sldMk cId="0" sldId="257"/>
            <ac:spMk id="5" creationId="{1D380E2E-B7A4-913A-8D1E-0ED9CAC665F8}"/>
          </ac:spMkLst>
        </pc:spChg>
        <pc:grpChg chg="add mod">
          <ac:chgData name="Lai, Wilson" userId="2840974a-0d84-4886-90a9-9a3ed79f3a48" providerId="ADAL" clId="{9F23B798-9E84-4552-BA63-E776E805C424}" dt="2026-09-14T02:21:45.071" v="49" actId="164"/>
          <ac:grpSpMkLst>
            <pc:docMk/>
            <pc:sldMk cId="0" sldId="257"/>
            <ac:grpSpMk id="6" creationId="{63455969-C8FE-E71F-EFB1-716DF94007EE}"/>
          </ac:grpSpMkLst>
        </pc:grpChg>
        <pc:picChg chg="del">
          <ac:chgData name="Lai, Wilson" userId="2840974a-0d84-4886-90a9-9a3ed79f3a48" providerId="ADAL" clId="{9F23B798-9E84-4552-BA63-E776E805C424}" dt="2026-09-14T01:12:15.317" v="1" actId="21"/>
          <ac:picMkLst>
            <pc:docMk/>
            <pc:sldMk cId="0" sldId="257"/>
            <ac:picMk id="2" creationId="{00000000-0000-0000-0000-000000000000}"/>
          </ac:picMkLst>
        </pc:picChg>
        <pc:picChg chg="add mod">
          <ac:chgData name="Lai, Wilson" userId="2840974a-0d84-4886-90a9-9a3ed79f3a48" providerId="ADAL" clId="{9F23B798-9E84-4552-BA63-E776E805C424}" dt="2026-09-14T02:21:45.071" v="49" actId="164"/>
          <ac:picMkLst>
            <pc:docMk/>
            <pc:sldMk cId="0" sldId="257"/>
            <ac:picMk id="2" creationId="{EBD87AE6-DDA4-3B9B-9951-F08256985F50}"/>
          </ac:picMkLst>
        </pc:picChg>
        <pc:picChg chg="add ord">
          <ac:chgData name="Lai, Wilson" userId="2840974a-0d84-4886-90a9-9a3ed79f3a48" providerId="ADAL" clId="{9F23B798-9E84-4552-BA63-E776E805C424}" dt="2026-09-14T02:21:46.788" v="50" actId="166"/>
          <ac:picMkLst>
            <pc:docMk/>
            <pc:sldMk cId="0" sldId="257"/>
            <ac:picMk id="4" creationId="{B087773F-CDA3-6226-03D3-6ADA1F1D4646}"/>
          </ac:picMkLst>
        </pc:picChg>
      </pc:sldChg>
      <pc:sldChg chg="addSp delSp mod">
        <pc:chgData name="Lai, Wilson" userId="2840974a-0d84-4886-90a9-9a3ed79f3a48" providerId="ADAL" clId="{9F23B798-9E84-4552-BA63-E776E805C424}" dt="2026-09-14T01:13:01.351" v="4" actId="22"/>
        <pc:sldMkLst>
          <pc:docMk/>
          <pc:sldMk cId="0" sldId="258"/>
        </pc:sldMkLst>
        <pc:picChg chg="del">
          <ac:chgData name="Lai, Wilson" userId="2840974a-0d84-4886-90a9-9a3ed79f3a48" providerId="ADAL" clId="{9F23B798-9E84-4552-BA63-E776E805C424}" dt="2026-09-14T01:12:35.848" v="3" actId="21"/>
          <ac:picMkLst>
            <pc:docMk/>
            <pc:sldMk cId="0" sldId="258"/>
            <ac:picMk id="2" creationId="{00000000-0000-0000-0000-000000000000}"/>
          </ac:picMkLst>
        </pc:picChg>
        <pc:picChg chg="add">
          <ac:chgData name="Lai, Wilson" userId="2840974a-0d84-4886-90a9-9a3ed79f3a48" providerId="ADAL" clId="{9F23B798-9E84-4552-BA63-E776E805C424}" dt="2026-09-14T01:13:01.351" v="4" actId="22"/>
          <ac:picMkLst>
            <pc:docMk/>
            <pc:sldMk cId="0" sldId="258"/>
            <ac:picMk id="4" creationId="{E6811F68-8D6B-2BFE-5CDD-1D68190EBDE1}"/>
          </ac:picMkLst>
        </pc:picChg>
      </pc:sldChg>
      <pc:sldChg chg="addSp delSp mod">
        <pc:chgData name="Lai, Wilson" userId="2840974a-0d84-4886-90a9-9a3ed79f3a48" providerId="ADAL" clId="{9F23B798-9E84-4552-BA63-E776E805C424}" dt="2026-09-14T01:13:13.814" v="6" actId="22"/>
        <pc:sldMkLst>
          <pc:docMk/>
          <pc:sldMk cId="0" sldId="259"/>
        </pc:sldMkLst>
        <pc:picChg chg="del">
          <ac:chgData name="Lai, Wilson" userId="2840974a-0d84-4886-90a9-9a3ed79f3a48" providerId="ADAL" clId="{9F23B798-9E84-4552-BA63-E776E805C424}" dt="2026-09-14T01:13:04.890" v="5" actId="21"/>
          <ac:picMkLst>
            <pc:docMk/>
            <pc:sldMk cId="0" sldId="259"/>
            <ac:picMk id="2" creationId="{00000000-0000-0000-0000-000000000000}"/>
          </ac:picMkLst>
        </pc:picChg>
        <pc:picChg chg="add">
          <ac:chgData name="Lai, Wilson" userId="2840974a-0d84-4886-90a9-9a3ed79f3a48" providerId="ADAL" clId="{9F23B798-9E84-4552-BA63-E776E805C424}" dt="2026-09-14T01:13:13.814" v="6" actId="22"/>
          <ac:picMkLst>
            <pc:docMk/>
            <pc:sldMk cId="0" sldId="259"/>
            <ac:picMk id="4" creationId="{516446AD-ED7A-E693-AC7B-7158F0456CBA}"/>
          </ac:picMkLst>
        </pc:picChg>
      </pc:sldChg>
      <pc:sldChg chg="addSp delSp mod">
        <pc:chgData name="Lai, Wilson" userId="2840974a-0d84-4886-90a9-9a3ed79f3a48" providerId="ADAL" clId="{9F23B798-9E84-4552-BA63-E776E805C424}" dt="2026-09-14T01:13:24.335" v="8" actId="22"/>
        <pc:sldMkLst>
          <pc:docMk/>
          <pc:sldMk cId="0" sldId="260"/>
        </pc:sldMkLst>
        <pc:picChg chg="del">
          <ac:chgData name="Lai, Wilson" userId="2840974a-0d84-4886-90a9-9a3ed79f3a48" providerId="ADAL" clId="{9F23B798-9E84-4552-BA63-E776E805C424}" dt="2026-09-14T01:13:15.608" v="7" actId="21"/>
          <ac:picMkLst>
            <pc:docMk/>
            <pc:sldMk cId="0" sldId="260"/>
            <ac:picMk id="2" creationId="{00000000-0000-0000-0000-000000000000}"/>
          </ac:picMkLst>
        </pc:picChg>
        <pc:picChg chg="add">
          <ac:chgData name="Lai, Wilson" userId="2840974a-0d84-4886-90a9-9a3ed79f3a48" providerId="ADAL" clId="{9F23B798-9E84-4552-BA63-E776E805C424}" dt="2026-09-14T01:13:24.335" v="8" actId="22"/>
          <ac:picMkLst>
            <pc:docMk/>
            <pc:sldMk cId="0" sldId="260"/>
            <ac:picMk id="4" creationId="{30D940AB-D497-38AC-FB95-DC45D01B66CF}"/>
          </ac:picMkLst>
        </pc:picChg>
      </pc:sldChg>
      <pc:sldChg chg="addSp delSp mod">
        <pc:chgData name="Lai, Wilson" userId="2840974a-0d84-4886-90a9-9a3ed79f3a48" providerId="ADAL" clId="{9F23B798-9E84-4552-BA63-E776E805C424}" dt="2026-09-14T01:13:35.565" v="10" actId="22"/>
        <pc:sldMkLst>
          <pc:docMk/>
          <pc:sldMk cId="0" sldId="261"/>
        </pc:sldMkLst>
        <pc:picChg chg="del">
          <ac:chgData name="Lai, Wilson" userId="2840974a-0d84-4886-90a9-9a3ed79f3a48" providerId="ADAL" clId="{9F23B798-9E84-4552-BA63-E776E805C424}" dt="2026-09-14T01:13:26.429" v="9" actId="21"/>
          <ac:picMkLst>
            <pc:docMk/>
            <pc:sldMk cId="0" sldId="261"/>
            <ac:picMk id="2" creationId="{00000000-0000-0000-0000-000000000000}"/>
          </ac:picMkLst>
        </pc:picChg>
        <pc:picChg chg="add">
          <ac:chgData name="Lai, Wilson" userId="2840974a-0d84-4886-90a9-9a3ed79f3a48" providerId="ADAL" clId="{9F23B798-9E84-4552-BA63-E776E805C424}" dt="2026-09-14T01:13:35.565" v="10" actId="22"/>
          <ac:picMkLst>
            <pc:docMk/>
            <pc:sldMk cId="0" sldId="261"/>
            <ac:picMk id="4" creationId="{EBCD4D17-B266-B3C1-23C6-427954A3FE43}"/>
          </ac:picMkLst>
        </pc:picChg>
      </pc:sldChg>
      <pc:sldChg chg="addSp delSp mod">
        <pc:chgData name="Lai, Wilson" userId="2840974a-0d84-4886-90a9-9a3ed79f3a48" providerId="ADAL" clId="{9F23B798-9E84-4552-BA63-E776E805C424}" dt="2026-09-14T01:13:48.485" v="12" actId="22"/>
        <pc:sldMkLst>
          <pc:docMk/>
          <pc:sldMk cId="0" sldId="262"/>
        </pc:sldMkLst>
        <pc:picChg chg="del">
          <ac:chgData name="Lai, Wilson" userId="2840974a-0d84-4886-90a9-9a3ed79f3a48" providerId="ADAL" clId="{9F23B798-9E84-4552-BA63-E776E805C424}" dt="2026-09-14T01:13:40.337" v="11" actId="21"/>
          <ac:picMkLst>
            <pc:docMk/>
            <pc:sldMk cId="0" sldId="262"/>
            <ac:picMk id="2" creationId="{00000000-0000-0000-0000-000000000000}"/>
          </ac:picMkLst>
        </pc:picChg>
        <pc:picChg chg="add">
          <ac:chgData name="Lai, Wilson" userId="2840974a-0d84-4886-90a9-9a3ed79f3a48" providerId="ADAL" clId="{9F23B798-9E84-4552-BA63-E776E805C424}" dt="2026-09-14T01:13:48.485" v="12" actId="22"/>
          <ac:picMkLst>
            <pc:docMk/>
            <pc:sldMk cId="0" sldId="262"/>
            <ac:picMk id="4" creationId="{4483A638-B482-2BF1-F3CD-8C0F2D478A6B}"/>
          </ac:picMkLst>
        </pc:picChg>
      </pc:sldChg>
      <pc:sldChg chg="addSp delSp mod">
        <pc:chgData name="Lai, Wilson" userId="2840974a-0d84-4886-90a9-9a3ed79f3a48" providerId="ADAL" clId="{9F23B798-9E84-4552-BA63-E776E805C424}" dt="2026-09-14T01:17:08.171" v="32" actId="22"/>
        <pc:sldMkLst>
          <pc:docMk/>
          <pc:sldMk cId="0" sldId="263"/>
        </pc:sldMkLst>
        <pc:picChg chg="del">
          <ac:chgData name="Lai, Wilson" userId="2840974a-0d84-4886-90a9-9a3ed79f3a48" providerId="ADAL" clId="{9F23B798-9E84-4552-BA63-E776E805C424}" dt="2026-09-14T01:16:52.949" v="31" actId="21"/>
          <ac:picMkLst>
            <pc:docMk/>
            <pc:sldMk cId="0" sldId="263"/>
            <ac:picMk id="2" creationId="{00000000-0000-0000-0000-000000000000}"/>
          </ac:picMkLst>
        </pc:picChg>
        <pc:picChg chg="add">
          <ac:chgData name="Lai, Wilson" userId="2840974a-0d84-4886-90a9-9a3ed79f3a48" providerId="ADAL" clId="{9F23B798-9E84-4552-BA63-E776E805C424}" dt="2026-09-14T01:17:08.171" v="32" actId="22"/>
          <ac:picMkLst>
            <pc:docMk/>
            <pc:sldMk cId="0" sldId="263"/>
            <ac:picMk id="4" creationId="{674AB768-EB92-0EAB-B458-4DB961962A9A}"/>
          </ac:picMkLst>
        </pc:picChg>
      </pc:sldChg>
      <pc:sldChg chg="addSp delSp mod">
        <pc:chgData name="Lai, Wilson" userId="2840974a-0d84-4886-90a9-9a3ed79f3a48" providerId="ADAL" clId="{9F23B798-9E84-4552-BA63-E776E805C424}" dt="2026-09-14T01:14:22.115" v="14" actId="22"/>
        <pc:sldMkLst>
          <pc:docMk/>
          <pc:sldMk cId="0" sldId="264"/>
        </pc:sldMkLst>
        <pc:picChg chg="del">
          <ac:chgData name="Lai, Wilson" userId="2840974a-0d84-4886-90a9-9a3ed79f3a48" providerId="ADAL" clId="{9F23B798-9E84-4552-BA63-E776E805C424}" dt="2026-09-14T01:14:08.338" v="13" actId="21"/>
          <ac:picMkLst>
            <pc:docMk/>
            <pc:sldMk cId="0" sldId="264"/>
            <ac:picMk id="2" creationId="{00000000-0000-0000-0000-000000000000}"/>
          </ac:picMkLst>
        </pc:picChg>
        <pc:picChg chg="add">
          <ac:chgData name="Lai, Wilson" userId="2840974a-0d84-4886-90a9-9a3ed79f3a48" providerId="ADAL" clId="{9F23B798-9E84-4552-BA63-E776E805C424}" dt="2026-09-14T01:14:22.115" v="14" actId="22"/>
          <ac:picMkLst>
            <pc:docMk/>
            <pc:sldMk cId="0" sldId="264"/>
            <ac:picMk id="4" creationId="{E0F01216-1ECC-73D9-4288-070EAFCDA097}"/>
          </ac:picMkLst>
        </pc:picChg>
      </pc:sldChg>
      <pc:sldChg chg="addSp delSp mod">
        <pc:chgData name="Lai, Wilson" userId="2840974a-0d84-4886-90a9-9a3ed79f3a48" providerId="ADAL" clId="{9F23B798-9E84-4552-BA63-E776E805C424}" dt="2026-09-14T01:14:40.198" v="16" actId="22"/>
        <pc:sldMkLst>
          <pc:docMk/>
          <pc:sldMk cId="0" sldId="265"/>
        </pc:sldMkLst>
        <pc:picChg chg="del">
          <ac:chgData name="Lai, Wilson" userId="2840974a-0d84-4886-90a9-9a3ed79f3a48" providerId="ADAL" clId="{9F23B798-9E84-4552-BA63-E776E805C424}" dt="2026-09-14T01:14:24.646" v="15" actId="21"/>
          <ac:picMkLst>
            <pc:docMk/>
            <pc:sldMk cId="0" sldId="265"/>
            <ac:picMk id="2" creationId="{00000000-0000-0000-0000-000000000000}"/>
          </ac:picMkLst>
        </pc:picChg>
        <pc:picChg chg="add">
          <ac:chgData name="Lai, Wilson" userId="2840974a-0d84-4886-90a9-9a3ed79f3a48" providerId="ADAL" clId="{9F23B798-9E84-4552-BA63-E776E805C424}" dt="2026-09-14T01:14:40.198" v="16" actId="22"/>
          <ac:picMkLst>
            <pc:docMk/>
            <pc:sldMk cId="0" sldId="265"/>
            <ac:picMk id="4" creationId="{59EB570C-92BD-2827-E1DD-2C6BF49C3D38}"/>
          </ac:picMkLst>
        </pc:picChg>
      </pc:sldChg>
      <pc:sldChg chg="addSp delSp mod modNotesTx">
        <pc:chgData name="Lai, Wilson" userId="2840974a-0d84-4886-90a9-9a3ed79f3a48" providerId="ADAL" clId="{9F23B798-9E84-4552-BA63-E776E805C424}" dt="2026-09-14T01:40:27.440" v="37" actId="14"/>
        <pc:sldMkLst>
          <pc:docMk/>
          <pc:sldMk cId="0" sldId="266"/>
        </pc:sldMkLst>
        <pc:picChg chg="del">
          <ac:chgData name="Lai, Wilson" userId="2840974a-0d84-4886-90a9-9a3ed79f3a48" providerId="ADAL" clId="{9F23B798-9E84-4552-BA63-E776E805C424}" dt="2026-09-14T01:14:43.294" v="17" actId="21"/>
          <ac:picMkLst>
            <pc:docMk/>
            <pc:sldMk cId="0" sldId="266"/>
            <ac:picMk id="2" creationId="{00000000-0000-0000-0000-000000000000}"/>
          </ac:picMkLst>
        </pc:picChg>
        <pc:picChg chg="add">
          <ac:chgData name="Lai, Wilson" userId="2840974a-0d84-4886-90a9-9a3ed79f3a48" providerId="ADAL" clId="{9F23B798-9E84-4552-BA63-E776E805C424}" dt="2026-09-14T01:14:54.810" v="18" actId="22"/>
          <ac:picMkLst>
            <pc:docMk/>
            <pc:sldMk cId="0" sldId="266"/>
            <ac:picMk id="4" creationId="{3E6AD95F-43ED-F90C-04D8-F5172B355E19}"/>
          </ac:picMkLst>
        </pc:picChg>
      </pc:sldChg>
      <pc:sldChg chg="addSp delSp mod">
        <pc:chgData name="Lai, Wilson" userId="2840974a-0d84-4886-90a9-9a3ed79f3a48" providerId="ADAL" clId="{9F23B798-9E84-4552-BA63-E776E805C424}" dt="2026-09-14T01:15:16.257" v="20" actId="22"/>
        <pc:sldMkLst>
          <pc:docMk/>
          <pc:sldMk cId="0" sldId="267"/>
        </pc:sldMkLst>
        <pc:picChg chg="del">
          <ac:chgData name="Lai, Wilson" userId="2840974a-0d84-4886-90a9-9a3ed79f3a48" providerId="ADAL" clId="{9F23B798-9E84-4552-BA63-E776E805C424}" dt="2026-09-14T01:15:02.656" v="19" actId="21"/>
          <ac:picMkLst>
            <pc:docMk/>
            <pc:sldMk cId="0" sldId="267"/>
            <ac:picMk id="2" creationId="{00000000-0000-0000-0000-000000000000}"/>
          </ac:picMkLst>
        </pc:picChg>
        <pc:picChg chg="add">
          <ac:chgData name="Lai, Wilson" userId="2840974a-0d84-4886-90a9-9a3ed79f3a48" providerId="ADAL" clId="{9F23B798-9E84-4552-BA63-E776E805C424}" dt="2026-09-14T01:15:16.257" v="20" actId="22"/>
          <ac:picMkLst>
            <pc:docMk/>
            <pc:sldMk cId="0" sldId="267"/>
            <ac:picMk id="4" creationId="{F9ED3E68-9B5C-D74D-FFF9-4831ABE7CCED}"/>
          </ac:picMkLst>
        </pc:picChg>
      </pc:sldChg>
      <pc:sldChg chg="addSp delSp mod">
        <pc:chgData name="Lai, Wilson" userId="2840974a-0d84-4886-90a9-9a3ed79f3a48" providerId="ADAL" clId="{9F23B798-9E84-4552-BA63-E776E805C424}" dt="2026-09-14T01:15:30.250" v="22" actId="22"/>
        <pc:sldMkLst>
          <pc:docMk/>
          <pc:sldMk cId="0" sldId="268"/>
        </pc:sldMkLst>
        <pc:picChg chg="del">
          <ac:chgData name="Lai, Wilson" userId="2840974a-0d84-4886-90a9-9a3ed79f3a48" providerId="ADAL" clId="{9F23B798-9E84-4552-BA63-E776E805C424}" dt="2026-09-14T01:15:18.581" v="21" actId="21"/>
          <ac:picMkLst>
            <pc:docMk/>
            <pc:sldMk cId="0" sldId="268"/>
            <ac:picMk id="2" creationId="{00000000-0000-0000-0000-000000000000}"/>
          </ac:picMkLst>
        </pc:picChg>
        <pc:picChg chg="add">
          <ac:chgData name="Lai, Wilson" userId="2840974a-0d84-4886-90a9-9a3ed79f3a48" providerId="ADAL" clId="{9F23B798-9E84-4552-BA63-E776E805C424}" dt="2026-09-14T01:15:30.250" v="22" actId="22"/>
          <ac:picMkLst>
            <pc:docMk/>
            <pc:sldMk cId="0" sldId="268"/>
            <ac:picMk id="4" creationId="{3C8DCA75-778F-E171-4F0C-4162F631255D}"/>
          </ac:picMkLst>
        </pc:picChg>
      </pc:sldChg>
      <pc:sldChg chg="addSp delSp mod modNotesTx">
        <pc:chgData name="Lai, Wilson" userId="2840974a-0d84-4886-90a9-9a3ed79f3a48" providerId="ADAL" clId="{9F23B798-9E84-4552-BA63-E776E805C424}" dt="2026-09-14T01:40:54.673" v="39" actId="14"/>
        <pc:sldMkLst>
          <pc:docMk/>
          <pc:sldMk cId="0" sldId="269"/>
        </pc:sldMkLst>
        <pc:picChg chg="del">
          <ac:chgData name="Lai, Wilson" userId="2840974a-0d84-4886-90a9-9a3ed79f3a48" providerId="ADAL" clId="{9F23B798-9E84-4552-BA63-E776E805C424}" dt="2026-09-14T01:15:32.869" v="23" actId="21"/>
          <ac:picMkLst>
            <pc:docMk/>
            <pc:sldMk cId="0" sldId="269"/>
            <ac:picMk id="2" creationId="{00000000-0000-0000-0000-000000000000}"/>
          </ac:picMkLst>
        </pc:picChg>
        <pc:picChg chg="add">
          <ac:chgData name="Lai, Wilson" userId="2840974a-0d84-4886-90a9-9a3ed79f3a48" providerId="ADAL" clId="{9F23B798-9E84-4552-BA63-E776E805C424}" dt="2026-09-14T01:15:43.509" v="24" actId="22"/>
          <ac:picMkLst>
            <pc:docMk/>
            <pc:sldMk cId="0" sldId="269"/>
            <ac:picMk id="4" creationId="{BFB065AE-28B5-332D-5111-0E54642DEC3B}"/>
          </ac:picMkLst>
        </pc:picChg>
      </pc:sldChg>
      <pc:sldChg chg="addSp delSp mod">
        <pc:chgData name="Lai, Wilson" userId="2840974a-0d84-4886-90a9-9a3ed79f3a48" providerId="ADAL" clId="{9F23B798-9E84-4552-BA63-E776E805C424}" dt="2026-09-14T01:15:59.348" v="26" actId="22"/>
        <pc:sldMkLst>
          <pc:docMk/>
          <pc:sldMk cId="0" sldId="270"/>
        </pc:sldMkLst>
        <pc:picChg chg="del">
          <ac:chgData name="Lai, Wilson" userId="2840974a-0d84-4886-90a9-9a3ed79f3a48" providerId="ADAL" clId="{9F23B798-9E84-4552-BA63-E776E805C424}" dt="2026-09-14T01:15:46.669" v="25" actId="21"/>
          <ac:picMkLst>
            <pc:docMk/>
            <pc:sldMk cId="0" sldId="270"/>
            <ac:picMk id="2" creationId="{00000000-0000-0000-0000-000000000000}"/>
          </ac:picMkLst>
        </pc:picChg>
        <pc:picChg chg="add">
          <ac:chgData name="Lai, Wilson" userId="2840974a-0d84-4886-90a9-9a3ed79f3a48" providerId="ADAL" clId="{9F23B798-9E84-4552-BA63-E776E805C424}" dt="2026-09-14T01:15:59.348" v="26" actId="22"/>
          <ac:picMkLst>
            <pc:docMk/>
            <pc:sldMk cId="0" sldId="270"/>
            <ac:picMk id="4" creationId="{03F93345-3728-35BB-DB35-B124E40A6DD6}"/>
          </ac:picMkLst>
        </pc:picChg>
      </pc:sldChg>
      <pc:sldChg chg="addSp delSp mod">
        <pc:chgData name="Lai, Wilson" userId="2840974a-0d84-4886-90a9-9a3ed79f3a48" providerId="ADAL" clId="{9F23B798-9E84-4552-BA63-E776E805C424}" dt="2026-09-14T01:16:18.347" v="28" actId="22"/>
        <pc:sldMkLst>
          <pc:docMk/>
          <pc:sldMk cId="0" sldId="271"/>
        </pc:sldMkLst>
        <pc:picChg chg="del">
          <ac:chgData name="Lai, Wilson" userId="2840974a-0d84-4886-90a9-9a3ed79f3a48" providerId="ADAL" clId="{9F23B798-9E84-4552-BA63-E776E805C424}" dt="2026-09-14T01:16:02.051" v="27" actId="21"/>
          <ac:picMkLst>
            <pc:docMk/>
            <pc:sldMk cId="0" sldId="271"/>
            <ac:picMk id="2" creationId="{00000000-0000-0000-0000-000000000000}"/>
          </ac:picMkLst>
        </pc:picChg>
        <pc:picChg chg="add">
          <ac:chgData name="Lai, Wilson" userId="2840974a-0d84-4886-90a9-9a3ed79f3a48" providerId="ADAL" clId="{9F23B798-9E84-4552-BA63-E776E805C424}" dt="2026-09-14T01:16:18.347" v="28" actId="22"/>
          <ac:picMkLst>
            <pc:docMk/>
            <pc:sldMk cId="0" sldId="271"/>
            <ac:picMk id="4" creationId="{3B82F49F-0466-6E19-BE3F-0D585EB86866}"/>
          </ac:picMkLst>
        </pc:picChg>
      </pc:sldChg>
      <pc:sldChg chg="addSp delSp mod modNotesTx">
        <pc:chgData name="Lai, Wilson" userId="2840974a-0d84-4886-90a9-9a3ed79f3a48" providerId="ADAL" clId="{9F23B798-9E84-4552-BA63-E776E805C424}" dt="2026-09-14T01:41:23.586" v="40" actId="12"/>
        <pc:sldMkLst>
          <pc:docMk/>
          <pc:sldMk cId="2175815599" sldId="272"/>
        </pc:sldMkLst>
        <pc:picChg chg="del">
          <ac:chgData name="Lai, Wilson" userId="2840974a-0d84-4886-90a9-9a3ed79f3a48" providerId="ADAL" clId="{9F23B798-9E84-4552-BA63-E776E805C424}" dt="2026-09-14T01:16:22.067" v="29" actId="21"/>
          <ac:picMkLst>
            <pc:docMk/>
            <pc:sldMk cId="2175815599" sldId="272"/>
            <ac:picMk id="3" creationId="{59DB1822-3CB1-B937-7368-09968204838D}"/>
          </ac:picMkLst>
        </pc:picChg>
        <pc:picChg chg="add">
          <ac:chgData name="Lai, Wilson" userId="2840974a-0d84-4886-90a9-9a3ed79f3a48" providerId="ADAL" clId="{9F23B798-9E84-4552-BA63-E776E805C424}" dt="2026-09-14T01:16:39.152" v="30" actId="22"/>
          <ac:picMkLst>
            <pc:docMk/>
            <pc:sldMk cId="2175815599" sldId="272"/>
            <ac:picMk id="4" creationId="{921BBDFB-1AD1-6FF0-36A5-E12CCD769BC6}"/>
          </ac:picMkLst>
        </pc:picChg>
      </pc:sldChg>
      <pc:sldMasterChg chg="setBg">
        <pc:chgData name="Lai, Wilson" userId="2840974a-0d84-4886-90a9-9a3ed79f3a48" providerId="ADAL" clId="{9F23B798-9E84-4552-BA63-E776E805C424}" dt="2026-09-14T00:59:12.937" v="0"/>
        <pc:sldMasterMkLst>
          <pc:docMk/>
          <pc:sldMasterMk cId="824109477"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8DB075-E9F1-4C00-A80F-B80108DA398F}"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510B1-06FA-40CB-B7EA-2AB30D9CEF3E}" type="slidenum">
              <a:rPr lang="en-US" smtClean="0"/>
              <a:t>‹#›</a:t>
            </a:fld>
            <a:endParaRPr lang="en-US"/>
          </a:p>
        </p:txBody>
      </p:sp>
    </p:spTree>
    <p:extLst>
      <p:ext uri="{BB962C8B-B14F-4D97-AF65-F5344CB8AC3E}">
        <p14:creationId xmlns:p14="http://schemas.microsoft.com/office/powerpoint/2010/main" val="2097696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walking through the journey and mechanics of building independence as a private micro-cap stock picker, drawing directly from Ian Cassel’s experience and frameworks detailed in his book </a:t>
            </a:r>
            <a:r>
              <a:rPr lang="en-US" i="1" dirty="0"/>
              <a:t>Stock Picker</a:t>
            </a:r>
            <a:r>
              <a:rPr lang="en-US" dirty="0"/>
              <a:t>.</a:t>
            </a:r>
          </a:p>
          <a:p>
            <a:pPr lvl="0"/>
            <a:r>
              <a:rPr lang="en-US" dirty="0"/>
              <a:t>We will cover two major domains: the psychological survival mechanics required to endure full-time private investing, and the practical portfolio mechanics necessary when navigating the fragile world of micro-cap stocks.</a:t>
            </a:r>
          </a:p>
          <a:p>
            <a:pPr lvl="0"/>
            <a:r>
              <a:rPr lang="en-US" dirty="0"/>
              <a:t>This evolution spans over two decades—starting from early luck and isolation, transitioning into structured execution, and ultimately achieving full autonomy.</a:t>
            </a:r>
          </a:p>
          <a:p>
            <a:endParaRPr lang="en-US" dirty="0"/>
          </a:p>
          <a:p>
            <a:endParaRPr lang="en-US" dirty="0"/>
          </a:p>
          <a:p>
            <a:endParaRPr lang="en-US" dirty="0"/>
          </a:p>
          <a:p>
            <a:r>
              <a:rPr lang="en-US" dirty="0"/>
              <a:t>https://www.youtube.com/watch?v=TFMyFup1k48</a:t>
            </a:r>
          </a:p>
        </p:txBody>
      </p:sp>
      <p:sp>
        <p:nvSpPr>
          <p:cNvPr id="4" name="Slide Number Placeholder 3"/>
          <p:cNvSpPr>
            <a:spLocks noGrp="1"/>
          </p:cNvSpPr>
          <p:nvPr>
            <p:ph type="sldNum" sz="quarter" idx="5"/>
          </p:nvPr>
        </p:nvSpPr>
        <p:spPr/>
        <p:txBody>
          <a:bodyPr/>
          <a:lstStyle/>
          <a:p>
            <a:fld id="{F104B4A8-6BB6-4EAE-87CE-D08E9584317F}" type="slidenum">
              <a:rPr lang="en-US" smtClean="0"/>
              <a:t>1</a:t>
            </a:fld>
            <a:endParaRPr lang="en-US"/>
          </a:p>
        </p:txBody>
      </p:sp>
    </p:spTree>
    <p:extLst>
      <p:ext uri="{BB962C8B-B14F-4D97-AF65-F5344CB8AC3E}">
        <p14:creationId xmlns:p14="http://schemas.microsoft.com/office/powerpoint/2010/main" val="1627615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Many investors dream of transitioning to full-time private investing as the absolute pinnacle of financial freedom. On paper, the appeal is total autonomy: no bosses, no clients, no LP demands, and no corporate bureaucracy.</a:t>
            </a:r>
          </a:p>
          <a:p>
            <a:pPr lvl="0"/>
            <a:r>
              <a:rPr lang="en-US" dirty="0"/>
              <a:t>However, as Ian Cassel emphasizes, absolute autonomy comes with absolute vulnerability. There is no safety net—no 401(k) match, no employer-sponsored healthcare, and no regular paycheck coming in every two weeks.</a:t>
            </a:r>
          </a:p>
          <a:p>
            <a:pPr lvl="0"/>
            <a:r>
              <a:rPr lang="en-US" dirty="0"/>
              <a:t>You exist in a literal "what you eat is what you kill" reality. The mental and emotional burden of managing personal expenses entirely through portfolio gains—especially through brutal drawdown years—is severe.</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2</a:t>
            </a:fld>
            <a:endParaRPr lang="en-US"/>
          </a:p>
        </p:txBody>
      </p:sp>
    </p:spTree>
    <p:extLst>
      <p:ext uri="{BB962C8B-B14F-4D97-AF65-F5344CB8AC3E}">
        <p14:creationId xmlns:p14="http://schemas.microsoft.com/office/powerpoint/2010/main" val="4261220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Early experiences permanently set an investor's psychological risk dial. At age 16, Ian turned a $20,000 college fund into $120,000 during the dot-com bubble. </a:t>
            </a:r>
          </a:p>
          <a:p>
            <a:pPr lvl="0"/>
            <a:r>
              <a:rPr lang="en-US" sz="1200" kern="1200" dirty="0">
                <a:solidFill>
                  <a:schemeClr val="tx1"/>
                </a:solidFill>
                <a:effectLst/>
                <a:latin typeface="+mn-lt"/>
                <a:ea typeface="+mn-ea"/>
                <a:cs typeface="+mn-cs"/>
              </a:rPr>
              <a:t>While that gain was driven by market luck rather than skill, the psychological impact was permanent. Even after losing 90% of those gains when the bubble burst, the memory of that initial windfall created an unshakable self-belief that exponential returns were possible. </a:t>
            </a:r>
          </a:p>
          <a:p>
            <a:pPr lvl="0"/>
            <a:r>
              <a:rPr lang="en-US" sz="1200" kern="1200" dirty="0">
                <a:solidFill>
                  <a:schemeClr val="tx1"/>
                </a:solidFill>
                <a:effectLst/>
                <a:latin typeface="+mn-lt"/>
                <a:ea typeface="+mn-ea"/>
                <a:cs typeface="+mn-cs"/>
              </a:rPr>
              <a:t>That early taste of success anchored a higher risk tolerance for life, providing the confidence required to dust off the losses, rebuild, and pursue full-time stock picking.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3</a:t>
            </a:fld>
            <a:endParaRPr lang="en-US"/>
          </a:p>
        </p:txBody>
      </p:sp>
    </p:spTree>
    <p:extLst>
      <p:ext uri="{BB962C8B-B14F-4D97-AF65-F5344CB8AC3E}">
        <p14:creationId xmlns:p14="http://schemas.microsoft.com/office/powerpoint/2010/main" val="369201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mistake among young professionals is looking for a "one-size-fits-all" mentor. Mentorship requirements naturally evolve across different seasons of life. </a:t>
            </a:r>
          </a:p>
          <a:p>
            <a:pPr lvl="0"/>
            <a:r>
              <a:rPr lang="en-US" sz="1200" kern="1200" dirty="0">
                <a:solidFill>
                  <a:schemeClr val="tx1"/>
                </a:solidFill>
                <a:effectLst/>
                <a:latin typeface="+mn-lt"/>
                <a:ea typeface="+mn-ea"/>
                <a:cs typeface="+mn-cs"/>
              </a:rPr>
              <a:t>At age 21, Ian was mentored by "Skip," an old-school Wall Street broker met on the Raging Bull message boards. Skip didn't offer advice on personal life or marriage, but he taught the raw qualitative arts: reading management body language, conducting site visits, and delivering a tight 60-second stock pitch. </a:t>
            </a:r>
          </a:p>
          <a:p>
            <a:pPr lvl="0"/>
            <a:r>
              <a:rPr lang="en-US" sz="1200" kern="1200" dirty="0">
                <a:solidFill>
                  <a:schemeClr val="tx1"/>
                </a:solidFill>
                <a:effectLst/>
                <a:latin typeface="+mn-lt"/>
                <a:ea typeface="+mn-ea"/>
                <a:cs typeface="+mn-cs"/>
              </a:rPr>
              <a:t>Later in his 30s, as Ian's family grew, his mentorship needs shifted toward the "Balanced Operator"—learning how to generate high returns without sacrificing family life or burning out. Seek mentors tailored to the current stage of your journey.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4</a:t>
            </a:fld>
            <a:endParaRPr lang="en-US"/>
          </a:p>
        </p:txBody>
      </p:sp>
    </p:spTree>
    <p:extLst>
      <p:ext uri="{BB962C8B-B14F-4D97-AF65-F5344CB8AC3E}">
        <p14:creationId xmlns:p14="http://schemas.microsoft.com/office/powerpoint/2010/main" val="1571119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High-performing experts and investors ignore generic cold emails asking to "pick their brain" or seeking shortcuts. They see cold approaches as attempts to download their hard-earned knowledge like software. </a:t>
            </a:r>
          </a:p>
          <a:p>
            <a:pPr lvl="0"/>
            <a:r>
              <a:rPr lang="en-US" sz="1200" kern="1200" dirty="0">
                <a:solidFill>
                  <a:schemeClr val="tx1"/>
                </a:solidFill>
                <a:effectLst/>
                <a:latin typeface="+mn-lt"/>
                <a:ea typeface="+mn-ea"/>
                <a:cs typeface="+mn-cs"/>
              </a:rPr>
              <a:t>The only effective way to pull a valuable mentor into your orbit is through the </a:t>
            </a:r>
            <a:r>
              <a:rPr lang="en-US" sz="1200" b="1" kern="1200" dirty="0">
                <a:solidFill>
                  <a:schemeClr val="tx1"/>
                </a:solidFill>
                <a:effectLst/>
                <a:latin typeface="+mn-lt"/>
                <a:ea typeface="+mn-ea"/>
                <a:cs typeface="+mn-cs"/>
              </a:rPr>
              <a:t>Reciprocity Loop</a:t>
            </a:r>
            <a:r>
              <a:rPr lang="en-US" sz="1200" kern="1200" dirty="0">
                <a:solidFill>
                  <a:schemeClr val="tx1"/>
                </a:solidFill>
                <a:effectLst/>
                <a:latin typeface="+mn-lt"/>
                <a:ea typeface="+mn-ea"/>
                <a:cs typeface="+mn-cs"/>
              </a:rPr>
              <a:t>: find valuable, non-obvious data points on companies they already own and give that research to them for free. </a:t>
            </a:r>
          </a:p>
          <a:p>
            <a:pPr lvl="0"/>
            <a:r>
              <a:rPr lang="en-US" sz="1200" kern="1200" dirty="0">
                <a:solidFill>
                  <a:schemeClr val="tx1"/>
                </a:solidFill>
                <a:effectLst/>
                <a:latin typeface="+mn-lt"/>
                <a:ea typeface="+mn-ea"/>
                <a:cs typeface="+mn-cs"/>
              </a:rPr>
              <a:t>By consistently offering value without expecting an immediate return, you naturally compel the expert to notice, engage, and reciprocate.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5</a:t>
            </a:fld>
            <a:endParaRPr lang="en-US"/>
          </a:p>
        </p:txBody>
      </p:sp>
    </p:spTree>
    <p:extLst>
      <p:ext uri="{BB962C8B-B14F-4D97-AF65-F5344CB8AC3E}">
        <p14:creationId xmlns:p14="http://schemas.microsoft.com/office/powerpoint/2010/main" val="3332411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the early stages of a career, spite and anger can serve as potent fuel. Ian recalls an instance in 2009 at a Waldorf Astoria cocktail party where a fund manager insulted him, questioning his ability to hold a real job. For years, proving that manager wrong was a primary driving force. </a:t>
            </a:r>
          </a:p>
          <a:p>
            <a:pPr lvl="0"/>
            <a:r>
              <a:rPr lang="en-US" sz="1200" kern="1200" dirty="0">
                <a:solidFill>
                  <a:schemeClr val="tx1"/>
                </a:solidFill>
                <a:effectLst/>
                <a:latin typeface="+mn-lt"/>
                <a:ea typeface="+mn-ea"/>
                <a:cs typeface="+mn-cs"/>
              </a:rPr>
              <a:t>However, as portfolio complexity increases, holding onto grudges becomes an emotional drag. Carrying negative energy consumes critical cognitive processing power. </a:t>
            </a:r>
          </a:p>
          <a:p>
            <a:pPr lvl="0"/>
            <a:r>
              <a:rPr lang="en-US" sz="1200" kern="1200" dirty="0">
                <a:solidFill>
                  <a:schemeClr val="tx1"/>
                </a:solidFill>
                <a:effectLst/>
                <a:latin typeface="+mn-lt"/>
                <a:ea typeface="+mn-ea"/>
                <a:cs typeface="+mn-cs"/>
              </a:rPr>
              <a:t>Releasing past grievances frees up mental bandwidth. Just like cutting a losing stock frees up capital for better opportunities, resolving interpersonal conflict reallocates 100% of your mental focus toward market execution.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6</a:t>
            </a:fld>
            <a:endParaRPr lang="en-US"/>
          </a:p>
        </p:txBody>
      </p:sp>
    </p:spTree>
    <p:extLst>
      <p:ext uri="{BB962C8B-B14F-4D97-AF65-F5344CB8AC3E}">
        <p14:creationId xmlns:p14="http://schemas.microsoft.com/office/powerpoint/2010/main" val="2365934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Setting a baseline target for full-time private investing—such as $2 million—isn't about projecting best-case returns in a bull market. It is calculated by stress-testing drawdowns. </a:t>
            </a:r>
          </a:p>
          <a:p>
            <a:pPr lvl="0"/>
            <a:r>
              <a:rPr lang="en-US" sz="1200" kern="1200" dirty="0">
                <a:solidFill>
                  <a:schemeClr val="tx1"/>
                </a:solidFill>
                <a:effectLst/>
                <a:latin typeface="+mn-lt"/>
                <a:ea typeface="+mn-ea"/>
                <a:cs typeface="+mn-cs"/>
              </a:rPr>
              <a:t>Ask yourself: </a:t>
            </a:r>
            <a:r>
              <a:rPr lang="en-US" sz="1200" i="1" kern="1200" dirty="0">
                <a:solidFill>
                  <a:schemeClr val="tx1"/>
                </a:solidFill>
                <a:effectLst/>
                <a:latin typeface="+mn-lt"/>
                <a:ea typeface="+mn-ea"/>
                <a:cs typeface="+mn-cs"/>
              </a:rPr>
              <a:t>Can I endure a 50% drawdown without panicking, abandoning my strategy, or liquidating winning positions at market bottoms to pay living expenses?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survive, a private investor must maintain an absolute floor—typically 2 years of fixed living costs held in cash—completely independent of portfolio fluctuations.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7</a:t>
            </a:fld>
            <a:endParaRPr lang="en-US"/>
          </a:p>
        </p:txBody>
      </p:sp>
    </p:spTree>
    <p:extLst>
      <p:ext uri="{BB962C8B-B14F-4D97-AF65-F5344CB8AC3E}">
        <p14:creationId xmlns:p14="http://schemas.microsoft.com/office/powerpoint/2010/main" val="4194003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For full-time private investors, standard concepts like traditional "savings" disappear. Because the portfolio is your primary enterprise, every dollar retained is active allocation capital. </a:t>
            </a:r>
          </a:p>
          <a:p>
            <a:pPr lvl="0"/>
            <a:r>
              <a:rPr lang="en-US" sz="1200" kern="1200" dirty="0">
                <a:solidFill>
                  <a:schemeClr val="tx1"/>
                </a:solidFill>
                <a:effectLst/>
                <a:latin typeface="+mn-lt"/>
                <a:ea typeface="+mn-ea"/>
                <a:cs typeface="+mn-cs"/>
              </a:rPr>
              <a:t>Managing personal finances becomes an exercise in dynamically scaling variable spending relative to inherently volatile annual returns. </a:t>
            </a:r>
          </a:p>
          <a:p>
            <a:pPr lvl="0"/>
            <a:r>
              <a:rPr lang="en-US" sz="1200" kern="1200" dirty="0">
                <a:solidFill>
                  <a:schemeClr val="tx1"/>
                </a:solidFill>
                <a:effectLst/>
                <a:latin typeface="+mn-lt"/>
                <a:ea typeface="+mn-ea"/>
                <a:cs typeface="+mn-cs"/>
              </a:rPr>
              <a:t>Keep fixed living expenses exceptionally low (a baseline frugal survival mode). Luxuries are funded strictly on variable income after outperformance, ensuring that desire for consumption never compromises investment independence.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8</a:t>
            </a:fld>
            <a:endParaRPr lang="en-US"/>
          </a:p>
        </p:txBody>
      </p:sp>
    </p:spTree>
    <p:extLst>
      <p:ext uri="{BB962C8B-B14F-4D97-AF65-F5344CB8AC3E}">
        <p14:creationId xmlns:p14="http://schemas.microsoft.com/office/powerpoint/2010/main" val="99572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Applying Warren Buffett's "buy and hold forever" philosophy directly to sub-$100M micro-caps is a fundamental strategic error. They represent entirely different asset classes. </a:t>
            </a:r>
          </a:p>
          <a:p>
            <a:pPr lvl="0"/>
            <a:r>
              <a:rPr lang="en-US" sz="1200" kern="1200" dirty="0">
                <a:solidFill>
                  <a:schemeClr val="tx1"/>
                </a:solidFill>
                <a:effectLst/>
                <a:latin typeface="+mn-lt"/>
                <a:ea typeface="+mn-ea"/>
                <a:cs typeface="+mn-cs"/>
              </a:rPr>
              <a:t>Mega-cap companies possess structural moats, diversified revenue, and deep management layers. Micro-caps, by contrast, are small businesses with high fragility, severe key-person reliance, and customer concentration risks. </a:t>
            </a:r>
          </a:p>
          <a:p>
            <a:pPr lvl="0"/>
            <a:r>
              <a:rPr lang="en-US" sz="1200" kern="1200" dirty="0">
                <a:solidFill>
                  <a:schemeClr val="tx1"/>
                </a:solidFill>
                <a:effectLst/>
                <a:latin typeface="+mn-lt"/>
                <a:ea typeface="+mn-ea"/>
                <a:cs typeface="+mn-cs"/>
              </a:rPr>
              <a:t>Micro-caps have shorter operational shelf lives and require active, vigilant management rather than passive buy-and-hold strategies.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9</a:t>
            </a:fld>
            <a:endParaRPr lang="en-US"/>
          </a:p>
        </p:txBody>
      </p:sp>
    </p:spTree>
    <p:extLst>
      <p:ext uri="{BB962C8B-B14F-4D97-AF65-F5344CB8AC3E}">
        <p14:creationId xmlns:p14="http://schemas.microsoft.com/office/powerpoint/2010/main" val="3615246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Investors must recognize the primary operational bottlenecks surrounding micro-cap businesses: </a:t>
            </a:r>
          </a:p>
          <a:p>
            <a:pPr marL="228600" lvl="0" indent="-228600">
              <a:buFont typeface="+mj-lt"/>
              <a:buAutoNum type="arabicPeriod"/>
            </a:pPr>
            <a:r>
              <a:rPr lang="en-US" sz="1200" b="1" kern="1200" dirty="0">
                <a:solidFill>
                  <a:schemeClr val="tx1"/>
                </a:solidFill>
                <a:effectLst/>
                <a:latin typeface="+mn-lt"/>
                <a:ea typeface="+mn-ea"/>
                <a:cs typeface="+mn-cs"/>
              </a:rPr>
              <a:t>Key Person Risk:</a:t>
            </a:r>
            <a:r>
              <a:rPr lang="en-US" sz="1200" kern="1200" dirty="0">
                <a:solidFill>
                  <a:schemeClr val="tx1"/>
                </a:solidFill>
                <a:effectLst/>
                <a:latin typeface="+mn-lt"/>
                <a:ea typeface="+mn-ea"/>
                <a:cs typeface="+mn-cs"/>
              </a:rPr>
              <a:t> Founders who perform multiple operational roles, creating massive execution exposure. </a:t>
            </a:r>
          </a:p>
          <a:p>
            <a:pPr marL="228600" lvl="0" indent="-228600">
              <a:buFont typeface="+mj-lt"/>
              <a:buAutoNum type="arabicPeriod"/>
            </a:pPr>
            <a:r>
              <a:rPr lang="en-US" sz="1200" b="1" kern="1200" dirty="0">
                <a:solidFill>
                  <a:schemeClr val="tx1"/>
                </a:solidFill>
                <a:effectLst/>
                <a:latin typeface="+mn-lt"/>
                <a:ea typeface="+mn-ea"/>
                <a:cs typeface="+mn-cs"/>
              </a:rPr>
              <a:t>Customer Concentration:</a:t>
            </a:r>
            <a:r>
              <a:rPr lang="en-US" sz="1200" kern="1200" dirty="0">
                <a:solidFill>
                  <a:schemeClr val="tx1"/>
                </a:solidFill>
                <a:effectLst/>
                <a:latin typeface="+mn-lt"/>
                <a:ea typeface="+mn-ea"/>
                <a:cs typeface="+mn-cs"/>
              </a:rPr>
              <a:t> Reliance on 1 or 2 core client contracts to sustain the business. </a:t>
            </a:r>
          </a:p>
          <a:p>
            <a:pPr marL="228600" lvl="0" indent="-228600">
              <a:buFont typeface="+mj-lt"/>
              <a:buAutoNum type="arabicPeriod"/>
            </a:pPr>
            <a:r>
              <a:rPr lang="en-US" sz="1200" b="1" kern="1200" dirty="0">
                <a:solidFill>
                  <a:schemeClr val="tx1"/>
                </a:solidFill>
                <a:effectLst/>
                <a:latin typeface="+mn-lt"/>
                <a:ea typeface="+mn-ea"/>
                <a:cs typeface="+mn-cs"/>
              </a:rPr>
              <a:t>Jurisdictional/Geographic Constraints:</a:t>
            </a:r>
            <a:r>
              <a:rPr lang="en-US" sz="1200" kern="1200" dirty="0">
                <a:solidFill>
                  <a:schemeClr val="tx1"/>
                </a:solidFill>
                <a:effectLst/>
                <a:latin typeface="+mn-lt"/>
                <a:ea typeface="+mn-ea"/>
                <a:cs typeface="+mn-cs"/>
              </a:rPr>
              <a:t> Vulnerability to localized economic shifts or single end-markets. </a:t>
            </a:r>
          </a:p>
          <a:p>
            <a:pPr lvl="0"/>
            <a:r>
              <a:rPr lang="en-US" sz="1200" kern="1200" dirty="0">
                <a:solidFill>
                  <a:schemeClr val="tx1"/>
                </a:solidFill>
                <a:effectLst/>
                <a:latin typeface="+mn-lt"/>
                <a:ea typeface="+mn-ea"/>
                <a:cs typeface="+mn-cs"/>
              </a:rPr>
              <a:t>A single point of failure in any of these areas can immediately break an investment thesis.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10</a:t>
            </a:fld>
            <a:endParaRPr lang="en-US"/>
          </a:p>
        </p:txBody>
      </p:sp>
    </p:spTree>
    <p:extLst>
      <p:ext uri="{BB962C8B-B14F-4D97-AF65-F5344CB8AC3E}">
        <p14:creationId xmlns:p14="http://schemas.microsoft.com/office/powerpoint/2010/main" val="2036343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a micro-cap company lands a major customer contract, it often triggers a 12-to-36-month "winning season" characterized by impressive quarter-over-quarter growth against prior metrics. </a:t>
            </a:r>
          </a:p>
          <a:p>
            <a:pPr lvl="0"/>
            <a:r>
              <a:rPr lang="en-US" sz="1200" kern="1200" dirty="0">
                <a:solidFill>
                  <a:schemeClr val="tx1"/>
                </a:solidFill>
                <a:effectLst/>
                <a:latin typeface="+mn-lt"/>
                <a:ea typeface="+mn-ea"/>
                <a:cs typeface="+mn-cs"/>
              </a:rPr>
              <a:t>However, once those four quarters pass, the business hits a "comp wall". Maintaining that growth trajectory requires securing another major contract—something most small businesses fail to achieve sequentially. </a:t>
            </a:r>
          </a:p>
          <a:p>
            <a:pPr lvl="0"/>
            <a:r>
              <a:rPr lang="en-US" sz="1200" kern="1200" dirty="0">
                <a:solidFill>
                  <a:schemeClr val="tx1"/>
                </a:solidFill>
                <a:effectLst/>
                <a:latin typeface="+mn-lt"/>
                <a:ea typeface="+mn-ea"/>
                <a:cs typeface="+mn-cs"/>
              </a:rPr>
              <a:t>As a result, even successful micro-cap positions must typically be exited within a 6-to-36-month window once growth moderates.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11</a:t>
            </a:fld>
            <a:endParaRPr lang="en-US"/>
          </a:p>
        </p:txBody>
      </p:sp>
    </p:spTree>
    <p:extLst>
      <p:ext uri="{BB962C8B-B14F-4D97-AF65-F5344CB8AC3E}">
        <p14:creationId xmlns:p14="http://schemas.microsoft.com/office/powerpoint/2010/main" val="3720959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Low portfolio turnover is often touted as a badge of honor, but historically, top stock pickers achieved peak returns during years with higher turnover. </a:t>
            </a:r>
          </a:p>
          <a:p>
            <a:pPr lvl="0"/>
            <a:r>
              <a:rPr lang="en-US" sz="1200" kern="1200" dirty="0">
                <a:solidFill>
                  <a:schemeClr val="tx1"/>
                </a:solidFill>
                <a:effectLst/>
                <a:latin typeface="+mn-lt"/>
                <a:ea typeface="+mn-ea"/>
                <a:cs typeface="+mn-cs"/>
              </a:rPr>
              <a:t>There is a direct link between performance and emotional state: when portfolio gains are strong, investors gain the psychological freedom to cut losing positions quickly. </a:t>
            </a:r>
          </a:p>
          <a:p>
            <a:pPr lvl="0"/>
            <a:r>
              <a:rPr lang="en-US" sz="1200" kern="1200" dirty="0">
                <a:solidFill>
                  <a:schemeClr val="tx1"/>
                </a:solidFill>
                <a:effectLst/>
                <a:latin typeface="+mn-lt"/>
                <a:ea typeface="+mn-ea"/>
                <a:cs typeface="+mn-cs"/>
              </a:rPr>
              <a:t>Conversely, during down periods, investors risk falling into analysis paralysis—holding onto underperforming positions under the guise that they are "cheap". Active turnover allows continuous recycling of capital into highest-conviction holdings.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12</a:t>
            </a:fld>
            <a:endParaRPr lang="en-US"/>
          </a:p>
        </p:txBody>
      </p:sp>
    </p:spTree>
    <p:extLst>
      <p:ext uri="{BB962C8B-B14F-4D97-AF65-F5344CB8AC3E}">
        <p14:creationId xmlns:p14="http://schemas.microsoft.com/office/powerpoint/2010/main" val="3904191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Maintaining a 20%+ cash allocation often amounts to market timing, while holding 0% cash limits flexibility. </a:t>
            </a:r>
          </a:p>
          <a:p>
            <a:pPr lvl="0"/>
            <a:r>
              <a:rPr lang="en-US" sz="1200" kern="1200" dirty="0">
                <a:solidFill>
                  <a:schemeClr val="tx1"/>
                </a:solidFill>
                <a:effectLst/>
                <a:latin typeface="+mn-lt"/>
                <a:ea typeface="+mn-ea"/>
                <a:cs typeface="+mn-cs"/>
              </a:rPr>
              <a:t>Adopting a strict </a:t>
            </a:r>
            <a:r>
              <a:rPr lang="en-US" sz="1200" b="1" kern="1200" dirty="0">
                <a:solidFill>
                  <a:schemeClr val="tx1"/>
                </a:solidFill>
                <a:effectLst/>
                <a:latin typeface="+mn-lt"/>
                <a:ea typeface="+mn-ea"/>
                <a:cs typeface="+mn-cs"/>
              </a:rPr>
              <a:t>3–5% cash buffer</a:t>
            </a:r>
            <a:r>
              <a:rPr lang="en-US" sz="1200" kern="1200" dirty="0">
                <a:solidFill>
                  <a:schemeClr val="tx1"/>
                </a:solidFill>
                <a:effectLst/>
                <a:latin typeface="+mn-lt"/>
                <a:ea typeface="+mn-ea"/>
                <a:cs typeface="+mn-cs"/>
              </a:rPr>
              <a:t> strikes an effective balance: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provides immediate liquidity to initiate 50% of a target position size when a compelling idea emerges.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expand that new position to full size, you are forced to trim or exit your lowest-conviction holding. </a:t>
            </a:r>
          </a:p>
          <a:p>
            <a:pPr lvl="0"/>
            <a:r>
              <a:rPr lang="en-US" sz="1200" kern="1200" dirty="0">
                <a:solidFill>
                  <a:schemeClr val="tx1"/>
                </a:solidFill>
                <a:effectLst/>
                <a:latin typeface="+mn-lt"/>
                <a:ea typeface="+mn-ea"/>
                <a:cs typeface="+mn-cs"/>
              </a:rPr>
              <a:t>This disciplined structure maintains portfolio quality through continuous competition for capital.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13</a:t>
            </a:fld>
            <a:endParaRPr lang="en-US"/>
          </a:p>
        </p:txBody>
      </p:sp>
    </p:spTree>
    <p:extLst>
      <p:ext uri="{BB962C8B-B14F-4D97-AF65-F5344CB8AC3E}">
        <p14:creationId xmlns:p14="http://schemas.microsoft.com/office/powerpoint/2010/main" val="2760619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Micro-cap strategies face natural capacity limits. Managing excessive capital compromises performance by forcing trades into larger, less efficient markets. </a:t>
            </a:r>
          </a:p>
          <a:p>
            <a:pPr lvl="0"/>
            <a:r>
              <a:rPr lang="en-US" sz="1200" kern="1200" dirty="0">
                <a:solidFill>
                  <a:schemeClr val="tx1"/>
                </a:solidFill>
                <a:effectLst/>
                <a:latin typeface="+mn-lt"/>
                <a:ea typeface="+mn-ea"/>
                <a:cs typeface="+mn-cs"/>
              </a:rPr>
              <a:t>When running capital externally (e.g., Intelligent Fanatics Capital Management), fund stability is protected by maintaining a diversified LP base—such as 40 individual investors rather than relying on a few massive institutional checks. </a:t>
            </a:r>
          </a:p>
          <a:p>
            <a:pPr lvl="0"/>
            <a:r>
              <a:rPr lang="en-US" sz="1200" kern="1200" dirty="0">
                <a:solidFill>
                  <a:schemeClr val="tx1"/>
                </a:solidFill>
                <a:effectLst/>
                <a:latin typeface="+mn-lt"/>
                <a:ea typeface="+mn-ea"/>
                <a:cs typeface="+mn-cs"/>
              </a:rPr>
              <a:t>A single institutional redemption can force disorderly liquidation of illiquid positions, whereas a diversified investor base ensures long-term operational resilience.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14</a:t>
            </a:fld>
            <a:endParaRPr lang="en-US"/>
          </a:p>
        </p:txBody>
      </p:sp>
    </p:spTree>
    <p:extLst>
      <p:ext uri="{BB962C8B-B14F-4D97-AF65-F5344CB8AC3E}">
        <p14:creationId xmlns:p14="http://schemas.microsoft.com/office/powerpoint/2010/main" val="3896879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Benchmarking against weak or declining small-cap indexes (like the TSX Venture or specialized sub-indexes) offers a false sense of performance. </a:t>
            </a:r>
          </a:p>
          <a:p>
            <a:pPr lvl="0"/>
            <a:r>
              <a:rPr lang="en-US" sz="1200" kern="1200" dirty="0">
                <a:solidFill>
                  <a:schemeClr val="tx1"/>
                </a:solidFill>
                <a:effectLst/>
                <a:latin typeface="+mn-lt"/>
                <a:ea typeface="+mn-ea"/>
                <a:cs typeface="+mn-cs"/>
              </a:rPr>
              <a:t>The only meaningful hurdle for stock pickers is the S&amp;P 500. </a:t>
            </a:r>
          </a:p>
          <a:p>
            <a:pPr lvl="0"/>
            <a:r>
              <a:rPr lang="en-US" sz="1200" kern="1200" dirty="0">
                <a:solidFill>
                  <a:schemeClr val="tx1"/>
                </a:solidFill>
                <a:effectLst/>
                <a:latin typeface="+mn-lt"/>
                <a:ea typeface="+mn-ea"/>
                <a:cs typeface="+mn-cs"/>
              </a:rPr>
              <a:t>Think of the S&amp;P 500 as the "1992 Dream Team" of capitalism—stacked with dominant market leaders. The goal of a micro-cap stock picker is to assemble a portfolio of "no-name" small companies capable of outperforming that elite market standard over time. </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15</a:t>
            </a:fld>
            <a:endParaRPr lang="en-US"/>
          </a:p>
        </p:txBody>
      </p:sp>
    </p:spTree>
    <p:extLst>
      <p:ext uri="{BB962C8B-B14F-4D97-AF65-F5344CB8AC3E}">
        <p14:creationId xmlns:p14="http://schemas.microsoft.com/office/powerpoint/2010/main" val="1738743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achieving sustainable success as an independent micro-cap stock picker requires aligning mindset with structural execution: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Mindset:</a:t>
            </a:r>
            <a:r>
              <a:rPr lang="en-US" sz="1200" kern="1200" dirty="0">
                <a:solidFill>
                  <a:schemeClr val="tx1"/>
                </a:solidFill>
                <a:effectLst/>
                <a:latin typeface="+mn-lt"/>
                <a:ea typeface="+mn-ea"/>
                <a:cs typeface="+mn-cs"/>
              </a:rPr>
              <a:t> Embrace the accountability of "eat what you kill," maintain financial buffers to endure 50% drawdowns, and resolve emotional friction quickly to keep mental bandwidth focused on execution.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Mechanics:</a:t>
            </a:r>
            <a:r>
              <a:rPr lang="en-US" sz="1200" kern="1200" dirty="0">
                <a:solidFill>
                  <a:schemeClr val="tx1"/>
                </a:solidFill>
                <a:effectLst/>
                <a:latin typeface="+mn-lt"/>
                <a:ea typeface="+mn-ea"/>
                <a:cs typeface="+mn-cs"/>
              </a:rPr>
              <a:t> Treat micro-caps as fragile businesses with 6-to-36-month performance windows. Utilize a 3–5% cash balance to stay flexible, rotate out of underperforming ideas, and benchmark continuously against the S&amp;P 500.</a:t>
            </a:r>
          </a:p>
          <a:p>
            <a:endParaRPr lang="en-US" dirty="0"/>
          </a:p>
        </p:txBody>
      </p:sp>
      <p:sp>
        <p:nvSpPr>
          <p:cNvPr id="4" name="Slide Number Placeholder 3"/>
          <p:cNvSpPr>
            <a:spLocks noGrp="1"/>
          </p:cNvSpPr>
          <p:nvPr>
            <p:ph type="sldNum" sz="quarter" idx="5"/>
          </p:nvPr>
        </p:nvSpPr>
        <p:spPr/>
        <p:txBody>
          <a:bodyPr/>
          <a:lstStyle/>
          <a:p>
            <a:fld id="{C06510B1-06FA-40CB-B7EA-2AB30D9CEF3E}" type="slidenum">
              <a:rPr lang="en-US" smtClean="0"/>
              <a:t>16</a:t>
            </a:fld>
            <a:endParaRPr lang="en-US"/>
          </a:p>
        </p:txBody>
      </p:sp>
    </p:spTree>
    <p:extLst>
      <p:ext uri="{BB962C8B-B14F-4D97-AF65-F5344CB8AC3E}">
        <p14:creationId xmlns:p14="http://schemas.microsoft.com/office/powerpoint/2010/main" val="1094667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B5883F-CB60-5EBD-0425-220BD1658447}"/>
              </a:ext>
            </a:extLst>
          </p:cNvPr>
          <p:cNvSpPr>
            <a:spLocks noGrp="1"/>
          </p:cNvSpPr>
          <p:nvPr>
            <p:ph type="dt" sz="half" idx="10"/>
          </p:nvPr>
        </p:nvSpPr>
        <p:spPr/>
        <p:txBody>
          <a:bodyPr/>
          <a:lstStyle/>
          <a:p>
            <a:fld id="{4CB54949-BB35-4EEC-8C26-DF13520E647A}" type="datetimeFigureOut">
              <a:rPr lang="en-US" smtClean="0"/>
              <a:t>10/20/2026</a:t>
            </a:fld>
            <a:endParaRPr lang="en-US"/>
          </a:p>
        </p:txBody>
      </p:sp>
      <p:sp>
        <p:nvSpPr>
          <p:cNvPr id="3" name="Footer Placeholder 2">
            <a:extLst>
              <a:ext uri="{FF2B5EF4-FFF2-40B4-BE49-F238E27FC236}">
                <a16:creationId xmlns:a16="http://schemas.microsoft.com/office/drawing/2014/main" id="{D25AB155-2D4C-CDBC-868F-82565FAADC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572FDA-077F-6F23-AD62-985BFBBB25ED}"/>
              </a:ext>
            </a:extLst>
          </p:cNvPr>
          <p:cNvSpPr>
            <a:spLocks noGrp="1"/>
          </p:cNvSpPr>
          <p:nvPr>
            <p:ph type="sldNum" sz="quarter" idx="12"/>
          </p:nvPr>
        </p:nvSpPr>
        <p:spPr/>
        <p:txBody>
          <a:bodyPr/>
          <a:lstStyle/>
          <a:p>
            <a:fld id="{0045ABE7-09A6-43F1-8837-2C041CC09486}" type="slidenum">
              <a:rPr lang="en-US" smtClean="0"/>
              <a:t>‹#›</a:t>
            </a:fld>
            <a:endParaRPr lang="en-US"/>
          </a:p>
        </p:txBody>
      </p:sp>
    </p:spTree>
    <p:extLst>
      <p:ext uri="{BB962C8B-B14F-4D97-AF65-F5344CB8AC3E}">
        <p14:creationId xmlns:p14="http://schemas.microsoft.com/office/powerpoint/2010/main" val="40385792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F7308A-140B-B657-83D1-0501F350A6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2ADD94-34D5-DF94-6F47-0B063ABE92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0A737-D756-026B-2D2F-1A71570581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B54949-BB35-4EEC-8C26-DF13520E647A}" type="datetimeFigureOut">
              <a:rPr lang="en-US" smtClean="0"/>
              <a:t>10/20/2026</a:t>
            </a:fld>
            <a:endParaRPr lang="en-US"/>
          </a:p>
        </p:txBody>
      </p:sp>
      <p:sp>
        <p:nvSpPr>
          <p:cNvPr id="5" name="Footer Placeholder 4">
            <a:extLst>
              <a:ext uri="{FF2B5EF4-FFF2-40B4-BE49-F238E27FC236}">
                <a16:creationId xmlns:a16="http://schemas.microsoft.com/office/drawing/2014/main" id="{06F754EE-DFCE-A0D6-5213-A5410D4B2E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C50823-701B-3447-E8F1-B4C061A350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45ABE7-09A6-43F1-8837-2C041CC09486}" type="slidenum">
              <a:rPr lang="en-US" smtClean="0"/>
              <a:t>‹#›</a:t>
            </a:fld>
            <a:endParaRPr lang="en-US"/>
          </a:p>
        </p:txBody>
      </p:sp>
    </p:spTree>
    <p:extLst>
      <p:ext uri="{BB962C8B-B14F-4D97-AF65-F5344CB8AC3E}">
        <p14:creationId xmlns:p14="http://schemas.microsoft.com/office/powerpoint/2010/main" val="82410947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87773F-CDA3-6226-03D3-6ADA1F1D46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811F68-8D6B-2BFE-5CDD-1D68190EBD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6446AD-ED7A-E693-AC7B-7158F0456C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D940AB-D497-38AC-FB95-DC45D01B66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CD4D17-B266-B3C1-23C6-427954A3FE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83A638-B482-2BF1-F3CD-8C0F2D478A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4AB768-EB92-0EAB-B458-4DB961962A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F01216-1ECC-73D9-4288-070EAFCDA0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EB570C-92BD-2827-E1DD-2C6BF49C3D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6AD95F-43ED-F90C-04D8-F5172B355E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ED3E68-9B5C-D74D-FFF9-4831ABE7CC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8DCA75-778F-E171-4F0C-4162F63125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B065AE-28B5-332D-5111-0E54642DEC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F93345-3728-35BB-DB35-B124E40A6D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82F49F-0466-6E19-BE3F-0D585EB868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1BBDFB-1AD1-6FF0-36A5-E12CCD769BC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175815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1541</Words>
  <Application>Microsoft Office PowerPoint</Application>
  <PresentationFormat>寬螢幕</PresentationFormat>
  <Paragraphs>72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2026-09-14T00:54:33Z</dcterms:created>
  <dcterms:modified xsi:type="dcterms:W3CDTF">2026-10-20T13:32:06Z</dcterms:modified>
</cp:coreProperties>
</file>