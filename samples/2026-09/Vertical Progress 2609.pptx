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349F41-9F73-4B49-B6DA-893E2D059F14}" v="19" dt="2026-09-20T10:28:02.4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79915"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modMainMaster">
      <pc:chgData name="Lai, Wilson" userId="2840974a-0d84-4886-90a9-9a3ed79f3a48" providerId="ADAL" clId="{9F23B798-9E84-4552-BA63-E776E805C424}" dt="2026-09-20T10:29:20.476" v="69" actId="166"/>
      <pc:docMkLst>
        <pc:docMk/>
      </pc:docMkLst>
      <pc:sldChg chg="addSp delSp modSp mod modAnim modNotes modNotesTx">
        <pc:chgData name="Lai, Wilson" userId="2840974a-0d84-4886-90a9-9a3ed79f3a48" providerId="ADAL" clId="{9F23B798-9E84-4552-BA63-E776E805C424}" dt="2026-09-20T10:29:20.476" v="69" actId="166"/>
        <pc:sldMkLst>
          <pc:docMk/>
          <pc:sldMk cId="0" sldId="257"/>
        </pc:sldMkLst>
        <pc:spChg chg="add mod">
          <ac:chgData name="Lai, Wilson" userId="2840974a-0d84-4886-90a9-9a3ed79f3a48" providerId="ADAL" clId="{9F23B798-9E84-4552-BA63-E776E805C424}" dt="2026-09-20T06:00:04.275" v="9" actId="164"/>
          <ac:spMkLst>
            <pc:docMk/>
            <pc:sldMk cId="0" sldId="257"/>
            <ac:spMk id="5" creationId="{4F8CC315-E8E4-3ECE-9F4D-AC10C69BEDA4}"/>
          </ac:spMkLst>
        </pc:spChg>
        <pc:grpChg chg="add mod">
          <ac:chgData name="Lai, Wilson" userId="2840974a-0d84-4886-90a9-9a3ed79f3a48" providerId="ADAL" clId="{9F23B798-9E84-4552-BA63-E776E805C424}" dt="2026-09-20T06:00:07.507" v="10" actId="1076"/>
          <ac:grpSpMkLst>
            <pc:docMk/>
            <pc:sldMk cId="0" sldId="257"/>
            <ac:grpSpMk id="6" creationId="{6485A899-5C50-E9CE-D19C-8E8A44CCB1A1}"/>
          </ac:grpSpMkLst>
        </pc:grpChg>
        <pc:picChg chg="del">
          <ac:chgData name="Lai, Wilson" userId="2840974a-0d84-4886-90a9-9a3ed79f3a48" providerId="ADAL" clId="{9F23B798-9E84-4552-BA63-E776E805C424}" dt="2026-09-20T06:21:34.597" v="11" actId="21"/>
          <ac:picMkLst>
            <pc:docMk/>
            <pc:sldMk cId="0" sldId="257"/>
            <ac:picMk id="2" creationId="{00000000-0000-0000-0000-000000000000}"/>
          </ac:picMkLst>
        </pc:picChg>
        <pc:picChg chg="add mod">
          <ac:chgData name="Lai, Wilson" userId="2840974a-0d84-4886-90a9-9a3ed79f3a48" providerId="ADAL" clId="{9F23B798-9E84-4552-BA63-E776E805C424}" dt="2026-09-20T06:00:04.275" v="9" actId="164"/>
          <ac:picMkLst>
            <pc:docMk/>
            <pc:sldMk cId="0" sldId="257"/>
            <ac:picMk id="3" creationId="{99609988-70B6-388D-6597-1C0C1D6087DB}"/>
          </ac:picMkLst>
        </pc:picChg>
        <pc:picChg chg="add ord">
          <ac:chgData name="Lai, Wilson" userId="2840974a-0d84-4886-90a9-9a3ed79f3a48" providerId="ADAL" clId="{9F23B798-9E84-4552-BA63-E776E805C424}" dt="2026-09-20T10:29:20.476" v="69" actId="166"/>
          <ac:picMkLst>
            <pc:docMk/>
            <pc:sldMk cId="0" sldId="257"/>
            <ac:picMk id="7" creationId="{85809EDA-8214-BAD8-193D-A830EEE2B7E7}"/>
          </ac:picMkLst>
        </pc:picChg>
      </pc:sldChg>
      <pc:sldChg chg="addSp delSp mod modNotes">
        <pc:chgData name="Lai, Wilson" userId="2840974a-0d84-4886-90a9-9a3ed79f3a48" providerId="ADAL" clId="{9F23B798-9E84-4552-BA63-E776E805C424}" dt="2026-09-20T10:28:02.409" v="66"/>
        <pc:sldMkLst>
          <pc:docMk/>
          <pc:sldMk cId="0" sldId="258"/>
        </pc:sldMkLst>
        <pc:picChg chg="del">
          <ac:chgData name="Lai, Wilson" userId="2840974a-0d84-4886-90a9-9a3ed79f3a48" providerId="ADAL" clId="{9F23B798-9E84-4552-BA63-E776E805C424}" dt="2026-09-20T06:21:44.942" v="13" actId="21"/>
          <ac:picMkLst>
            <pc:docMk/>
            <pc:sldMk cId="0" sldId="258"/>
            <ac:picMk id="2" creationId="{00000000-0000-0000-0000-000000000000}"/>
          </ac:picMkLst>
        </pc:picChg>
        <pc:picChg chg="add">
          <ac:chgData name="Lai, Wilson" userId="2840974a-0d84-4886-90a9-9a3ed79f3a48" providerId="ADAL" clId="{9F23B798-9E84-4552-BA63-E776E805C424}" dt="2026-09-20T06:21:54.422" v="14" actId="22"/>
          <ac:picMkLst>
            <pc:docMk/>
            <pc:sldMk cId="0" sldId="258"/>
            <ac:picMk id="4" creationId="{5A31FD74-C772-A7C9-46F1-ED5E0012711C}"/>
          </ac:picMkLst>
        </pc:picChg>
      </pc:sldChg>
      <pc:sldChg chg="addSp delSp mod modNotes">
        <pc:chgData name="Lai, Wilson" userId="2840974a-0d84-4886-90a9-9a3ed79f3a48" providerId="ADAL" clId="{9F23B798-9E84-4552-BA63-E776E805C424}" dt="2026-09-20T10:28:02.409" v="66"/>
        <pc:sldMkLst>
          <pc:docMk/>
          <pc:sldMk cId="0" sldId="259"/>
        </pc:sldMkLst>
        <pc:picChg chg="del">
          <ac:chgData name="Lai, Wilson" userId="2840974a-0d84-4886-90a9-9a3ed79f3a48" providerId="ADAL" clId="{9F23B798-9E84-4552-BA63-E776E805C424}" dt="2026-09-20T06:21:55.402" v="15" actId="21"/>
          <ac:picMkLst>
            <pc:docMk/>
            <pc:sldMk cId="0" sldId="259"/>
            <ac:picMk id="2" creationId="{00000000-0000-0000-0000-000000000000}"/>
          </ac:picMkLst>
        </pc:picChg>
        <pc:picChg chg="add">
          <ac:chgData name="Lai, Wilson" userId="2840974a-0d84-4886-90a9-9a3ed79f3a48" providerId="ADAL" clId="{9F23B798-9E84-4552-BA63-E776E805C424}" dt="2026-09-20T06:22:04.054" v="16" actId="22"/>
          <ac:picMkLst>
            <pc:docMk/>
            <pc:sldMk cId="0" sldId="259"/>
            <ac:picMk id="4" creationId="{A41AE074-098E-CBB4-902D-C1EB15656187}"/>
          </ac:picMkLst>
        </pc:picChg>
      </pc:sldChg>
      <pc:sldChg chg="addSp delSp mod modNotes">
        <pc:chgData name="Lai, Wilson" userId="2840974a-0d84-4886-90a9-9a3ed79f3a48" providerId="ADAL" clId="{9F23B798-9E84-4552-BA63-E776E805C424}" dt="2026-09-20T10:28:02.409" v="66"/>
        <pc:sldMkLst>
          <pc:docMk/>
          <pc:sldMk cId="0" sldId="260"/>
        </pc:sldMkLst>
        <pc:picChg chg="del">
          <ac:chgData name="Lai, Wilson" userId="2840974a-0d84-4886-90a9-9a3ed79f3a48" providerId="ADAL" clId="{9F23B798-9E84-4552-BA63-E776E805C424}" dt="2026-09-20T06:22:05.147" v="17" actId="21"/>
          <ac:picMkLst>
            <pc:docMk/>
            <pc:sldMk cId="0" sldId="260"/>
            <ac:picMk id="2" creationId="{00000000-0000-0000-0000-000000000000}"/>
          </ac:picMkLst>
        </pc:picChg>
        <pc:picChg chg="add">
          <ac:chgData name="Lai, Wilson" userId="2840974a-0d84-4886-90a9-9a3ed79f3a48" providerId="ADAL" clId="{9F23B798-9E84-4552-BA63-E776E805C424}" dt="2026-09-20T06:22:13.497" v="18" actId="22"/>
          <ac:picMkLst>
            <pc:docMk/>
            <pc:sldMk cId="0" sldId="260"/>
            <ac:picMk id="4" creationId="{B0ACD274-0835-B67A-99B6-3BF19EE15F61}"/>
          </ac:picMkLst>
        </pc:picChg>
      </pc:sldChg>
      <pc:sldChg chg="addSp delSp mod modNotes">
        <pc:chgData name="Lai, Wilson" userId="2840974a-0d84-4886-90a9-9a3ed79f3a48" providerId="ADAL" clId="{9F23B798-9E84-4552-BA63-E776E805C424}" dt="2026-09-20T10:28:02.409" v="66"/>
        <pc:sldMkLst>
          <pc:docMk/>
          <pc:sldMk cId="0" sldId="261"/>
        </pc:sldMkLst>
        <pc:picChg chg="del">
          <ac:chgData name="Lai, Wilson" userId="2840974a-0d84-4886-90a9-9a3ed79f3a48" providerId="ADAL" clId="{9F23B798-9E84-4552-BA63-E776E805C424}" dt="2026-09-20T06:22:14.524" v="19" actId="21"/>
          <ac:picMkLst>
            <pc:docMk/>
            <pc:sldMk cId="0" sldId="261"/>
            <ac:picMk id="2" creationId="{00000000-0000-0000-0000-000000000000}"/>
          </ac:picMkLst>
        </pc:picChg>
        <pc:picChg chg="add">
          <ac:chgData name="Lai, Wilson" userId="2840974a-0d84-4886-90a9-9a3ed79f3a48" providerId="ADAL" clId="{9F23B798-9E84-4552-BA63-E776E805C424}" dt="2026-09-20T06:22:21.448" v="20" actId="22"/>
          <ac:picMkLst>
            <pc:docMk/>
            <pc:sldMk cId="0" sldId="261"/>
            <ac:picMk id="4" creationId="{929A115A-24BD-118F-6C98-117F7BD2BC2F}"/>
          </ac:picMkLst>
        </pc:picChg>
      </pc:sldChg>
      <pc:sldChg chg="addSp delSp mod modNotes">
        <pc:chgData name="Lai, Wilson" userId="2840974a-0d84-4886-90a9-9a3ed79f3a48" providerId="ADAL" clId="{9F23B798-9E84-4552-BA63-E776E805C424}" dt="2026-09-20T10:28:02.409" v="66"/>
        <pc:sldMkLst>
          <pc:docMk/>
          <pc:sldMk cId="0" sldId="262"/>
        </pc:sldMkLst>
        <pc:picChg chg="add del">
          <ac:chgData name="Lai, Wilson" userId="2840974a-0d84-4886-90a9-9a3ed79f3a48" providerId="ADAL" clId="{9F23B798-9E84-4552-BA63-E776E805C424}" dt="2026-09-20T06:23:19.284" v="31" actId="21"/>
          <ac:picMkLst>
            <pc:docMk/>
            <pc:sldMk cId="0" sldId="262"/>
            <ac:picMk id="2" creationId="{00000000-0000-0000-0000-000000000000}"/>
          </ac:picMkLst>
        </pc:picChg>
        <pc:picChg chg="add del">
          <ac:chgData name="Lai, Wilson" userId="2840974a-0d84-4886-90a9-9a3ed79f3a48" providerId="ADAL" clId="{9F23B798-9E84-4552-BA63-E776E805C424}" dt="2026-09-20T06:22:53.852" v="25" actId="22"/>
          <ac:picMkLst>
            <pc:docMk/>
            <pc:sldMk cId="0" sldId="262"/>
            <ac:picMk id="4" creationId="{A9043AB0-5238-BB19-E538-01471108B74C}"/>
          </ac:picMkLst>
        </pc:picChg>
        <pc:picChg chg="add del">
          <ac:chgData name="Lai, Wilson" userId="2840974a-0d84-4886-90a9-9a3ed79f3a48" providerId="ADAL" clId="{9F23B798-9E84-4552-BA63-E776E805C424}" dt="2026-09-20T06:23:06.431" v="29" actId="22"/>
          <ac:picMkLst>
            <pc:docMk/>
            <pc:sldMk cId="0" sldId="262"/>
            <ac:picMk id="6" creationId="{3AEDF1DC-799E-D5DD-45FC-392AFBE649B8}"/>
          </ac:picMkLst>
        </pc:picChg>
        <pc:picChg chg="add">
          <ac:chgData name="Lai, Wilson" userId="2840974a-0d84-4886-90a9-9a3ed79f3a48" providerId="ADAL" clId="{9F23B798-9E84-4552-BA63-E776E805C424}" dt="2026-09-20T06:23:28.212" v="32" actId="22"/>
          <ac:picMkLst>
            <pc:docMk/>
            <pc:sldMk cId="0" sldId="262"/>
            <ac:picMk id="8" creationId="{94302E59-B56D-B6A1-533F-1DF6B5828044}"/>
          </ac:picMkLst>
        </pc:picChg>
      </pc:sldChg>
      <pc:sldChg chg="addSp delSp mod modNotes modNotesTx">
        <pc:chgData name="Lai, Wilson" userId="2840974a-0d84-4886-90a9-9a3ed79f3a48" providerId="ADAL" clId="{9F23B798-9E84-4552-BA63-E776E805C424}" dt="2026-09-20T10:28:02.409" v="66"/>
        <pc:sldMkLst>
          <pc:docMk/>
          <pc:sldMk cId="0" sldId="263"/>
        </pc:sldMkLst>
        <pc:picChg chg="del">
          <ac:chgData name="Lai, Wilson" userId="2840974a-0d84-4886-90a9-9a3ed79f3a48" providerId="ADAL" clId="{9F23B798-9E84-4552-BA63-E776E805C424}" dt="2026-09-20T06:22:22.762" v="21" actId="21"/>
          <ac:picMkLst>
            <pc:docMk/>
            <pc:sldMk cId="0" sldId="263"/>
            <ac:picMk id="2" creationId="{00000000-0000-0000-0000-000000000000}"/>
          </ac:picMkLst>
        </pc:picChg>
        <pc:picChg chg="add">
          <ac:chgData name="Lai, Wilson" userId="2840974a-0d84-4886-90a9-9a3ed79f3a48" providerId="ADAL" clId="{9F23B798-9E84-4552-BA63-E776E805C424}" dt="2026-09-20T06:22:29.865" v="22" actId="22"/>
          <ac:picMkLst>
            <pc:docMk/>
            <pc:sldMk cId="0" sldId="263"/>
            <ac:picMk id="4" creationId="{8BA97B63-C4E9-631F-5C36-2588228E0BEF}"/>
          </ac:picMkLst>
        </pc:picChg>
      </pc:sldChg>
      <pc:sldChg chg="addSp delSp mod modNotes">
        <pc:chgData name="Lai, Wilson" userId="2840974a-0d84-4886-90a9-9a3ed79f3a48" providerId="ADAL" clId="{9F23B798-9E84-4552-BA63-E776E805C424}" dt="2026-09-20T10:28:02.409" v="66"/>
        <pc:sldMkLst>
          <pc:docMk/>
          <pc:sldMk cId="0" sldId="264"/>
        </pc:sldMkLst>
        <pc:picChg chg="del">
          <ac:chgData name="Lai, Wilson" userId="2840974a-0d84-4886-90a9-9a3ed79f3a48" providerId="ADAL" clId="{9F23B798-9E84-4552-BA63-E776E805C424}" dt="2026-09-20T06:23:35.769" v="33" actId="21"/>
          <ac:picMkLst>
            <pc:docMk/>
            <pc:sldMk cId="0" sldId="264"/>
            <ac:picMk id="2" creationId="{00000000-0000-0000-0000-000000000000}"/>
          </ac:picMkLst>
        </pc:picChg>
        <pc:picChg chg="add">
          <ac:chgData name="Lai, Wilson" userId="2840974a-0d84-4886-90a9-9a3ed79f3a48" providerId="ADAL" clId="{9F23B798-9E84-4552-BA63-E776E805C424}" dt="2026-09-20T06:23:46.672" v="34" actId="22"/>
          <ac:picMkLst>
            <pc:docMk/>
            <pc:sldMk cId="0" sldId="264"/>
            <ac:picMk id="4" creationId="{FD81F82B-2386-7645-940C-0250C934DF67}"/>
          </ac:picMkLst>
        </pc:picChg>
      </pc:sldChg>
      <pc:sldChg chg="addSp delSp mod modNotes modNotesTx">
        <pc:chgData name="Lai, Wilson" userId="2840974a-0d84-4886-90a9-9a3ed79f3a48" providerId="ADAL" clId="{9F23B798-9E84-4552-BA63-E776E805C424}" dt="2026-09-20T10:28:02.409" v="66"/>
        <pc:sldMkLst>
          <pc:docMk/>
          <pc:sldMk cId="0" sldId="265"/>
        </pc:sldMkLst>
        <pc:picChg chg="del">
          <ac:chgData name="Lai, Wilson" userId="2840974a-0d84-4886-90a9-9a3ed79f3a48" providerId="ADAL" clId="{9F23B798-9E84-4552-BA63-E776E805C424}" dt="2026-09-20T06:23:48.894" v="35" actId="21"/>
          <ac:picMkLst>
            <pc:docMk/>
            <pc:sldMk cId="0" sldId="265"/>
            <ac:picMk id="2" creationId="{00000000-0000-0000-0000-000000000000}"/>
          </ac:picMkLst>
        </pc:picChg>
        <pc:picChg chg="add">
          <ac:chgData name="Lai, Wilson" userId="2840974a-0d84-4886-90a9-9a3ed79f3a48" providerId="ADAL" clId="{9F23B798-9E84-4552-BA63-E776E805C424}" dt="2026-09-20T06:23:56.957" v="36" actId="22"/>
          <ac:picMkLst>
            <pc:docMk/>
            <pc:sldMk cId="0" sldId="265"/>
            <ac:picMk id="4" creationId="{88396247-31B3-1406-AB6F-350812D80C96}"/>
          </ac:picMkLst>
        </pc:picChg>
      </pc:sldChg>
      <pc:sldChg chg="addSp delSp mod modNotes modNotesTx">
        <pc:chgData name="Lai, Wilson" userId="2840974a-0d84-4886-90a9-9a3ed79f3a48" providerId="ADAL" clId="{9F23B798-9E84-4552-BA63-E776E805C424}" dt="2026-09-20T10:28:02.409" v="66"/>
        <pc:sldMkLst>
          <pc:docMk/>
          <pc:sldMk cId="0" sldId="266"/>
        </pc:sldMkLst>
        <pc:picChg chg="del">
          <ac:chgData name="Lai, Wilson" userId="2840974a-0d84-4886-90a9-9a3ed79f3a48" providerId="ADAL" clId="{9F23B798-9E84-4552-BA63-E776E805C424}" dt="2026-09-20T06:23:58.394" v="37" actId="21"/>
          <ac:picMkLst>
            <pc:docMk/>
            <pc:sldMk cId="0" sldId="266"/>
            <ac:picMk id="2" creationId="{00000000-0000-0000-0000-000000000000}"/>
          </ac:picMkLst>
        </pc:picChg>
        <pc:picChg chg="add">
          <ac:chgData name="Lai, Wilson" userId="2840974a-0d84-4886-90a9-9a3ed79f3a48" providerId="ADAL" clId="{9F23B798-9E84-4552-BA63-E776E805C424}" dt="2026-09-20T06:24:10.642" v="38" actId="22"/>
          <ac:picMkLst>
            <pc:docMk/>
            <pc:sldMk cId="0" sldId="266"/>
            <ac:picMk id="4" creationId="{AB13ED1E-4D9D-F0D0-243C-5B1F502E3A63}"/>
          </ac:picMkLst>
        </pc:picChg>
      </pc:sldChg>
      <pc:sldChg chg="addSp delSp mod modNotes">
        <pc:chgData name="Lai, Wilson" userId="2840974a-0d84-4886-90a9-9a3ed79f3a48" providerId="ADAL" clId="{9F23B798-9E84-4552-BA63-E776E805C424}" dt="2026-09-20T10:28:02.409" v="66"/>
        <pc:sldMkLst>
          <pc:docMk/>
          <pc:sldMk cId="0" sldId="267"/>
        </pc:sldMkLst>
        <pc:picChg chg="del">
          <ac:chgData name="Lai, Wilson" userId="2840974a-0d84-4886-90a9-9a3ed79f3a48" providerId="ADAL" clId="{9F23B798-9E84-4552-BA63-E776E805C424}" dt="2026-09-20T06:24:11.962" v="39" actId="21"/>
          <ac:picMkLst>
            <pc:docMk/>
            <pc:sldMk cId="0" sldId="267"/>
            <ac:picMk id="2" creationId="{00000000-0000-0000-0000-000000000000}"/>
          </ac:picMkLst>
        </pc:picChg>
        <pc:picChg chg="add">
          <ac:chgData name="Lai, Wilson" userId="2840974a-0d84-4886-90a9-9a3ed79f3a48" providerId="ADAL" clId="{9F23B798-9E84-4552-BA63-E776E805C424}" dt="2026-09-20T06:24:21.862" v="40" actId="22"/>
          <ac:picMkLst>
            <pc:docMk/>
            <pc:sldMk cId="0" sldId="267"/>
            <ac:picMk id="4" creationId="{954B4CC2-B2D1-7DDE-BAF0-FA4791163B09}"/>
          </ac:picMkLst>
        </pc:picChg>
      </pc:sldChg>
      <pc:sldChg chg="addSp delSp mod modNotes modNotesTx">
        <pc:chgData name="Lai, Wilson" userId="2840974a-0d84-4886-90a9-9a3ed79f3a48" providerId="ADAL" clId="{9F23B798-9E84-4552-BA63-E776E805C424}" dt="2026-09-20T10:28:02.409" v="66"/>
        <pc:sldMkLst>
          <pc:docMk/>
          <pc:sldMk cId="0" sldId="268"/>
        </pc:sldMkLst>
        <pc:spChg chg="add del">
          <ac:chgData name="Lai, Wilson" userId="2840974a-0d84-4886-90a9-9a3ed79f3a48" providerId="ADAL" clId="{9F23B798-9E84-4552-BA63-E776E805C424}" dt="2026-09-20T10:27:16.469" v="57" actId="22"/>
          <ac:spMkLst>
            <pc:docMk/>
            <pc:sldMk cId="0" sldId="268"/>
            <ac:spMk id="3" creationId="{DEE0580F-35AE-41A5-E112-E527D737C311}"/>
          </ac:spMkLst>
        </pc:spChg>
        <pc:picChg chg="del">
          <ac:chgData name="Lai, Wilson" userId="2840974a-0d84-4886-90a9-9a3ed79f3a48" providerId="ADAL" clId="{9F23B798-9E84-4552-BA63-E776E805C424}" dt="2026-09-20T06:24:23.047" v="41" actId="21"/>
          <ac:picMkLst>
            <pc:docMk/>
            <pc:sldMk cId="0" sldId="268"/>
            <ac:picMk id="2" creationId="{00000000-0000-0000-0000-000000000000}"/>
          </ac:picMkLst>
        </pc:picChg>
        <pc:picChg chg="add">
          <ac:chgData name="Lai, Wilson" userId="2840974a-0d84-4886-90a9-9a3ed79f3a48" providerId="ADAL" clId="{9F23B798-9E84-4552-BA63-E776E805C424}" dt="2026-09-20T06:24:31.865" v="42" actId="22"/>
          <ac:picMkLst>
            <pc:docMk/>
            <pc:sldMk cId="0" sldId="268"/>
            <ac:picMk id="4" creationId="{4807A1C9-4A5E-E6A5-8A2B-7ACA4E7BF50A}"/>
          </ac:picMkLst>
        </pc:picChg>
      </pc:sldChg>
      <pc:sldChg chg="addSp delSp mod modNotes modNotesTx">
        <pc:chgData name="Lai, Wilson" userId="2840974a-0d84-4886-90a9-9a3ed79f3a48" providerId="ADAL" clId="{9F23B798-9E84-4552-BA63-E776E805C424}" dt="2026-09-20T10:28:02.409" v="66"/>
        <pc:sldMkLst>
          <pc:docMk/>
          <pc:sldMk cId="0" sldId="269"/>
        </pc:sldMkLst>
        <pc:picChg chg="del">
          <ac:chgData name="Lai, Wilson" userId="2840974a-0d84-4886-90a9-9a3ed79f3a48" providerId="ADAL" clId="{9F23B798-9E84-4552-BA63-E776E805C424}" dt="2026-09-20T06:24:34.052" v="43" actId="21"/>
          <ac:picMkLst>
            <pc:docMk/>
            <pc:sldMk cId="0" sldId="269"/>
            <ac:picMk id="2" creationId="{00000000-0000-0000-0000-000000000000}"/>
          </ac:picMkLst>
        </pc:picChg>
        <pc:picChg chg="add">
          <ac:chgData name="Lai, Wilson" userId="2840974a-0d84-4886-90a9-9a3ed79f3a48" providerId="ADAL" clId="{9F23B798-9E84-4552-BA63-E776E805C424}" dt="2026-09-20T06:24:44.402" v="44" actId="22"/>
          <ac:picMkLst>
            <pc:docMk/>
            <pc:sldMk cId="0" sldId="269"/>
            <ac:picMk id="4" creationId="{8AD005FC-255C-DE27-836B-A5F01A252741}"/>
          </ac:picMkLst>
        </pc:picChg>
      </pc:sldChg>
      <pc:sldChg chg="addSp delSp mod modNotes">
        <pc:chgData name="Lai, Wilson" userId="2840974a-0d84-4886-90a9-9a3ed79f3a48" providerId="ADAL" clId="{9F23B798-9E84-4552-BA63-E776E805C424}" dt="2026-09-20T10:28:02.409" v="66"/>
        <pc:sldMkLst>
          <pc:docMk/>
          <pc:sldMk cId="0" sldId="270"/>
        </pc:sldMkLst>
        <pc:picChg chg="del">
          <ac:chgData name="Lai, Wilson" userId="2840974a-0d84-4886-90a9-9a3ed79f3a48" providerId="ADAL" clId="{9F23B798-9E84-4552-BA63-E776E805C424}" dt="2026-09-20T06:24:47.213" v="45" actId="21"/>
          <ac:picMkLst>
            <pc:docMk/>
            <pc:sldMk cId="0" sldId="270"/>
            <ac:picMk id="2" creationId="{00000000-0000-0000-0000-000000000000}"/>
          </ac:picMkLst>
        </pc:picChg>
        <pc:picChg chg="add">
          <ac:chgData name="Lai, Wilson" userId="2840974a-0d84-4886-90a9-9a3ed79f3a48" providerId="ADAL" clId="{9F23B798-9E84-4552-BA63-E776E805C424}" dt="2026-09-20T06:24:56.343" v="46" actId="22"/>
          <ac:picMkLst>
            <pc:docMk/>
            <pc:sldMk cId="0" sldId="270"/>
            <ac:picMk id="4" creationId="{8C094D22-6300-1EC8-0556-7C4BD9D8BE95}"/>
          </ac:picMkLst>
        </pc:picChg>
      </pc:sldChg>
      <pc:sldChg chg="modNotes modNotesTx">
        <pc:chgData name="Lai, Wilson" userId="2840974a-0d84-4886-90a9-9a3ed79f3a48" providerId="ADAL" clId="{9F23B798-9E84-4552-BA63-E776E805C424}" dt="2026-09-20T10:28:02.409" v="66"/>
        <pc:sldMkLst>
          <pc:docMk/>
          <pc:sldMk cId="3749270076" sldId="271"/>
        </pc:sldMkLst>
      </pc:sldChg>
      <pc:sldMasterChg chg="setBg">
        <pc:chgData name="Lai, Wilson" userId="2840974a-0d84-4886-90a9-9a3ed79f3a48" providerId="ADAL" clId="{9F23B798-9E84-4552-BA63-E776E805C424}" dt="2026-09-20T05:26:04.346" v="0"/>
        <pc:sldMasterMkLst>
          <pc:docMk/>
          <pc:sldMasterMk cId="975453705"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CEACA7-1A99-45E3-9387-3C24046A0CCB}"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F2EB3F-A6D2-43C3-96B7-F3CDA3C29279}" type="slidenum">
              <a:rPr lang="en-US" smtClean="0"/>
              <a:t>‹#›</a:t>
            </a:fld>
            <a:endParaRPr lang="en-US"/>
          </a:p>
        </p:txBody>
      </p:sp>
    </p:spTree>
    <p:extLst>
      <p:ext uri="{BB962C8B-B14F-4D97-AF65-F5344CB8AC3E}">
        <p14:creationId xmlns:p14="http://schemas.microsoft.com/office/powerpoint/2010/main" val="1899414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Welcome everyone. Today, we're talking about a fundamental question facing every founder, creator, and executive: </a:t>
            </a:r>
            <a:r>
              <a:rPr lang="en-US" i="1" dirty="0"/>
              <a:t>How do we build something truly valuable in a world saturated with noise?</a:t>
            </a:r>
            <a:endParaRPr lang="en-US" dirty="0"/>
          </a:p>
          <a:p>
            <a:pPr lvl="0"/>
            <a:r>
              <a:rPr lang="en-US" dirty="0"/>
              <a:t>When you look at today's business landscape, most markets resemble the image on this slide: a tightly packed container where dozens of companies are crammed together, fighting over the exact same space.</a:t>
            </a:r>
          </a:p>
          <a:p>
            <a:pPr lvl="0"/>
            <a:r>
              <a:rPr lang="en-US" dirty="0"/>
              <a:t>Every major breakthrough in business and technology has come from doing something that had never been done before. The next Bill Gates won't build an operating system. The next Larry Page won't build a search engine. And the next Mark Zuckerberg won't build a social network.</a:t>
            </a:r>
          </a:p>
          <a:p>
            <a:pPr lvl="0"/>
            <a:r>
              <a:rPr lang="en-US" dirty="0"/>
              <a:t>If you copy these people, you aren't learning from them. Over the course of this talk, we're going to explore the strategic mechanics of moving away from crowded competition and mastering the art of moving from zero to one.</a:t>
            </a:r>
          </a:p>
          <a:p>
            <a:endParaRPr lang="en-US" dirty="0"/>
          </a:p>
          <a:p>
            <a:endParaRPr lang="en-US" dirty="0"/>
          </a:p>
          <a:p>
            <a:endParaRPr lang="en-US" dirty="0"/>
          </a:p>
          <a:p>
            <a:endParaRPr lang="en-US" dirty="0"/>
          </a:p>
          <a:p>
            <a:r>
              <a:rPr lang="en-US" dirty="0"/>
              <a:t>https://www.youtube.com/watch?v=Eu0ShMNCChY</a:t>
            </a:r>
          </a:p>
        </p:txBody>
      </p:sp>
      <p:sp>
        <p:nvSpPr>
          <p:cNvPr id="4" name="Slide Number Placeholder 3"/>
          <p:cNvSpPr>
            <a:spLocks noGrp="1"/>
          </p:cNvSpPr>
          <p:nvPr>
            <p:ph type="sldNum" sz="quarter" idx="5"/>
          </p:nvPr>
        </p:nvSpPr>
        <p:spPr/>
        <p:txBody>
          <a:bodyPr/>
          <a:lstStyle/>
          <a:p>
            <a:fld id="{7FB34BB0-5FE1-4C31-80D3-6175CF370D59}" type="slidenum">
              <a:rPr lang="en-US" smtClean="0"/>
              <a:t>1</a:t>
            </a:fld>
            <a:endParaRPr lang="en-US"/>
          </a:p>
        </p:txBody>
      </p:sp>
    </p:spTree>
    <p:extLst>
      <p:ext uri="{BB962C8B-B14F-4D97-AF65-F5344CB8AC3E}">
        <p14:creationId xmlns:p14="http://schemas.microsoft.com/office/powerpoint/2010/main" val="17335020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Let's unpack a common delusion in corporate strategy: confusing </a:t>
            </a:r>
            <a:r>
              <a:rPr lang="en-US" i="1" dirty="0"/>
              <a:t>busyness</a:t>
            </a:r>
            <a:r>
              <a:rPr lang="en-US" dirty="0"/>
              <a:t> or </a:t>
            </a:r>
            <a:r>
              <a:rPr lang="en-US" i="1" dirty="0"/>
              <a:t>incremental improvement</a:t>
            </a:r>
            <a:r>
              <a:rPr lang="en-US" dirty="0"/>
              <a:t> with actual progress.</a:t>
            </a:r>
          </a:p>
          <a:p>
            <a:pPr lvl="0"/>
            <a:r>
              <a:rPr lang="en-US" b="1" dirty="0"/>
              <a:t>The Illusion of Progress</a:t>
            </a:r>
            <a:r>
              <a:rPr lang="en-US" dirty="0"/>
              <a:t> happens when you take an existing business model, enter a crowded market, and compete by tweaking speed or lowering pricing by 5%. You might feel like you're winning because you're busy fighting competitors, but you're actually engaged in value destruction.</a:t>
            </a:r>
          </a:p>
          <a:p>
            <a:pPr lvl="0"/>
            <a:r>
              <a:rPr lang="en-US" b="1" dirty="0"/>
              <a:t>The Reality of Creation</a:t>
            </a:r>
            <a:r>
              <a:rPr lang="en-US" dirty="0"/>
              <a:t> requires asking a radically different question: </a:t>
            </a:r>
            <a:r>
              <a:rPr lang="en-US" i="1" dirty="0"/>
              <a:t>'What valuable thing can I build that does not exist yet?'</a:t>
            </a:r>
            <a:endParaRPr lang="en-US" dirty="0"/>
          </a:p>
          <a:p>
            <a:pPr lvl="0"/>
            <a:r>
              <a:rPr lang="en-US" dirty="0"/>
              <a:t>Imitation feels safe because there is already a market proving demand. Creation feels risky because you are stepping into the void. But major economic leaps require the courage to stop copying others and start building fundamental value.</a:t>
            </a:r>
          </a:p>
          <a:p>
            <a:endParaRPr lang="en-US" dirty="0"/>
          </a:p>
        </p:txBody>
      </p:sp>
      <p:sp>
        <p:nvSpPr>
          <p:cNvPr id="4" name="Slide Number Placeholder 3"/>
          <p:cNvSpPr>
            <a:spLocks noGrp="1"/>
          </p:cNvSpPr>
          <p:nvPr>
            <p:ph type="sldNum" sz="quarter" idx="5"/>
          </p:nvPr>
        </p:nvSpPr>
        <p:spPr/>
        <p:txBody>
          <a:bodyPr/>
          <a:lstStyle/>
          <a:p>
            <a:fld id="{30F2EB3F-A6D2-43C3-96B7-F3CDA3C29279}" type="slidenum">
              <a:rPr lang="en-US" smtClean="0"/>
              <a:t>2</a:t>
            </a:fld>
            <a:endParaRPr lang="en-US"/>
          </a:p>
        </p:txBody>
      </p:sp>
    </p:spTree>
    <p:extLst>
      <p:ext uri="{BB962C8B-B14F-4D97-AF65-F5344CB8AC3E}">
        <p14:creationId xmlns:p14="http://schemas.microsoft.com/office/powerpoint/2010/main" val="6412768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To visualize this clearly, imagine progress along two axes:</a:t>
            </a:r>
          </a:p>
          <a:p>
            <a:pPr lvl="0"/>
            <a:r>
              <a:rPr lang="en-US" b="1" dirty="0"/>
              <a:t>Horizontal or Extensive Progress (1 to n):</a:t>
            </a:r>
            <a:r>
              <a:rPr lang="en-US" dirty="0"/>
              <a:t> This is moving along the horizontal axis. It means taking something that already works and copying it, distributing it, or scaling it. If you take one typewriter and build 100 of them, that is horizontal progress. Globalization is largely horizontal progress—taking things that work in the West and bringing them to other parts of the world.</a:t>
            </a:r>
          </a:p>
          <a:p>
            <a:pPr lvl="0"/>
            <a:r>
              <a:rPr lang="en-US" b="1" dirty="0"/>
              <a:t>Vertical or Intensive Progress (0 to 1):</a:t>
            </a:r>
            <a:r>
              <a:rPr lang="en-US" dirty="0"/>
              <a:t> This is moving up the vertical axis. It means doing something nobody else has ever done. If you have a typewriter and you build a word processor, you have made vertical progress.</a:t>
            </a:r>
          </a:p>
          <a:p>
            <a:pPr lvl="0"/>
            <a:r>
              <a:rPr lang="en-US" dirty="0"/>
              <a:t>Horizontal progress is easy to imagine because we already know what it looks like. Vertical progress is harder to imagine because it requires inventing something new. True technology is about vertical leaps.</a:t>
            </a:r>
          </a:p>
          <a:p>
            <a:endParaRPr lang="en-US" dirty="0"/>
          </a:p>
        </p:txBody>
      </p:sp>
      <p:sp>
        <p:nvSpPr>
          <p:cNvPr id="4" name="Slide Number Placeholder 3"/>
          <p:cNvSpPr>
            <a:spLocks noGrp="1"/>
          </p:cNvSpPr>
          <p:nvPr>
            <p:ph type="sldNum" sz="quarter" idx="5"/>
          </p:nvPr>
        </p:nvSpPr>
        <p:spPr/>
        <p:txBody>
          <a:bodyPr/>
          <a:lstStyle/>
          <a:p>
            <a:fld id="{30F2EB3F-A6D2-43C3-96B7-F3CDA3C29279}" type="slidenum">
              <a:rPr lang="en-US" smtClean="0"/>
              <a:t>3</a:t>
            </a:fld>
            <a:endParaRPr lang="en-US"/>
          </a:p>
        </p:txBody>
      </p:sp>
    </p:spTree>
    <p:extLst>
      <p:ext uri="{BB962C8B-B14F-4D97-AF65-F5344CB8AC3E}">
        <p14:creationId xmlns:p14="http://schemas.microsoft.com/office/powerpoint/2010/main" val="27804017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Let's look at how horizontal and vertical progress differ across key dimensions:</a:t>
            </a:r>
          </a:p>
          <a:p>
            <a:pPr lvl="0"/>
            <a:r>
              <a:rPr lang="en-US" b="1" dirty="0"/>
              <a:t>Focus:</a:t>
            </a:r>
            <a:r>
              <a:rPr lang="en-US" dirty="0"/>
              <a:t> Horizontal is about copying things that work. Vertical is about doing entirely new things.</a:t>
            </a:r>
          </a:p>
          <a:p>
            <a:pPr lvl="0"/>
            <a:r>
              <a:rPr lang="en-US" b="1" dirty="0"/>
              <a:t>Metaphor:</a:t>
            </a:r>
            <a:r>
              <a:rPr lang="en-US" dirty="0"/>
              <a:t> Horizontal is building 100 typewriters. Vertical is inventing the word processor.</a:t>
            </a:r>
          </a:p>
          <a:p>
            <a:pPr lvl="0"/>
            <a:r>
              <a:rPr lang="en-US" b="1" dirty="0"/>
              <a:t>Market:</a:t>
            </a:r>
            <a:r>
              <a:rPr lang="en-US" dirty="0"/>
              <a:t> Horizontal lands you in a crowded, hyper-competitive red ocean. Vertical places you in an empty, unoccupied blue ocean.</a:t>
            </a:r>
          </a:p>
          <a:p>
            <a:pPr lvl="0"/>
            <a:r>
              <a:rPr lang="en-US" b="1" dirty="0"/>
              <a:t>Margin:</a:t>
            </a:r>
            <a:r>
              <a:rPr lang="en-US" dirty="0"/>
              <a:t> In a horizontal market, competition drives profit margins down to near zero—it's a race to the bottom. In a vertical market, because you have created unique value, you enjoy defensible, monopoly pricing power.</a:t>
            </a:r>
          </a:p>
          <a:p>
            <a:endParaRPr lang="en-US" dirty="0"/>
          </a:p>
        </p:txBody>
      </p:sp>
      <p:sp>
        <p:nvSpPr>
          <p:cNvPr id="4" name="Slide Number Placeholder 3"/>
          <p:cNvSpPr>
            <a:spLocks noGrp="1"/>
          </p:cNvSpPr>
          <p:nvPr>
            <p:ph type="sldNum" sz="quarter" idx="5"/>
          </p:nvPr>
        </p:nvSpPr>
        <p:spPr/>
        <p:txBody>
          <a:bodyPr/>
          <a:lstStyle/>
          <a:p>
            <a:fld id="{30F2EB3F-A6D2-43C3-96B7-F3CDA3C29279}" type="slidenum">
              <a:rPr lang="en-US" smtClean="0"/>
              <a:t>4</a:t>
            </a:fld>
            <a:endParaRPr lang="en-US"/>
          </a:p>
        </p:txBody>
      </p:sp>
    </p:spTree>
    <p:extLst>
      <p:ext uri="{BB962C8B-B14F-4D97-AF65-F5344CB8AC3E}">
        <p14:creationId xmlns:p14="http://schemas.microsoft.com/office/powerpoint/2010/main" val="3955209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Why are people so obsessed with competition? Because our society conditions us for it. School ranks us on identical criteria; corporate ladders pitted us against peers.</a:t>
            </a:r>
          </a:p>
          <a:p>
            <a:pPr lvl="0"/>
            <a:r>
              <a:rPr lang="en-US" dirty="0"/>
              <a:t>When identical products fight over identical customers, true differentiation vanishes. Companies waste vast amounts of capital, engineering talent, and energy trying to beat each other by 1%.</a:t>
            </a:r>
          </a:p>
          <a:p>
            <a:pPr lvl="0"/>
            <a:r>
              <a:rPr lang="en-US" dirty="0"/>
              <a:t>Look at the airline industry vs. Google. US airlines move millions of people and generate hundreds of billions in revenue, but under intense competition, they earn tiny profit margins per passenger trip. Google creates massive value and captures high margins because it faces no direct equivalent.</a:t>
            </a:r>
          </a:p>
          <a:p>
            <a:pPr lvl="0"/>
            <a:r>
              <a:rPr lang="en-US" dirty="0"/>
              <a:t>Don't ask </a:t>
            </a:r>
            <a:r>
              <a:rPr lang="en-US" i="1" dirty="0"/>
              <a:t>'How can I beat everyone?'</a:t>
            </a:r>
            <a:r>
              <a:rPr lang="en-US" dirty="0"/>
              <a:t> Ask </a:t>
            </a:r>
            <a:r>
              <a:rPr lang="en-US" i="1" dirty="0"/>
              <a:t>'What valuable thing can I build that others are not building?'</a:t>
            </a:r>
            <a:endParaRPr lang="en-US" dirty="0"/>
          </a:p>
          <a:p>
            <a:endParaRPr lang="en-US" dirty="0"/>
          </a:p>
        </p:txBody>
      </p:sp>
      <p:sp>
        <p:nvSpPr>
          <p:cNvPr id="4" name="Slide Number Placeholder 3"/>
          <p:cNvSpPr>
            <a:spLocks noGrp="1"/>
          </p:cNvSpPr>
          <p:nvPr>
            <p:ph type="sldNum" sz="quarter" idx="5"/>
          </p:nvPr>
        </p:nvSpPr>
        <p:spPr/>
        <p:txBody>
          <a:bodyPr/>
          <a:lstStyle/>
          <a:p>
            <a:fld id="{30F2EB3F-A6D2-43C3-96B7-F3CDA3C29279}" type="slidenum">
              <a:rPr lang="en-US" smtClean="0"/>
              <a:t>5</a:t>
            </a:fld>
            <a:endParaRPr lang="en-US"/>
          </a:p>
        </p:txBody>
      </p:sp>
    </p:spTree>
    <p:extLst>
      <p:ext uri="{BB962C8B-B14F-4D97-AF65-F5344CB8AC3E}">
        <p14:creationId xmlns:p14="http://schemas.microsoft.com/office/powerpoint/2010/main" val="35973379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Let's contrast the operational realities of these two conditions:</a:t>
            </a:r>
          </a:p>
          <a:p>
            <a:pPr lvl="0"/>
            <a:r>
              <a:rPr lang="en-US" b="1" dirty="0"/>
              <a:t>Under Competition:</a:t>
            </a:r>
            <a:r>
              <a:rPr lang="en-US" dirty="0"/>
              <a:t> Your identity becomes reactive. You track competitor pricing daily, copy features, and react to press releases. Your focus is purely on defeating others. The result? Profit margins disappear, value is destroyed, and any advantage is fleeting.</a:t>
            </a:r>
          </a:p>
          <a:p>
            <a:pPr lvl="0"/>
            <a:r>
              <a:rPr lang="en-US" b="1" dirty="0"/>
              <a:t>Under Monopoly:</a:t>
            </a:r>
            <a:r>
              <a:rPr lang="en-US" dirty="0"/>
              <a:t> (And by 'monopoly,' I mean a </a:t>
            </a:r>
            <a:r>
              <a:rPr lang="en-US" i="1" dirty="0"/>
              <a:t>creative monopoly</a:t>
            </a:r>
            <a:r>
              <a:rPr lang="en-US" dirty="0"/>
              <a:t>—a company so good at what it does that no other firm can offer a close substitute). Your identity is proactive. You focus on the customer and the long-term future. The result is high margins, allowing you to invest in long-term R&amp;D.</a:t>
            </a:r>
          </a:p>
          <a:p>
            <a:pPr lvl="0"/>
            <a:r>
              <a:rPr lang="en-US" dirty="0"/>
              <a:t>Competition shouldn't become your identity. Creation should.</a:t>
            </a:r>
          </a:p>
          <a:p>
            <a:endParaRPr lang="en-US" dirty="0"/>
          </a:p>
        </p:txBody>
      </p:sp>
      <p:sp>
        <p:nvSpPr>
          <p:cNvPr id="4" name="Slide Number Placeholder 3"/>
          <p:cNvSpPr>
            <a:spLocks noGrp="1"/>
          </p:cNvSpPr>
          <p:nvPr>
            <p:ph type="sldNum" sz="quarter" idx="5"/>
          </p:nvPr>
        </p:nvSpPr>
        <p:spPr/>
        <p:txBody>
          <a:bodyPr/>
          <a:lstStyle/>
          <a:p>
            <a:fld id="{30F2EB3F-A6D2-43C3-96B7-F3CDA3C29279}" type="slidenum">
              <a:rPr lang="en-US" smtClean="0"/>
              <a:t>6</a:t>
            </a:fld>
            <a:endParaRPr lang="en-US"/>
          </a:p>
        </p:txBody>
      </p:sp>
    </p:spTree>
    <p:extLst>
      <p:ext uri="{BB962C8B-B14F-4D97-AF65-F5344CB8AC3E}">
        <p14:creationId xmlns:p14="http://schemas.microsoft.com/office/powerpoint/2010/main" val="9758248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How do you find 0-to-1 opportunities? You start by uncovering a </a:t>
            </a:r>
            <a:r>
              <a:rPr lang="en-US" i="1" dirty="0"/>
              <a:t>Secret</a:t>
            </a:r>
            <a:r>
              <a:rPr lang="en-US" dirty="0"/>
              <a:t>.</a:t>
            </a:r>
          </a:p>
          <a:p>
            <a:pPr lvl="0"/>
            <a:r>
              <a:rPr lang="en-US" dirty="0"/>
              <a:t>Thiel asks a core interview question: </a:t>
            </a:r>
            <a:r>
              <a:rPr lang="en-US" i="1" dirty="0"/>
              <a:t>'What important truth do very few people agree with you on?'</a:t>
            </a:r>
            <a:endParaRPr lang="en-US" dirty="0"/>
          </a:p>
          <a:p>
            <a:pPr lvl="0"/>
            <a:r>
              <a:rPr lang="en-US" dirty="0"/>
              <a:t>A great business secret lies at the intersection of two questions:</a:t>
            </a:r>
          </a:p>
          <a:p>
            <a:pPr marL="171450" lvl="0" indent="-171450">
              <a:buFont typeface="Arial" panose="020B0604020202020204" pitchFamily="34" charset="0"/>
              <a:buChar char="•"/>
            </a:pPr>
            <a:r>
              <a:rPr lang="en-US" b="1" dirty="0"/>
              <a:t>What is true?</a:t>
            </a:r>
            <a:r>
              <a:rPr lang="en-US" dirty="0"/>
              <a:t> What hidden technical or human reality is currently ignored or unseen by the consensus?</a:t>
            </a:r>
          </a:p>
          <a:p>
            <a:pPr marL="171450" lvl="0" indent="-171450">
              <a:buFont typeface="Arial" panose="020B0604020202020204" pitchFamily="34" charset="0"/>
              <a:buChar char="•"/>
            </a:pPr>
            <a:r>
              <a:rPr lang="en-US" b="1" dirty="0"/>
              <a:t>What is valuable?</a:t>
            </a:r>
            <a:r>
              <a:rPr lang="en-US" dirty="0"/>
              <a:t> What real, sustainable human need can be solved using this insight?</a:t>
            </a:r>
          </a:p>
          <a:p>
            <a:pPr lvl="0"/>
            <a:r>
              <a:rPr lang="en-US" dirty="0"/>
              <a:t>If everyone agrees with your premise, it's already priced into the market. Opportunities exist where people have stopped looking—where conventional wisdom blinds competitors.</a:t>
            </a:r>
          </a:p>
          <a:p>
            <a:endParaRPr lang="en-US" dirty="0"/>
          </a:p>
        </p:txBody>
      </p:sp>
      <p:sp>
        <p:nvSpPr>
          <p:cNvPr id="4" name="Slide Number Placeholder 3"/>
          <p:cNvSpPr>
            <a:spLocks noGrp="1"/>
          </p:cNvSpPr>
          <p:nvPr>
            <p:ph type="sldNum" sz="quarter" idx="5"/>
          </p:nvPr>
        </p:nvSpPr>
        <p:spPr/>
        <p:txBody>
          <a:bodyPr/>
          <a:lstStyle/>
          <a:p>
            <a:fld id="{30F2EB3F-A6D2-43C3-96B7-F3CDA3C29279}" type="slidenum">
              <a:rPr lang="en-US" smtClean="0"/>
              <a:t>7</a:t>
            </a:fld>
            <a:endParaRPr lang="en-US"/>
          </a:p>
        </p:txBody>
      </p:sp>
    </p:spTree>
    <p:extLst>
      <p:ext uri="{BB962C8B-B14F-4D97-AF65-F5344CB8AC3E}">
        <p14:creationId xmlns:p14="http://schemas.microsoft.com/office/powerpoint/2010/main" val="3246243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A common mistake early startups make is trying to capture 1% of a $100 billion market.</a:t>
            </a:r>
          </a:p>
          <a:p>
            <a:pPr lvl="0"/>
            <a:r>
              <a:rPr lang="en-US" b="1" dirty="0"/>
              <a:t>The Weak Approach:</a:t>
            </a:r>
            <a:r>
              <a:rPr lang="en-US" dirty="0"/>
              <a:t> Spreading limited resources across a massive market results in an average product that appeals to no one specifically.</a:t>
            </a:r>
          </a:p>
          <a:p>
            <a:pPr lvl="0"/>
            <a:r>
              <a:rPr lang="en-US" b="1" dirty="0"/>
              <a:t>The Zero-to-One Approach:</a:t>
            </a:r>
            <a:r>
              <a:rPr lang="en-US" dirty="0"/>
              <a:t> Dominate a small, specific niche first. Amazon started purely with books before moving to general retail. eBay started with beanie babies and collectibles sellers. PayPal focused first on eBay power sellers.</a:t>
            </a:r>
          </a:p>
          <a:p>
            <a:pPr lvl="0"/>
            <a:r>
              <a:rPr lang="en-US" dirty="0"/>
              <a:t>Concentration creates depth; depth creates domain mastery. You don't need to serve everyone right away; you need to serve a specific audience exceptionally well.</a:t>
            </a:r>
          </a:p>
          <a:p>
            <a:endParaRPr lang="en-US" dirty="0"/>
          </a:p>
        </p:txBody>
      </p:sp>
      <p:sp>
        <p:nvSpPr>
          <p:cNvPr id="4" name="Slide Number Placeholder 3"/>
          <p:cNvSpPr>
            <a:spLocks noGrp="1"/>
          </p:cNvSpPr>
          <p:nvPr>
            <p:ph type="sldNum" sz="quarter" idx="5"/>
          </p:nvPr>
        </p:nvSpPr>
        <p:spPr/>
        <p:txBody>
          <a:bodyPr/>
          <a:lstStyle/>
          <a:p>
            <a:fld id="{30F2EB3F-A6D2-43C3-96B7-F3CDA3C29279}" type="slidenum">
              <a:rPr lang="en-US" smtClean="0"/>
              <a:t>8</a:t>
            </a:fld>
            <a:endParaRPr lang="en-US"/>
          </a:p>
        </p:txBody>
      </p:sp>
    </p:spTree>
    <p:extLst>
      <p:ext uri="{BB962C8B-B14F-4D97-AF65-F5344CB8AC3E}">
        <p14:creationId xmlns:p14="http://schemas.microsoft.com/office/powerpoint/2010/main" val="37115718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Creating value isn't enough; you must also capture and defend it. Durable companies build four primary moats around their core innovation:</a:t>
            </a:r>
          </a:p>
          <a:p>
            <a:pPr marL="228600" lvl="0" indent="-228600">
              <a:buFont typeface="+mj-lt"/>
              <a:buAutoNum type="arabicPeriod"/>
            </a:pPr>
            <a:r>
              <a:rPr lang="en-US" b="1" dirty="0"/>
              <a:t>Proprietary Technology:</a:t>
            </a:r>
            <a:r>
              <a:rPr lang="en-US" dirty="0"/>
              <a:t> Your solution should be at least </a:t>
            </a:r>
            <a:r>
              <a:rPr lang="en-US" b="1" dirty="0"/>
              <a:t>10x better</a:t>
            </a:r>
            <a:r>
              <a:rPr lang="en-US" dirty="0"/>
              <a:t> than the nearest alternative, making substitution difficult.</a:t>
            </a:r>
          </a:p>
          <a:p>
            <a:pPr marL="228600" lvl="0" indent="-228600">
              <a:buFont typeface="+mj-lt"/>
              <a:buAutoNum type="arabicPeriod"/>
            </a:pPr>
            <a:r>
              <a:rPr lang="en-US" b="1" dirty="0"/>
              <a:t>Network Effects:</a:t>
            </a:r>
            <a:r>
              <a:rPr lang="en-US" dirty="0"/>
              <a:t> The product naturally becomes more valuable as more people use it (e.g., social networks, marketplaces).</a:t>
            </a:r>
          </a:p>
          <a:p>
            <a:pPr marL="228600" lvl="0" indent="-228600">
              <a:buFont typeface="+mj-lt"/>
              <a:buAutoNum type="arabicPeriod"/>
            </a:pPr>
            <a:r>
              <a:rPr lang="en-US" b="1" dirty="0"/>
              <a:t>Economies of Scale:</a:t>
            </a:r>
            <a:r>
              <a:rPr lang="en-US" dirty="0"/>
              <a:t> Fixed costs are spread over larger volume, giving you lower cost structures as you grow.</a:t>
            </a:r>
          </a:p>
          <a:p>
            <a:pPr marL="228600" lvl="0" indent="-228600">
              <a:buFont typeface="+mj-lt"/>
              <a:buAutoNum type="arabicPeriod"/>
            </a:pPr>
            <a:r>
              <a:rPr lang="en-US" b="1" dirty="0"/>
              <a:t>Brand:</a:t>
            </a:r>
            <a:r>
              <a:rPr lang="en-US" dirty="0"/>
              <a:t> A strong identity and reputation that creates an un-copyable category association.</a:t>
            </a:r>
          </a:p>
          <a:p>
            <a:endParaRPr lang="en-US" dirty="0"/>
          </a:p>
        </p:txBody>
      </p:sp>
      <p:sp>
        <p:nvSpPr>
          <p:cNvPr id="4" name="Slide Number Placeholder 3"/>
          <p:cNvSpPr>
            <a:spLocks noGrp="1"/>
          </p:cNvSpPr>
          <p:nvPr>
            <p:ph type="sldNum" sz="quarter" idx="5"/>
          </p:nvPr>
        </p:nvSpPr>
        <p:spPr/>
        <p:txBody>
          <a:bodyPr/>
          <a:lstStyle/>
          <a:p>
            <a:fld id="{30F2EB3F-A6D2-43C3-96B7-F3CDA3C29279}" type="slidenum">
              <a:rPr lang="en-US" smtClean="0"/>
              <a:t>9</a:t>
            </a:fld>
            <a:endParaRPr lang="en-US"/>
          </a:p>
        </p:txBody>
      </p:sp>
    </p:spTree>
    <p:extLst>
      <p:ext uri="{BB962C8B-B14F-4D97-AF65-F5344CB8AC3E}">
        <p14:creationId xmlns:p14="http://schemas.microsoft.com/office/powerpoint/2010/main" val="41650104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A brilliant insight fails without proper execution. High-performing startup teams require three key elements working together:</a:t>
            </a:r>
          </a:p>
          <a:p>
            <a:pPr marL="171450" lvl="0" indent="-171450">
              <a:buFont typeface="Arial" panose="020B0604020202020204" pitchFamily="34" charset="0"/>
              <a:buChar char="•"/>
            </a:pPr>
            <a:r>
              <a:rPr lang="en-US" b="1" dirty="0"/>
              <a:t>Complementary Ability:</a:t>
            </a:r>
            <a:r>
              <a:rPr lang="en-US" dirty="0"/>
              <a:t> Avoid hiring carbon copies of yourself. You need technical capability, operational excellence, and clear communication working in harmony.</a:t>
            </a:r>
          </a:p>
          <a:p>
            <a:pPr marL="171450" lvl="0" indent="-171450">
              <a:buFont typeface="Arial" panose="020B0604020202020204" pitchFamily="34" charset="0"/>
              <a:buChar char="•"/>
            </a:pPr>
            <a:r>
              <a:rPr lang="en-US" b="1" dirty="0"/>
              <a:t>Shared Purpose:</a:t>
            </a:r>
            <a:r>
              <a:rPr lang="en-US" dirty="0"/>
              <a:t> A clear vision that keeps the team aligned and focused on what matters.</a:t>
            </a:r>
          </a:p>
          <a:p>
            <a:pPr marL="171450" lvl="0" indent="-171450">
              <a:buFont typeface="Arial" panose="020B0604020202020204" pitchFamily="34" charset="0"/>
              <a:buChar char="•"/>
            </a:pPr>
            <a:r>
              <a:rPr lang="en-US" b="1" dirty="0"/>
              <a:t>Proprietary Capability:</a:t>
            </a:r>
            <a:r>
              <a:rPr lang="en-US" dirty="0"/>
              <a:t> The core technical or operational execution that solves the hard problem.</a:t>
            </a:r>
          </a:p>
          <a:p>
            <a:pPr lvl="0"/>
            <a:r>
              <a:rPr lang="en-US" dirty="0"/>
              <a:t>A dream needs imagination, but execution requires structure.</a:t>
            </a:r>
          </a:p>
          <a:p>
            <a:endParaRPr lang="en-US" dirty="0"/>
          </a:p>
        </p:txBody>
      </p:sp>
      <p:sp>
        <p:nvSpPr>
          <p:cNvPr id="4" name="Slide Number Placeholder 3"/>
          <p:cNvSpPr>
            <a:spLocks noGrp="1"/>
          </p:cNvSpPr>
          <p:nvPr>
            <p:ph type="sldNum" sz="quarter" idx="5"/>
          </p:nvPr>
        </p:nvSpPr>
        <p:spPr/>
        <p:txBody>
          <a:bodyPr/>
          <a:lstStyle/>
          <a:p>
            <a:fld id="{30F2EB3F-A6D2-43C3-96B7-F3CDA3C29279}" type="slidenum">
              <a:rPr lang="en-US" smtClean="0"/>
              <a:t>10</a:t>
            </a:fld>
            <a:endParaRPr lang="en-US"/>
          </a:p>
        </p:txBody>
      </p:sp>
    </p:spTree>
    <p:extLst>
      <p:ext uri="{BB962C8B-B14F-4D97-AF65-F5344CB8AC3E}">
        <p14:creationId xmlns:p14="http://schemas.microsoft.com/office/powerpoint/2010/main" val="26308918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Engineers often believe that if you build a superior product, customers will automatically show up. This is rarely true.</a:t>
            </a:r>
          </a:p>
          <a:p>
            <a:pPr lvl="0"/>
            <a:r>
              <a:rPr lang="en-US" b="1" dirty="0"/>
              <a:t>Great Product + No Distribution = Failure</a:t>
            </a:r>
            <a:r>
              <a:rPr lang="en-US" dirty="0"/>
              <a:t>.</a:t>
            </a:r>
          </a:p>
          <a:p>
            <a:pPr lvl="0"/>
            <a:r>
              <a:rPr lang="en-US" dirty="0"/>
              <a:t>Distribution matters just as much as product development. You must design your distribution channel with the same </a:t>
            </a:r>
            <a:r>
              <a:rPr lang="en-US" dirty="0" err="1"/>
              <a:t>rigour</a:t>
            </a:r>
            <a:r>
              <a:rPr lang="en-US" dirty="0"/>
              <a:t> as your core software or hardware.</a:t>
            </a:r>
          </a:p>
          <a:p>
            <a:pPr lvl="0"/>
            <a:r>
              <a:rPr lang="en-US" dirty="0"/>
              <a:t>Whether it's complex direct sales, personal sales teams, or viral channels, mastering how your product reaches the customer is critical to success.</a:t>
            </a:r>
          </a:p>
          <a:p>
            <a:endParaRPr lang="en-US" dirty="0"/>
          </a:p>
        </p:txBody>
      </p:sp>
      <p:sp>
        <p:nvSpPr>
          <p:cNvPr id="4" name="Slide Number Placeholder 3"/>
          <p:cNvSpPr>
            <a:spLocks noGrp="1"/>
          </p:cNvSpPr>
          <p:nvPr>
            <p:ph type="sldNum" sz="quarter" idx="5"/>
          </p:nvPr>
        </p:nvSpPr>
        <p:spPr/>
        <p:txBody>
          <a:bodyPr/>
          <a:lstStyle/>
          <a:p>
            <a:fld id="{30F2EB3F-A6D2-43C3-96B7-F3CDA3C29279}" type="slidenum">
              <a:rPr lang="en-US" smtClean="0"/>
              <a:t>11</a:t>
            </a:fld>
            <a:endParaRPr lang="en-US"/>
          </a:p>
        </p:txBody>
      </p:sp>
    </p:spTree>
    <p:extLst>
      <p:ext uri="{BB962C8B-B14F-4D97-AF65-F5344CB8AC3E}">
        <p14:creationId xmlns:p14="http://schemas.microsoft.com/office/powerpoint/2010/main" val="30454374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The future does not arrive by accident or by reacting to trends. It is shaped by those who actively plan for it.</a:t>
            </a:r>
          </a:p>
          <a:p>
            <a:pPr lvl="0"/>
            <a:r>
              <a:rPr lang="en-US" dirty="0"/>
              <a:t>To engineer success, ask yourself critical questions:</a:t>
            </a:r>
          </a:p>
          <a:p>
            <a:pPr marL="171450" lvl="0" indent="-171450">
              <a:buFont typeface="Arial" panose="020B0604020202020204" pitchFamily="34" charset="0"/>
              <a:buChar char="•"/>
            </a:pPr>
            <a:r>
              <a:rPr lang="en-US" dirty="0"/>
              <a:t>What conditions must be true for this venture to succeed?</a:t>
            </a:r>
          </a:p>
          <a:p>
            <a:pPr marL="171450" lvl="0" indent="-171450">
              <a:buFont typeface="Arial" panose="020B0604020202020204" pitchFamily="34" charset="0"/>
              <a:buChar char="•"/>
            </a:pPr>
            <a:r>
              <a:rPr lang="en-US" dirty="0"/>
              <a:t>Do we have the right distribution channels?</a:t>
            </a:r>
          </a:p>
          <a:p>
            <a:pPr marL="171450" lvl="0" indent="-171450">
              <a:buFont typeface="Arial" panose="020B0604020202020204" pitchFamily="34" charset="0"/>
              <a:buChar char="•"/>
            </a:pPr>
            <a:r>
              <a:rPr lang="en-US" dirty="0"/>
              <a:t>Do we possess the required technical capabilities?</a:t>
            </a:r>
          </a:p>
          <a:p>
            <a:pPr marL="171450" lvl="0" indent="-171450">
              <a:buFont typeface="Arial" panose="020B0604020202020204" pitchFamily="34" charset="0"/>
              <a:buChar char="•"/>
            </a:pPr>
            <a:r>
              <a:rPr lang="en-US" dirty="0"/>
              <a:t>How will we adapt our methods while preserving our core mission?</a:t>
            </a:r>
          </a:p>
          <a:p>
            <a:pPr lvl="0"/>
            <a:r>
              <a:rPr lang="en-US" dirty="0"/>
              <a:t>Rather than treating the future like a lottery ticket, view it as something you can plan and build.</a:t>
            </a:r>
          </a:p>
          <a:p>
            <a:endParaRPr lang="en-US" dirty="0"/>
          </a:p>
        </p:txBody>
      </p:sp>
      <p:sp>
        <p:nvSpPr>
          <p:cNvPr id="4" name="Slide Number Placeholder 3"/>
          <p:cNvSpPr>
            <a:spLocks noGrp="1"/>
          </p:cNvSpPr>
          <p:nvPr>
            <p:ph type="sldNum" sz="quarter" idx="5"/>
          </p:nvPr>
        </p:nvSpPr>
        <p:spPr/>
        <p:txBody>
          <a:bodyPr/>
          <a:lstStyle/>
          <a:p>
            <a:fld id="{30F2EB3F-A6D2-43C3-96B7-F3CDA3C29279}" type="slidenum">
              <a:rPr lang="en-US" smtClean="0"/>
              <a:t>12</a:t>
            </a:fld>
            <a:endParaRPr lang="en-US"/>
          </a:p>
        </p:txBody>
      </p:sp>
    </p:spTree>
    <p:extLst>
      <p:ext uri="{BB962C8B-B14F-4D97-AF65-F5344CB8AC3E}">
        <p14:creationId xmlns:p14="http://schemas.microsoft.com/office/powerpoint/2010/main" val="3032261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review the step-by-step roadmap for moving from 0 to 1:</a:t>
            </a:r>
          </a:p>
          <a:p>
            <a:pPr marL="171450" lvl="0" indent="-171450">
              <a:buFont typeface="Arial" panose="020B0604020202020204" pitchFamily="34" charset="0"/>
              <a:buChar char="•"/>
            </a:pPr>
            <a:r>
              <a:rPr lang="en-US" b="1" dirty="0"/>
              <a:t>Discover a Secret:</a:t>
            </a:r>
            <a:r>
              <a:rPr lang="en-US" dirty="0"/>
              <a:t> Identify a hidden, non-obvious truth that creates new value.</a:t>
            </a:r>
          </a:p>
          <a:p>
            <a:pPr marL="171450" lvl="0" indent="-171450">
              <a:buFont typeface="Arial" panose="020B0604020202020204" pitchFamily="34" charset="0"/>
              <a:buChar char="•"/>
            </a:pPr>
            <a:r>
              <a:rPr lang="en-US" b="1" dirty="0"/>
              <a:t>Dominating a Niche Market:</a:t>
            </a:r>
            <a:r>
              <a:rPr lang="en-US" dirty="0"/>
              <a:t> Start small, focus your resources, and dominate a specific segment first.</a:t>
            </a:r>
          </a:p>
          <a:p>
            <a:pPr marL="171450" lvl="0" indent="-171450">
              <a:buFont typeface="Arial" panose="020B0604020202020204" pitchFamily="34" charset="0"/>
              <a:buChar char="•"/>
            </a:pPr>
            <a:r>
              <a:rPr lang="en-US" b="1" dirty="0"/>
              <a:t>Establishing Moats:</a:t>
            </a:r>
            <a:r>
              <a:rPr lang="en-US" dirty="0"/>
              <a:t> Protect your advantage through technology, network effects, scale, or brand.</a:t>
            </a:r>
          </a:p>
          <a:p>
            <a:pPr marL="171450" lvl="0" indent="-171450">
              <a:buFont typeface="Arial" panose="020B0604020202020204" pitchFamily="34" charset="0"/>
              <a:buChar char="•"/>
            </a:pPr>
            <a:r>
              <a:rPr lang="en-US" b="1" dirty="0"/>
              <a:t>Execution &amp; Distribution:</a:t>
            </a:r>
            <a:r>
              <a:rPr lang="en-US" dirty="0"/>
              <a:t> Build aligned, complementary teams and pair product design with effective sales channels.</a:t>
            </a:r>
          </a:p>
          <a:p>
            <a:pPr marL="171450" lvl="0" indent="-171450">
              <a:buFont typeface="Arial" panose="020B0604020202020204" pitchFamily="34" charset="0"/>
              <a:buChar char="•"/>
            </a:pPr>
            <a:r>
              <a:rPr lang="en-US" b="1" dirty="0"/>
              <a:t>Vertical Progress:</a:t>
            </a:r>
            <a:r>
              <a:rPr lang="en-US" dirty="0"/>
              <a:t> Escape competition and build durable, long-term value.</a:t>
            </a:r>
          </a:p>
          <a:p>
            <a:endParaRPr lang="en-US" dirty="0"/>
          </a:p>
        </p:txBody>
      </p:sp>
      <p:sp>
        <p:nvSpPr>
          <p:cNvPr id="4" name="Slide Number Placeholder 3"/>
          <p:cNvSpPr>
            <a:spLocks noGrp="1"/>
          </p:cNvSpPr>
          <p:nvPr>
            <p:ph type="sldNum" sz="quarter" idx="5"/>
          </p:nvPr>
        </p:nvSpPr>
        <p:spPr/>
        <p:txBody>
          <a:bodyPr/>
          <a:lstStyle/>
          <a:p>
            <a:fld id="{30F2EB3F-A6D2-43C3-96B7-F3CDA3C29279}" type="slidenum">
              <a:rPr lang="en-US" smtClean="0"/>
              <a:t>13</a:t>
            </a:fld>
            <a:endParaRPr lang="en-US"/>
          </a:p>
        </p:txBody>
      </p:sp>
    </p:spTree>
    <p:extLst>
      <p:ext uri="{BB962C8B-B14F-4D97-AF65-F5344CB8AC3E}">
        <p14:creationId xmlns:p14="http://schemas.microsoft.com/office/powerpoint/2010/main" val="35974169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We arrive at the central question of this session:</a:t>
            </a:r>
          </a:p>
          <a:p>
            <a:pPr lvl="0"/>
            <a:r>
              <a:rPr lang="en-US" i="1" dirty="0"/>
              <a:t>If you could create something valuable that does not exist today, what would you choose to build?</a:t>
            </a:r>
            <a:endParaRPr lang="en-US" dirty="0"/>
          </a:p>
          <a:p>
            <a:pPr lvl="0"/>
            <a:r>
              <a:rPr lang="en-US" dirty="0"/>
              <a:t>The future isn't guaranteed, nor does it happen automatically. It is shaped by founders, leaders, and creators who choose to step away from comfortable imitation and build something genuinely new.</a:t>
            </a:r>
          </a:p>
          <a:p>
            <a:endParaRPr lang="en-US" dirty="0"/>
          </a:p>
        </p:txBody>
      </p:sp>
      <p:sp>
        <p:nvSpPr>
          <p:cNvPr id="4" name="Slide Number Placeholder 3"/>
          <p:cNvSpPr>
            <a:spLocks noGrp="1"/>
          </p:cNvSpPr>
          <p:nvPr>
            <p:ph type="sldNum" sz="quarter" idx="5"/>
          </p:nvPr>
        </p:nvSpPr>
        <p:spPr/>
        <p:txBody>
          <a:bodyPr/>
          <a:lstStyle/>
          <a:p>
            <a:fld id="{30F2EB3F-A6D2-43C3-96B7-F3CDA3C29279}" type="slidenum">
              <a:rPr lang="en-US" smtClean="0"/>
              <a:t>14</a:t>
            </a:fld>
            <a:endParaRPr lang="en-US"/>
          </a:p>
        </p:txBody>
      </p:sp>
    </p:spTree>
    <p:extLst>
      <p:ext uri="{BB962C8B-B14F-4D97-AF65-F5344CB8AC3E}">
        <p14:creationId xmlns:p14="http://schemas.microsoft.com/office/powerpoint/2010/main" val="6063206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To wrap up our core presentation, this infographic summarizes the key pillars of our discussion:</a:t>
            </a:r>
          </a:p>
          <a:p>
            <a:pPr marL="171450" lvl="0" indent="-171450">
              <a:buFont typeface="Arial" panose="020B0604020202020204" pitchFamily="34" charset="0"/>
              <a:buChar char="•"/>
            </a:pPr>
            <a:r>
              <a:rPr lang="en-US" b="1" dirty="0"/>
              <a:t>Horizontal vs. Vertical Progress:</a:t>
            </a:r>
            <a:r>
              <a:rPr lang="en-US" dirty="0"/>
              <a:t> Shift from 1-to-n imitation toward 0-to-1 creation.</a:t>
            </a:r>
          </a:p>
          <a:p>
            <a:pPr marL="171450" lvl="0" indent="-171450">
              <a:buFont typeface="Arial" panose="020B0604020202020204" pitchFamily="34" charset="0"/>
              <a:buChar char="•"/>
            </a:pPr>
            <a:r>
              <a:rPr lang="en-US" b="1" dirty="0"/>
              <a:t>The Power of Secrets:</a:t>
            </a:r>
            <a:r>
              <a:rPr lang="en-US" dirty="0"/>
              <a:t> Focus on non-obvious problems worth solving.</a:t>
            </a:r>
          </a:p>
          <a:p>
            <a:pPr marL="171450" lvl="0" indent="-171450">
              <a:buFont typeface="Arial" panose="020B0604020202020204" pitchFamily="34" charset="0"/>
              <a:buChar char="•"/>
            </a:pPr>
            <a:r>
              <a:rPr lang="en-US" b="1" dirty="0"/>
              <a:t>Defensible Foundations:</a:t>
            </a:r>
            <a:r>
              <a:rPr lang="en-US" dirty="0"/>
              <a:t> Secure your position using proprietary technology, network effects, economies of scale, and branding.</a:t>
            </a:r>
          </a:p>
          <a:p>
            <a:pPr marL="171450" lvl="0" indent="-171450">
              <a:buFont typeface="Arial" panose="020B0604020202020204" pitchFamily="34" charset="0"/>
              <a:buChar char="•"/>
            </a:pPr>
            <a:r>
              <a:rPr lang="en-US" b="1" dirty="0"/>
              <a:t>Team &amp; Focus:</a:t>
            </a:r>
            <a:r>
              <a:rPr lang="en-US" dirty="0"/>
              <a:t> Build dedicated teams with clear missions and dominate targeted niches before scaling.</a:t>
            </a:r>
          </a:p>
          <a:p>
            <a:pPr lvl="0"/>
            <a:r>
              <a:rPr lang="en-US" dirty="0"/>
              <a:t>Thank you. Let's now open the floor to questions and discussion.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https://www.youtube.com/watch?v=Eu0ShMNCChY</a:t>
            </a:r>
          </a:p>
          <a:p>
            <a:endParaRPr lang="en-US" dirty="0"/>
          </a:p>
        </p:txBody>
      </p:sp>
      <p:sp>
        <p:nvSpPr>
          <p:cNvPr id="4" name="Slide Number Placeholder 3"/>
          <p:cNvSpPr>
            <a:spLocks noGrp="1"/>
          </p:cNvSpPr>
          <p:nvPr>
            <p:ph type="sldNum" sz="quarter" idx="5"/>
          </p:nvPr>
        </p:nvSpPr>
        <p:spPr/>
        <p:txBody>
          <a:bodyPr/>
          <a:lstStyle/>
          <a:p>
            <a:fld id="{30F2EB3F-A6D2-43C3-96B7-F3CDA3C29279}" type="slidenum">
              <a:rPr lang="en-US" smtClean="0"/>
              <a:t>15</a:t>
            </a:fld>
            <a:endParaRPr lang="en-US"/>
          </a:p>
        </p:txBody>
      </p:sp>
    </p:spTree>
    <p:extLst>
      <p:ext uri="{BB962C8B-B14F-4D97-AF65-F5344CB8AC3E}">
        <p14:creationId xmlns:p14="http://schemas.microsoft.com/office/powerpoint/2010/main" val="1931917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19788A-7920-9DE0-8ADB-42DEBA349EA6}"/>
              </a:ext>
            </a:extLst>
          </p:cNvPr>
          <p:cNvSpPr>
            <a:spLocks noGrp="1"/>
          </p:cNvSpPr>
          <p:nvPr>
            <p:ph type="dt" sz="half" idx="10"/>
          </p:nvPr>
        </p:nvSpPr>
        <p:spPr/>
        <p:txBody>
          <a:bodyPr/>
          <a:lstStyle/>
          <a:p>
            <a:fld id="{5C13C990-F994-4AC5-B396-9439A0E321B0}" type="datetimeFigureOut">
              <a:rPr lang="en-US" smtClean="0"/>
              <a:t>10/20/2026</a:t>
            </a:fld>
            <a:endParaRPr lang="en-US"/>
          </a:p>
        </p:txBody>
      </p:sp>
      <p:sp>
        <p:nvSpPr>
          <p:cNvPr id="3" name="Footer Placeholder 2">
            <a:extLst>
              <a:ext uri="{FF2B5EF4-FFF2-40B4-BE49-F238E27FC236}">
                <a16:creationId xmlns:a16="http://schemas.microsoft.com/office/drawing/2014/main" id="{30AB9195-91BE-49C2-E8C4-554898D66B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159044A-B773-E940-6377-0DA61D1092EB}"/>
              </a:ext>
            </a:extLst>
          </p:cNvPr>
          <p:cNvSpPr>
            <a:spLocks noGrp="1"/>
          </p:cNvSpPr>
          <p:nvPr>
            <p:ph type="sldNum" sz="quarter" idx="12"/>
          </p:nvPr>
        </p:nvSpPr>
        <p:spPr/>
        <p:txBody>
          <a:bodyPr/>
          <a:lstStyle/>
          <a:p>
            <a:fld id="{882F433C-102D-482F-9486-DCFE93D705E9}" type="slidenum">
              <a:rPr lang="en-US" smtClean="0"/>
              <a:t>‹#›</a:t>
            </a:fld>
            <a:endParaRPr lang="en-US"/>
          </a:p>
        </p:txBody>
      </p:sp>
    </p:spTree>
    <p:extLst>
      <p:ext uri="{BB962C8B-B14F-4D97-AF65-F5344CB8AC3E}">
        <p14:creationId xmlns:p14="http://schemas.microsoft.com/office/powerpoint/2010/main" val="89025512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519E455-44FD-6E2A-214F-311E254EC2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BD78BB3-FC0B-5710-8BB9-4F88FEE687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1B4518-58AB-41F1-5D37-D98E194FC4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C13C990-F994-4AC5-B396-9439A0E321B0}" type="datetimeFigureOut">
              <a:rPr lang="en-US" smtClean="0"/>
              <a:t>10/20/2026</a:t>
            </a:fld>
            <a:endParaRPr lang="en-US"/>
          </a:p>
        </p:txBody>
      </p:sp>
      <p:sp>
        <p:nvSpPr>
          <p:cNvPr id="5" name="Footer Placeholder 4">
            <a:extLst>
              <a:ext uri="{FF2B5EF4-FFF2-40B4-BE49-F238E27FC236}">
                <a16:creationId xmlns:a16="http://schemas.microsoft.com/office/drawing/2014/main" id="{D0B709B0-5542-811A-3D16-15006C6316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A4A0DE3-366C-FD76-4C81-C72E7A61F1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82F433C-102D-482F-9486-DCFE93D705E9}" type="slidenum">
              <a:rPr lang="en-US" smtClean="0"/>
              <a:t>‹#›</a:t>
            </a:fld>
            <a:endParaRPr lang="en-US"/>
          </a:p>
        </p:txBody>
      </p:sp>
    </p:spTree>
    <p:extLst>
      <p:ext uri="{BB962C8B-B14F-4D97-AF65-F5344CB8AC3E}">
        <p14:creationId xmlns:p14="http://schemas.microsoft.com/office/powerpoint/2010/main" val="975453705"/>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5809EDA-8214-BAD8-193D-A830EEE2B7E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A31FD74-C772-A7C9-46F1-ED5E0012711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41AE074-098E-CBB4-902D-C1EB1565618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0ACD274-0835-B67A-99B6-3BF19EE15F6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29A115A-24BD-118F-6C98-117F7BD2BC2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4302E59-B56D-B6A1-533F-1DF6B582804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BA97B63-C4E9-631F-5C36-2588228E0BE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D81F82B-2386-7645-940C-0250C934DF6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8396247-31B3-1406-AB6F-350812D80C9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B13ED1E-4D9D-F0D0-243C-5B1F502E3A6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54B4CC2-B2D1-7DDE-BAF0-FA4791163B0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807A1C9-4A5E-E6A5-8A2B-7ACA4E7BF50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AD005FC-255C-DE27-836B-A5F01A25274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C094D22-6300-1EC8-0556-7C4BD9D8BE9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55B234B-7B3A-F497-FDBA-1DC43D4CE0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37492700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654D1BE-A041-424C-9D79-B82476580864}">
  <we:reference id="WA200010001" version="1.0.0.1" store="Omex" storeType="OMEX"/>
  <we:alternateReferences>
    <we:reference id="WA200010001" version="1.0.0.1" store="WA200010001"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8</TotalTime>
  <Words>1708</Words>
  <Application>Microsoft Office PowerPoint</Application>
  <PresentationFormat>寬螢幕</PresentationFormat>
  <Paragraphs>95</Paragraphs>
  <Slides>15</Slides>
  <Notes>15</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15</vt:i4>
      </vt:variant>
    </vt:vector>
  </HeadingPairs>
  <TitlesOfParts>
    <vt:vector size="19"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2026-09-20T05:24:56Z</dcterms:created>
  <dcterms:modified xsi:type="dcterms:W3CDTF">2026-10-20T13:32:47Z</dcterms:modified>
</cp:coreProperties>
</file>