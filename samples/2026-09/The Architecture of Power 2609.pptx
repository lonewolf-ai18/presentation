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A9437E-2CCA-43A0-B439-52E18A0D05F1}" v="18" dt="2026-09-18T02:07:25.5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64245"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pc:chgData name="Lai, Wilson" userId="2840974a-0d84-4886-90a9-9a3ed79f3a48" providerId="ADAL" clId="{9F23B798-9E84-4552-BA63-E776E805C424}" dt="2026-09-18T02:18:53.456" v="47" actId="22"/>
      <pc:docMkLst>
        <pc:docMk/>
      </pc:docMkLst>
      <pc:sldChg chg="addSp delSp modSp mod modNotesTx">
        <pc:chgData name="Lai, Wilson" userId="2840974a-0d84-4886-90a9-9a3ed79f3a48" providerId="ADAL" clId="{9F23B798-9E84-4552-BA63-E776E805C424}" dt="2026-09-18T02:15:58.063" v="15" actId="22"/>
        <pc:sldMkLst>
          <pc:docMk/>
          <pc:sldMk cId="0" sldId="257"/>
        </pc:sldMkLst>
        <pc:picChg chg="del ord">
          <ac:chgData name="Lai, Wilson" userId="2840974a-0d84-4886-90a9-9a3ed79f3a48" providerId="ADAL" clId="{9F23B798-9E84-4552-BA63-E776E805C424}" dt="2026-09-18T02:15:44.348" v="14" actId="21"/>
          <ac:picMkLst>
            <pc:docMk/>
            <pc:sldMk cId="0" sldId="257"/>
            <ac:picMk id="2" creationId="{00000000-0000-0000-0000-000000000000}"/>
          </ac:picMkLst>
        </pc:picChg>
        <pc:picChg chg="add">
          <ac:chgData name="Lai, Wilson" userId="2840974a-0d84-4886-90a9-9a3ed79f3a48" providerId="ADAL" clId="{9F23B798-9E84-4552-BA63-E776E805C424}" dt="2026-09-18T02:15:58.063" v="15" actId="22"/>
          <ac:picMkLst>
            <pc:docMk/>
            <pc:sldMk cId="0" sldId="257"/>
            <ac:picMk id="7" creationId="{CBD71900-E4A0-CAE5-04CD-1C04A94CC7F1}"/>
          </ac:picMkLst>
        </pc:picChg>
      </pc:sldChg>
      <pc:sldChg chg="addSp delSp mod">
        <pc:chgData name="Lai, Wilson" userId="2840974a-0d84-4886-90a9-9a3ed79f3a48" providerId="ADAL" clId="{9F23B798-9E84-4552-BA63-E776E805C424}" dt="2026-09-18T02:16:08.687" v="17" actId="22"/>
        <pc:sldMkLst>
          <pc:docMk/>
          <pc:sldMk cId="0" sldId="258"/>
        </pc:sldMkLst>
        <pc:picChg chg="del">
          <ac:chgData name="Lai, Wilson" userId="2840974a-0d84-4886-90a9-9a3ed79f3a48" providerId="ADAL" clId="{9F23B798-9E84-4552-BA63-E776E805C424}" dt="2026-09-18T02:16:00.686" v="16" actId="21"/>
          <ac:picMkLst>
            <pc:docMk/>
            <pc:sldMk cId="0" sldId="258"/>
            <ac:picMk id="2" creationId="{00000000-0000-0000-0000-000000000000}"/>
          </ac:picMkLst>
        </pc:picChg>
        <pc:picChg chg="add">
          <ac:chgData name="Lai, Wilson" userId="2840974a-0d84-4886-90a9-9a3ed79f3a48" providerId="ADAL" clId="{9F23B798-9E84-4552-BA63-E776E805C424}" dt="2026-09-18T02:16:08.687" v="17" actId="22"/>
          <ac:picMkLst>
            <pc:docMk/>
            <pc:sldMk cId="0" sldId="258"/>
            <ac:picMk id="4" creationId="{536FBC29-5611-C737-B1F7-C4F6205F7AA2}"/>
          </ac:picMkLst>
        </pc:picChg>
      </pc:sldChg>
      <pc:sldChg chg="addSp delSp mod">
        <pc:chgData name="Lai, Wilson" userId="2840974a-0d84-4886-90a9-9a3ed79f3a48" providerId="ADAL" clId="{9F23B798-9E84-4552-BA63-E776E805C424}" dt="2026-09-18T02:16:20.041" v="19" actId="22"/>
        <pc:sldMkLst>
          <pc:docMk/>
          <pc:sldMk cId="0" sldId="259"/>
        </pc:sldMkLst>
        <pc:picChg chg="del">
          <ac:chgData name="Lai, Wilson" userId="2840974a-0d84-4886-90a9-9a3ed79f3a48" providerId="ADAL" clId="{9F23B798-9E84-4552-BA63-E776E805C424}" dt="2026-09-18T02:16:12.113" v="18" actId="21"/>
          <ac:picMkLst>
            <pc:docMk/>
            <pc:sldMk cId="0" sldId="259"/>
            <ac:picMk id="2" creationId="{00000000-0000-0000-0000-000000000000}"/>
          </ac:picMkLst>
        </pc:picChg>
        <pc:picChg chg="add">
          <ac:chgData name="Lai, Wilson" userId="2840974a-0d84-4886-90a9-9a3ed79f3a48" providerId="ADAL" clId="{9F23B798-9E84-4552-BA63-E776E805C424}" dt="2026-09-18T02:16:20.041" v="19" actId="22"/>
          <ac:picMkLst>
            <pc:docMk/>
            <pc:sldMk cId="0" sldId="259"/>
            <ac:picMk id="4" creationId="{A741EB78-4D50-900C-9AA2-BC8CE7008D92}"/>
          </ac:picMkLst>
        </pc:picChg>
      </pc:sldChg>
      <pc:sldChg chg="addSp delSp mod">
        <pc:chgData name="Lai, Wilson" userId="2840974a-0d84-4886-90a9-9a3ed79f3a48" providerId="ADAL" clId="{9F23B798-9E84-4552-BA63-E776E805C424}" dt="2026-09-18T02:16:41.595" v="21" actId="22"/>
        <pc:sldMkLst>
          <pc:docMk/>
          <pc:sldMk cId="0" sldId="260"/>
        </pc:sldMkLst>
        <pc:picChg chg="del">
          <ac:chgData name="Lai, Wilson" userId="2840974a-0d84-4886-90a9-9a3ed79f3a48" providerId="ADAL" clId="{9F23B798-9E84-4552-BA63-E776E805C424}" dt="2026-09-18T02:16:30.002" v="20" actId="21"/>
          <ac:picMkLst>
            <pc:docMk/>
            <pc:sldMk cId="0" sldId="260"/>
            <ac:picMk id="2" creationId="{00000000-0000-0000-0000-000000000000}"/>
          </ac:picMkLst>
        </pc:picChg>
        <pc:picChg chg="add">
          <ac:chgData name="Lai, Wilson" userId="2840974a-0d84-4886-90a9-9a3ed79f3a48" providerId="ADAL" clId="{9F23B798-9E84-4552-BA63-E776E805C424}" dt="2026-09-18T02:16:41.595" v="21" actId="22"/>
          <ac:picMkLst>
            <pc:docMk/>
            <pc:sldMk cId="0" sldId="260"/>
            <ac:picMk id="4" creationId="{8A49A3DA-FA55-37FB-7C2E-111BC31640CD}"/>
          </ac:picMkLst>
        </pc:picChg>
      </pc:sldChg>
      <pc:sldChg chg="addSp delSp mod">
        <pc:chgData name="Lai, Wilson" userId="2840974a-0d84-4886-90a9-9a3ed79f3a48" providerId="ADAL" clId="{9F23B798-9E84-4552-BA63-E776E805C424}" dt="2026-09-18T02:17:02.362" v="25" actId="22"/>
        <pc:sldMkLst>
          <pc:docMk/>
          <pc:sldMk cId="0" sldId="261"/>
        </pc:sldMkLst>
        <pc:picChg chg="del">
          <ac:chgData name="Lai, Wilson" userId="2840974a-0d84-4886-90a9-9a3ed79f3a48" providerId="ADAL" clId="{9F23B798-9E84-4552-BA63-E776E805C424}" dt="2026-09-18T02:16:43.738" v="22" actId="21"/>
          <ac:picMkLst>
            <pc:docMk/>
            <pc:sldMk cId="0" sldId="261"/>
            <ac:picMk id="2" creationId="{00000000-0000-0000-0000-000000000000}"/>
          </ac:picMkLst>
        </pc:picChg>
        <pc:picChg chg="add del">
          <ac:chgData name="Lai, Wilson" userId="2840974a-0d84-4886-90a9-9a3ed79f3a48" providerId="ADAL" clId="{9F23B798-9E84-4552-BA63-E776E805C424}" dt="2026-09-18T02:16:54.650" v="24" actId="21"/>
          <ac:picMkLst>
            <pc:docMk/>
            <pc:sldMk cId="0" sldId="261"/>
            <ac:picMk id="4" creationId="{25B83B14-13F1-5F9C-145E-93E2311A58A9}"/>
          </ac:picMkLst>
        </pc:picChg>
        <pc:picChg chg="add">
          <ac:chgData name="Lai, Wilson" userId="2840974a-0d84-4886-90a9-9a3ed79f3a48" providerId="ADAL" clId="{9F23B798-9E84-4552-BA63-E776E805C424}" dt="2026-09-18T02:17:02.362" v="25" actId="22"/>
          <ac:picMkLst>
            <pc:docMk/>
            <pc:sldMk cId="0" sldId="261"/>
            <ac:picMk id="6" creationId="{B407EFFF-9AB5-DAFC-9C7D-E0B74E542767}"/>
          </ac:picMkLst>
        </pc:picChg>
      </pc:sldChg>
      <pc:sldChg chg="addSp delSp mod">
        <pc:chgData name="Lai, Wilson" userId="2840974a-0d84-4886-90a9-9a3ed79f3a48" providerId="ADAL" clId="{9F23B798-9E84-4552-BA63-E776E805C424}" dt="2026-09-18T02:17:11.434" v="27" actId="22"/>
        <pc:sldMkLst>
          <pc:docMk/>
          <pc:sldMk cId="0" sldId="262"/>
        </pc:sldMkLst>
        <pc:picChg chg="del">
          <ac:chgData name="Lai, Wilson" userId="2840974a-0d84-4886-90a9-9a3ed79f3a48" providerId="ADAL" clId="{9F23B798-9E84-4552-BA63-E776E805C424}" dt="2026-09-18T02:17:03.816" v="26" actId="21"/>
          <ac:picMkLst>
            <pc:docMk/>
            <pc:sldMk cId="0" sldId="262"/>
            <ac:picMk id="2" creationId="{00000000-0000-0000-0000-000000000000}"/>
          </ac:picMkLst>
        </pc:picChg>
        <pc:picChg chg="add">
          <ac:chgData name="Lai, Wilson" userId="2840974a-0d84-4886-90a9-9a3ed79f3a48" providerId="ADAL" clId="{9F23B798-9E84-4552-BA63-E776E805C424}" dt="2026-09-18T02:17:11.434" v="27" actId="22"/>
          <ac:picMkLst>
            <pc:docMk/>
            <pc:sldMk cId="0" sldId="262"/>
            <ac:picMk id="4" creationId="{512846EB-B3E3-56BD-090E-B09C1D326FFA}"/>
          </ac:picMkLst>
        </pc:picChg>
      </pc:sldChg>
      <pc:sldChg chg="addSp delSp mod">
        <pc:chgData name="Lai, Wilson" userId="2840974a-0d84-4886-90a9-9a3ed79f3a48" providerId="ADAL" clId="{9F23B798-9E84-4552-BA63-E776E805C424}" dt="2026-09-18T02:17:20.166" v="29" actId="22"/>
        <pc:sldMkLst>
          <pc:docMk/>
          <pc:sldMk cId="0" sldId="263"/>
        </pc:sldMkLst>
        <pc:picChg chg="del">
          <ac:chgData name="Lai, Wilson" userId="2840974a-0d84-4886-90a9-9a3ed79f3a48" providerId="ADAL" clId="{9F23B798-9E84-4552-BA63-E776E805C424}" dt="2026-09-18T02:17:13.233" v="28" actId="21"/>
          <ac:picMkLst>
            <pc:docMk/>
            <pc:sldMk cId="0" sldId="263"/>
            <ac:picMk id="2" creationId="{00000000-0000-0000-0000-000000000000}"/>
          </ac:picMkLst>
        </pc:picChg>
        <pc:picChg chg="add">
          <ac:chgData name="Lai, Wilson" userId="2840974a-0d84-4886-90a9-9a3ed79f3a48" providerId="ADAL" clId="{9F23B798-9E84-4552-BA63-E776E805C424}" dt="2026-09-18T02:17:20.166" v="29" actId="22"/>
          <ac:picMkLst>
            <pc:docMk/>
            <pc:sldMk cId="0" sldId="263"/>
            <ac:picMk id="4" creationId="{87207690-BD7E-F2D2-B925-15FFE12558D6}"/>
          </ac:picMkLst>
        </pc:picChg>
      </pc:sldChg>
      <pc:sldChg chg="addSp delSp mod">
        <pc:chgData name="Lai, Wilson" userId="2840974a-0d84-4886-90a9-9a3ed79f3a48" providerId="ADAL" clId="{9F23B798-9E84-4552-BA63-E776E805C424}" dt="2026-09-18T02:17:31.042" v="31" actId="22"/>
        <pc:sldMkLst>
          <pc:docMk/>
          <pc:sldMk cId="0" sldId="264"/>
        </pc:sldMkLst>
        <pc:picChg chg="del">
          <ac:chgData name="Lai, Wilson" userId="2840974a-0d84-4886-90a9-9a3ed79f3a48" providerId="ADAL" clId="{9F23B798-9E84-4552-BA63-E776E805C424}" dt="2026-09-18T02:17:23.683" v="30" actId="21"/>
          <ac:picMkLst>
            <pc:docMk/>
            <pc:sldMk cId="0" sldId="264"/>
            <ac:picMk id="2" creationId="{00000000-0000-0000-0000-000000000000}"/>
          </ac:picMkLst>
        </pc:picChg>
        <pc:picChg chg="add">
          <ac:chgData name="Lai, Wilson" userId="2840974a-0d84-4886-90a9-9a3ed79f3a48" providerId="ADAL" clId="{9F23B798-9E84-4552-BA63-E776E805C424}" dt="2026-09-18T02:17:31.042" v="31" actId="22"/>
          <ac:picMkLst>
            <pc:docMk/>
            <pc:sldMk cId="0" sldId="264"/>
            <ac:picMk id="4" creationId="{4326CA88-F7DC-2156-C4E7-3400BEDD148D}"/>
          </ac:picMkLst>
        </pc:picChg>
      </pc:sldChg>
      <pc:sldChg chg="addSp delSp mod">
        <pc:chgData name="Lai, Wilson" userId="2840974a-0d84-4886-90a9-9a3ed79f3a48" providerId="ADAL" clId="{9F23B798-9E84-4552-BA63-E776E805C424}" dt="2026-09-18T02:17:39.995" v="33" actId="22"/>
        <pc:sldMkLst>
          <pc:docMk/>
          <pc:sldMk cId="0" sldId="265"/>
        </pc:sldMkLst>
        <pc:picChg chg="del">
          <ac:chgData name="Lai, Wilson" userId="2840974a-0d84-4886-90a9-9a3ed79f3a48" providerId="ADAL" clId="{9F23B798-9E84-4552-BA63-E776E805C424}" dt="2026-09-18T02:17:32.848" v="32" actId="21"/>
          <ac:picMkLst>
            <pc:docMk/>
            <pc:sldMk cId="0" sldId="265"/>
            <ac:picMk id="2" creationId="{00000000-0000-0000-0000-000000000000}"/>
          </ac:picMkLst>
        </pc:picChg>
        <pc:picChg chg="add">
          <ac:chgData name="Lai, Wilson" userId="2840974a-0d84-4886-90a9-9a3ed79f3a48" providerId="ADAL" clId="{9F23B798-9E84-4552-BA63-E776E805C424}" dt="2026-09-18T02:17:39.995" v="33" actId="22"/>
          <ac:picMkLst>
            <pc:docMk/>
            <pc:sldMk cId="0" sldId="265"/>
            <ac:picMk id="4" creationId="{22F7A467-C148-776B-EF40-AB1166CB940A}"/>
          </ac:picMkLst>
        </pc:picChg>
      </pc:sldChg>
      <pc:sldChg chg="addSp delSp mod modNotesTx">
        <pc:chgData name="Lai, Wilson" userId="2840974a-0d84-4886-90a9-9a3ed79f3a48" providerId="ADAL" clId="{9F23B798-9E84-4552-BA63-E776E805C424}" dt="2026-09-18T02:17:48.378" v="35" actId="22"/>
        <pc:sldMkLst>
          <pc:docMk/>
          <pc:sldMk cId="0" sldId="266"/>
        </pc:sldMkLst>
        <pc:picChg chg="del">
          <ac:chgData name="Lai, Wilson" userId="2840974a-0d84-4886-90a9-9a3ed79f3a48" providerId="ADAL" clId="{9F23B798-9E84-4552-BA63-E776E805C424}" dt="2026-09-18T02:17:41.532" v="34" actId="21"/>
          <ac:picMkLst>
            <pc:docMk/>
            <pc:sldMk cId="0" sldId="266"/>
            <ac:picMk id="2" creationId="{00000000-0000-0000-0000-000000000000}"/>
          </ac:picMkLst>
        </pc:picChg>
        <pc:picChg chg="add">
          <ac:chgData name="Lai, Wilson" userId="2840974a-0d84-4886-90a9-9a3ed79f3a48" providerId="ADAL" clId="{9F23B798-9E84-4552-BA63-E776E805C424}" dt="2026-09-18T02:17:48.378" v="35" actId="22"/>
          <ac:picMkLst>
            <pc:docMk/>
            <pc:sldMk cId="0" sldId="266"/>
            <ac:picMk id="4" creationId="{5BBC5147-398F-D3C3-2128-7D36BE44643E}"/>
          </ac:picMkLst>
        </pc:picChg>
      </pc:sldChg>
      <pc:sldChg chg="addSp delSp mod">
        <pc:chgData name="Lai, Wilson" userId="2840974a-0d84-4886-90a9-9a3ed79f3a48" providerId="ADAL" clId="{9F23B798-9E84-4552-BA63-E776E805C424}" dt="2026-09-18T02:18:02.181" v="37" actId="22"/>
        <pc:sldMkLst>
          <pc:docMk/>
          <pc:sldMk cId="0" sldId="267"/>
        </pc:sldMkLst>
        <pc:picChg chg="del">
          <ac:chgData name="Lai, Wilson" userId="2840974a-0d84-4886-90a9-9a3ed79f3a48" providerId="ADAL" clId="{9F23B798-9E84-4552-BA63-E776E805C424}" dt="2026-09-18T02:17:50.507" v="36" actId="21"/>
          <ac:picMkLst>
            <pc:docMk/>
            <pc:sldMk cId="0" sldId="267"/>
            <ac:picMk id="2" creationId="{00000000-0000-0000-0000-000000000000}"/>
          </ac:picMkLst>
        </pc:picChg>
        <pc:picChg chg="add">
          <ac:chgData name="Lai, Wilson" userId="2840974a-0d84-4886-90a9-9a3ed79f3a48" providerId="ADAL" clId="{9F23B798-9E84-4552-BA63-E776E805C424}" dt="2026-09-18T02:18:02.181" v="37" actId="22"/>
          <ac:picMkLst>
            <pc:docMk/>
            <pc:sldMk cId="0" sldId="267"/>
            <ac:picMk id="4" creationId="{4B7618C0-EF86-CBA5-AB10-19C01262E8D7}"/>
          </ac:picMkLst>
        </pc:picChg>
      </pc:sldChg>
      <pc:sldChg chg="addSp delSp mod">
        <pc:chgData name="Lai, Wilson" userId="2840974a-0d84-4886-90a9-9a3ed79f3a48" providerId="ADAL" clId="{9F23B798-9E84-4552-BA63-E776E805C424}" dt="2026-09-18T02:18:12.886" v="39" actId="22"/>
        <pc:sldMkLst>
          <pc:docMk/>
          <pc:sldMk cId="0" sldId="268"/>
        </pc:sldMkLst>
        <pc:picChg chg="del">
          <ac:chgData name="Lai, Wilson" userId="2840974a-0d84-4886-90a9-9a3ed79f3a48" providerId="ADAL" clId="{9F23B798-9E84-4552-BA63-E776E805C424}" dt="2026-09-18T02:18:06.124" v="38" actId="21"/>
          <ac:picMkLst>
            <pc:docMk/>
            <pc:sldMk cId="0" sldId="268"/>
            <ac:picMk id="2" creationId="{00000000-0000-0000-0000-000000000000}"/>
          </ac:picMkLst>
        </pc:picChg>
        <pc:picChg chg="add">
          <ac:chgData name="Lai, Wilson" userId="2840974a-0d84-4886-90a9-9a3ed79f3a48" providerId="ADAL" clId="{9F23B798-9E84-4552-BA63-E776E805C424}" dt="2026-09-18T02:18:12.886" v="39" actId="22"/>
          <ac:picMkLst>
            <pc:docMk/>
            <pc:sldMk cId="0" sldId="268"/>
            <ac:picMk id="4" creationId="{97F98ED5-E5B8-4007-C6B4-A6DED56BD198}"/>
          </ac:picMkLst>
        </pc:picChg>
      </pc:sldChg>
      <pc:sldChg chg="addSp delSp mod">
        <pc:chgData name="Lai, Wilson" userId="2840974a-0d84-4886-90a9-9a3ed79f3a48" providerId="ADAL" clId="{9F23B798-9E84-4552-BA63-E776E805C424}" dt="2026-09-18T02:18:21.771" v="41" actId="22"/>
        <pc:sldMkLst>
          <pc:docMk/>
          <pc:sldMk cId="0" sldId="269"/>
        </pc:sldMkLst>
        <pc:picChg chg="del">
          <ac:chgData name="Lai, Wilson" userId="2840974a-0d84-4886-90a9-9a3ed79f3a48" providerId="ADAL" clId="{9F23B798-9E84-4552-BA63-E776E805C424}" dt="2026-09-18T02:18:15.306" v="40" actId="21"/>
          <ac:picMkLst>
            <pc:docMk/>
            <pc:sldMk cId="0" sldId="269"/>
            <ac:picMk id="2" creationId="{00000000-0000-0000-0000-000000000000}"/>
          </ac:picMkLst>
        </pc:picChg>
        <pc:picChg chg="add">
          <ac:chgData name="Lai, Wilson" userId="2840974a-0d84-4886-90a9-9a3ed79f3a48" providerId="ADAL" clId="{9F23B798-9E84-4552-BA63-E776E805C424}" dt="2026-09-18T02:18:21.771" v="41" actId="22"/>
          <ac:picMkLst>
            <pc:docMk/>
            <pc:sldMk cId="0" sldId="269"/>
            <ac:picMk id="4" creationId="{10B9D219-0F0F-268F-099F-41C2F8852B3D}"/>
          </ac:picMkLst>
        </pc:picChg>
      </pc:sldChg>
      <pc:sldChg chg="addSp delSp mod">
        <pc:chgData name="Lai, Wilson" userId="2840974a-0d84-4886-90a9-9a3ed79f3a48" providerId="ADAL" clId="{9F23B798-9E84-4552-BA63-E776E805C424}" dt="2026-09-18T02:18:32.259" v="43" actId="22"/>
        <pc:sldMkLst>
          <pc:docMk/>
          <pc:sldMk cId="0" sldId="270"/>
        </pc:sldMkLst>
        <pc:picChg chg="del">
          <ac:chgData name="Lai, Wilson" userId="2840974a-0d84-4886-90a9-9a3ed79f3a48" providerId="ADAL" clId="{9F23B798-9E84-4552-BA63-E776E805C424}" dt="2026-09-18T02:18:25.215" v="42" actId="21"/>
          <ac:picMkLst>
            <pc:docMk/>
            <pc:sldMk cId="0" sldId="270"/>
            <ac:picMk id="2" creationId="{00000000-0000-0000-0000-000000000000}"/>
          </ac:picMkLst>
        </pc:picChg>
        <pc:picChg chg="add">
          <ac:chgData name="Lai, Wilson" userId="2840974a-0d84-4886-90a9-9a3ed79f3a48" providerId="ADAL" clId="{9F23B798-9E84-4552-BA63-E776E805C424}" dt="2026-09-18T02:18:32.259" v="43" actId="22"/>
          <ac:picMkLst>
            <pc:docMk/>
            <pc:sldMk cId="0" sldId="270"/>
            <ac:picMk id="4" creationId="{8E0AE9B1-BBC1-49AC-D2C0-94931AD6F9A2}"/>
          </ac:picMkLst>
        </pc:picChg>
      </pc:sldChg>
      <pc:sldChg chg="addSp delSp mod modNotesTx">
        <pc:chgData name="Lai, Wilson" userId="2840974a-0d84-4886-90a9-9a3ed79f3a48" providerId="ADAL" clId="{9F23B798-9E84-4552-BA63-E776E805C424}" dt="2026-09-18T02:18:41.503" v="45" actId="22"/>
        <pc:sldMkLst>
          <pc:docMk/>
          <pc:sldMk cId="0" sldId="271"/>
        </pc:sldMkLst>
        <pc:picChg chg="del">
          <ac:chgData name="Lai, Wilson" userId="2840974a-0d84-4886-90a9-9a3ed79f3a48" providerId="ADAL" clId="{9F23B798-9E84-4552-BA63-E776E805C424}" dt="2026-09-18T02:18:34.566" v="44" actId="21"/>
          <ac:picMkLst>
            <pc:docMk/>
            <pc:sldMk cId="0" sldId="271"/>
            <ac:picMk id="2" creationId="{00000000-0000-0000-0000-000000000000}"/>
          </ac:picMkLst>
        </pc:picChg>
        <pc:picChg chg="add">
          <ac:chgData name="Lai, Wilson" userId="2840974a-0d84-4886-90a9-9a3ed79f3a48" providerId="ADAL" clId="{9F23B798-9E84-4552-BA63-E776E805C424}" dt="2026-09-18T02:18:41.503" v="45" actId="22"/>
          <ac:picMkLst>
            <pc:docMk/>
            <pc:sldMk cId="0" sldId="271"/>
            <ac:picMk id="4" creationId="{E56C35A0-AB2F-F717-63D9-D2B65F7093FD}"/>
          </ac:picMkLst>
        </pc:picChg>
      </pc:sldChg>
      <pc:sldChg chg="addSp delSp mod modNotesTx">
        <pc:chgData name="Lai, Wilson" userId="2840974a-0d84-4886-90a9-9a3ed79f3a48" providerId="ADAL" clId="{9F23B798-9E84-4552-BA63-E776E805C424}" dt="2026-09-18T02:18:53.456" v="47" actId="22"/>
        <pc:sldMkLst>
          <pc:docMk/>
          <pc:sldMk cId="358240630" sldId="272"/>
        </pc:sldMkLst>
        <pc:picChg chg="del">
          <ac:chgData name="Lai, Wilson" userId="2840974a-0d84-4886-90a9-9a3ed79f3a48" providerId="ADAL" clId="{9F23B798-9E84-4552-BA63-E776E805C424}" dt="2026-09-18T02:18:44.843" v="46" actId="21"/>
          <ac:picMkLst>
            <pc:docMk/>
            <pc:sldMk cId="358240630" sldId="272"/>
            <ac:picMk id="3" creationId="{72E257CB-6899-4DCD-7C0B-2A828C1B15D6}"/>
          </ac:picMkLst>
        </pc:picChg>
        <pc:picChg chg="add">
          <ac:chgData name="Lai, Wilson" userId="2840974a-0d84-4886-90a9-9a3ed79f3a48" providerId="ADAL" clId="{9F23B798-9E84-4552-BA63-E776E805C424}" dt="2026-09-18T02:18:53.456" v="47" actId="22"/>
          <ac:picMkLst>
            <pc:docMk/>
            <pc:sldMk cId="358240630" sldId="272"/>
            <ac:picMk id="4" creationId="{EF46C24B-3FF4-2C16-2912-701DAB42D68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7014F1-B367-4826-AFD2-85800D15B24D}"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131EFC-768E-4765-8EB5-1F7FDB86621B}" type="slidenum">
              <a:rPr lang="en-US" smtClean="0"/>
              <a:t>‹#›</a:t>
            </a:fld>
            <a:endParaRPr lang="en-US"/>
          </a:p>
        </p:txBody>
      </p:sp>
    </p:spTree>
    <p:extLst>
      <p:ext uri="{BB962C8B-B14F-4D97-AF65-F5344CB8AC3E}">
        <p14:creationId xmlns:p14="http://schemas.microsoft.com/office/powerpoint/2010/main" val="29896316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Welcome everyone. Today we are diving into </a:t>
            </a:r>
            <a:r>
              <a:rPr lang="en-US" i="1" dirty="0"/>
              <a:t>The Architecture of Power</a:t>
            </a:r>
            <a:r>
              <a:rPr lang="en-US" dirty="0"/>
              <a:t>—a comprehensive guide to mastering strategy, concealment, and the intricate social dynamics that govern corporate and personal success.</a:t>
            </a:r>
          </a:p>
          <a:p>
            <a:pPr lvl="0"/>
            <a:r>
              <a:rPr lang="en-US" dirty="0"/>
              <a:t>Have you ever seen someone performing exceptionally well in an organization, delivering results, yet mysteriously getting sidelined, demoted, or fired? We often hear the phrase, "Just work hard and let your results speak for themselves." But in reality, meritocracy without social intelligence is a trap.</a:t>
            </a:r>
          </a:p>
          <a:p>
            <a:pPr lvl="0"/>
            <a:r>
              <a:rPr lang="en-US" dirty="0"/>
              <a:t>Drawing directly from the strategic philosophies of Robert Greene—author of </a:t>
            </a:r>
            <a:r>
              <a:rPr lang="en-US" i="1" dirty="0"/>
              <a:t>The 48 Laws of Power</a:t>
            </a:r>
            <a:r>
              <a:rPr lang="en-US" dirty="0"/>
              <a:t>—this presentation breaks down why raw performance isn't enough and how understanding power dynamics allows you to navigate organizational hierarchies safely and effectively.</a:t>
            </a:r>
          </a:p>
          <a:p>
            <a:endParaRPr lang="en-US" dirty="0"/>
          </a:p>
          <a:p>
            <a:endParaRPr lang="en-US" dirty="0"/>
          </a:p>
          <a:p>
            <a:endParaRPr lang="en-US" dirty="0"/>
          </a:p>
          <a:p>
            <a:r>
              <a:rPr lang="en-US" dirty="0"/>
              <a:t>https://www.youtube.com/watch?v=gnIL4xiWZa4</a:t>
            </a:r>
          </a:p>
        </p:txBody>
      </p:sp>
      <p:sp>
        <p:nvSpPr>
          <p:cNvPr id="4" name="Slide Number Placeholder 3"/>
          <p:cNvSpPr>
            <a:spLocks noGrp="1"/>
          </p:cNvSpPr>
          <p:nvPr>
            <p:ph type="sldNum" sz="quarter" idx="5"/>
          </p:nvPr>
        </p:nvSpPr>
        <p:spPr/>
        <p:txBody>
          <a:bodyPr/>
          <a:lstStyle/>
          <a:p>
            <a:fld id="{2556ACAC-22C6-408B-84B4-43869EDF8598}" type="slidenum">
              <a:rPr lang="en-US" smtClean="0"/>
              <a:t>1</a:t>
            </a:fld>
            <a:endParaRPr lang="en-US"/>
          </a:p>
        </p:txBody>
      </p:sp>
    </p:spTree>
    <p:extLst>
      <p:ext uri="{BB962C8B-B14F-4D97-AF65-F5344CB8AC3E}">
        <p14:creationId xmlns:p14="http://schemas.microsoft.com/office/powerpoint/2010/main" val="38186304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Let's challenge a common modern myth: "Just be yourself" or "Always be 100% authentic."</a:t>
            </a:r>
          </a:p>
          <a:p>
            <a:pPr lvl="0"/>
            <a:r>
              <a:rPr lang="en-US" dirty="0"/>
              <a:t>As Robert Greene explains, acting and role-playing are deeply ingrained in human nature. Think back to early childhood—3 or 4 years old—where children intuitively act sweet or innocent to get candy or a toy. We are inherently social creatures, and unfiltered honesty destroys social capital.</a:t>
            </a:r>
          </a:p>
          <a:p>
            <a:pPr lvl="0"/>
            <a:r>
              <a:rPr lang="en-US" dirty="0"/>
              <a:t>If you said every single thought in your head—telling people their ideas are stupid or criticizing their appearance—you would alienate everyone around you instantly.</a:t>
            </a:r>
          </a:p>
          <a:p>
            <a:pPr lvl="0"/>
            <a:r>
              <a:rPr lang="en-US" dirty="0"/>
              <a:t>You act differently around your boss than you do with your closest friends. That isn't dishonesty; it's social survival and emotional self-control. Controlling what you say and the persona you project is the absolute baseline for navigating any social game.</a:t>
            </a:r>
          </a:p>
          <a:p>
            <a:endParaRPr lang="en-US" dirty="0"/>
          </a:p>
        </p:txBody>
      </p:sp>
      <p:sp>
        <p:nvSpPr>
          <p:cNvPr id="4" name="Slide Number Placeholder 3"/>
          <p:cNvSpPr>
            <a:spLocks noGrp="1"/>
          </p:cNvSpPr>
          <p:nvPr>
            <p:ph type="sldNum" sz="quarter" idx="5"/>
          </p:nvPr>
        </p:nvSpPr>
        <p:spPr/>
        <p:txBody>
          <a:bodyPr/>
          <a:lstStyle/>
          <a:p>
            <a:fld id="{56131EFC-768E-4765-8EB5-1F7FDB86621B}" type="slidenum">
              <a:rPr lang="en-US" smtClean="0"/>
              <a:t>2</a:t>
            </a:fld>
            <a:endParaRPr lang="en-US"/>
          </a:p>
        </p:txBody>
      </p:sp>
    </p:spTree>
    <p:extLst>
      <p:ext uri="{BB962C8B-B14F-4D97-AF65-F5344CB8AC3E}">
        <p14:creationId xmlns:p14="http://schemas.microsoft.com/office/powerpoint/2010/main" val="24915204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True strategy requires thinking two or three moves ahead.</a:t>
            </a:r>
          </a:p>
          <a:p>
            <a:pPr lvl="0"/>
            <a:r>
              <a:rPr lang="en-US" dirty="0"/>
              <a:t>To succeed long-term, you must have a clear vision of where you want to be—whether 6 months, a year, or 5 years out. However, the critical rule of strategic power is to </a:t>
            </a:r>
            <a:r>
              <a:rPr lang="en-US" b="1" dirty="0"/>
              <a:t>keep everyone else in the dark</a:t>
            </a:r>
            <a:r>
              <a:rPr lang="en-US" dirty="0"/>
              <a:t>.</a:t>
            </a:r>
          </a:p>
          <a:p>
            <a:pPr lvl="0"/>
            <a:r>
              <a:rPr lang="en-US" dirty="0"/>
              <a:t>When you broadcast your intentions, you give rivals and opponents the opportunity to anticipate your trajectory, build defenses, or block your path.</a:t>
            </a:r>
          </a:p>
          <a:p>
            <a:pPr lvl="0"/>
            <a:r>
              <a:rPr lang="en-US" dirty="0"/>
              <a:t>By maintaining concealment, you keep your rivals on their heels. They cannot predict your actions, leaving you with the element of surprise and control over the strategic timeline.</a:t>
            </a:r>
          </a:p>
          <a:p>
            <a:endParaRPr lang="en-US" dirty="0"/>
          </a:p>
        </p:txBody>
      </p:sp>
      <p:sp>
        <p:nvSpPr>
          <p:cNvPr id="4" name="Slide Number Placeholder 3"/>
          <p:cNvSpPr>
            <a:spLocks noGrp="1"/>
          </p:cNvSpPr>
          <p:nvPr>
            <p:ph type="sldNum" sz="quarter" idx="5"/>
          </p:nvPr>
        </p:nvSpPr>
        <p:spPr/>
        <p:txBody>
          <a:bodyPr/>
          <a:lstStyle/>
          <a:p>
            <a:fld id="{56131EFC-768E-4765-8EB5-1F7FDB86621B}" type="slidenum">
              <a:rPr lang="en-US" smtClean="0"/>
              <a:t>3</a:t>
            </a:fld>
            <a:endParaRPr lang="en-US"/>
          </a:p>
        </p:txBody>
      </p:sp>
    </p:spTree>
    <p:extLst>
      <p:ext uri="{BB962C8B-B14F-4D97-AF65-F5344CB8AC3E}">
        <p14:creationId xmlns:p14="http://schemas.microsoft.com/office/powerpoint/2010/main" val="34854243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Look at this inverse relationship curve between the volume of words spoken and perceived power.</a:t>
            </a:r>
          </a:p>
          <a:p>
            <a:pPr lvl="0"/>
            <a:r>
              <a:rPr lang="en-US" b="1" dirty="0"/>
              <a:t>High Volume Output:</a:t>
            </a:r>
            <a:r>
              <a:rPr lang="en-US" dirty="0"/>
              <a:t> People who talk constantly often project deep insecurity and a lack of emotional control. As Greene notes, if you can't control your own mouth, people assume you can't control your emotions or behavior either. Talking too much increases unforced errors and leads to saying something careless.</a:t>
            </a:r>
          </a:p>
          <a:p>
            <a:pPr lvl="0"/>
            <a:r>
              <a:rPr lang="en-US" b="1" dirty="0"/>
              <a:t>Low Volume Output:</a:t>
            </a:r>
            <a:r>
              <a:rPr lang="en-US" dirty="0"/>
              <a:t> Silence creates an aura of power and mystery. When you speak sparingly, your words carry immense weight. People lean in to listen because they know you don't waste breath.</a:t>
            </a:r>
          </a:p>
          <a:p>
            <a:endParaRPr lang="en-US" dirty="0"/>
          </a:p>
        </p:txBody>
      </p:sp>
      <p:sp>
        <p:nvSpPr>
          <p:cNvPr id="4" name="Slide Number Placeholder 3"/>
          <p:cNvSpPr>
            <a:spLocks noGrp="1"/>
          </p:cNvSpPr>
          <p:nvPr>
            <p:ph type="sldNum" sz="quarter" idx="5"/>
          </p:nvPr>
        </p:nvSpPr>
        <p:spPr/>
        <p:txBody>
          <a:bodyPr/>
          <a:lstStyle/>
          <a:p>
            <a:fld id="{56131EFC-768E-4765-8EB5-1F7FDB86621B}" type="slidenum">
              <a:rPr lang="en-US" smtClean="0"/>
              <a:t>4</a:t>
            </a:fld>
            <a:endParaRPr lang="en-US"/>
          </a:p>
        </p:txBody>
      </p:sp>
    </p:spTree>
    <p:extLst>
      <p:ext uri="{BB962C8B-B14F-4D97-AF65-F5344CB8AC3E}">
        <p14:creationId xmlns:p14="http://schemas.microsoft.com/office/powerpoint/2010/main" val="35567771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Here we contrast two leadership archetypes: </a:t>
            </a:r>
            <a:r>
              <a:rPr lang="en-US" b="1" dirty="0"/>
              <a:t>The Trap of the Stone</a:t>
            </a:r>
            <a:r>
              <a:rPr lang="en-US" dirty="0"/>
              <a:t> vs. </a:t>
            </a:r>
            <a:r>
              <a:rPr lang="en-US" b="1" dirty="0"/>
              <a:t>The Machiavellian River</a:t>
            </a:r>
            <a:r>
              <a:rPr lang="en-US" dirty="0"/>
              <a:t>.</a:t>
            </a:r>
          </a:p>
          <a:p>
            <a:pPr lvl="0"/>
            <a:r>
              <a:rPr lang="en-US" dirty="0"/>
              <a:t>Leaders often rise to prominent positions based on a single core strength—aggression, empathy, oratory skill, or charisma. But when market trends shift, rigid leaders stubbornly hold onto that singular strength, assuming what worked in the past will work forever.</a:t>
            </a:r>
          </a:p>
          <a:p>
            <a:pPr lvl="0"/>
            <a:r>
              <a:rPr lang="en-US" dirty="0"/>
              <a:t>Machiavelli described the ideal leader like a river—flowing, shifting form, and adapting fluidly to changing landscapes.</a:t>
            </a:r>
          </a:p>
          <a:p>
            <a:pPr lvl="0"/>
            <a:r>
              <a:rPr lang="en-US" dirty="0"/>
              <a:t>To maintain true power, you must possess the self-awareness to abandon obsolete tactics and transform your approach as external environments evolve.</a:t>
            </a:r>
          </a:p>
          <a:p>
            <a:endParaRPr lang="en-US" dirty="0"/>
          </a:p>
        </p:txBody>
      </p:sp>
      <p:sp>
        <p:nvSpPr>
          <p:cNvPr id="4" name="Slide Number Placeholder 3"/>
          <p:cNvSpPr>
            <a:spLocks noGrp="1"/>
          </p:cNvSpPr>
          <p:nvPr>
            <p:ph type="sldNum" sz="quarter" idx="5"/>
          </p:nvPr>
        </p:nvSpPr>
        <p:spPr/>
        <p:txBody>
          <a:bodyPr/>
          <a:lstStyle/>
          <a:p>
            <a:fld id="{56131EFC-768E-4765-8EB5-1F7FDB86621B}" type="slidenum">
              <a:rPr lang="en-US" smtClean="0"/>
              <a:t>5</a:t>
            </a:fld>
            <a:endParaRPr lang="en-US"/>
          </a:p>
        </p:txBody>
      </p:sp>
    </p:spTree>
    <p:extLst>
      <p:ext uri="{BB962C8B-B14F-4D97-AF65-F5344CB8AC3E}">
        <p14:creationId xmlns:p14="http://schemas.microsoft.com/office/powerpoint/2010/main" val="10922120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Let's break down this diagnostic comparison between Rigid and Fluid leaders.</a:t>
            </a:r>
          </a:p>
          <a:p>
            <a:pPr lvl="0"/>
            <a:r>
              <a:rPr lang="en-US" b="1" dirty="0"/>
              <a:t>Rigid Leaders</a:t>
            </a:r>
            <a:r>
              <a:rPr lang="en-US" dirty="0"/>
              <a:t> rely entirely on historical victories. They present one predictable personality to the world and expect the environment to cater to them. The moment business trends or competitive landscapes shift, they become vulnerable and easily outmaneuvered.</a:t>
            </a:r>
          </a:p>
          <a:p>
            <a:pPr lvl="0"/>
            <a:r>
              <a:rPr lang="en-US" b="1" dirty="0"/>
              <a:t>Fluid Leaders</a:t>
            </a:r>
            <a:r>
              <a:rPr lang="en-US" dirty="0"/>
              <a:t>, by contrast, read shifting environments constantly. They discard strategies that no longer serve them and adapt their demeanor to match current needs. This adaptability makes them impossible to corner and perpetually relevant.</a:t>
            </a:r>
          </a:p>
          <a:p>
            <a:endParaRPr lang="en-US" dirty="0"/>
          </a:p>
        </p:txBody>
      </p:sp>
      <p:sp>
        <p:nvSpPr>
          <p:cNvPr id="4" name="Slide Number Placeholder 3"/>
          <p:cNvSpPr>
            <a:spLocks noGrp="1"/>
          </p:cNvSpPr>
          <p:nvPr>
            <p:ph type="sldNum" sz="quarter" idx="5"/>
          </p:nvPr>
        </p:nvSpPr>
        <p:spPr/>
        <p:txBody>
          <a:bodyPr/>
          <a:lstStyle/>
          <a:p>
            <a:fld id="{56131EFC-768E-4765-8EB5-1F7FDB86621B}" type="slidenum">
              <a:rPr lang="en-US" smtClean="0"/>
              <a:t>6</a:t>
            </a:fld>
            <a:endParaRPr lang="en-US"/>
          </a:p>
        </p:txBody>
      </p:sp>
    </p:spTree>
    <p:extLst>
      <p:ext uri="{BB962C8B-B14F-4D97-AF65-F5344CB8AC3E}">
        <p14:creationId xmlns:p14="http://schemas.microsoft.com/office/powerpoint/2010/main" val="13258945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Attention follows a natural fatigue cycle. Audiences and organizations get easily bored if you are constantly present and predictable—behaving like over-stimulated children always craving something new.</a:t>
            </a:r>
          </a:p>
          <a:p>
            <a:pPr lvl="0"/>
            <a:r>
              <a:rPr lang="en-US" b="1" dirty="0"/>
              <a:t>Strategic Withdrawal:</a:t>
            </a:r>
            <a:r>
              <a:rPr lang="en-US" dirty="0"/>
              <a:t> By stepping back—disappearing for a period, pausing continuous posts, or adopting an enigmatic posture—you break the cycle of overexposure.</a:t>
            </a:r>
          </a:p>
          <a:p>
            <a:pPr lvl="0"/>
            <a:r>
              <a:rPr lang="en-US" dirty="0"/>
              <a:t>Greene points out how master practitioners like Michael Jackson, Greta Garbo, and Beyoncé mastered this dynamic. By strategically withdrawing from public sight, they created curiosity, forcing the public to speculate: </a:t>
            </a:r>
            <a:r>
              <a:rPr lang="en-US" i="1" dirty="0"/>
              <a:t>"What are they working on next?"</a:t>
            </a:r>
            <a:endParaRPr lang="en-US" dirty="0"/>
          </a:p>
          <a:p>
            <a:endParaRPr lang="en-US" dirty="0"/>
          </a:p>
        </p:txBody>
      </p:sp>
      <p:sp>
        <p:nvSpPr>
          <p:cNvPr id="4" name="Slide Number Placeholder 3"/>
          <p:cNvSpPr>
            <a:spLocks noGrp="1"/>
          </p:cNvSpPr>
          <p:nvPr>
            <p:ph type="sldNum" sz="quarter" idx="5"/>
          </p:nvPr>
        </p:nvSpPr>
        <p:spPr/>
        <p:txBody>
          <a:bodyPr/>
          <a:lstStyle/>
          <a:p>
            <a:fld id="{56131EFC-768E-4765-8EB5-1F7FDB86621B}" type="slidenum">
              <a:rPr lang="en-US" smtClean="0"/>
              <a:t>7</a:t>
            </a:fld>
            <a:endParaRPr lang="en-US"/>
          </a:p>
        </p:txBody>
      </p:sp>
    </p:spTree>
    <p:extLst>
      <p:ext uri="{BB962C8B-B14F-4D97-AF65-F5344CB8AC3E}">
        <p14:creationId xmlns:p14="http://schemas.microsoft.com/office/powerpoint/2010/main" val="20655654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This paradox is perfectly illustrated by Napoleon Bonaparte's rule of presence.</a:t>
            </a:r>
          </a:p>
          <a:p>
            <a:pPr lvl="0"/>
            <a:r>
              <a:rPr lang="en-US" dirty="0"/>
              <a:t>Napoleon noted: If he attended the theater every single evening, the public got used to seeing him, taking his presence for granted. But if he withdrew and appeared unexpectedly a month later, it created excitement and renewed prestige.</a:t>
            </a:r>
          </a:p>
          <a:p>
            <a:pPr lvl="0"/>
            <a:r>
              <a:rPr lang="en-US" b="1" dirty="0"/>
              <a:t>The Takeaway:</a:t>
            </a:r>
            <a:r>
              <a:rPr lang="en-US" dirty="0"/>
              <a:t> Scarcity breeds value and regenerates mystique. Master the interplay between absence and presence to control your perceived value in others' minds.</a:t>
            </a:r>
          </a:p>
          <a:p>
            <a:endParaRPr lang="en-US" dirty="0"/>
          </a:p>
        </p:txBody>
      </p:sp>
      <p:sp>
        <p:nvSpPr>
          <p:cNvPr id="4" name="Slide Number Placeholder 3"/>
          <p:cNvSpPr>
            <a:spLocks noGrp="1"/>
          </p:cNvSpPr>
          <p:nvPr>
            <p:ph type="sldNum" sz="quarter" idx="5"/>
          </p:nvPr>
        </p:nvSpPr>
        <p:spPr/>
        <p:txBody>
          <a:bodyPr/>
          <a:lstStyle/>
          <a:p>
            <a:fld id="{56131EFC-768E-4765-8EB5-1F7FDB86621B}" type="slidenum">
              <a:rPr lang="en-US" smtClean="0"/>
              <a:t>8</a:t>
            </a:fld>
            <a:endParaRPr lang="en-US"/>
          </a:p>
        </p:txBody>
      </p:sp>
    </p:spTree>
    <p:extLst>
      <p:ext uri="{BB962C8B-B14F-4D97-AF65-F5344CB8AC3E}">
        <p14:creationId xmlns:p14="http://schemas.microsoft.com/office/powerpoint/2010/main" val="15015611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This brings us to Law #1: </a:t>
            </a:r>
            <a:r>
              <a:rPr lang="en-US" b="1" dirty="0"/>
              <a:t>Never Outshine the Master</a:t>
            </a:r>
            <a:r>
              <a:rPr lang="en-US" dirty="0"/>
              <a:t>.</a:t>
            </a:r>
          </a:p>
          <a:p>
            <a:pPr lvl="0"/>
            <a:r>
              <a:rPr lang="en-US" dirty="0"/>
              <a:t>The person above you in a hierarchy—despite their title or authority—often harbors hidden insecurities. They continuously ask themselves: </a:t>
            </a:r>
            <a:r>
              <a:rPr lang="en-US" i="1" dirty="0"/>
              <a:t>"Am I still popular? Is my position safe? Is this subordinate a threat?"</a:t>
            </a:r>
            <a:endParaRPr lang="en-US" dirty="0"/>
          </a:p>
          <a:p>
            <a:pPr lvl="0"/>
            <a:r>
              <a:rPr lang="en-US" b="1" dirty="0"/>
              <a:t>The Fatal Mistake:</a:t>
            </a:r>
            <a:r>
              <a:rPr lang="en-US" dirty="0"/>
              <a:t> Performing flawlessly on a project and drawing all the praise and spotlight directly to yourself.</a:t>
            </a:r>
          </a:p>
          <a:p>
            <a:pPr lvl="0"/>
            <a:r>
              <a:rPr lang="en-US" dirty="0"/>
              <a:t>When you trigger a superior's insecurities, they won't openly admit feeling threatened. Instead, they build subconscious resentment, which ultimately leads to betrayal, demotion, or termination. Never violate a leader's ego.</a:t>
            </a:r>
          </a:p>
          <a:p>
            <a:endParaRPr lang="en-US" dirty="0"/>
          </a:p>
        </p:txBody>
      </p:sp>
      <p:sp>
        <p:nvSpPr>
          <p:cNvPr id="4" name="Slide Number Placeholder 3"/>
          <p:cNvSpPr>
            <a:spLocks noGrp="1"/>
          </p:cNvSpPr>
          <p:nvPr>
            <p:ph type="sldNum" sz="quarter" idx="5"/>
          </p:nvPr>
        </p:nvSpPr>
        <p:spPr/>
        <p:txBody>
          <a:bodyPr/>
          <a:lstStyle/>
          <a:p>
            <a:fld id="{56131EFC-768E-4765-8EB5-1F7FDB86621B}" type="slidenum">
              <a:rPr lang="en-US" smtClean="0"/>
              <a:t>9</a:t>
            </a:fld>
            <a:endParaRPr lang="en-US"/>
          </a:p>
        </p:txBody>
      </p:sp>
    </p:spTree>
    <p:extLst>
      <p:ext uri="{BB962C8B-B14F-4D97-AF65-F5344CB8AC3E}">
        <p14:creationId xmlns:p14="http://schemas.microsoft.com/office/powerpoint/2010/main" val="32186780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How do you excel without triggering ego resentment? Follow two tactical steps:</a:t>
            </a:r>
          </a:p>
          <a:p>
            <a:pPr marL="228600" lvl="0" indent="-228600">
              <a:buFont typeface="+mj-lt"/>
              <a:buAutoNum type="arabicPeriod"/>
            </a:pPr>
            <a:r>
              <a:rPr lang="en-US" b="1" dirty="0"/>
              <a:t>Outperform:</a:t>
            </a:r>
            <a:r>
              <a:rPr lang="en-US" dirty="0"/>
              <a:t> Work diligently and execute projects with high quality.</a:t>
            </a:r>
          </a:p>
          <a:p>
            <a:pPr marL="228600" lvl="0" indent="-228600">
              <a:buFont typeface="+mj-lt"/>
              <a:buAutoNum type="arabicPeriod"/>
            </a:pPr>
            <a:r>
              <a:rPr lang="en-US" b="1" dirty="0"/>
              <a:t>Deflect:</a:t>
            </a:r>
            <a:r>
              <a:rPr lang="en-US" dirty="0"/>
              <a:t> Frame your execution as a realization of your leader's overarching vision, allowing them to share or bask in the spotlight.</a:t>
            </a:r>
          </a:p>
          <a:p>
            <a:pPr marL="228600" lvl="0" indent="-228600">
              <a:buFont typeface="+mj-lt"/>
              <a:buAutoNum type="arabicPeriod"/>
            </a:pPr>
            <a:r>
              <a:rPr lang="en-US" b="1" dirty="0"/>
              <a:t>Nuance Check:</a:t>
            </a:r>
            <a:r>
              <a:rPr lang="en-US" dirty="0"/>
              <a:t> Avoid false humility or claiming complete non-involvement. Disclaiming your effort entirely makes you look weak and incompetent. Confidently establish your competence while generously attributing final strategic credit to your superior.</a:t>
            </a:r>
          </a:p>
          <a:p>
            <a:endParaRPr lang="en-US" dirty="0"/>
          </a:p>
        </p:txBody>
      </p:sp>
      <p:sp>
        <p:nvSpPr>
          <p:cNvPr id="4" name="Slide Number Placeholder 3"/>
          <p:cNvSpPr>
            <a:spLocks noGrp="1"/>
          </p:cNvSpPr>
          <p:nvPr>
            <p:ph type="sldNum" sz="quarter" idx="5"/>
          </p:nvPr>
        </p:nvSpPr>
        <p:spPr/>
        <p:txBody>
          <a:bodyPr/>
          <a:lstStyle/>
          <a:p>
            <a:fld id="{56131EFC-768E-4765-8EB5-1F7FDB86621B}" type="slidenum">
              <a:rPr lang="en-US" smtClean="0"/>
              <a:t>10</a:t>
            </a:fld>
            <a:endParaRPr lang="en-US"/>
          </a:p>
        </p:txBody>
      </p:sp>
    </p:spTree>
    <p:extLst>
      <p:ext uri="{BB962C8B-B14F-4D97-AF65-F5344CB8AC3E}">
        <p14:creationId xmlns:p14="http://schemas.microsoft.com/office/powerpoint/2010/main" val="29545106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In the game of power, </a:t>
            </a:r>
            <a:r>
              <a:rPr lang="en-US" b="1" dirty="0"/>
              <a:t>nothing comes completely free</a:t>
            </a:r>
            <a:r>
              <a:rPr lang="en-US" dirty="0"/>
              <a:t>. When someone offers favors or services for nothing, there is often a hidden agenda or ulterior motive.</a:t>
            </a:r>
          </a:p>
          <a:p>
            <a:pPr lvl="0"/>
            <a:r>
              <a:rPr lang="en-US" b="1" dirty="0"/>
              <a:t>Generosity as a Power Move:</a:t>
            </a:r>
            <a:r>
              <a:rPr lang="en-US" dirty="0"/>
              <a:t> Powerful, confident individuals do not act tight-fisted with resources. Being overly cheap signals insecurity and weakness.</a:t>
            </a:r>
          </a:p>
          <a:p>
            <a:pPr lvl="0"/>
            <a:r>
              <a:rPr lang="en-US" b="1" dirty="0"/>
              <a:t>The ROI of Fair Compensation:</a:t>
            </a:r>
            <a:r>
              <a:rPr lang="en-US" dirty="0"/>
              <a:t> Paying employees and partners generously removes lower-level financial anxiety, fosters trust, and builds long-term loyalty. Clear transactions prevent unspoken obligations.</a:t>
            </a:r>
          </a:p>
          <a:p>
            <a:endParaRPr lang="en-US" dirty="0"/>
          </a:p>
        </p:txBody>
      </p:sp>
      <p:sp>
        <p:nvSpPr>
          <p:cNvPr id="4" name="Slide Number Placeholder 3"/>
          <p:cNvSpPr>
            <a:spLocks noGrp="1"/>
          </p:cNvSpPr>
          <p:nvPr>
            <p:ph type="sldNum" sz="quarter" idx="5"/>
          </p:nvPr>
        </p:nvSpPr>
        <p:spPr/>
        <p:txBody>
          <a:bodyPr/>
          <a:lstStyle/>
          <a:p>
            <a:fld id="{56131EFC-768E-4765-8EB5-1F7FDB86621B}" type="slidenum">
              <a:rPr lang="en-US" smtClean="0"/>
              <a:t>11</a:t>
            </a:fld>
            <a:endParaRPr lang="en-US"/>
          </a:p>
        </p:txBody>
      </p:sp>
    </p:spTree>
    <p:extLst>
      <p:ext uri="{BB962C8B-B14F-4D97-AF65-F5344CB8AC3E}">
        <p14:creationId xmlns:p14="http://schemas.microsoft.com/office/powerpoint/2010/main" val="1390724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The single most critical skill to master is shifting your attention outward.</a:t>
            </a:r>
          </a:p>
          <a:p>
            <a:pPr lvl="0"/>
            <a:r>
              <a:rPr lang="en-US" b="1" dirty="0"/>
              <a:t>The Deadly Attitude:</a:t>
            </a:r>
            <a:r>
              <a:rPr lang="en-US" dirty="0"/>
              <a:t> Self-absorption—constantly obsessing over internal feelings, personal needs, victimhood, or asking </a:t>
            </a:r>
            <a:r>
              <a:rPr lang="en-US" i="1" dirty="0"/>
              <a:t>"Do people like me?"</a:t>
            </a:r>
            <a:endParaRPr lang="en-US" dirty="0"/>
          </a:p>
          <a:p>
            <a:pPr lvl="0"/>
            <a:r>
              <a:rPr lang="en-US" b="1" dirty="0"/>
              <a:t>The Killer Skill:</a:t>
            </a:r>
            <a:r>
              <a:rPr lang="en-US" dirty="0"/>
              <a:t> Becoming a master observer of social dynamics. Step away from internal anxieties and focus intensely on reading human psychology, understanding others' needs, and identifying macro-trends 5 years ahead.</a:t>
            </a:r>
          </a:p>
          <a:p>
            <a:endParaRPr lang="en-US" dirty="0"/>
          </a:p>
        </p:txBody>
      </p:sp>
      <p:sp>
        <p:nvSpPr>
          <p:cNvPr id="4" name="Slide Number Placeholder 3"/>
          <p:cNvSpPr>
            <a:spLocks noGrp="1"/>
          </p:cNvSpPr>
          <p:nvPr>
            <p:ph type="sldNum" sz="quarter" idx="5"/>
          </p:nvPr>
        </p:nvSpPr>
        <p:spPr/>
        <p:txBody>
          <a:bodyPr/>
          <a:lstStyle/>
          <a:p>
            <a:fld id="{56131EFC-768E-4765-8EB5-1F7FDB86621B}" type="slidenum">
              <a:rPr lang="en-US" smtClean="0"/>
              <a:t>12</a:t>
            </a:fld>
            <a:endParaRPr lang="en-US"/>
          </a:p>
        </p:txBody>
      </p:sp>
    </p:spTree>
    <p:extLst>
      <p:ext uri="{BB962C8B-B14F-4D97-AF65-F5344CB8AC3E}">
        <p14:creationId xmlns:p14="http://schemas.microsoft.com/office/powerpoint/2010/main" val="21889973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Let's summarize the key differences between these two mindsets:</a:t>
            </a:r>
          </a:p>
          <a:p>
            <a:pPr lvl="0"/>
            <a:r>
              <a:rPr lang="en-US" b="1" dirty="0"/>
              <a:t>Inward Focus:</a:t>
            </a:r>
            <a:r>
              <a:rPr lang="en-US" dirty="0"/>
              <a:t> Driven by fragile ego and raw emotion. Trapped in victimhood, constantly seeking external validation, and blind to underlying social dynamics.</a:t>
            </a:r>
          </a:p>
          <a:p>
            <a:pPr lvl="0"/>
            <a:r>
              <a:rPr lang="en-US" b="1" dirty="0"/>
              <a:t>Outward Focus:</a:t>
            </a:r>
            <a:r>
              <a:rPr lang="en-US" dirty="0"/>
              <a:t> Driven by strategic observation and market analysis. Reads room dynamics, anticipates psychological needs, leverages strategic silence, and remains highly adaptable.</a:t>
            </a:r>
          </a:p>
          <a:p>
            <a:endParaRPr lang="en-US" dirty="0"/>
          </a:p>
        </p:txBody>
      </p:sp>
      <p:sp>
        <p:nvSpPr>
          <p:cNvPr id="4" name="Slide Number Placeholder 3"/>
          <p:cNvSpPr>
            <a:spLocks noGrp="1"/>
          </p:cNvSpPr>
          <p:nvPr>
            <p:ph type="sldNum" sz="quarter" idx="5"/>
          </p:nvPr>
        </p:nvSpPr>
        <p:spPr/>
        <p:txBody>
          <a:bodyPr/>
          <a:lstStyle/>
          <a:p>
            <a:fld id="{56131EFC-768E-4765-8EB5-1F7FDB86621B}" type="slidenum">
              <a:rPr lang="en-US" smtClean="0"/>
              <a:t>13</a:t>
            </a:fld>
            <a:endParaRPr lang="en-US"/>
          </a:p>
        </p:txBody>
      </p:sp>
    </p:spTree>
    <p:extLst>
      <p:ext uri="{BB962C8B-B14F-4D97-AF65-F5344CB8AC3E}">
        <p14:creationId xmlns:p14="http://schemas.microsoft.com/office/powerpoint/2010/main" val="19290635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Building lasting power requires patience across distinct career phases:</a:t>
            </a:r>
          </a:p>
          <a:p>
            <a:pPr lvl="0"/>
            <a:r>
              <a:rPr lang="en-US" b="1" dirty="0"/>
              <a:t>Phase 1: The 20s (Apprenticeship):</a:t>
            </a:r>
            <a:r>
              <a:rPr lang="en-US" dirty="0"/>
              <a:t> Dedicate these years to mastering skills. Build a foundation by mastering 2 to 3 core competencies over 7 years. Develop the discipline to push through tedium, boredom, and frustration.</a:t>
            </a:r>
          </a:p>
          <a:p>
            <a:pPr lvl="0"/>
            <a:r>
              <a:rPr lang="en-US" b="1" dirty="0"/>
              <a:t>The Trap:</a:t>
            </a:r>
            <a:r>
              <a:rPr lang="en-US" dirty="0"/>
              <a:t> Either scattering energy purely on short-term entertainment or remaining rigidly narrow solely chasing an immediate paycheck without developing broader skills.</a:t>
            </a:r>
          </a:p>
          <a:p>
            <a:pPr lvl="0"/>
            <a:r>
              <a:rPr lang="en-US" b="1" dirty="0"/>
              <a:t>Phase 2: The 30s (Convergence):</a:t>
            </a:r>
            <a:r>
              <a:rPr lang="en-US" dirty="0"/>
              <a:t> By age 30, your accumulated skills synthesize into a powerful, specialized domain that commands genuine leverage.</a:t>
            </a:r>
          </a:p>
          <a:p>
            <a:endParaRPr lang="en-US" dirty="0"/>
          </a:p>
        </p:txBody>
      </p:sp>
      <p:sp>
        <p:nvSpPr>
          <p:cNvPr id="4" name="Slide Number Placeholder 3"/>
          <p:cNvSpPr>
            <a:spLocks noGrp="1"/>
          </p:cNvSpPr>
          <p:nvPr>
            <p:ph type="sldNum" sz="quarter" idx="5"/>
          </p:nvPr>
        </p:nvSpPr>
        <p:spPr/>
        <p:txBody>
          <a:bodyPr/>
          <a:lstStyle/>
          <a:p>
            <a:fld id="{56131EFC-768E-4765-8EB5-1F7FDB86621B}" type="slidenum">
              <a:rPr lang="en-US" smtClean="0"/>
              <a:t>14</a:t>
            </a:fld>
            <a:endParaRPr lang="en-US"/>
          </a:p>
        </p:txBody>
      </p:sp>
    </p:spTree>
    <p:extLst>
      <p:ext uri="{BB962C8B-B14F-4D97-AF65-F5344CB8AC3E}">
        <p14:creationId xmlns:p14="http://schemas.microsoft.com/office/powerpoint/2010/main" val="6793219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lvl="0"/>
            <a:r>
              <a:rPr lang="en-US" dirty="0"/>
              <a:t>To conclude: </a:t>
            </a:r>
            <a:r>
              <a:rPr lang="en-US" i="1" dirty="0"/>
              <a:t>"Power is not granted. It is observed, adapted, and carefully played."</a:t>
            </a:r>
            <a:endParaRPr lang="en-US" dirty="0"/>
          </a:p>
          <a:p>
            <a:pPr lvl="0"/>
            <a:r>
              <a:rPr lang="en-US" dirty="0"/>
              <a:t>Keep </a:t>
            </a:r>
            <a:r>
              <a:rPr lang="en-US" b="1" dirty="0"/>
              <a:t>The Obsidian Checklist</a:t>
            </a:r>
            <a:r>
              <a:rPr lang="en-US" dirty="0"/>
              <a:t> top of mind for daily execution:</a:t>
            </a:r>
          </a:p>
          <a:p>
            <a:pPr marL="228600" lvl="0" indent="-228600">
              <a:buFont typeface="+mj-lt"/>
              <a:buAutoNum type="arabicPeriod"/>
            </a:pPr>
            <a:r>
              <a:rPr lang="en-US" b="1" dirty="0"/>
              <a:t>Conceal Intentions:</a:t>
            </a:r>
            <a:r>
              <a:rPr lang="en-US" dirty="0"/>
              <a:t> Speak less, act deliberately, and keep future plans hidden.</a:t>
            </a:r>
          </a:p>
          <a:p>
            <a:pPr marL="228600" lvl="0" indent="-228600">
              <a:buFont typeface="+mj-lt"/>
              <a:buAutoNum type="arabicPeriod"/>
            </a:pPr>
            <a:r>
              <a:rPr lang="en-US" b="1" dirty="0"/>
              <a:t>Master the Ego:</a:t>
            </a:r>
            <a:r>
              <a:rPr lang="en-US" dirty="0"/>
              <a:t> Protect your own emotional discipline, and never violate the egos of superiors or colleagues.</a:t>
            </a:r>
          </a:p>
          <a:p>
            <a:pPr marL="228600" lvl="0" indent="-228600">
              <a:buFont typeface="+mj-lt"/>
              <a:buAutoNum type="arabicPeriod"/>
            </a:pPr>
            <a:r>
              <a:rPr lang="en-US" b="1" dirty="0"/>
              <a:t>Observe the Board:</a:t>
            </a:r>
            <a:r>
              <a:rPr lang="en-US" dirty="0"/>
              <a:t> Cultivate relentless outward focus to read social psychology and anticipate shifts.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56131EFC-768E-4765-8EB5-1F7FDB86621B}" type="slidenum">
              <a:rPr lang="en-US" smtClean="0"/>
              <a:t>15</a:t>
            </a:fld>
            <a:endParaRPr lang="en-US"/>
          </a:p>
        </p:txBody>
      </p:sp>
    </p:spTree>
    <p:extLst>
      <p:ext uri="{BB962C8B-B14F-4D97-AF65-F5344CB8AC3E}">
        <p14:creationId xmlns:p14="http://schemas.microsoft.com/office/powerpoint/2010/main" val="42180652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ties together all six strategic pillars into a clear framework:</a:t>
            </a:r>
          </a:p>
          <a:p>
            <a:pPr marL="171450" lvl="0" indent="-171450">
              <a:buFont typeface="Arial" panose="020B0604020202020204" pitchFamily="34" charset="0"/>
              <a:buChar char="•"/>
            </a:pPr>
            <a:r>
              <a:rPr lang="en-US" b="1" dirty="0"/>
              <a:t>Talk Less to Command More:</a:t>
            </a:r>
            <a:r>
              <a:rPr lang="en-US" dirty="0"/>
              <a:t> Silence builds mystique; excessive talk conveys insecurity.</a:t>
            </a:r>
          </a:p>
          <a:p>
            <a:pPr marL="171450" lvl="0" indent="-171450">
              <a:buFont typeface="Arial" panose="020B0604020202020204" pitchFamily="34" charset="0"/>
              <a:buChar char="•"/>
            </a:pPr>
            <a:r>
              <a:rPr lang="en-US" b="1" dirty="0"/>
              <a:t>Never Outshine the Master:</a:t>
            </a:r>
            <a:r>
              <a:rPr lang="en-US" dirty="0"/>
              <a:t> Manage superiors' egos to safeguard your position.</a:t>
            </a:r>
          </a:p>
          <a:p>
            <a:pPr marL="171450" lvl="0" indent="-171450">
              <a:buFont typeface="Arial" panose="020B0604020202020204" pitchFamily="34" charset="0"/>
              <a:buChar char="•"/>
            </a:pPr>
            <a:r>
              <a:rPr lang="en-US" b="1" dirty="0"/>
              <a:t>Master the Cycle of Absence:</a:t>
            </a:r>
            <a:r>
              <a:rPr lang="en-US" dirty="0"/>
              <a:t> Use strategic distance to regenerate presence and authority.</a:t>
            </a:r>
          </a:p>
          <a:p>
            <a:pPr marL="171450" lvl="0" indent="-171450">
              <a:buFont typeface="Arial" panose="020B0604020202020204" pitchFamily="34" charset="0"/>
              <a:buChar char="•"/>
            </a:pPr>
            <a:r>
              <a:rPr lang="en-US" b="1" dirty="0"/>
              <a:t>Conceal Your Next Move:</a:t>
            </a:r>
            <a:r>
              <a:rPr lang="en-US" dirty="0"/>
              <a:t> Keep your tactical plans protected.</a:t>
            </a:r>
          </a:p>
          <a:p>
            <a:pPr marL="171450" lvl="0" indent="-171450">
              <a:buFont typeface="Arial" panose="020B0604020202020204" pitchFamily="34" charset="0"/>
              <a:buChar char="•"/>
            </a:pPr>
            <a:r>
              <a:rPr lang="en-US" b="1" dirty="0"/>
              <a:t>Adaptability vs. Rigidity:</a:t>
            </a:r>
            <a:r>
              <a:rPr lang="en-US" dirty="0"/>
              <a:t> Flow like water to remain relevant.</a:t>
            </a:r>
          </a:p>
          <a:p>
            <a:pPr marL="171450" lvl="0" indent="-171450">
              <a:buFont typeface="Arial" panose="020B0604020202020204" pitchFamily="34" charset="0"/>
              <a:buChar char="•"/>
            </a:pPr>
            <a:r>
              <a:rPr lang="en-US" b="1" dirty="0"/>
              <a:t>Outward-Focused Mindset:</a:t>
            </a:r>
            <a:r>
              <a:rPr lang="en-US" dirty="0"/>
              <a:t> Observe external reality rather than inner emotional noise.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https://www.youtube.com/watch?v=gnIL4xiWZa4</a:t>
            </a:r>
          </a:p>
          <a:p>
            <a:endParaRPr lang="en-US" dirty="0"/>
          </a:p>
        </p:txBody>
      </p:sp>
      <p:sp>
        <p:nvSpPr>
          <p:cNvPr id="4" name="Slide Number Placeholder 3"/>
          <p:cNvSpPr>
            <a:spLocks noGrp="1"/>
          </p:cNvSpPr>
          <p:nvPr>
            <p:ph type="sldNum" sz="quarter" idx="5"/>
          </p:nvPr>
        </p:nvSpPr>
        <p:spPr/>
        <p:txBody>
          <a:bodyPr/>
          <a:lstStyle/>
          <a:p>
            <a:fld id="{56131EFC-768E-4765-8EB5-1F7FDB86621B}" type="slidenum">
              <a:rPr lang="en-US" smtClean="0"/>
              <a:t>16</a:t>
            </a:fld>
            <a:endParaRPr lang="en-US"/>
          </a:p>
        </p:txBody>
      </p:sp>
    </p:spTree>
    <p:extLst>
      <p:ext uri="{BB962C8B-B14F-4D97-AF65-F5344CB8AC3E}">
        <p14:creationId xmlns:p14="http://schemas.microsoft.com/office/powerpoint/2010/main" val="22269709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BED2C7-7838-337C-0890-1FC6932C3F43}"/>
              </a:ext>
            </a:extLst>
          </p:cNvPr>
          <p:cNvSpPr>
            <a:spLocks noGrp="1"/>
          </p:cNvSpPr>
          <p:nvPr>
            <p:ph type="dt" sz="half" idx="10"/>
          </p:nvPr>
        </p:nvSpPr>
        <p:spPr/>
        <p:txBody>
          <a:bodyPr/>
          <a:lstStyle/>
          <a:p>
            <a:fld id="{4F854F95-4778-4D60-AFC6-662DFA20500B}" type="datetimeFigureOut">
              <a:rPr lang="en-US" smtClean="0"/>
              <a:t>10/21/2026</a:t>
            </a:fld>
            <a:endParaRPr lang="en-US"/>
          </a:p>
        </p:txBody>
      </p:sp>
      <p:sp>
        <p:nvSpPr>
          <p:cNvPr id="3" name="Footer Placeholder 2">
            <a:extLst>
              <a:ext uri="{FF2B5EF4-FFF2-40B4-BE49-F238E27FC236}">
                <a16:creationId xmlns:a16="http://schemas.microsoft.com/office/drawing/2014/main" id="{C91B6129-E55D-D5B4-73D4-64537FFD10C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E97021B-1F04-3C5C-9A01-395308511E03}"/>
              </a:ext>
            </a:extLst>
          </p:cNvPr>
          <p:cNvSpPr>
            <a:spLocks noGrp="1"/>
          </p:cNvSpPr>
          <p:nvPr>
            <p:ph type="sldNum" sz="quarter" idx="12"/>
          </p:nvPr>
        </p:nvSpPr>
        <p:spPr/>
        <p:txBody>
          <a:bodyPr/>
          <a:lstStyle/>
          <a:p>
            <a:fld id="{118AD882-E201-44A6-B739-AC9A2022AD5A}" type="slidenum">
              <a:rPr lang="en-US" smtClean="0"/>
              <a:t>‹#›</a:t>
            </a:fld>
            <a:endParaRPr lang="en-US"/>
          </a:p>
        </p:txBody>
      </p:sp>
    </p:spTree>
    <p:extLst>
      <p:ext uri="{BB962C8B-B14F-4D97-AF65-F5344CB8AC3E}">
        <p14:creationId xmlns:p14="http://schemas.microsoft.com/office/powerpoint/2010/main" val="1480330894"/>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C48D7A-B107-B477-F7B9-BF6AA23CD28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788BA74-B4FF-D1FE-FF66-3329C08409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F9369F-4B89-AC72-CEB9-1ED5271CF5C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F854F95-4778-4D60-AFC6-662DFA20500B}" type="datetimeFigureOut">
              <a:rPr lang="en-US" smtClean="0"/>
              <a:t>10/21/2026</a:t>
            </a:fld>
            <a:endParaRPr lang="en-US"/>
          </a:p>
        </p:txBody>
      </p:sp>
      <p:sp>
        <p:nvSpPr>
          <p:cNvPr id="5" name="Footer Placeholder 4">
            <a:extLst>
              <a:ext uri="{FF2B5EF4-FFF2-40B4-BE49-F238E27FC236}">
                <a16:creationId xmlns:a16="http://schemas.microsoft.com/office/drawing/2014/main" id="{63D4AB04-7A02-3DB4-58A5-5E47330198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AB034D8-268B-6569-01A1-54BB763FA0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18AD882-E201-44A6-B739-AC9A2022AD5A}" type="slidenum">
              <a:rPr lang="en-US" smtClean="0"/>
              <a:t>‹#›</a:t>
            </a:fld>
            <a:endParaRPr lang="en-US"/>
          </a:p>
        </p:txBody>
      </p:sp>
    </p:spTree>
    <p:extLst>
      <p:ext uri="{BB962C8B-B14F-4D97-AF65-F5344CB8AC3E}">
        <p14:creationId xmlns:p14="http://schemas.microsoft.com/office/powerpoint/2010/main" val="3089295872"/>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BD71900-E4A0-CAE5-04CD-1C04A94CC7F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36FBC29-5611-C737-B1F7-C4F6205F7AA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741EB78-4D50-900C-9AA2-BC8CE7008D9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A49A3DA-FA55-37FB-7C2E-111BC31640C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407EFFF-9AB5-DAFC-9C7D-E0B74E54276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12846EB-B3E3-56BD-090E-B09C1D326FF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7207690-BD7E-F2D2-B925-15FFE12558D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326CA88-F7DC-2156-C4E7-3400BEDD148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2F7A467-C148-776B-EF40-AB1166CB940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BBC5147-398F-D3C3-2128-7D36BE44643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B7618C0-EF86-CBA5-AB10-19C01262E8D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7F98ED5-E5B8-4007-C6B4-A6DED56BD19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0B9D219-0F0F-268F-099F-41C2F8852B3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E0AE9B1-BBC1-49AC-D2C0-94931AD6F9A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56C35A0-AB2F-F717-63D9-D2B65F7093F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46C24B-3FF4-2C16-2912-701DAB42D68B}"/>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3582406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1628</Words>
  <Application>Microsoft Office PowerPoint</Application>
  <PresentationFormat>寬螢幕</PresentationFormat>
  <Paragraphs>85</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2026-09-18T00:07:31Z</dcterms:created>
  <dcterms:modified xsi:type="dcterms:W3CDTF">2026-10-21T02:43:23Z</dcterms:modified>
</cp:coreProperties>
</file>