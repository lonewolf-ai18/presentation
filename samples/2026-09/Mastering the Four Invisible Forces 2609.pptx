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3825C2-258A-48C6-8821-DA98CD6E2448}" v="23" dt="2026-09-04T14:47:32.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8518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04T14:47:42.733" v="133" actId="166"/>
      <pc:docMkLst>
        <pc:docMk/>
      </pc:docMkLst>
      <pc:sldChg chg="addSp delSp modSp mod modNotes modNotesTx">
        <pc:chgData name="Lai, Wilson" userId="2840974a-0d84-4886-90a9-9a3ed79f3a48" providerId="ADAL" clId="{9F23B798-9E84-4552-BA63-E776E805C424}" dt="2026-09-04T14:47:42.733" v="133" actId="166"/>
        <pc:sldMkLst>
          <pc:docMk/>
          <pc:sldMk cId="0" sldId="257"/>
        </pc:sldMkLst>
        <pc:picChg chg="del">
          <ac:chgData name="Lai, Wilson" userId="2840974a-0d84-4886-90a9-9a3ed79f3a48" providerId="ADAL" clId="{9F23B798-9E84-4552-BA63-E776E805C424}" dt="2026-09-04T11:55:13.386" v="0" actId="21"/>
          <ac:picMkLst>
            <pc:docMk/>
            <pc:sldMk cId="0" sldId="257"/>
            <ac:picMk id="2" creationId="{00000000-0000-0000-0000-000000000000}"/>
          </ac:picMkLst>
        </pc:picChg>
        <pc:picChg chg="add ord">
          <ac:chgData name="Lai, Wilson" userId="2840974a-0d84-4886-90a9-9a3ed79f3a48" providerId="ADAL" clId="{9F23B798-9E84-4552-BA63-E776E805C424}" dt="2026-09-04T14:47:42.733" v="133" actId="166"/>
          <ac:picMkLst>
            <pc:docMk/>
            <pc:sldMk cId="0" sldId="257"/>
            <ac:picMk id="7" creationId="{90CC243A-A817-C984-50E6-39BD3EA29E4D}"/>
          </ac:picMkLst>
        </pc:picChg>
      </pc:sldChg>
      <pc:sldChg chg="addSp delSp mod modNotes modNotesTx">
        <pc:chgData name="Lai, Wilson" userId="2840974a-0d84-4886-90a9-9a3ed79f3a48" providerId="ADAL" clId="{9F23B798-9E84-4552-BA63-E776E805C424}" dt="2026-09-04T14:47:32.799" v="131"/>
        <pc:sldMkLst>
          <pc:docMk/>
          <pc:sldMk cId="0" sldId="258"/>
        </pc:sldMkLst>
        <pc:picChg chg="del">
          <ac:chgData name="Lai, Wilson" userId="2840974a-0d84-4886-90a9-9a3ed79f3a48" providerId="ADAL" clId="{9F23B798-9E84-4552-BA63-E776E805C424}" dt="2026-09-04T11:55:29.413" v="2" actId="21"/>
          <ac:picMkLst>
            <pc:docMk/>
            <pc:sldMk cId="0" sldId="258"/>
            <ac:picMk id="2" creationId="{00000000-0000-0000-0000-000000000000}"/>
          </ac:picMkLst>
        </pc:picChg>
        <pc:picChg chg="add">
          <ac:chgData name="Lai, Wilson" userId="2840974a-0d84-4886-90a9-9a3ed79f3a48" providerId="ADAL" clId="{9F23B798-9E84-4552-BA63-E776E805C424}" dt="2026-09-04T11:55:36.866" v="3" actId="22"/>
          <ac:picMkLst>
            <pc:docMk/>
            <pc:sldMk cId="0" sldId="258"/>
            <ac:picMk id="4" creationId="{4E856B16-8C25-316C-80FA-F1F1528135FF}"/>
          </ac:picMkLst>
        </pc:picChg>
      </pc:sldChg>
      <pc:sldChg chg="addSp delSp mod modNotes modNotesTx">
        <pc:chgData name="Lai, Wilson" userId="2840974a-0d84-4886-90a9-9a3ed79f3a48" providerId="ADAL" clId="{9F23B798-9E84-4552-BA63-E776E805C424}" dt="2026-09-04T14:47:32.799" v="131"/>
        <pc:sldMkLst>
          <pc:docMk/>
          <pc:sldMk cId="0" sldId="259"/>
        </pc:sldMkLst>
        <pc:picChg chg="del">
          <ac:chgData name="Lai, Wilson" userId="2840974a-0d84-4886-90a9-9a3ed79f3a48" providerId="ADAL" clId="{9F23B798-9E84-4552-BA63-E776E805C424}" dt="2026-09-04T11:56:02.379" v="6" actId="21"/>
          <ac:picMkLst>
            <pc:docMk/>
            <pc:sldMk cId="0" sldId="259"/>
            <ac:picMk id="2" creationId="{00000000-0000-0000-0000-000000000000}"/>
          </ac:picMkLst>
        </pc:picChg>
        <pc:picChg chg="add">
          <ac:chgData name="Lai, Wilson" userId="2840974a-0d84-4886-90a9-9a3ed79f3a48" providerId="ADAL" clId="{9F23B798-9E84-4552-BA63-E776E805C424}" dt="2026-09-04T11:56:09.791" v="7" actId="22"/>
          <ac:picMkLst>
            <pc:docMk/>
            <pc:sldMk cId="0" sldId="259"/>
            <ac:picMk id="4" creationId="{C722A45D-8A04-24D4-24C1-989EDA96015C}"/>
          </ac:picMkLst>
        </pc:picChg>
      </pc:sldChg>
      <pc:sldChg chg="addSp delSp mod modNotes modNotesTx">
        <pc:chgData name="Lai, Wilson" userId="2840974a-0d84-4886-90a9-9a3ed79f3a48" providerId="ADAL" clId="{9F23B798-9E84-4552-BA63-E776E805C424}" dt="2026-09-04T14:47:32.799" v="131"/>
        <pc:sldMkLst>
          <pc:docMk/>
          <pc:sldMk cId="0" sldId="260"/>
        </pc:sldMkLst>
        <pc:picChg chg="del">
          <ac:chgData name="Lai, Wilson" userId="2840974a-0d84-4886-90a9-9a3ed79f3a48" providerId="ADAL" clId="{9F23B798-9E84-4552-BA63-E776E805C424}" dt="2026-09-04T11:56:11.616" v="8" actId="21"/>
          <ac:picMkLst>
            <pc:docMk/>
            <pc:sldMk cId="0" sldId="260"/>
            <ac:picMk id="2" creationId="{00000000-0000-0000-0000-000000000000}"/>
          </ac:picMkLst>
        </pc:picChg>
        <pc:picChg chg="add">
          <ac:chgData name="Lai, Wilson" userId="2840974a-0d84-4886-90a9-9a3ed79f3a48" providerId="ADAL" clId="{9F23B798-9E84-4552-BA63-E776E805C424}" dt="2026-09-04T11:56:18.965" v="9" actId="22"/>
          <ac:picMkLst>
            <pc:docMk/>
            <pc:sldMk cId="0" sldId="260"/>
            <ac:picMk id="4" creationId="{3E7F7629-7DDC-DE34-F4BD-C10CA1976E1E}"/>
          </ac:picMkLst>
        </pc:picChg>
      </pc:sldChg>
      <pc:sldChg chg="addSp delSp mod modNotes modNotesTx">
        <pc:chgData name="Lai, Wilson" userId="2840974a-0d84-4886-90a9-9a3ed79f3a48" providerId="ADAL" clId="{9F23B798-9E84-4552-BA63-E776E805C424}" dt="2026-09-04T14:47:32.799" v="131"/>
        <pc:sldMkLst>
          <pc:docMk/>
          <pc:sldMk cId="0" sldId="261"/>
        </pc:sldMkLst>
        <pc:picChg chg="del">
          <ac:chgData name="Lai, Wilson" userId="2840974a-0d84-4886-90a9-9a3ed79f3a48" providerId="ADAL" clId="{9F23B798-9E84-4552-BA63-E776E805C424}" dt="2026-09-04T11:59:46.570" v="28" actId="21"/>
          <ac:picMkLst>
            <pc:docMk/>
            <pc:sldMk cId="0" sldId="261"/>
            <ac:picMk id="2" creationId="{00000000-0000-0000-0000-000000000000}"/>
          </ac:picMkLst>
        </pc:picChg>
        <pc:picChg chg="add">
          <ac:chgData name="Lai, Wilson" userId="2840974a-0d84-4886-90a9-9a3ed79f3a48" providerId="ADAL" clId="{9F23B798-9E84-4552-BA63-E776E805C424}" dt="2026-09-04T11:59:54.581" v="29" actId="22"/>
          <ac:picMkLst>
            <pc:docMk/>
            <pc:sldMk cId="0" sldId="261"/>
            <ac:picMk id="4" creationId="{3DF92CCC-7ED8-2A97-CEBB-190C9039C50B}"/>
          </ac:picMkLst>
        </pc:picChg>
      </pc:sldChg>
      <pc:sldChg chg="addSp delSp mod modNotes modNotesTx">
        <pc:chgData name="Lai, Wilson" userId="2840974a-0d84-4886-90a9-9a3ed79f3a48" providerId="ADAL" clId="{9F23B798-9E84-4552-BA63-E776E805C424}" dt="2026-09-04T14:47:32.799" v="131"/>
        <pc:sldMkLst>
          <pc:docMk/>
          <pc:sldMk cId="0" sldId="262"/>
        </pc:sldMkLst>
        <pc:picChg chg="del">
          <ac:chgData name="Lai, Wilson" userId="2840974a-0d84-4886-90a9-9a3ed79f3a48" providerId="ADAL" clId="{9F23B798-9E84-4552-BA63-E776E805C424}" dt="2026-09-04T11:56:21.047" v="10" actId="21"/>
          <ac:picMkLst>
            <pc:docMk/>
            <pc:sldMk cId="0" sldId="262"/>
            <ac:picMk id="2" creationId="{00000000-0000-0000-0000-000000000000}"/>
          </ac:picMkLst>
        </pc:picChg>
        <pc:picChg chg="add">
          <ac:chgData name="Lai, Wilson" userId="2840974a-0d84-4886-90a9-9a3ed79f3a48" providerId="ADAL" clId="{9F23B798-9E84-4552-BA63-E776E805C424}" dt="2026-09-04T11:56:29.625" v="11" actId="22"/>
          <ac:picMkLst>
            <pc:docMk/>
            <pc:sldMk cId="0" sldId="262"/>
            <ac:picMk id="4" creationId="{486731B3-7B55-4A0F-293C-FBBB191ED056}"/>
          </ac:picMkLst>
        </pc:picChg>
      </pc:sldChg>
      <pc:sldChg chg="addSp delSp mod modNotes modNotesTx">
        <pc:chgData name="Lai, Wilson" userId="2840974a-0d84-4886-90a9-9a3ed79f3a48" providerId="ADAL" clId="{9F23B798-9E84-4552-BA63-E776E805C424}" dt="2026-09-04T14:47:32.799" v="131"/>
        <pc:sldMkLst>
          <pc:docMk/>
          <pc:sldMk cId="0" sldId="263"/>
        </pc:sldMkLst>
        <pc:picChg chg="del">
          <ac:chgData name="Lai, Wilson" userId="2840974a-0d84-4886-90a9-9a3ed79f3a48" providerId="ADAL" clId="{9F23B798-9E84-4552-BA63-E776E805C424}" dt="2026-09-04T11:56:32.270" v="12" actId="21"/>
          <ac:picMkLst>
            <pc:docMk/>
            <pc:sldMk cId="0" sldId="263"/>
            <ac:picMk id="2" creationId="{00000000-0000-0000-0000-000000000000}"/>
          </ac:picMkLst>
        </pc:picChg>
        <pc:picChg chg="add">
          <ac:chgData name="Lai, Wilson" userId="2840974a-0d84-4886-90a9-9a3ed79f3a48" providerId="ADAL" clId="{9F23B798-9E84-4552-BA63-E776E805C424}" dt="2026-09-04T11:56:39.592" v="13" actId="22"/>
          <ac:picMkLst>
            <pc:docMk/>
            <pc:sldMk cId="0" sldId="263"/>
            <ac:picMk id="4" creationId="{79EA4FF3-DEDB-2B99-19F3-3BB49DEAEA2B}"/>
          </ac:picMkLst>
        </pc:picChg>
      </pc:sldChg>
      <pc:sldChg chg="addSp delSp mod modNotes modNotesTx">
        <pc:chgData name="Lai, Wilson" userId="2840974a-0d84-4886-90a9-9a3ed79f3a48" providerId="ADAL" clId="{9F23B798-9E84-4552-BA63-E776E805C424}" dt="2026-09-04T14:47:32.799" v="131"/>
        <pc:sldMkLst>
          <pc:docMk/>
          <pc:sldMk cId="0" sldId="264"/>
        </pc:sldMkLst>
        <pc:picChg chg="del">
          <ac:chgData name="Lai, Wilson" userId="2840974a-0d84-4886-90a9-9a3ed79f3a48" providerId="ADAL" clId="{9F23B798-9E84-4552-BA63-E776E805C424}" dt="2026-09-04T11:56:41.297" v="14" actId="21"/>
          <ac:picMkLst>
            <pc:docMk/>
            <pc:sldMk cId="0" sldId="264"/>
            <ac:picMk id="2" creationId="{00000000-0000-0000-0000-000000000000}"/>
          </ac:picMkLst>
        </pc:picChg>
        <pc:picChg chg="add">
          <ac:chgData name="Lai, Wilson" userId="2840974a-0d84-4886-90a9-9a3ed79f3a48" providerId="ADAL" clId="{9F23B798-9E84-4552-BA63-E776E805C424}" dt="2026-09-04T11:57:38.122" v="15" actId="22"/>
          <ac:picMkLst>
            <pc:docMk/>
            <pc:sldMk cId="0" sldId="264"/>
            <ac:picMk id="4" creationId="{A224D7B3-26CB-D5F3-39E0-47D39D9F7BAF}"/>
          </ac:picMkLst>
        </pc:picChg>
      </pc:sldChg>
      <pc:sldChg chg="addSp delSp mod modNotes modNotesTx">
        <pc:chgData name="Lai, Wilson" userId="2840974a-0d84-4886-90a9-9a3ed79f3a48" providerId="ADAL" clId="{9F23B798-9E84-4552-BA63-E776E805C424}" dt="2026-09-04T14:47:32.799" v="131"/>
        <pc:sldMkLst>
          <pc:docMk/>
          <pc:sldMk cId="0" sldId="265"/>
        </pc:sldMkLst>
        <pc:picChg chg="del">
          <ac:chgData name="Lai, Wilson" userId="2840974a-0d84-4886-90a9-9a3ed79f3a48" providerId="ADAL" clId="{9F23B798-9E84-4552-BA63-E776E805C424}" dt="2026-09-04T11:57:41.540" v="16" actId="21"/>
          <ac:picMkLst>
            <pc:docMk/>
            <pc:sldMk cId="0" sldId="265"/>
            <ac:picMk id="2" creationId="{00000000-0000-0000-0000-000000000000}"/>
          </ac:picMkLst>
        </pc:picChg>
        <pc:picChg chg="add del">
          <ac:chgData name="Lai, Wilson" userId="2840974a-0d84-4886-90a9-9a3ed79f3a48" providerId="ADAL" clId="{9F23B798-9E84-4552-BA63-E776E805C424}" dt="2026-09-04T12:00:14.530" v="30" actId="21"/>
          <ac:picMkLst>
            <pc:docMk/>
            <pc:sldMk cId="0" sldId="265"/>
            <ac:picMk id="4" creationId="{175DB81F-D218-FEAF-1C7E-6BE86B7685F8}"/>
          </ac:picMkLst>
        </pc:picChg>
        <pc:picChg chg="add">
          <ac:chgData name="Lai, Wilson" userId="2840974a-0d84-4886-90a9-9a3ed79f3a48" providerId="ADAL" clId="{9F23B798-9E84-4552-BA63-E776E805C424}" dt="2026-09-04T12:00:37.785" v="31" actId="22"/>
          <ac:picMkLst>
            <pc:docMk/>
            <pc:sldMk cId="0" sldId="265"/>
            <ac:picMk id="6" creationId="{41308E15-6E0E-DDA3-B468-325B536B93A3}"/>
          </ac:picMkLst>
        </pc:picChg>
      </pc:sldChg>
      <pc:sldChg chg="addSp delSp mod modNotes modNotesTx">
        <pc:chgData name="Lai, Wilson" userId="2840974a-0d84-4886-90a9-9a3ed79f3a48" providerId="ADAL" clId="{9F23B798-9E84-4552-BA63-E776E805C424}" dt="2026-09-04T14:47:32.799" v="131"/>
        <pc:sldMkLst>
          <pc:docMk/>
          <pc:sldMk cId="0" sldId="266"/>
        </pc:sldMkLst>
        <pc:picChg chg="add del">
          <ac:chgData name="Lai, Wilson" userId="2840974a-0d84-4886-90a9-9a3ed79f3a48" providerId="ADAL" clId="{9F23B798-9E84-4552-BA63-E776E805C424}" dt="2026-09-04T11:59:31.894" v="26" actId="21"/>
          <ac:picMkLst>
            <pc:docMk/>
            <pc:sldMk cId="0" sldId="266"/>
            <ac:picMk id="2" creationId="{00000000-0000-0000-0000-000000000000}"/>
          </ac:picMkLst>
        </pc:picChg>
        <pc:picChg chg="add del">
          <ac:chgData name="Lai, Wilson" userId="2840974a-0d84-4886-90a9-9a3ed79f3a48" providerId="ADAL" clId="{9F23B798-9E84-4552-BA63-E776E805C424}" dt="2026-09-04T11:58:52.139" v="20" actId="22"/>
          <ac:picMkLst>
            <pc:docMk/>
            <pc:sldMk cId="0" sldId="266"/>
            <ac:picMk id="4" creationId="{F29E979E-F12C-9632-AC16-3D621A6900BD}"/>
          </ac:picMkLst>
        </pc:picChg>
        <pc:picChg chg="add">
          <ac:chgData name="Lai, Wilson" userId="2840974a-0d84-4886-90a9-9a3ed79f3a48" providerId="ADAL" clId="{9F23B798-9E84-4552-BA63-E776E805C424}" dt="2026-09-04T11:59:39.406" v="27" actId="22"/>
          <ac:picMkLst>
            <pc:docMk/>
            <pc:sldMk cId="0" sldId="266"/>
            <ac:picMk id="6" creationId="{F07028AC-6E8A-5177-EAF8-2ED9CC15342D}"/>
          </ac:picMkLst>
        </pc:picChg>
      </pc:sldChg>
      <pc:sldChg chg="addSp delSp mod modNotes modNotesTx">
        <pc:chgData name="Lai, Wilson" userId="2840974a-0d84-4886-90a9-9a3ed79f3a48" providerId="ADAL" clId="{9F23B798-9E84-4552-BA63-E776E805C424}" dt="2026-09-04T14:47:32.799" v="131"/>
        <pc:sldMkLst>
          <pc:docMk/>
          <pc:sldMk cId="0" sldId="267"/>
        </pc:sldMkLst>
        <pc:picChg chg="del">
          <ac:chgData name="Lai, Wilson" userId="2840974a-0d84-4886-90a9-9a3ed79f3a48" providerId="ADAL" clId="{9F23B798-9E84-4552-BA63-E776E805C424}" dt="2026-09-04T11:59:01.626" v="22" actId="21"/>
          <ac:picMkLst>
            <pc:docMk/>
            <pc:sldMk cId="0" sldId="267"/>
            <ac:picMk id="2" creationId="{00000000-0000-0000-0000-000000000000}"/>
          </ac:picMkLst>
        </pc:picChg>
        <pc:picChg chg="add">
          <ac:chgData name="Lai, Wilson" userId="2840974a-0d84-4886-90a9-9a3ed79f3a48" providerId="ADAL" clId="{9F23B798-9E84-4552-BA63-E776E805C424}" dt="2026-09-04T11:59:09.668" v="23" actId="22"/>
          <ac:picMkLst>
            <pc:docMk/>
            <pc:sldMk cId="0" sldId="267"/>
            <ac:picMk id="4" creationId="{E17AB48F-7EC3-C667-7C87-2B8628CC9B28}"/>
          </ac:picMkLst>
        </pc:picChg>
      </pc:sldChg>
      <pc:sldChg chg="addSp delSp mod modNotes modNotesTx">
        <pc:chgData name="Lai, Wilson" userId="2840974a-0d84-4886-90a9-9a3ed79f3a48" providerId="ADAL" clId="{9F23B798-9E84-4552-BA63-E776E805C424}" dt="2026-09-04T14:47:32.799" v="131"/>
        <pc:sldMkLst>
          <pc:docMk/>
          <pc:sldMk cId="0" sldId="268"/>
        </pc:sldMkLst>
        <pc:picChg chg="del">
          <ac:chgData name="Lai, Wilson" userId="2840974a-0d84-4886-90a9-9a3ed79f3a48" providerId="ADAL" clId="{9F23B798-9E84-4552-BA63-E776E805C424}" dt="2026-09-04T11:59:11.472" v="24" actId="21"/>
          <ac:picMkLst>
            <pc:docMk/>
            <pc:sldMk cId="0" sldId="268"/>
            <ac:picMk id="2" creationId="{00000000-0000-0000-0000-000000000000}"/>
          </ac:picMkLst>
        </pc:picChg>
        <pc:picChg chg="add">
          <ac:chgData name="Lai, Wilson" userId="2840974a-0d84-4886-90a9-9a3ed79f3a48" providerId="ADAL" clId="{9F23B798-9E84-4552-BA63-E776E805C424}" dt="2026-09-04T11:59:22.725" v="25" actId="22"/>
          <ac:picMkLst>
            <pc:docMk/>
            <pc:sldMk cId="0" sldId="268"/>
            <ac:picMk id="4" creationId="{F87F6169-ED65-58E5-88B3-B4B0F5C84992}"/>
          </ac:picMkLst>
        </pc:picChg>
      </pc:sldChg>
      <pc:sldChg chg="addSp delSp mod modNotes modNotesTx">
        <pc:chgData name="Lai, Wilson" userId="2840974a-0d84-4886-90a9-9a3ed79f3a48" providerId="ADAL" clId="{9F23B798-9E84-4552-BA63-E776E805C424}" dt="2026-09-04T14:47:32.799" v="131"/>
        <pc:sldMkLst>
          <pc:docMk/>
          <pc:sldMk cId="0" sldId="269"/>
        </pc:sldMkLst>
        <pc:picChg chg="del">
          <ac:chgData name="Lai, Wilson" userId="2840974a-0d84-4886-90a9-9a3ed79f3a48" providerId="ADAL" clId="{9F23B798-9E84-4552-BA63-E776E805C424}" dt="2026-09-04T11:55:45.426" v="4" actId="21"/>
          <ac:picMkLst>
            <pc:docMk/>
            <pc:sldMk cId="0" sldId="269"/>
            <ac:picMk id="2" creationId="{00000000-0000-0000-0000-000000000000}"/>
          </ac:picMkLst>
        </pc:picChg>
        <pc:picChg chg="add">
          <ac:chgData name="Lai, Wilson" userId="2840974a-0d84-4886-90a9-9a3ed79f3a48" providerId="ADAL" clId="{9F23B798-9E84-4552-BA63-E776E805C424}" dt="2026-09-04T11:55:52.965" v="5" actId="22"/>
          <ac:picMkLst>
            <pc:docMk/>
            <pc:sldMk cId="0" sldId="269"/>
            <ac:picMk id="4" creationId="{88BFF8DA-90AC-2D26-7DFB-0D6C92E9EA07}"/>
          </ac:picMkLst>
        </pc:picChg>
      </pc:sldChg>
      <pc:sldChg chg="modNotes modNotesTx">
        <pc:chgData name="Lai, Wilson" userId="2840974a-0d84-4886-90a9-9a3ed79f3a48" providerId="ADAL" clId="{9F23B798-9E84-4552-BA63-E776E805C424}" dt="2026-09-04T14:47:32.799" v="131"/>
        <pc:sldMkLst>
          <pc:docMk/>
          <pc:sldMk cId="2740506123"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DEE70-4E03-49A2-97BD-2C0A26C51060}"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F42A9A-234D-432F-ABE9-4844833323ED}" type="slidenum">
              <a:rPr lang="en-US" smtClean="0"/>
              <a:t>‹#›</a:t>
            </a:fld>
            <a:endParaRPr lang="en-US"/>
          </a:p>
        </p:txBody>
      </p:sp>
    </p:spTree>
    <p:extLst>
      <p:ext uri="{BB962C8B-B14F-4D97-AF65-F5344CB8AC3E}">
        <p14:creationId xmlns:p14="http://schemas.microsoft.com/office/powerpoint/2010/main" val="4092363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Frame:</a:t>
            </a:r>
            <a:r>
              <a:rPr lang="en-US" sz="1200" kern="1200" dirty="0">
                <a:solidFill>
                  <a:schemeClr val="tx1"/>
                </a:solidFill>
                <a:effectLst/>
                <a:latin typeface="+mn-lt"/>
                <a:ea typeface="+mn-ea"/>
                <a:cs typeface="+mn-cs"/>
              </a:rPr>
              <a:t> Welcome, everyone. Today we are exploring a fundamental truth that governs our lives: Big lives are rarely destroyed by one massive, dramatic mistake. Instead, they are quietly weakened by small permissions—invisible choices made day in and day out. </a:t>
            </a:r>
          </a:p>
          <a:p>
            <a:pPr lvl="0"/>
            <a:r>
              <a:rPr lang="en-US" sz="1200" b="1" kern="1200" dirty="0">
                <a:solidFill>
                  <a:schemeClr val="tx1"/>
                </a:solidFill>
                <a:effectLst/>
                <a:latin typeface="+mn-lt"/>
                <a:ea typeface="+mn-ea"/>
                <a:cs typeface="+mn-cs"/>
              </a:rPr>
              <a:t>The Core Thesis:</a:t>
            </a:r>
            <a:r>
              <a:rPr lang="en-US" sz="1200" kern="1200" dirty="0">
                <a:solidFill>
                  <a:schemeClr val="tx1"/>
                </a:solidFill>
                <a:effectLst/>
                <a:latin typeface="+mn-lt"/>
                <a:ea typeface="+mn-ea"/>
                <a:cs typeface="+mn-cs"/>
              </a:rPr>
              <a:t> We live in a world obsessed with external circumstances—the economy, market changes, other people's actions. But real control isn't about governing the entire world. It’s about governing your internal territory: your </a:t>
            </a:r>
            <a:r>
              <a:rPr lang="en-US" sz="1200" b="1" kern="1200" dirty="0">
                <a:solidFill>
                  <a:schemeClr val="tx1"/>
                </a:solidFill>
                <a:effectLst/>
                <a:latin typeface="+mn-lt"/>
                <a:ea typeface="+mn-ea"/>
                <a:cs typeface="+mn-cs"/>
              </a:rPr>
              <a:t>Mind, Mood, Mouth, and Money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Video Reference &amp; Context:</a:t>
            </a:r>
            <a:r>
              <a:rPr lang="en-US" sz="1200" kern="1200" dirty="0">
                <a:solidFill>
                  <a:schemeClr val="tx1"/>
                </a:solidFill>
                <a:effectLst/>
                <a:latin typeface="+mn-lt"/>
                <a:ea typeface="+mn-ea"/>
                <a:cs typeface="+mn-cs"/>
              </a:rPr>
              <a:t> In the keynote video, the speaker emphasizes that intelligence, talent, and education cannot save you if these four domains are out of alignment. You can have all the potential in the world, yet watch your life move slowly in the wrong direction simply because these forces are controlling you instead of you controlling them. </a:t>
            </a:r>
          </a:p>
          <a:p>
            <a:endParaRPr lang="en-US" dirty="0"/>
          </a:p>
          <a:p>
            <a:endParaRPr lang="en-US" dirty="0"/>
          </a:p>
          <a:p>
            <a:r>
              <a:rPr lang="en-US" dirty="0"/>
              <a:t>https://www.youtube.com/watch?v=lLwChnl_fXQ</a:t>
            </a:r>
          </a:p>
        </p:txBody>
      </p:sp>
      <p:sp>
        <p:nvSpPr>
          <p:cNvPr id="4" name="Slide Number Placeholder 3"/>
          <p:cNvSpPr>
            <a:spLocks noGrp="1"/>
          </p:cNvSpPr>
          <p:nvPr>
            <p:ph type="sldNum" sz="quarter" idx="5"/>
          </p:nvPr>
        </p:nvSpPr>
        <p:spPr/>
        <p:txBody>
          <a:bodyPr/>
          <a:lstStyle/>
          <a:p>
            <a:fld id="{F5BC10F8-5711-4B6D-80B2-D30128A4ED95}" type="slidenum">
              <a:rPr lang="en-US" smtClean="0"/>
              <a:t>1</a:t>
            </a:fld>
            <a:endParaRPr lang="en-US"/>
          </a:p>
        </p:txBody>
      </p:sp>
    </p:spTree>
    <p:extLst>
      <p:ext uri="{BB962C8B-B14F-4D97-AF65-F5344CB8AC3E}">
        <p14:creationId xmlns:p14="http://schemas.microsoft.com/office/powerpoint/2010/main" val="473875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Danger of 'Small Permissions':</a:t>
            </a:r>
            <a:r>
              <a:rPr lang="en-US" sz="1200" kern="1200" dirty="0">
                <a:solidFill>
                  <a:schemeClr val="tx1"/>
                </a:solidFill>
                <a:effectLst/>
                <a:latin typeface="+mn-lt"/>
                <a:ea typeface="+mn-ea"/>
                <a:cs typeface="+mn-cs"/>
              </a:rPr>
              <a:t> Notice the graphic on this slide. You permit yourself to think negatively for another hour. You permit yourself to stay angry for another day. You permit yourself to spend money you promised you would save. </a:t>
            </a:r>
          </a:p>
          <a:p>
            <a:pPr lvl="0"/>
            <a:r>
              <a:rPr lang="en-US" sz="1200" b="1" kern="1200" dirty="0">
                <a:solidFill>
                  <a:schemeClr val="tx1"/>
                </a:solidFill>
                <a:effectLst/>
                <a:latin typeface="+mn-lt"/>
                <a:ea typeface="+mn-ea"/>
                <a:cs typeface="+mn-cs"/>
              </a:rPr>
              <a:t>The Invisible Mechanism:</a:t>
            </a:r>
            <a:r>
              <a:rPr lang="en-US" sz="1200" kern="1200" dirty="0">
                <a:solidFill>
                  <a:schemeClr val="tx1"/>
                </a:solidFill>
                <a:effectLst/>
                <a:latin typeface="+mn-lt"/>
                <a:ea typeface="+mn-ea"/>
                <a:cs typeface="+mn-cs"/>
              </a:rPr>
              <a:t> Why are these small permissions so dangerous? Because nothing dramatic happens immediately. If you plant a seed today, you don't see a tree tomorrow. But beneath the surface, the compound effect is always running. </a:t>
            </a:r>
          </a:p>
          <a:p>
            <a:pPr lvl="0"/>
            <a:r>
              <a:rPr lang="en-US" sz="1200" b="1" kern="1200" dirty="0">
                <a:solidFill>
                  <a:schemeClr val="tx1"/>
                </a:solidFill>
                <a:effectLst/>
                <a:latin typeface="+mn-lt"/>
                <a:ea typeface="+mn-ea"/>
                <a:cs typeface="+mn-cs"/>
              </a:rPr>
              <a:t>Video Insights:</a:t>
            </a:r>
            <a:r>
              <a:rPr lang="en-US" sz="1200" kern="1200" dirty="0">
                <a:solidFill>
                  <a:schemeClr val="tx1"/>
                </a:solidFill>
                <a:effectLst/>
                <a:latin typeface="+mn-lt"/>
                <a:ea typeface="+mn-ea"/>
                <a:cs typeface="+mn-cs"/>
              </a:rPr>
              <a:t> As noted in the talk, repeated long enough, these nearly invisible permissions become your direction, and direction inevitably becomes your destiny. The mind plants, the mood waters, the mouth reinforces, and the money reveals your true values. Years later, people call the outcome 'luck' or 'destiny,' but it was built in these quiet, private moments. </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Key Audience Question:</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What is one small permission you’ve been granting yourself this week that you know is steering you off course?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2</a:t>
            </a:fld>
            <a:endParaRPr lang="en-US"/>
          </a:p>
        </p:txBody>
      </p:sp>
    </p:spTree>
    <p:extLst>
      <p:ext uri="{BB962C8B-B14F-4D97-AF65-F5344CB8AC3E}">
        <p14:creationId xmlns:p14="http://schemas.microsoft.com/office/powerpoint/2010/main" val="683190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Reaction:</a:t>
                </a:r>
                <a:r>
                  <a:rPr lang="en-US" sz="1200" kern="1200" dirty="0">
                    <a:solidFill>
                      <a:schemeClr val="tx1"/>
                    </a:solidFill>
                    <a:effectLst/>
                    <a:latin typeface="+mn-lt"/>
                    <a:ea typeface="+mn-ea"/>
                    <a:cs typeface="+mn-cs"/>
                  </a:rPr>
                  <a:t> Look at the visual flow: Stimulus leads to Reaction. Most people live entirely trapped </a:t>
                </a:r>
                <a:r>
                  <a:rPr lang="en-US" sz="1200" kern="1200" dirty="0" err="1">
                    <a:solidFill>
                      <a:schemeClr val="tx1"/>
                    </a:solidFill>
                    <a:effectLst/>
                    <a:latin typeface="+mn-lt"/>
                    <a:ea typeface="+mn-ea"/>
                    <a:cs typeface="+mn-cs"/>
                  </a:rPr>
                  <a:t>iide</a:t>
                </a:r>
                <a:r>
                  <a:rPr lang="en-US" sz="1200" kern="1200" dirty="0">
                    <a:solidFill>
                      <a:schemeClr val="tx1"/>
                    </a:solidFill>
                    <a:effectLst/>
                    <a:latin typeface="+mn-lt"/>
                    <a:ea typeface="+mn-ea"/>
                    <a:cs typeface="+mn-cs"/>
                  </a:rPr>
                  <a:t> that direct arrow. Something happens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they react. They get criticized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they get angry. They receive money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they spend it. They have a thought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they believe it as absolute truth. </a:t>
                </a:r>
              </a:p>
              <a:p>
                <a:pPr lvl="0"/>
                <a:r>
                  <a:rPr lang="en-US" sz="1200" b="1" kern="1200" dirty="0">
                    <a:solidFill>
                      <a:schemeClr val="tx1"/>
                    </a:solidFill>
                    <a:effectLst/>
                    <a:latin typeface="+mn-lt"/>
                    <a:ea typeface="+mn-ea"/>
                    <a:cs typeface="+mn-cs"/>
                  </a:rPr>
                  <a:t>The Power of the Pause:</a:t>
                </a:r>
                <a:r>
                  <a:rPr lang="en-US" sz="1200" kern="1200" dirty="0">
                    <a:solidFill>
                      <a:schemeClr val="tx1"/>
                    </a:solidFill>
                    <a:effectLst/>
                    <a:latin typeface="+mn-lt"/>
                    <a:ea typeface="+mn-ea"/>
                    <a:cs typeface="+mn-cs"/>
                  </a:rPr>
                  <a:t> Freedom lives in the space between stimulus and response. A person who reacts to everything will eventually be controlled by anything. </a:t>
                </a:r>
              </a:p>
              <a:p>
                <a:pPr lvl="0"/>
                <a:r>
                  <a:rPr lang="en-US" sz="1200" b="1" kern="1200" dirty="0">
                    <a:solidFill>
                      <a:schemeClr val="tx1"/>
                    </a:solidFill>
                    <a:effectLst/>
                    <a:latin typeface="+mn-lt"/>
                    <a:ea typeface="+mn-ea"/>
                    <a:cs typeface="+mn-cs"/>
                  </a:rPr>
                  <a:t>Video Reference:</a:t>
                </a:r>
                <a:r>
                  <a:rPr lang="en-US" sz="1200" kern="1200" dirty="0">
                    <a:solidFill>
                      <a:schemeClr val="tx1"/>
                    </a:solidFill>
                    <a:effectLst/>
                    <a:latin typeface="+mn-lt"/>
                    <a:ea typeface="+mn-ea"/>
                    <a:cs typeface="+mn-cs"/>
                  </a:rPr>
                  <a:t> The speaker notes that if another person's words can instantly trigger anger or ruin your afternoon, that person holds a remote control to your emotions. Control isn't becoming emotionless; it's building the mental discipline to pause, examine, and choose your next action intentionally.</a:t>
                </a:r>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Reaction:</a:t>
                </a:r>
                <a:r>
                  <a:rPr lang="en-US" sz="1200" kern="1200" dirty="0">
                    <a:solidFill>
                      <a:schemeClr val="tx1"/>
                    </a:solidFill>
                    <a:effectLst/>
                    <a:latin typeface="+mn-lt"/>
                    <a:ea typeface="+mn-ea"/>
                    <a:cs typeface="+mn-cs"/>
                  </a:rPr>
                  <a:t> Look at the visual flow: Stimulus leads to Reaction. Most people live entirely trapped </a:t>
                </a:r>
                <a:r>
                  <a:rPr lang="en-US" sz="1200" kern="1200" dirty="0" err="1">
                    <a:solidFill>
                      <a:schemeClr val="tx1"/>
                    </a:solidFill>
                    <a:effectLst/>
                    <a:latin typeface="+mn-lt"/>
                    <a:ea typeface="+mn-ea"/>
                    <a:cs typeface="+mn-cs"/>
                  </a:rPr>
                  <a:t>iide</a:t>
                </a:r>
                <a:r>
                  <a:rPr lang="en-US" sz="1200" kern="1200" dirty="0">
                    <a:solidFill>
                      <a:schemeClr val="tx1"/>
                    </a:solidFill>
                    <a:effectLst/>
                    <a:latin typeface="+mn-lt"/>
                    <a:ea typeface="+mn-ea"/>
                    <a:cs typeface="+mn-cs"/>
                  </a:rPr>
                  <a:t> that direct arrow. Something happens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they react. They get criticized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they get angry. They receive money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they spend it. They have a thought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they believe it as absolute truth. </a:t>
                </a:r>
              </a:p>
              <a:p>
                <a:pPr lvl="0"/>
                <a:r>
                  <a:rPr lang="en-US" sz="1200" b="1" kern="1200" dirty="0">
                    <a:solidFill>
                      <a:schemeClr val="tx1"/>
                    </a:solidFill>
                    <a:effectLst/>
                    <a:latin typeface="+mn-lt"/>
                    <a:ea typeface="+mn-ea"/>
                    <a:cs typeface="+mn-cs"/>
                  </a:rPr>
                  <a:t>The Power of the Pause:</a:t>
                </a:r>
                <a:r>
                  <a:rPr lang="en-US" sz="1200" kern="1200" dirty="0">
                    <a:solidFill>
                      <a:schemeClr val="tx1"/>
                    </a:solidFill>
                    <a:effectLst/>
                    <a:latin typeface="+mn-lt"/>
                    <a:ea typeface="+mn-ea"/>
                    <a:cs typeface="+mn-cs"/>
                  </a:rPr>
                  <a:t> Freedom lives in the space between stimulus and response. A person who reacts to everything will eventually be controlled by anything. </a:t>
                </a:r>
              </a:p>
              <a:p>
                <a:pPr lvl="0"/>
                <a:r>
                  <a:rPr lang="en-US" sz="1200" b="1" kern="1200" dirty="0">
                    <a:solidFill>
                      <a:schemeClr val="tx1"/>
                    </a:solidFill>
                    <a:effectLst/>
                    <a:latin typeface="+mn-lt"/>
                    <a:ea typeface="+mn-ea"/>
                    <a:cs typeface="+mn-cs"/>
                  </a:rPr>
                  <a:t>Video Reference:</a:t>
                </a:r>
                <a:r>
                  <a:rPr lang="en-US" sz="1200" kern="1200" dirty="0">
                    <a:solidFill>
                      <a:schemeClr val="tx1"/>
                    </a:solidFill>
                    <a:effectLst/>
                    <a:latin typeface="+mn-lt"/>
                    <a:ea typeface="+mn-ea"/>
                    <a:cs typeface="+mn-cs"/>
                  </a:rPr>
                  <a:t> The speaker notes that if another person's words can instantly trigger anger or ruin your afternoon, that person holds a remote control to your emotions. Control isn't becoming emotionless; it's building the mental discipline to pause, examine, and choose your next action intentionally.</a:t>
                </a:r>
              </a:p>
            </p:txBody>
          </p:sp>
        </mc:Fallback>
      </mc:AlternateContent>
      <p:sp>
        <p:nvSpPr>
          <p:cNvPr id="4" name="Slide Number Placeholder 3"/>
          <p:cNvSpPr>
            <a:spLocks noGrp="1"/>
          </p:cNvSpPr>
          <p:nvPr>
            <p:ph type="sldNum" sz="quarter" idx="5"/>
          </p:nvPr>
        </p:nvSpPr>
        <p:spPr/>
        <p:txBody>
          <a:bodyPr/>
          <a:lstStyle/>
          <a:p>
            <a:fld id="{A9F42A9A-234D-432F-ABE9-4844833323ED}" type="slidenum">
              <a:rPr lang="en-US" smtClean="0"/>
              <a:t>3</a:t>
            </a:fld>
            <a:endParaRPr lang="en-US"/>
          </a:p>
        </p:txBody>
      </p:sp>
    </p:spTree>
    <p:extLst>
      <p:ext uri="{BB962C8B-B14F-4D97-AF65-F5344CB8AC3E}">
        <p14:creationId xmlns:p14="http://schemas.microsoft.com/office/powerpoint/2010/main" val="3796953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Walking Through the Matrix:</a:t>
            </a:r>
            <a:r>
              <a:rPr lang="en-US" sz="1200" kern="1200" dirty="0">
                <a:solidFill>
                  <a:schemeClr val="tx1"/>
                </a:solidFill>
                <a:effectLst/>
                <a:latin typeface="+mn-lt"/>
                <a:ea typeface="+mn-ea"/>
                <a:cs typeface="+mn-cs"/>
              </a:rPr>
              <a:t> This diagnostic matrix is our compass today. Let's compare how a reactive person operates versus how a controlled person operates across all 4 M's: </a:t>
            </a:r>
          </a:p>
          <a:p>
            <a:pPr marL="228600" lvl="0" indent="-228600">
              <a:buFont typeface="+mj-lt"/>
              <a:buAutoNum type="arabicPeriod"/>
            </a:pPr>
            <a:r>
              <a:rPr lang="en-US" sz="1200" b="1" kern="1200" dirty="0">
                <a:solidFill>
                  <a:schemeClr val="tx1"/>
                </a:solidFill>
                <a:effectLst/>
                <a:latin typeface="+mn-lt"/>
                <a:ea typeface="+mn-ea"/>
                <a:cs typeface="+mn-cs"/>
              </a:rPr>
              <a:t>Mind:</a:t>
            </a:r>
            <a:r>
              <a:rPr lang="en-US" sz="1200" kern="1200" dirty="0">
                <a:solidFill>
                  <a:schemeClr val="tx1"/>
                </a:solidFill>
                <a:effectLst/>
                <a:latin typeface="+mn-lt"/>
                <a:ea typeface="+mn-ea"/>
                <a:cs typeface="+mn-cs"/>
              </a:rPr>
              <a:t> Reactive says </a:t>
            </a:r>
            <a:r>
              <a:rPr lang="en-US" sz="1200" i="1" kern="1200" dirty="0">
                <a:solidFill>
                  <a:schemeClr val="tx1"/>
                </a:solidFill>
                <a:effectLst/>
                <a:latin typeface="+mn-lt"/>
                <a:ea typeface="+mn-ea"/>
                <a:cs typeface="+mn-cs"/>
              </a:rPr>
              <a:t>'I am my thoughts'</a:t>
            </a:r>
            <a:r>
              <a:rPr lang="en-US" sz="1200" kern="1200" dirty="0">
                <a:solidFill>
                  <a:schemeClr val="tx1"/>
                </a:solidFill>
                <a:effectLst/>
                <a:latin typeface="+mn-lt"/>
                <a:ea typeface="+mn-ea"/>
                <a:cs typeface="+mn-cs"/>
              </a:rPr>
              <a:t>, while Controlled realizes </a:t>
            </a:r>
            <a:r>
              <a:rPr lang="en-US" sz="1200" i="1" kern="1200" dirty="0">
                <a:solidFill>
                  <a:schemeClr val="tx1"/>
                </a:solidFill>
                <a:effectLst/>
                <a:latin typeface="+mn-lt"/>
                <a:ea typeface="+mn-ea"/>
                <a:cs typeface="+mn-cs"/>
              </a:rPr>
              <a:t>'I observe my thoughts; they are events, not commands'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Mood:</a:t>
            </a:r>
            <a:r>
              <a:rPr lang="en-US" sz="1200" kern="1200" dirty="0">
                <a:solidFill>
                  <a:schemeClr val="tx1"/>
                </a:solidFill>
                <a:effectLst/>
                <a:latin typeface="+mn-lt"/>
                <a:ea typeface="+mn-ea"/>
                <a:cs typeface="+mn-cs"/>
              </a:rPr>
              <a:t> Reactive lets feelings dictate behavior. Controlled understands that </a:t>
            </a:r>
            <a:r>
              <a:rPr lang="en-US" sz="1200" i="1" kern="1200" dirty="0">
                <a:solidFill>
                  <a:schemeClr val="tx1"/>
                </a:solidFill>
                <a:effectLst/>
                <a:latin typeface="+mn-lt"/>
                <a:ea typeface="+mn-ea"/>
                <a:cs typeface="+mn-cs"/>
              </a:rPr>
              <a:t>action precedes feeling</a:t>
            </a:r>
            <a:r>
              <a:rPr lang="en-US" sz="1200" kern="1200" dirty="0">
                <a:solidFill>
                  <a:schemeClr val="tx1"/>
                </a:solidFill>
                <a:effectLst/>
                <a:latin typeface="+mn-lt"/>
                <a:ea typeface="+mn-ea"/>
                <a:cs typeface="+mn-cs"/>
              </a:rPr>
              <a:t>—you take the walk before you feel like walking. </a:t>
            </a:r>
          </a:p>
          <a:p>
            <a:pPr marL="228600" lvl="0" indent="-228600">
              <a:buFont typeface="+mj-lt"/>
              <a:buAutoNum type="arabicPeriod"/>
            </a:pPr>
            <a:r>
              <a:rPr lang="en-US" sz="1200" b="1" kern="1200" dirty="0">
                <a:solidFill>
                  <a:schemeClr val="tx1"/>
                </a:solidFill>
                <a:effectLst/>
                <a:latin typeface="+mn-lt"/>
                <a:ea typeface="+mn-ea"/>
                <a:cs typeface="+mn-cs"/>
              </a:rPr>
              <a:t>Mouth:</a:t>
            </a:r>
            <a:r>
              <a:rPr lang="en-US" sz="1200" kern="1200" dirty="0">
                <a:solidFill>
                  <a:schemeClr val="tx1"/>
                </a:solidFill>
                <a:effectLst/>
                <a:latin typeface="+mn-lt"/>
                <a:ea typeface="+mn-ea"/>
                <a:cs typeface="+mn-cs"/>
              </a:rPr>
              <a:t> Reactive speaks dramatically and uses language carelessly. Controlled uses language accurately and recognizes silence as emotional intelligence. </a:t>
            </a:r>
          </a:p>
          <a:p>
            <a:pPr marL="228600" lvl="0" indent="-228600">
              <a:buFont typeface="+mj-lt"/>
              <a:buAutoNum type="arabicPeriod"/>
            </a:pPr>
            <a:r>
              <a:rPr lang="en-US" sz="1200" b="1" kern="1200" dirty="0">
                <a:solidFill>
                  <a:schemeClr val="tx1"/>
                </a:solidFill>
                <a:effectLst/>
                <a:latin typeface="+mn-lt"/>
                <a:ea typeface="+mn-ea"/>
                <a:cs typeface="+mn-cs"/>
              </a:rPr>
              <a:t>Money:</a:t>
            </a:r>
            <a:r>
              <a:rPr lang="en-US" sz="1200" kern="1200" dirty="0">
                <a:solidFill>
                  <a:schemeClr val="tx1"/>
                </a:solidFill>
                <a:effectLst/>
                <a:latin typeface="+mn-lt"/>
                <a:ea typeface="+mn-ea"/>
                <a:cs typeface="+mn-cs"/>
              </a:rPr>
              <a:t> Reactive uses money for temporary emotional relief. Controlled sees money as stored time and disciplined behavior. </a:t>
            </a:r>
            <a:endParaRPr lang="en-US" dirty="0"/>
          </a:p>
          <a:p>
            <a:endParaRPr lang="en-US" dirty="0"/>
          </a:p>
          <a:p>
            <a:r>
              <a:rPr lang="en-US" b="1" dirty="0"/>
              <a:t>Key Message:</a:t>
            </a:r>
            <a:r>
              <a:rPr lang="en-US" dirty="0"/>
              <a:t> Always ask the diagnostic questions: Is this thought true, or just familiar? Will I be proud of what I am about to do when this mood passes? Am I buying value, or buying validation?</a:t>
            </a:r>
          </a:p>
        </p:txBody>
      </p:sp>
      <p:sp>
        <p:nvSpPr>
          <p:cNvPr id="4" name="Slide Number Placeholder 3"/>
          <p:cNvSpPr>
            <a:spLocks noGrp="1"/>
          </p:cNvSpPr>
          <p:nvPr>
            <p:ph type="sldNum" sz="quarter" idx="5"/>
          </p:nvPr>
        </p:nvSpPr>
        <p:spPr/>
        <p:txBody>
          <a:bodyPr/>
          <a:lstStyle/>
          <a:p>
            <a:fld id="{A9F42A9A-234D-432F-ABE9-4844833323ED}" type="slidenum">
              <a:rPr lang="en-US" smtClean="0"/>
              <a:t>4</a:t>
            </a:fld>
            <a:endParaRPr lang="en-US"/>
          </a:p>
        </p:txBody>
      </p:sp>
    </p:spTree>
    <p:extLst>
      <p:ext uri="{BB962C8B-B14F-4D97-AF65-F5344CB8AC3E}">
        <p14:creationId xmlns:p14="http://schemas.microsoft.com/office/powerpoint/2010/main" val="1035702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Explaining the Visual:</a:t>
            </a:r>
            <a:r>
              <a:rPr lang="en-US" sz="1200" kern="1200" dirty="0">
                <a:solidFill>
                  <a:schemeClr val="tx1"/>
                </a:solidFill>
                <a:effectLst/>
                <a:latin typeface="+mn-lt"/>
                <a:ea typeface="+mn-ea"/>
                <a:cs typeface="+mn-cs"/>
              </a:rPr>
              <a:t> On this slide, imagine sitting on the bank of a river. Floating down the stream are thoughts—fear of rejection, past mistakes, anxiety, doubts. </a:t>
            </a:r>
          </a:p>
          <a:p>
            <a:pPr lvl="0"/>
            <a:r>
              <a:rPr lang="en-US" sz="1200" b="1" kern="1200" dirty="0">
                <a:solidFill>
                  <a:schemeClr val="tx1"/>
                </a:solidFill>
                <a:effectLst/>
                <a:latin typeface="+mn-lt"/>
                <a:ea typeface="+mn-ea"/>
                <a:cs typeface="+mn-cs"/>
              </a:rPr>
              <a:t>Chasing vs. Letting Pass:</a:t>
            </a:r>
            <a:r>
              <a:rPr lang="en-US" sz="1200" kern="1200" dirty="0">
                <a:solidFill>
                  <a:schemeClr val="tx1"/>
                </a:solidFill>
                <a:effectLst/>
                <a:latin typeface="+mn-lt"/>
                <a:ea typeface="+mn-ea"/>
                <a:cs typeface="+mn-cs"/>
              </a:rPr>
              <a:t> What does the reactive person do? They jump into the cold water and chase every single leaf that floats by. They replay a mistake from 10 years ago and force their physical body to experience the stress all over again as if it happened this morning.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5</a:t>
            </a:fld>
            <a:endParaRPr lang="en-US"/>
          </a:p>
        </p:txBody>
      </p:sp>
    </p:spTree>
    <p:extLst>
      <p:ext uri="{BB962C8B-B14F-4D97-AF65-F5344CB8AC3E}">
        <p14:creationId xmlns:p14="http://schemas.microsoft.com/office/powerpoint/2010/main" val="356038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Pilot Metaphor:</a:t>
            </a:r>
            <a:r>
              <a:rPr lang="en-US" sz="1200" kern="1200" dirty="0">
                <a:solidFill>
                  <a:schemeClr val="tx1"/>
                </a:solidFill>
                <a:effectLst/>
                <a:latin typeface="+mn-lt"/>
                <a:ea typeface="+mn-ea"/>
                <a:cs typeface="+mn-cs"/>
              </a:rPr>
              <a:t> Your mood is real, but it is not always reliable. Imagine a pilot flying a commercial plane through thick fog and storm clouds, refusing to look at the instrument gauge because they 'don't feel like flying today'. That would be catastrophic. </a:t>
            </a:r>
          </a:p>
          <a:p>
            <a:pPr lvl="0"/>
            <a:r>
              <a:rPr lang="en-US" sz="1200" b="1" kern="1200" dirty="0">
                <a:solidFill>
                  <a:schemeClr val="tx1"/>
                </a:solidFill>
                <a:effectLst/>
                <a:latin typeface="+mn-lt"/>
                <a:ea typeface="+mn-ea"/>
                <a:cs typeface="+mn-cs"/>
              </a:rPr>
              <a:t>Disciplined Action:</a:t>
            </a:r>
            <a:r>
              <a:rPr lang="en-US" sz="1200" kern="1200" dirty="0">
                <a:solidFill>
                  <a:schemeClr val="tx1"/>
                </a:solidFill>
                <a:effectLst/>
                <a:latin typeface="+mn-lt"/>
                <a:ea typeface="+mn-ea"/>
                <a:cs typeface="+mn-cs"/>
              </a:rPr>
              <a:t> Yet, many people manage their career, health, and finances based strictly on 'emotional weather'. If they feel motivated, they work; if they feel low, they quit.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6</a:t>
            </a:fld>
            <a:endParaRPr lang="en-US"/>
          </a:p>
        </p:txBody>
      </p:sp>
    </p:spTree>
    <p:extLst>
      <p:ext uri="{BB962C8B-B14F-4D97-AF65-F5344CB8AC3E}">
        <p14:creationId xmlns:p14="http://schemas.microsoft.com/office/powerpoint/2010/main" val="1974383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Concept:</a:t>
            </a:r>
            <a:r>
              <a:rPr lang="en-US" sz="1200" kern="1200" dirty="0">
                <a:solidFill>
                  <a:schemeClr val="tx1"/>
                </a:solidFill>
                <a:effectLst/>
                <a:latin typeface="+mn-lt"/>
                <a:ea typeface="+mn-ea"/>
                <a:cs typeface="+mn-cs"/>
              </a:rPr>
              <a:t> Language is rehearsal. Every time you speak, you give your subconscious mind an instruction. </a:t>
            </a:r>
          </a:p>
          <a:p>
            <a:pPr lvl="0"/>
            <a:r>
              <a:rPr lang="en-US" sz="1200" b="1" kern="1200" dirty="0">
                <a:solidFill>
                  <a:schemeClr val="tx1"/>
                </a:solidFill>
                <a:effectLst/>
                <a:latin typeface="+mn-lt"/>
                <a:ea typeface="+mn-ea"/>
                <a:cs typeface="+mn-cs"/>
              </a:rPr>
              <a:t>Analyzing the Filter: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you say </a:t>
            </a:r>
            <a:r>
              <a:rPr lang="en-US" sz="1200" i="1" kern="1200" dirty="0">
                <a:solidFill>
                  <a:schemeClr val="tx1"/>
                </a:solidFill>
                <a:effectLst/>
                <a:latin typeface="+mn-lt"/>
                <a:ea typeface="+mn-ea"/>
                <a:cs typeface="+mn-cs"/>
              </a:rPr>
              <a:t>I am just lazy</a:t>
            </a:r>
            <a:r>
              <a:rPr lang="en-US" sz="1200" kern="1200" dirty="0">
                <a:solidFill>
                  <a:schemeClr val="tx1"/>
                </a:solidFill>
                <a:effectLst/>
                <a:latin typeface="+mn-lt"/>
                <a:ea typeface="+mn-ea"/>
                <a:cs typeface="+mn-cs"/>
              </a:rPr>
              <a:t>, the Accurate Filter reveals: </a:t>
            </a:r>
            <a:r>
              <a:rPr lang="en-US" sz="1200" i="1" kern="1200" dirty="0">
                <a:solidFill>
                  <a:schemeClr val="tx1"/>
                </a:solidFill>
                <a:effectLst/>
                <a:latin typeface="+mn-lt"/>
                <a:ea typeface="+mn-ea"/>
                <a:cs typeface="+mn-cs"/>
              </a:rPr>
              <a:t>You are avoiding work because starting exposes your fear of inadequacy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you say </a:t>
            </a:r>
            <a:r>
              <a:rPr lang="en-US" sz="1200" i="1" kern="1200" dirty="0">
                <a:solidFill>
                  <a:schemeClr val="tx1"/>
                </a:solidFill>
                <a:effectLst/>
                <a:latin typeface="+mn-lt"/>
                <a:ea typeface="+mn-ea"/>
                <a:cs typeface="+mn-cs"/>
              </a:rPr>
              <a:t>I have no discipline</a:t>
            </a:r>
            <a:r>
              <a:rPr lang="en-US" sz="1200" kern="1200" dirty="0">
                <a:solidFill>
                  <a:schemeClr val="tx1"/>
                </a:solidFill>
                <a:effectLst/>
                <a:latin typeface="+mn-lt"/>
                <a:ea typeface="+mn-ea"/>
                <a:cs typeface="+mn-cs"/>
              </a:rPr>
              <a:t>, the reality is: </a:t>
            </a:r>
            <a:r>
              <a:rPr lang="en-US" sz="1200" i="1" kern="1200" dirty="0">
                <a:solidFill>
                  <a:schemeClr val="tx1"/>
                </a:solidFill>
                <a:effectLst/>
                <a:latin typeface="+mn-lt"/>
                <a:ea typeface="+mn-ea"/>
                <a:cs typeface="+mn-cs"/>
              </a:rPr>
              <a:t>You haven't designed an environment that supports discipline.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you say </a:t>
            </a:r>
            <a:r>
              <a:rPr lang="en-US" sz="1200" i="1" kern="1200" dirty="0">
                <a:solidFill>
                  <a:schemeClr val="tx1"/>
                </a:solidFill>
                <a:effectLst/>
                <a:latin typeface="+mn-lt"/>
                <a:ea typeface="+mn-ea"/>
                <a:cs typeface="+mn-cs"/>
              </a:rPr>
              <a:t>My life is ruined</a:t>
            </a:r>
            <a:r>
              <a:rPr lang="en-US" sz="1200" kern="1200" dirty="0">
                <a:solidFill>
                  <a:schemeClr val="tx1"/>
                </a:solidFill>
                <a:effectLst/>
                <a:latin typeface="+mn-lt"/>
                <a:ea typeface="+mn-ea"/>
                <a:cs typeface="+mn-cs"/>
              </a:rPr>
              <a:t>, the accurate truth is: </a:t>
            </a:r>
            <a:r>
              <a:rPr lang="en-US" sz="1200" i="1" kern="1200" dirty="0">
                <a:solidFill>
                  <a:schemeClr val="tx1"/>
                </a:solidFill>
                <a:effectLst/>
                <a:latin typeface="+mn-lt"/>
                <a:ea typeface="+mn-ea"/>
                <a:cs typeface="+mn-cs"/>
              </a:rPr>
              <a:t>I am going through a difficult period and learning how to recover</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7</a:t>
            </a:fld>
            <a:endParaRPr lang="en-US"/>
          </a:p>
        </p:txBody>
      </p:sp>
    </p:spTree>
    <p:extLst>
      <p:ext uri="{BB962C8B-B14F-4D97-AF65-F5344CB8AC3E}">
        <p14:creationId xmlns:p14="http://schemas.microsoft.com/office/powerpoint/2010/main" val="280413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Redefining Money:</a:t>
            </a:r>
            <a:r>
              <a:rPr lang="en-US" sz="1200" kern="1200" dirty="0">
                <a:solidFill>
                  <a:schemeClr val="tx1"/>
                </a:solidFill>
                <a:effectLst/>
                <a:latin typeface="+mn-lt"/>
                <a:ea typeface="+mn-ea"/>
                <a:cs typeface="+mn-cs"/>
              </a:rPr>
              <a:t> Money isn't just digits on an app screen. Money represents your life hours. You trade hours of your finite life for income. </a:t>
            </a:r>
          </a:p>
          <a:p>
            <a:pPr lvl="0"/>
            <a:r>
              <a:rPr lang="en-US" sz="1200" b="1" kern="1200" dirty="0">
                <a:solidFill>
                  <a:schemeClr val="tx1"/>
                </a:solidFill>
                <a:effectLst/>
                <a:latin typeface="+mn-lt"/>
                <a:ea typeface="+mn-ea"/>
                <a:cs typeface="+mn-cs"/>
              </a:rPr>
              <a:t>The Emotional Spend Cycle:</a:t>
            </a:r>
            <a:r>
              <a:rPr lang="en-US" sz="1200" kern="1200" dirty="0">
                <a:solidFill>
                  <a:schemeClr val="tx1"/>
                </a:solidFill>
                <a:effectLst/>
                <a:latin typeface="+mn-lt"/>
                <a:ea typeface="+mn-ea"/>
                <a:cs typeface="+mn-cs"/>
              </a:rPr>
              <a:t> When you make an impulse purchase for temporary validation or to fix a bad mood, you are literally trading away pieces of your stored life.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8</a:t>
            </a:fld>
            <a:endParaRPr lang="en-US"/>
          </a:p>
        </p:txBody>
      </p:sp>
    </p:spTree>
    <p:extLst>
      <p:ext uri="{BB962C8B-B14F-4D97-AF65-F5344CB8AC3E}">
        <p14:creationId xmlns:p14="http://schemas.microsoft.com/office/powerpoint/2010/main" val="1632850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Negative Feedback Loop:</a:t>
            </a:r>
            <a:r>
              <a:rPr lang="en-US" sz="1200" kern="1200" dirty="0">
                <a:solidFill>
                  <a:schemeClr val="tx1"/>
                </a:solidFill>
                <a:effectLst/>
                <a:latin typeface="+mn-lt"/>
                <a:ea typeface="+mn-ea"/>
                <a:cs typeface="+mn-cs"/>
              </a:rPr>
              <a:t> The 4 M's do not exist in isolation; they are deeply linked. A negative </a:t>
            </a:r>
            <a:r>
              <a:rPr lang="en-US" sz="1200" b="1" kern="1200" dirty="0">
                <a:solidFill>
                  <a:schemeClr val="tx1"/>
                </a:solidFill>
                <a:effectLst/>
                <a:latin typeface="+mn-lt"/>
                <a:ea typeface="+mn-ea"/>
                <a:cs typeface="+mn-cs"/>
              </a:rPr>
              <a:t>Mind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 deserve a reward'</a:t>
            </a:r>
            <a:r>
              <a:rPr lang="en-US" sz="1200" kern="1200" dirty="0">
                <a:solidFill>
                  <a:schemeClr val="tx1"/>
                </a:solidFill>
                <a:effectLst/>
                <a:latin typeface="+mn-lt"/>
                <a:ea typeface="+mn-ea"/>
                <a:cs typeface="+mn-cs"/>
              </a:rPr>
              <a:t>) leads to a frustrated </a:t>
            </a:r>
            <a:r>
              <a:rPr lang="en-US" sz="1200" b="1" kern="1200" dirty="0">
                <a:solidFill>
                  <a:schemeClr val="tx1"/>
                </a:solidFill>
                <a:effectLst/>
                <a:latin typeface="+mn-lt"/>
                <a:ea typeface="+mn-ea"/>
                <a:cs typeface="+mn-cs"/>
              </a:rPr>
              <a:t>Mood</a:t>
            </a:r>
            <a:r>
              <a:rPr lang="en-US" sz="1200" kern="1200" dirty="0">
                <a:solidFill>
                  <a:schemeClr val="tx1"/>
                </a:solidFill>
                <a:effectLst/>
                <a:latin typeface="+mn-lt"/>
                <a:ea typeface="+mn-ea"/>
                <a:cs typeface="+mn-cs"/>
              </a:rPr>
              <a:t>. That mood drives the </a:t>
            </a:r>
            <a:r>
              <a:rPr lang="en-US" sz="1200" b="1" kern="1200" dirty="0">
                <a:solidFill>
                  <a:schemeClr val="tx1"/>
                </a:solidFill>
                <a:effectLst/>
                <a:latin typeface="+mn-lt"/>
                <a:ea typeface="+mn-ea"/>
                <a:cs typeface="+mn-cs"/>
              </a:rPr>
              <a:t>Mouth</a:t>
            </a:r>
            <a:r>
              <a:rPr lang="en-US" sz="1200" kern="1200" dirty="0">
                <a:solidFill>
                  <a:schemeClr val="tx1"/>
                </a:solidFill>
                <a:effectLst/>
                <a:latin typeface="+mn-lt"/>
                <a:ea typeface="+mn-ea"/>
                <a:cs typeface="+mn-cs"/>
              </a:rPr>
              <a:t> to make excuses (</a:t>
            </a:r>
            <a:r>
              <a:rPr lang="en-US" sz="1200" i="1" kern="1200" dirty="0">
                <a:solidFill>
                  <a:schemeClr val="tx1"/>
                </a:solidFill>
                <a:effectLst/>
                <a:latin typeface="+mn-lt"/>
                <a:ea typeface="+mn-ea"/>
                <a:cs typeface="+mn-cs"/>
              </a:rPr>
              <a:t>'I can afford it'</a:t>
            </a:r>
            <a:r>
              <a:rPr lang="en-US" sz="1200" kern="1200" dirty="0">
                <a:solidFill>
                  <a:schemeClr val="tx1"/>
                </a:solidFill>
                <a:effectLst/>
                <a:latin typeface="+mn-lt"/>
                <a:ea typeface="+mn-ea"/>
                <a:cs typeface="+mn-cs"/>
              </a:rPr>
              <a:t>). That leads to impulse spending (</a:t>
            </a:r>
            <a:r>
              <a:rPr lang="en-US" sz="1200" b="1" kern="1200" dirty="0">
                <a:solidFill>
                  <a:schemeClr val="tx1"/>
                </a:solidFill>
                <a:effectLst/>
                <a:latin typeface="+mn-lt"/>
                <a:ea typeface="+mn-ea"/>
                <a:cs typeface="+mn-cs"/>
              </a:rPr>
              <a:t>Money</a:t>
            </a:r>
            <a:r>
              <a:rPr lang="en-US" sz="1200" kern="1200" dirty="0">
                <a:solidFill>
                  <a:schemeClr val="tx1"/>
                </a:solidFill>
                <a:effectLst/>
                <a:latin typeface="+mn-lt"/>
                <a:ea typeface="+mn-ea"/>
                <a:cs typeface="+mn-cs"/>
              </a:rPr>
              <a:t>), which results in debt, guilt, and stress, feeding right back into a negative Mind. </a:t>
            </a:r>
          </a:p>
          <a:p>
            <a:pPr lvl="0"/>
            <a:r>
              <a:rPr lang="en-US" sz="1200" b="1" kern="1200" dirty="0">
                <a:solidFill>
                  <a:schemeClr val="tx1"/>
                </a:solidFill>
                <a:effectLst/>
                <a:latin typeface="+mn-lt"/>
                <a:ea typeface="+mn-ea"/>
                <a:cs typeface="+mn-cs"/>
              </a:rPr>
              <a:t>Breaking the Loop:</a:t>
            </a:r>
            <a:r>
              <a:rPr lang="en-US" sz="1200" kern="1200" dirty="0">
                <a:solidFill>
                  <a:schemeClr val="tx1"/>
                </a:solidFill>
                <a:effectLst/>
                <a:latin typeface="+mn-lt"/>
                <a:ea typeface="+mn-ea"/>
                <a:cs typeface="+mn-cs"/>
              </a:rPr>
              <a:t> The good news is that this chain works both ways. You don't need to fix everything at once—</a:t>
            </a:r>
            <a:r>
              <a:rPr lang="en-US" sz="1200" b="1" kern="1200" dirty="0">
                <a:solidFill>
                  <a:schemeClr val="tx1"/>
                </a:solidFill>
                <a:effectLst/>
                <a:latin typeface="+mn-lt"/>
                <a:ea typeface="+mn-ea"/>
                <a:cs typeface="+mn-cs"/>
              </a:rPr>
              <a:t>one controlled decision</a:t>
            </a:r>
            <a:r>
              <a:rPr lang="en-US" sz="1200" kern="1200" dirty="0">
                <a:solidFill>
                  <a:schemeClr val="tx1"/>
                </a:solidFill>
                <a:effectLst/>
                <a:latin typeface="+mn-lt"/>
                <a:ea typeface="+mn-ea"/>
                <a:cs typeface="+mn-cs"/>
              </a:rPr>
              <a:t> interrupts the entire destructive cycle. One paused thought yields emotional clarity, wiser speech, and grounded financial habits.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9</a:t>
            </a:fld>
            <a:endParaRPr lang="en-US"/>
          </a:p>
        </p:txBody>
      </p:sp>
    </p:spTree>
    <p:extLst>
      <p:ext uri="{BB962C8B-B14F-4D97-AF65-F5344CB8AC3E}">
        <p14:creationId xmlns:p14="http://schemas.microsoft.com/office/powerpoint/2010/main" val="65259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Habit Changes Fail:</a:t>
            </a:r>
            <a:r>
              <a:rPr lang="en-US" sz="1200" kern="1200" dirty="0">
                <a:solidFill>
                  <a:schemeClr val="tx1"/>
                </a:solidFill>
                <a:effectLst/>
                <a:latin typeface="+mn-lt"/>
                <a:ea typeface="+mn-ea"/>
                <a:cs typeface="+mn-cs"/>
              </a:rPr>
              <a:t> Why do intelligent people continuously do things they know are bad for them? Because their old identity derives comfort from the old behavior. </a:t>
            </a:r>
          </a:p>
          <a:p>
            <a:pPr lvl="0"/>
            <a:r>
              <a:rPr lang="en-US" sz="1200" b="1" kern="1200" dirty="0">
                <a:solidFill>
                  <a:schemeClr val="tx1"/>
                </a:solidFill>
                <a:effectLst/>
                <a:latin typeface="+mn-lt"/>
                <a:ea typeface="+mn-ea"/>
                <a:cs typeface="+mn-cs"/>
              </a:rPr>
              <a:t>The Root System:</a:t>
            </a:r>
            <a:r>
              <a:rPr lang="en-US" sz="1200" kern="1200" dirty="0">
                <a:solidFill>
                  <a:schemeClr val="tx1"/>
                </a:solidFill>
                <a:effectLst/>
                <a:latin typeface="+mn-lt"/>
                <a:ea typeface="+mn-ea"/>
                <a:cs typeface="+mn-cs"/>
              </a:rPr>
              <a:t> Look at the slide graphic showing roots beneath the surface. Your repeated habits are supported by your internal identity. If you change a habit without transforming your underlying belief about who you are, the old identity will aggressively pull you back.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10</a:t>
            </a:fld>
            <a:endParaRPr lang="en-US"/>
          </a:p>
        </p:txBody>
      </p:sp>
    </p:spTree>
    <p:extLst>
      <p:ext uri="{BB962C8B-B14F-4D97-AF65-F5344CB8AC3E}">
        <p14:creationId xmlns:p14="http://schemas.microsoft.com/office/powerpoint/2010/main" val="1336769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Confidence:</a:t>
            </a:r>
            <a:r>
              <a:rPr lang="en-US" sz="1200" kern="1200" dirty="0">
                <a:solidFill>
                  <a:schemeClr val="tx1"/>
                </a:solidFill>
                <a:effectLst/>
                <a:latin typeface="+mn-lt"/>
                <a:ea typeface="+mn-ea"/>
                <a:cs typeface="+mn-cs"/>
              </a:rPr>
              <a:t> Confidence is not a loud feeling or motivational hype; confidence is the memory of kept promises. </a:t>
            </a:r>
          </a:p>
          <a:p>
            <a:pPr lvl="0"/>
            <a:r>
              <a:rPr lang="en-US" sz="1200" b="1" kern="1200" dirty="0">
                <a:solidFill>
                  <a:schemeClr val="tx1"/>
                </a:solidFill>
                <a:effectLst/>
                <a:latin typeface="+mn-lt"/>
                <a:ea typeface="+mn-ea"/>
                <a:cs typeface="+mn-cs"/>
              </a:rPr>
              <a:t>Casting Votes:</a:t>
            </a:r>
            <a:r>
              <a:rPr lang="en-US" sz="1200" kern="1200" dirty="0">
                <a:solidFill>
                  <a:schemeClr val="tx1"/>
                </a:solidFill>
                <a:effectLst/>
                <a:latin typeface="+mn-lt"/>
                <a:ea typeface="+mn-ea"/>
                <a:cs typeface="+mn-cs"/>
              </a:rPr>
              <a:t> Every time you keep a promise, pause in anger, or save a dollar, you drop a coin into the jar of your </a:t>
            </a:r>
            <a:r>
              <a:rPr lang="en-US" sz="1200" b="1" kern="1200" dirty="0">
                <a:solidFill>
                  <a:schemeClr val="tx1"/>
                </a:solidFill>
                <a:effectLst/>
                <a:latin typeface="+mn-lt"/>
                <a:ea typeface="+mn-ea"/>
                <a:cs typeface="+mn-cs"/>
              </a:rPr>
              <a:t>New Identity</a:t>
            </a:r>
            <a:r>
              <a:rPr lang="en-US" sz="1200" kern="1200" dirty="0">
                <a:solidFill>
                  <a:schemeClr val="tx1"/>
                </a:solidFill>
                <a:effectLst/>
                <a:latin typeface="+mn-lt"/>
                <a:ea typeface="+mn-ea"/>
                <a:cs typeface="+mn-cs"/>
              </a:rPr>
              <a:t>. You are perpetually voting for the person you are becoming. </a:t>
            </a:r>
          </a:p>
          <a:p>
            <a:pPr lvl="0"/>
            <a:r>
              <a:rPr lang="en-US" sz="1200" b="1" kern="1200" dirty="0">
                <a:solidFill>
                  <a:schemeClr val="tx1"/>
                </a:solidFill>
                <a:effectLst/>
                <a:latin typeface="+mn-lt"/>
                <a:ea typeface="+mn-ea"/>
                <a:cs typeface="+mn-cs"/>
              </a:rPr>
              <a:t>Rebuilding Internal Trust:</a:t>
            </a:r>
            <a:r>
              <a:rPr lang="en-US" sz="1200" kern="1200" dirty="0">
                <a:solidFill>
                  <a:schemeClr val="tx1"/>
                </a:solidFill>
                <a:effectLst/>
                <a:latin typeface="+mn-lt"/>
                <a:ea typeface="+mn-ea"/>
                <a:cs typeface="+mn-cs"/>
              </a:rPr>
              <a:t> When you make promises to yourself and break them daily, your subconscious stops trusting your word. Rebuild self-trust by making promises so small and clear that you cannot hide behind excuses. Every kept promise acts as a brick in your new foundation.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11</a:t>
            </a:fld>
            <a:endParaRPr lang="en-US"/>
          </a:p>
        </p:txBody>
      </p:sp>
    </p:spTree>
    <p:extLst>
      <p:ext uri="{BB962C8B-B14F-4D97-AF65-F5344CB8AC3E}">
        <p14:creationId xmlns:p14="http://schemas.microsoft.com/office/powerpoint/2010/main" val="3001429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 Contrast:</a:t>
            </a:r>
            <a:r>
              <a:rPr lang="en-US" sz="1200" kern="1200" dirty="0">
                <a:solidFill>
                  <a:schemeClr val="tx1"/>
                </a:solidFill>
                <a:effectLst/>
                <a:latin typeface="+mn-lt"/>
                <a:ea typeface="+mn-ea"/>
                <a:cs typeface="+mn-cs"/>
              </a:rPr>
              <a:t> Look at these two diagrams. On the left, a person uses raw willpower to push against endless incoming arrows—this leads straight to exhaustion. On the right, </a:t>
            </a:r>
            <a:r>
              <a:rPr lang="en-US" sz="1200" b="1" kern="1200" dirty="0">
                <a:solidFill>
                  <a:schemeClr val="tx1"/>
                </a:solidFill>
                <a:effectLst/>
                <a:latin typeface="+mn-lt"/>
                <a:ea typeface="+mn-ea"/>
                <a:cs typeface="+mn-cs"/>
              </a:rPr>
              <a:t>Environmental Wisdom</a:t>
            </a:r>
            <a:r>
              <a:rPr lang="en-US" sz="1200" kern="1200" dirty="0">
                <a:solidFill>
                  <a:schemeClr val="tx1"/>
                </a:solidFill>
                <a:effectLst/>
                <a:latin typeface="+mn-lt"/>
                <a:ea typeface="+mn-ea"/>
                <a:cs typeface="+mn-cs"/>
              </a:rPr>
              <a:t> creates a protective dome that deflects temptations before they reach you. </a:t>
            </a:r>
          </a:p>
          <a:p>
            <a:pPr lvl="0"/>
            <a:r>
              <a:rPr lang="en-US" sz="1200" b="1" kern="1200" dirty="0">
                <a:solidFill>
                  <a:schemeClr val="tx1"/>
                </a:solidFill>
                <a:effectLst/>
                <a:latin typeface="+mn-lt"/>
                <a:ea typeface="+mn-ea"/>
                <a:cs typeface="+mn-cs"/>
              </a:rPr>
              <a:t>Practical Environmental Design: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phone notifications destroy your focus, change your physical access instead of praying for motivation.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toxic conversations ruin your mood, establish firm distance and boundaries.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emotional spending occurs when you're bored, identify the pattern and remove the temptation ahead of time.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12</a:t>
            </a:fld>
            <a:endParaRPr lang="en-US"/>
          </a:p>
        </p:txBody>
      </p:sp>
    </p:spTree>
    <p:extLst>
      <p:ext uri="{BB962C8B-B14F-4D97-AF65-F5344CB8AC3E}">
        <p14:creationId xmlns:p14="http://schemas.microsoft.com/office/powerpoint/2010/main" val="358615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Reframing Mistakes:</a:t>
            </a:r>
            <a:r>
              <a:rPr lang="en-US" sz="1200" kern="1200" dirty="0">
                <a:solidFill>
                  <a:schemeClr val="tx1"/>
                </a:solidFill>
                <a:effectLst/>
                <a:latin typeface="+mn-lt"/>
                <a:ea typeface="+mn-ea"/>
                <a:cs typeface="+mn-cs"/>
              </a:rPr>
              <a:t> Strength isn't about maintaining a spotless, perfect history. You will have messy days, low moods, and occasional financial slip-ups. </a:t>
            </a:r>
          </a:p>
          <a:p>
            <a:pPr lvl="0"/>
            <a:r>
              <a:rPr lang="en-US" sz="1200" b="1" kern="1200" dirty="0">
                <a:solidFill>
                  <a:schemeClr val="tx1"/>
                </a:solidFill>
                <a:effectLst/>
                <a:latin typeface="+mn-lt"/>
                <a:ea typeface="+mn-ea"/>
                <a:cs typeface="+mn-cs"/>
              </a:rPr>
              <a:t>Information vs. Identity:</a:t>
            </a:r>
            <a:r>
              <a:rPr lang="en-US" sz="1200" kern="1200" dirty="0">
                <a:solidFill>
                  <a:schemeClr val="tx1"/>
                </a:solidFill>
                <a:effectLst/>
                <a:latin typeface="+mn-lt"/>
                <a:ea typeface="+mn-ea"/>
                <a:cs typeface="+mn-cs"/>
              </a:rPr>
              <a:t> The crucial question is: </a:t>
            </a:r>
            <a:r>
              <a:rPr lang="en-US" sz="1200" i="1" kern="1200" dirty="0">
                <a:solidFill>
                  <a:schemeClr val="tx1"/>
                </a:solidFill>
                <a:effectLst/>
                <a:latin typeface="+mn-lt"/>
                <a:ea typeface="+mn-ea"/>
                <a:cs typeface="+mn-cs"/>
              </a:rPr>
              <a:t>What do you do once you become aware of a mistake?</a:t>
            </a:r>
            <a:r>
              <a:rPr lang="en-US" sz="1200" kern="1200" dirty="0">
                <a:solidFill>
                  <a:schemeClr val="tx1"/>
                </a:solidFill>
                <a:effectLst/>
                <a:latin typeface="+mn-lt"/>
                <a:ea typeface="+mn-ea"/>
                <a:cs typeface="+mn-cs"/>
              </a:rPr>
              <a:t> Do you transform one bad moment into a permanent negative identity, or do you treat it as neutral information to adjust course?  </a:t>
            </a:r>
          </a:p>
          <a:p>
            <a:pPr lvl="0"/>
            <a:r>
              <a:rPr lang="en-US" sz="1200" b="1" kern="1200" dirty="0">
                <a:solidFill>
                  <a:schemeClr val="tx1"/>
                </a:solidFill>
                <a:effectLst/>
                <a:latin typeface="+mn-lt"/>
                <a:ea typeface="+mn-ea"/>
                <a:cs typeface="+mn-cs"/>
              </a:rPr>
              <a:t>One Degree Shift:</a:t>
            </a:r>
            <a:r>
              <a:rPr lang="en-US" sz="1200" kern="1200" dirty="0">
                <a:solidFill>
                  <a:schemeClr val="tx1"/>
                </a:solidFill>
                <a:effectLst/>
                <a:latin typeface="+mn-lt"/>
                <a:ea typeface="+mn-ea"/>
                <a:cs typeface="+mn-cs"/>
              </a:rPr>
              <a:t> Real strength means returning to center faster. You don't need an overnight miracle; you simply adjust your compass needle by one degree, and then another. </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13</a:t>
            </a:fld>
            <a:endParaRPr lang="en-US"/>
          </a:p>
        </p:txBody>
      </p:sp>
    </p:spTree>
    <p:extLst>
      <p:ext uri="{BB962C8B-B14F-4D97-AF65-F5344CB8AC3E}">
        <p14:creationId xmlns:p14="http://schemas.microsoft.com/office/powerpoint/2010/main" val="1362145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Comprehensive Overview:</a:t>
            </a:r>
            <a:r>
              <a:rPr lang="en-US" sz="1200" kern="1200" dirty="0">
                <a:solidFill>
                  <a:schemeClr val="tx1"/>
                </a:solidFill>
                <a:effectLst/>
                <a:latin typeface="+mn-lt"/>
                <a:ea typeface="+mn-ea"/>
                <a:cs typeface="+mn-cs"/>
              </a:rPr>
              <a:t> To conclude our playbook, let's look at the full landscape of our internal territory: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Mind &amp; Mood (Internal Governance):</a:t>
            </a:r>
            <a:r>
              <a:rPr lang="en-US" sz="1200" kern="1200" dirty="0">
                <a:solidFill>
                  <a:schemeClr val="tx1"/>
                </a:solidFill>
                <a:effectLst/>
                <a:latin typeface="+mn-lt"/>
                <a:ea typeface="+mn-ea"/>
                <a:cs typeface="+mn-cs"/>
              </a:rPr>
              <a:t> Shift from believing every negative thought to questioning your inner voice. Shift from letting emotions rule behavior to feeling the emotion while choosing intentional action.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Mouth &amp; Money (External Expression):</a:t>
            </a:r>
            <a:r>
              <a:rPr lang="en-US" sz="1200" kern="1200" dirty="0">
                <a:solidFill>
                  <a:schemeClr val="tx1"/>
                </a:solidFill>
                <a:effectLst/>
                <a:latin typeface="+mn-lt"/>
                <a:ea typeface="+mn-ea"/>
                <a:cs typeface="+mn-cs"/>
              </a:rPr>
              <a:t> Shift from complaining and making excuses to accurate speech or purposeful silence. Shift from emotional spending to intentional allocation toward your future. </a:t>
            </a:r>
          </a:p>
          <a:p>
            <a:pPr lvl="0"/>
            <a:r>
              <a:rPr lang="en-US" sz="1200" b="1" kern="1200" dirty="0">
                <a:solidFill>
                  <a:schemeClr val="tx1"/>
                </a:solidFill>
                <a:effectLst/>
                <a:latin typeface="+mn-lt"/>
                <a:ea typeface="+mn-ea"/>
                <a:cs typeface="+mn-cs"/>
              </a:rPr>
              <a:t>Final Key Takeaway:</a:t>
            </a:r>
            <a:r>
              <a:rPr lang="en-US" sz="1200" kern="1200" dirty="0">
                <a:solidFill>
                  <a:schemeClr val="tx1"/>
                </a:solidFill>
                <a:effectLst/>
                <a:latin typeface="+mn-lt"/>
                <a:ea typeface="+mn-ea"/>
                <a:cs typeface="+mn-cs"/>
              </a:rPr>
              <a:t> Your life is shaped by the territory you choose to govern. Nobody can make your next decision, think your next thought, or manage your next dollar for you. Take back control of your 4 M's starting today.</a:t>
            </a:r>
          </a:p>
          <a:p>
            <a:endParaRPr lang="en-US" dirty="0"/>
          </a:p>
        </p:txBody>
      </p:sp>
      <p:sp>
        <p:nvSpPr>
          <p:cNvPr id="4" name="Slide Number Placeholder 3"/>
          <p:cNvSpPr>
            <a:spLocks noGrp="1"/>
          </p:cNvSpPr>
          <p:nvPr>
            <p:ph type="sldNum" sz="quarter" idx="5"/>
          </p:nvPr>
        </p:nvSpPr>
        <p:spPr/>
        <p:txBody>
          <a:bodyPr/>
          <a:lstStyle/>
          <a:p>
            <a:fld id="{A9F42A9A-234D-432F-ABE9-4844833323ED}" type="slidenum">
              <a:rPr lang="en-US" smtClean="0"/>
              <a:t>14</a:t>
            </a:fld>
            <a:endParaRPr lang="en-US"/>
          </a:p>
        </p:txBody>
      </p:sp>
    </p:spTree>
    <p:extLst>
      <p:ext uri="{BB962C8B-B14F-4D97-AF65-F5344CB8AC3E}">
        <p14:creationId xmlns:p14="http://schemas.microsoft.com/office/powerpoint/2010/main" val="3086556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E5CF33-BD36-02A7-99CB-7CACD5A8A294}"/>
              </a:ext>
            </a:extLst>
          </p:cNvPr>
          <p:cNvSpPr>
            <a:spLocks noGrp="1"/>
          </p:cNvSpPr>
          <p:nvPr>
            <p:ph type="dt" sz="half" idx="10"/>
          </p:nvPr>
        </p:nvSpPr>
        <p:spPr/>
        <p:txBody>
          <a:bodyPr/>
          <a:lstStyle/>
          <a:p>
            <a:fld id="{1CF72544-2E23-427E-B41D-DF32A313870A}" type="datetimeFigureOut">
              <a:rPr lang="en-US" smtClean="0"/>
              <a:t>10/20/2026</a:t>
            </a:fld>
            <a:endParaRPr lang="en-US"/>
          </a:p>
        </p:txBody>
      </p:sp>
      <p:sp>
        <p:nvSpPr>
          <p:cNvPr id="3" name="Footer Placeholder 2">
            <a:extLst>
              <a:ext uri="{FF2B5EF4-FFF2-40B4-BE49-F238E27FC236}">
                <a16:creationId xmlns:a16="http://schemas.microsoft.com/office/drawing/2014/main" id="{C63D9076-DD3B-65E5-56FB-ECC0D693B5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36F43E-F9B4-CC95-E7CB-7B4E16C06B6C}"/>
              </a:ext>
            </a:extLst>
          </p:cNvPr>
          <p:cNvSpPr>
            <a:spLocks noGrp="1"/>
          </p:cNvSpPr>
          <p:nvPr>
            <p:ph type="sldNum" sz="quarter" idx="12"/>
          </p:nvPr>
        </p:nvSpPr>
        <p:spPr/>
        <p:txBody>
          <a:bodyPr/>
          <a:lstStyle/>
          <a:p>
            <a:fld id="{30DF761B-0182-42C2-82B1-52C33233039D}" type="slidenum">
              <a:rPr lang="en-US" smtClean="0"/>
              <a:t>‹#›</a:t>
            </a:fld>
            <a:endParaRPr lang="en-US"/>
          </a:p>
        </p:txBody>
      </p:sp>
    </p:spTree>
    <p:extLst>
      <p:ext uri="{BB962C8B-B14F-4D97-AF65-F5344CB8AC3E}">
        <p14:creationId xmlns:p14="http://schemas.microsoft.com/office/powerpoint/2010/main" val="126905678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D094B3-9DC7-A578-997B-972C63D956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31C28D-9E2D-C820-A953-1C65740AC3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8F5DBF-9A06-0EA1-67F4-EB2C8737FE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F72544-2E23-427E-B41D-DF32A313870A}" type="datetimeFigureOut">
              <a:rPr lang="en-US" smtClean="0"/>
              <a:t>10/20/2026</a:t>
            </a:fld>
            <a:endParaRPr lang="en-US"/>
          </a:p>
        </p:txBody>
      </p:sp>
      <p:sp>
        <p:nvSpPr>
          <p:cNvPr id="5" name="Footer Placeholder 4">
            <a:extLst>
              <a:ext uri="{FF2B5EF4-FFF2-40B4-BE49-F238E27FC236}">
                <a16:creationId xmlns:a16="http://schemas.microsoft.com/office/drawing/2014/main" id="{5DC5B557-9DD3-1C58-EBD4-E3F25D51A0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C791C2-36D8-0265-8222-10643906BF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DF761B-0182-42C2-82B1-52C33233039D}" type="slidenum">
              <a:rPr lang="en-US" smtClean="0"/>
              <a:t>‹#›</a:t>
            </a:fld>
            <a:endParaRPr lang="en-US"/>
          </a:p>
        </p:txBody>
      </p:sp>
    </p:spTree>
    <p:extLst>
      <p:ext uri="{BB962C8B-B14F-4D97-AF65-F5344CB8AC3E}">
        <p14:creationId xmlns:p14="http://schemas.microsoft.com/office/powerpoint/2010/main" val="60748911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CC243A-A817-C984-50E6-39BD3EA29E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856B16-8C25-316C-80FA-F1F1528135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22A45D-8A04-24D4-24C1-989EDA9601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7F7629-7DDC-DE34-F4BD-C10CA1976E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F92CCC-7ED8-2A97-CEBB-190C9039C50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6731B3-7B55-4A0F-293C-FBBB191ED0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EA4FF3-DEDB-2B99-19F3-3BB49DEAEA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24D7B3-26CB-D5F3-39E0-47D39D9F7BA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308E15-6E0E-DDA3-B468-325B536B93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7028AC-6E8A-5177-EAF8-2ED9CC1534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7AB48F-7EC3-C667-7C87-2B8628CC9B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7F6169-ED65-58E5-88B3-B4B0F5C849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BFF8DA-90AC-2D26-7DFB-0D6C92E9EA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845AE2-F2D4-61BB-AE39-E84D3F4CCD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740506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1667</Words>
  <Application>Microsoft Office PowerPoint</Application>
  <PresentationFormat>寬螢幕</PresentationFormat>
  <Paragraphs>65</Paragraphs>
  <Slides>14</Slides>
  <Notes>14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2026-09-04T10:40:32Z</dcterms:created>
  <dcterms:modified xsi:type="dcterms:W3CDTF">2026-10-20T13:31:24Z</dcterms:modified>
</cp:coreProperties>
</file>