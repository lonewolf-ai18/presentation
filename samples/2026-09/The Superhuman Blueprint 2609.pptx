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826CFA-9024-4B0C-A1B5-ED8094C3FCC1}" v="31" dt="2026-09-15T02:58:23.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703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15T02:58:35.523" v="160" actId="166"/>
      <pc:docMkLst>
        <pc:docMk/>
      </pc:docMkLst>
      <pc:sldChg chg="addSp delSp modSp mod modAnim modNotes modNotesTx">
        <pc:chgData name="Lai, Wilson" userId="2840974a-0d84-4886-90a9-9a3ed79f3a48" providerId="ADAL" clId="{9F23B798-9E84-4552-BA63-E776E805C424}" dt="2026-09-15T02:58:35.523" v="160" actId="166"/>
        <pc:sldMkLst>
          <pc:docMk/>
          <pc:sldMk cId="0" sldId="257"/>
        </pc:sldMkLst>
        <pc:spChg chg="add mod">
          <ac:chgData name="Lai, Wilson" userId="2840974a-0d84-4886-90a9-9a3ed79f3a48" providerId="ADAL" clId="{9F23B798-9E84-4552-BA63-E776E805C424}" dt="2026-09-14T14:53:39.804" v="43" actId="164"/>
          <ac:spMkLst>
            <pc:docMk/>
            <pc:sldMk cId="0" sldId="257"/>
            <ac:spMk id="5" creationId="{8BABB835-1963-A112-6B1A-EC3055E82EFB}"/>
          </ac:spMkLst>
        </pc:spChg>
        <pc:grpChg chg="add mod">
          <ac:chgData name="Lai, Wilson" userId="2840974a-0d84-4886-90a9-9a3ed79f3a48" providerId="ADAL" clId="{9F23B798-9E84-4552-BA63-E776E805C424}" dt="2026-09-14T14:53:39.804" v="43" actId="164"/>
          <ac:grpSpMkLst>
            <pc:docMk/>
            <pc:sldMk cId="0" sldId="257"/>
            <ac:grpSpMk id="6" creationId="{FF240871-0E22-1A65-F751-103955B972B9}"/>
          </ac:grpSpMkLst>
        </pc:grpChg>
        <pc:picChg chg="del">
          <ac:chgData name="Lai, Wilson" userId="2840974a-0d84-4886-90a9-9a3ed79f3a48" providerId="ADAL" clId="{9F23B798-9E84-4552-BA63-E776E805C424}" dt="2026-09-14T14:32:50.434" v="5" actId="21"/>
          <ac:picMkLst>
            <pc:docMk/>
            <pc:sldMk cId="0" sldId="257"/>
            <ac:picMk id="2" creationId="{00000000-0000-0000-0000-000000000000}"/>
          </ac:picMkLst>
        </pc:picChg>
        <pc:picChg chg="add mod">
          <ac:chgData name="Lai, Wilson" userId="2840974a-0d84-4886-90a9-9a3ed79f3a48" providerId="ADAL" clId="{9F23B798-9E84-4552-BA63-E776E805C424}" dt="2026-09-14T14:53:39.804" v="43" actId="164"/>
          <ac:picMkLst>
            <pc:docMk/>
            <pc:sldMk cId="0" sldId="257"/>
            <ac:picMk id="2" creationId="{D58CE32C-ECBE-BA94-8806-8A68FDA9DF6D}"/>
          </ac:picMkLst>
        </pc:picChg>
        <pc:picChg chg="add ord">
          <ac:chgData name="Lai, Wilson" userId="2840974a-0d84-4886-90a9-9a3ed79f3a48" providerId="ADAL" clId="{9F23B798-9E84-4552-BA63-E776E805C424}" dt="2026-09-15T02:58:35.523" v="160" actId="166"/>
          <ac:picMkLst>
            <pc:docMk/>
            <pc:sldMk cId="0" sldId="257"/>
            <ac:picMk id="4" creationId="{35652B9E-2069-1EA5-1EC8-2E73CA26E881}"/>
          </ac:picMkLst>
        </pc:picChg>
      </pc:sldChg>
      <pc:sldChg chg="addSp delSp mod modNotes modNotesTx">
        <pc:chgData name="Lai, Wilson" userId="2840974a-0d84-4886-90a9-9a3ed79f3a48" providerId="ADAL" clId="{9F23B798-9E84-4552-BA63-E776E805C424}" dt="2026-09-15T02:26:32.617" v="84" actId="6549"/>
        <pc:sldMkLst>
          <pc:docMk/>
          <pc:sldMk cId="0" sldId="258"/>
        </pc:sldMkLst>
        <pc:picChg chg="del">
          <ac:chgData name="Lai, Wilson" userId="2840974a-0d84-4886-90a9-9a3ed79f3a48" providerId="ADAL" clId="{9F23B798-9E84-4552-BA63-E776E805C424}" dt="2026-09-14T14:38:03.600" v="7" actId="21"/>
          <ac:picMkLst>
            <pc:docMk/>
            <pc:sldMk cId="0" sldId="258"/>
            <ac:picMk id="2" creationId="{00000000-0000-0000-0000-000000000000}"/>
          </ac:picMkLst>
        </pc:picChg>
        <pc:picChg chg="add">
          <ac:chgData name="Lai, Wilson" userId="2840974a-0d84-4886-90a9-9a3ed79f3a48" providerId="ADAL" clId="{9F23B798-9E84-4552-BA63-E776E805C424}" dt="2026-09-14T14:38:21.577" v="8" actId="22"/>
          <ac:picMkLst>
            <pc:docMk/>
            <pc:sldMk cId="0" sldId="258"/>
            <ac:picMk id="4" creationId="{7F74BCC3-66B6-CA7E-2DD3-DF466B629FB5}"/>
          </ac:picMkLst>
        </pc:picChg>
      </pc:sldChg>
      <pc:sldChg chg="addSp delSp mod modNotes modNotesTx">
        <pc:chgData name="Lai, Wilson" userId="2840974a-0d84-4886-90a9-9a3ed79f3a48" providerId="ADAL" clId="{9F23B798-9E84-4552-BA63-E776E805C424}" dt="2026-09-15T02:27:02.785" v="90" actId="6549"/>
        <pc:sldMkLst>
          <pc:docMk/>
          <pc:sldMk cId="0" sldId="259"/>
        </pc:sldMkLst>
        <pc:picChg chg="del">
          <ac:chgData name="Lai, Wilson" userId="2840974a-0d84-4886-90a9-9a3ed79f3a48" providerId="ADAL" clId="{9F23B798-9E84-4552-BA63-E776E805C424}" dt="2026-09-14T14:38:23.685" v="9" actId="21"/>
          <ac:picMkLst>
            <pc:docMk/>
            <pc:sldMk cId="0" sldId="259"/>
            <ac:picMk id="2" creationId="{00000000-0000-0000-0000-000000000000}"/>
          </ac:picMkLst>
        </pc:picChg>
        <pc:picChg chg="add">
          <ac:chgData name="Lai, Wilson" userId="2840974a-0d84-4886-90a9-9a3ed79f3a48" providerId="ADAL" clId="{9F23B798-9E84-4552-BA63-E776E805C424}" dt="2026-09-14T14:38:37.591" v="10" actId="22"/>
          <ac:picMkLst>
            <pc:docMk/>
            <pc:sldMk cId="0" sldId="259"/>
            <ac:picMk id="4" creationId="{269EF57F-1EAA-4F41-D471-3B88D77D8472}"/>
          </ac:picMkLst>
        </pc:picChg>
      </pc:sldChg>
      <pc:sldChg chg="addSp delSp mod modNotes modNotesTx">
        <pc:chgData name="Lai, Wilson" userId="2840974a-0d84-4886-90a9-9a3ed79f3a48" providerId="ADAL" clId="{9F23B798-9E84-4552-BA63-E776E805C424}" dt="2026-09-15T02:27:35.577" v="100" actId="6549"/>
        <pc:sldMkLst>
          <pc:docMk/>
          <pc:sldMk cId="0" sldId="260"/>
        </pc:sldMkLst>
        <pc:picChg chg="del">
          <ac:chgData name="Lai, Wilson" userId="2840974a-0d84-4886-90a9-9a3ed79f3a48" providerId="ADAL" clId="{9F23B798-9E84-4552-BA63-E776E805C424}" dt="2026-09-14T14:38:39.514" v="11" actId="21"/>
          <ac:picMkLst>
            <pc:docMk/>
            <pc:sldMk cId="0" sldId="260"/>
            <ac:picMk id="2" creationId="{00000000-0000-0000-0000-000000000000}"/>
          </ac:picMkLst>
        </pc:picChg>
        <pc:picChg chg="add">
          <ac:chgData name="Lai, Wilson" userId="2840974a-0d84-4886-90a9-9a3ed79f3a48" providerId="ADAL" clId="{9F23B798-9E84-4552-BA63-E776E805C424}" dt="2026-09-14T14:38:52.219" v="12" actId="22"/>
          <ac:picMkLst>
            <pc:docMk/>
            <pc:sldMk cId="0" sldId="260"/>
            <ac:picMk id="4" creationId="{16543585-0E27-5877-F40C-32C2F3555E92}"/>
          </ac:picMkLst>
        </pc:picChg>
      </pc:sldChg>
      <pc:sldChg chg="addSp delSp mod modNotes modNotesTx">
        <pc:chgData name="Lai, Wilson" userId="2840974a-0d84-4886-90a9-9a3ed79f3a48" providerId="ADAL" clId="{9F23B798-9E84-4552-BA63-E776E805C424}" dt="2026-09-15T02:55:05.260" v="113" actId="6549"/>
        <pc:sldMkLst>
          <pc:docMk/>
          <pc:sldMk cId="0" sldId="261"/>
        </pc:sldMkLst>
        <pc:picChg chg="del">
          <ac:chgData name="Lai, Wilson" userId="2840974a-0d84-4886-90a9-9a3ed79f3a48" providerId="ADAL" clId="{9F23B798-9E84-4552-BA63-E776E805C424}" dt="2026-09-14T14:39:00.110" v="13" actId="21"/>
          <ac:picMkLst>
            <pc:docMk/>
            <pc:sldMk cId="0" sldId="261"/>
            <ac:picMk id="2" creationId="{00000000-0000-0000-0000-000000000000}"/>
          </ac:picMkLst>
        </pc:picChg>
        <pc:picChg chg="add">
          <ac:chgData name="Lai, Wilson" userId="2840974a-0d84-4886-90a9-9a3ed79f3a48" providerId="ADAL" clId="{9F23B798-9E84-4552-BA63-E776E805C424}" dt="2026-09-14T14:39:38.296" v="14" actId="22"/>
          <ac:picMkLst>
            <pc:docMk/>
            <pc:sldMk cId="0" sldId="261"/>
            <ac:picMk id="4" creationId="{3D1513A4-305C-805F-3F0B-52583482A0F2}"/>
          </ac:picMkLst>
        </pc:picChg>
      </pc:sldChg>
      <pc:sldChg chg="addSp delSp mod modNotes modNotesTx">
        <pc:chgData name="Lai, Wilson" userId="2840974a-0d84-4886-90a9-9a3ed79f3a48" providerId="ADAL" clId="{9F23B798-9E84-4552-BA63-E776E805C424}" dt="2026-09-15T02:55:54.533" v="121" actId="14"/>
        <pc:sldMkLst>
          <pc:docMk/>
          <pc:sldMk cId="0" sldId="262"/>
        </pc:sldMkLst>
        <pc:picChg chg="del">
          <ac:chgData name="Lai, Wilson" userId="2840974a-0d84-4886-90a9-9a3ed79f3a48" providerId="ADAL" clId="{9F23B798-9E84-4552-BA63-E776E805C424}" dt="2026-09-14T14:39:40.216" v="15" actId="21"/>
          <ac:picMkLst>
            <pc:docMk/>
            <pc:sldMk cId="0" sldId="262"/>
            <ac:picMk id="2" creationId="{00000000-0000-0000-0000-000000000000}"/>
          </ac:picMkLst>
        </pc:picChg>
        <pc:picChg chg="add">
          <ac:chgData name="Lai, Wilson" userId="2840974a-0d84-4886-90a9-9a3ed79f3a48" providerId="ADAL" clId="{9F23B798-9E84-4552-BA63-E776E805C424}" dt="2026-09-14T14:39:52.140" v="16" actId="22"/>
          <ac:picMkLst>
            <pc:docMk/>
            <pc:sldMk cId="0" sldId="262"/>
            <ac:picMk id="4" creationId="{24E11159-6358-57BE-B9BE-CA6463134F29}"/>
          </ac:picMkLst>
        </pc:picChg>
      </pc:sldChg>
      <pc:sldChg chg="addSp delSp mod modNotes modNotesTx">
        <pc:chgData name="Lai, Wilson" userId="2840974a-0d84-4886-90a9-9a3ed79f3a48" providerId="ADAL" clId="{9F23B798-9E84-4552-BA63-E776E805C424}" dt="2026-09-15T02:58:23.727" v="159"/>
        <pc:sldMkLst>
          <pc:docMk/>
          <pc:sldMk cId="0" sldId="263"/>
        </pc:sldMkLst>
        <pc:picChg chg="del">
          <ac:chgData name="Lai, Wilson" userId="2840974a-0d84-4886-90a9-9a3ed79f3a48" providerId="ADAL" clId="{9F23B798-9E84-4552-BA63-E776E805C424}" dt="2026-09-14T14:39:59.011" v="17" actId="21"/>
          <ac:picMkLst>
            <pc:docMk/>
            <pc:sldMk cId="0" sldId="263"/>
            <ac:picMk id="2" creationId="{00000000-0000-0000-0000-000000000000}"/>
          </ac:picMkLst>
        </pc:picChg>
        <pc:picChg chg="add">
          <ac:chgData name="Lai, Wilson" userId="2840974a-0d84-4886-90a9-9a3ed79f3a48" providerId="ADAL" clId="{9F23B798-9E84-4552-BA63-E776E805C424}" dt="2026-09-14T14:40:07.583" v="18" actId="22"/>
          <ac:picMkLst>
            <pc:docMk/>
            <pc:sldMk cId="0" sldId="263"/>
            <ac:picMk id="4" creationId="{A6579020-B19F-0C53-8C90-D9D5A24D8A0B}"/>
          </ac:picMkLst>
        </pc:picChg>
      </pc:sldChg>
      <pc:sldChg chg="addSp delSp mod modNotes modNotesTx">
        <pc:chgData name="Lai, Wilson" userId="2840974a-0d84-4886-90a9-9a3ed79f3a48" providerId="ADAL" clId="{9F23B798-9E84-4552-BA63-E776E805C424}" dt="2026-09-15T02:58:23.727" v="159"/>
        <pc:sldMkLst>
          <pc:docMk/>
          <pc:sldMk cId="0" sldId="264"/>
        </pc:sldMkLst>
        <pc:picChg chg="del">
          <ac:chgData name="Lai, Wilson" userId="2840974a-0d84-4886-90a9-9a3ed79f3a48" providerId="ADAL" clId="{9F23B798-9E84-4552-BA63-E776E805C424}" dt="2026-09-14T14:40:10.568" v="19" actId="21"/>
          <ac:picMkLst>
            <pc:docMk/>
            <pc:sldMk cId="0" sldId="264"/>
            <ac:picMk id="2" creationId="{00000000-0000-0000-0000-000000000000}"/>
          </ac:picMkLst>
        </pc:picChg>
        <pc:picChg chg="add">
          <ac:chgData name="Lai, Wilson" userId="2840974a-0d84-4886-90a9-9a3ed79f3a48" providerId="ADAL" clId="{9F23B798-9E84-4552-BA63-E776E805C424}" dt="2026-09-14T14:42:42.307" v="20" actId="22"/>
          <ac:picMkLst>
            <pc:docMk/>
            <pc:sldMk cId="0" sldId="264"/>
            <ac:picMk id="4" creationId="{20A25345-6B25-F753-EFEC-CE091E915EF1}"/>
          </ac:picMkLst>
        </pc:picChg>
      </pc:sldChg>
      <pc:sldChg chg="addSp delSp mod modNotes modNotesTx">
        <pc:chgData name="Lai, Wilson" userId="2840974a-0d84-4886-90a9-9a3ed79f3a48" providerId="ADAL" clId="{9F23B798-9E84-4552-BA63-E776E805C424}" dt="2026-09-15T02:57:09.896" v="141" actId="14"/>
        <pc:sldMkLst>
          <pc:docMk/>
          <pc:sldMk cId="0" sldId="265"/>
        </pc:sldMkLst>
        <pc:picChg chg="del">
          <ac:chgData name="Lai, Wilson" userId="2840974a-0d84-4886-90a9-9a3ed79f3a48" providerId="ADAL" clId="{9F23B798-9E84-4552-BA63-E776E805C424}" dt="2026-09-14T14:42:45.613" v="21" actId="21"/>
          <ac:picMkLst>
            <pc:docMk/>
            <pc:sldMk cId="0" sldId="265"/>
            <ac:picMk id="2" creationId="{00000000-0000-0000-0000-000000000000}"/>
          </ac:picMkLst>
        </pc:picChg>
        <pc:picChg chg="add">
          <ac:chgData name="Lai, Wilson" userId="2840974a-0d84-4886-90a9-9a3ed79f3a48" providerId="ADAL" clId="{9F23B798-9E84-4552-BA63-E776E805C424}" dt="2026-09-14T14:44:24.777" v="22" actId="22"/>
          <ac:picMkLst>
            <pc:docMk/>
            <pc:sldMk cId="0" sldId="265"/>
            <ac:picMk id="4" creationId="{FD9B4A5F-BAD2-E339-F3E4-24C0AFABE639}"/>
          </ac:picMkLst>
        </pc:picChg>
      </pc:sldChg>
      <pc:sldChg chg="addSp delSp mod modNotes modNotesTx">
        <pc:chgData name="Lai, Wilson" userId="2840974a-0d84-4886-90a9-9a3ed79f3a48" providerId="ADAL" clId="{9F23B798-9E84-4552-BA63-E776E805C424}" dt="2026-09-15T02:58:23.727" v="159"/>
        <pc:sldMkLst>
          <pc:docMk/>
          <pc:sldMk cId="0" sldId="266"/>
        </pc:sldMkLst>
        <pc:picChg chg="del">
          <ac:chgData name="Lai, Wilson" userId="2840974a-0d84-4886-90a9-9a3ed79f3a48" providerId="ADAL" clId="{9F23B798-9E84-4552-BA63-E776E805C424}" dt="2026-09-14T14:44:31.135" v="23" actId="21"/>
          <ac:picMkLst>
            <pc:docMk/>
            <pc:sldMk cId="0" sldId="266"/>
            <ac:picMk id="2" creationId="{00000000-0000-0000-0000-000000000000}"/>
          </ac:picMkLst>
        </pc:picChg>
        <pc:picChg chg="add">
          <ac:chgData name="Lai, Wilson" userId="2840974a-0d84-4886-90a9-9a3ed79f3a48" providerId="ADAL" clId="{9F23B798-9E84-4552-BA63-E776E805C424}" dt="2026-09-14T14:45:16.248" v="24" actId="22"/>
          <ac:picMkLst>
            <pc:docMk/>
            <pc:sldMk cId="0" sldId="266"/>
            <ac:picMk id="4" creationId="{907C3A33-5D69-97C6-26F5-A3CB6DB3CBBD}"/>
          </ac:picMkLst>
        </pc:picChg>
      </pc:sldChg>
      <pc:sldChg chg="addSp delSp mod modNotes modNotesTx">
        <pc:chgData name="Lai, Wilson" userId="2840974a-0d84-4886-90a9-9a3ed79f3a48" providerId="ADAL" clId="{9F23B798-9E84-4552-BA63-E776E805C424}" dt="2026-09-15T02:58:23.727" v="159"/>
        <pc:sldMkLst>
          <pc:docMk/>
          <pc:sldMk cId="0" sldId="267"/>
        </pc:sldMkLst>
        <pc:picChg chg="del">
          <ac:chgData name="Lai, Wilson" userId="2840974a-0d84-4886-90a9-9a3ed79f3a48" providerId="ADAL" clId="{9F23B798-9E84-4552-BA63-E776E805C424}" dt="2026-09-14T14:45:27.059" v="25" actId="21"/>
          <ac:picMkLst>
            <pc:docMk/>
            <pc:sldMk cId="0" sldId="267"/>
            <ac:picMk id="2" creationId="{00000000-0000-0000-0000-000000000000}"/>
          </ac:picMkLst>
        </pc:picChg>
        <pc:picChg chg="add">
          <ac:chgData name="Lai, Wilson" userId="2840974a-0d84-4886-90a9-9a3ed79f3a48" providerId="ADAL" clId="{9F23B798-9E84-4552-BA63-E776E805C424}" dt="2026-09-14T14:45:52.564" v="26" actId="22"/>
          <ac:picMkLst>
            <pc:docMk/>
            <pc:sldMk cId="0" sldId="267"/>
            <ac:picMk id="4" creationId="{8EE3E4AF-CA4D-9F42-BECB-8402896B72B6}"/>
          </ac:picMkLst>
        </pc:picChg>
      </pc:sldChg>
      <pc:sldChg chg="addSp delSp mod modNotes modNotesTx">
        <pc:chgData name="Lai, Wilson" userId="2840974a-0d84-4886-90a9-9a3ed79f3a48" providerId="ADAL" clId="{9F23B798-9E84-4552-BA63-E776E805C424}" dt="2026-09-15T02:58:23.727" v="159"/>
        <pc:sldMkLst>
          <pc:docMk/>
          <pc:sldMk cId="0" sldId="268"/>
        </pc:sldMkLst>
        <pc:picChg chg="del">
          <ac:chgData name="Lai, Wilson" userId="2840974a-0d84-4886-90a9-9a3ed79f3a48" providerId="ADAL" clId="{9F23B798-9E84-4552-BA63-E776E805C424}" dt="2026-09-14T14:46:00.534" v="27" actId="21"/>
          <ac:picMkLst>
            <pc:docMk/>
            <pc:sldMk cId="0" sldId="268"/>
            <ac:picMk id="2" creationId="{00000000-0000-0000-0000-000000000000}"/>
          </ac:picMkLst>
        </pc:picChg>
        <pc:picChg chg="add">
          <ac:chgData name="Lai, Wilson" userId="2840974a-0d84-4886-90a9-9a3ed79f3a48" providerId="ADAL" clId="{9F23B798-9E84-4552-BA63-E776E805C424}" dt="2026-09-14T14:46:45.866" v="28" actId="22"/>
          <ac:picMkLst>
            <pc:docMk/>
            <pc:sldMk cId="0" sldId="268"/>
            <ac:picMk id="4" creationId="{1498D2A6-4B87-CF8B-023B-F4AACA47B48E}"/>
          </ac:picMkLst>
        </pc:picChg>
      </pc:sldChg>
      <pc:sldChg chg="addSp delSp mod modNotes modNotesTx">
        <pc:chgData name="Lai, Wilson" userId="2840974a-0d84-4886-90a9-9a3ed79f3a48" providerId="ADAL" clId="{9F23B798-9E84-4552-BA63-E776E805C424}" dt="2026-09-15T02:58:01.443" v="156" actId="14"/>
        <pc:sldMkLst>
          <pc:docMk/>
          <pc:sldMk cId="0" sldId="269"/>
        </pc:sldMkLst>
        <pc:picChg chg="del">
          <ac:chgData name="Lai, Wilson" userId="2840974a-0d84-4886-90a9-9a3ed79f3a48" providerId="ADAL" clId="{9F23B798-9E84-4552-BA63-E776E805C424}" dt="2026-09-14T14:46:48.813" v="29" actId="21"/>
          <ac:picMkLst>
            <pc:docMk/>
            <pc:sldMk cId="0" sldId="269"/>
            <ac:picMk id="2" creationId="{00000000-0000-0000-0000-000000000000}"/>
          </ac:picMkLst>
        </pc:picChg>
        <pc:picChg chg="add">
          <ac:chgData name="Lai, Wilson" userId="2840974a-0d84-4886-90a9-9a3ed79f3a48" providerId="ADAL" clId="{9F23B798-9E84-4552-BA63-E776E805C424}" dt="2026-09-14T14:47:02.619" v="30" actId="22"/>
          <ac:picMkLst>
            <pc:docMk/>
            <pc:sldMk cId="0" sldId="269"/>
            <ac:picMk id="4" creationId="{0A1CFB2E-A73E-E76C-90DE-B23567D7AFCA}"/>
          </ac:picMkLst>
        </pc:picChg>
      </pc:sldChg>
      <pc:sldChg chg="addSp delSp mod modNotes modNotesTx">
        <pc:chgData name="Lai, Wilson" userId="2840974a-0d84-4886-90a9-9a3ed79f3a48" providerId="ADAL" clId="{9F23B798-9E84-4552-BA63-E776E805C424}" dt="2026-09-15T02:58:07.485" v="158" actId="14"/>
        <pc:sldMkLst>
          <pc:docMk/>
          <pc:sldMk cId="0" sldId="270"/>
        </pc:sldMkLst>
        <pc:picChg chg="del">
          <ac:chgData name="Lai, Wilson" userId="2840974a-0d84-4886-90a9-9a3ed79f3a48" providerId="ADAL" clId="{9F23B798-9E84-4552-BA63-E776E805C424}" dt="2026-09-14T14:47:05.599" v="31" actId="21"/>
          <ac:picMkLst>
            <pc:docMk/>
            <pc:sldMk cId="0" sldId="270"/>
            <ac:picMk id="2" creationId="{00000000-0000-0000-0000-000000000000}"/>
          </ac:picMkLst>
        </pc:picChg>
        <pc:picChg chg="add">
          <ac:chgData name="Lai, Wilson" userId="2840974a-0d84-4886-90a9-9a3ed79f3a48" providerId="ADAL" clId="{9F23B798-9E84-4552-BA63-E776E805C424}" dt="2026-09-14T14:47:17.900" v="32" actId="22"/>
          <ac:picMkLst>
            <pc:docMk/>
            <pc:sldMk cId="0" sldId="270"/>
            <ac:picMk id="4" creationId="{EFD601D9-9EBB-AE9C-B4E9-DCEF88ABA4E0}"/>
          </ac:picMkLst>
        </pc:picChg>
      </pc:sldChg>
      <pc:sldChg chg="addSp delSp mod">
        <pc:chgData name="Lai, Wilson" userId="2840974a-0d84-4886-90a9-9a3ed79f3a48" providerId="ADAL" clId="{9F23B798-9E84-4552-BA63-E776E805C424}" dt="2026-09-14T14:47:29.810" v="34" actId="21"/>
        <pc:sldMkLst>
          <pc:docMk/>
          <pc:sldMk cId="0" sldId="271"/>
        </pc:sldMkLst>
        <pc:picChg chg="del">
          <ac:chgData name="Lai, Wilson" userId="2840974a-0d84-4886-90a9-9a3ed79f3a48" providerId="ADAL" clId="{9F23B798-9E84-4552-BA63-E776E805C424}" dt="2026-09-14T14:30:47.827" v="3" actId="21"/>
          <ac:picMkLst>
            <pc:docMk/>
            <pc:sldMk cId="0" sldId="271"/>
            <ac:picMk id="2" creationId="{00000000-0000-0000-0000-000000000000}"/>
          </ac:picMkLst>
        </pc:picChg>
        <pc:picChg chg="add del">
          <ac:chgData name="Lai, Wilson" userId="2840974a-0d84-4886-90a9-9a3ed79f3a48" providerId="ADAL" clId="{9F23B798-9E84-4552-BA63-E776E805C424}" dt="2026-09-14T14:47:29.810" v="34" actId="21"/>
          <ac:picMkLst>
            <pc:docMk/>
            <pc:sldMk cId="0" sldId="271"/>
            <ac:picMk id="4" creationId="{0EF4C788-D5D5-AB99-0977-FA1E98EC5DA3}"/>
          </ac:picMkLst>
        </pc:picChg>
      </pc:sldChg>
      <pc:sldChg chg="addSp delSp mod modNotes modNotesTx">
        <pc:chgData name="Lai, Wilson" userId="2840974a-0d84-4886-90a9-9a3ed79f3a48" providerId="ADAL" clId="{9F23B798-9E84-4552-BA63-E776E805C424}" dt="2026-09-15T02:25:08.797" v="60" actId="20577"/>
        <pc:sldMkLst>
          <pc:docMk/>
          <pc:sldMk cId="2846947543" sldId="272"/>
        </pc:sldMkLst>
        <pc:picChg chg="del">
          <ac:chgData name="Lai, Wilson" userId="2840974a-0d84-4886-90a9-9a3ed79f3a48" providerId="ADAL" clId="{9F23B798-9E84-4552-BA63-E776E805C424}" dt="2026-09-14T14:30:24.804" v="1" actId="21"/>
          <ac:picMkLst>
            <pc:docMk/>
            <pc:sldMk cId="2846947543" sldId="272"/>
            <ac:picMk id="3" creationId="{26EBA33E-D64E-1C36-1E76-6AF7F59254C5}"/>
          </ac:picMkLst>
        </pc:picChg>
        <pc:picChg chg="add">
          <ac:chgData name="Lai, Wilson" userId="2840974a-0d84-4886-90a9-9a3ed79f3a48" providerId="ADAL" clId="{9F23B798-9E84-4552-BA63-E776E805C424}" dt="2026-09-14T14:30:44.034" v="2" actId="22"/>
          <ac:picMkLst>
            <pc:docMk/>
            <pc:sldMk cId="2846947543" sldId="272"/>
            <ac:picMk id="4" creationId="{D2AAD7D5-87AC-20EA-B65A-39812D006BF4}"/>
          </ac:picMkLst>
        </pc:picChg>
      </pc:sldChg>
      <pc:sldMasterChg chg="setBg">
        <pc:chgData name="Lai, Wilson" userId="2840974a-0d84-4886-90a9-9a3ed79f3a48" providerId="ADAL" clId="{9F23B798-9E84-4552-BA63-E776E805C424}" dt="2026-09-14T14:27:03.260" v="0"/>
        <pc:sldMasterMkLst>
          <pc:docMk/>
          <pc:sldMasterMk cId="113907314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2F0A6-8CEE-4219-9DF1-C597A5695C0B}"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0B130-0A73-4D7D-BCF9-16E495E836CD}" type="slidenum">
              <a:rPr lang="en-US" smtClean="0"/>
              <a:t>‹#›</a:t>
            </a:fld>
            <a:endParaRPr lang="en-US"/>
          </a:p>
        </p:txBody>
      </p:sp>
    </p:spTree>
    <p:extLst>
      <p:ext uri="{BB962C8B-B14F-4D97-AF65-F5344CB8AC3E}">
        <p14:creationId xmlns:p14="http://schemas.microsoft.com/office/powerpoint/2010/main" val="3963036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Welcome &amp; Introduction:</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Good morning/afternoon, everyone. Today, we are discussing how to navigate the rapid evolution of artificial intelligence over the next 12 to 24 months. We aren't just looking at tools—we are looking at strategy, positioning, and how work itself is shifting.</a:t>
            </a:r>
          </a:p>
          <a:p>
            <a:pPr lvl="0"/>
            <a:r>
              <a:rPr lang="en-US" sz="1200" b="1" kern="1200" dirty="0">
                <a:solidFill>
                  <a:schemeClr val="tx1"/>
                </a:solidFill>
                <a:effectLst/>
                <a:latin typeface="+mn-lt"/>
                <a:ea typeface="+mn-ea"/>
                <a:cs typeface="+mn-cs"/>
              </a:rPr>
              <a:t>Context &amp; Guest Background:</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To anchor our strategy, we reference insights from Shishir Mehrotra. Shishir’s career spans over two decades of defining tech movements: leading product at YouTube during its exponential growth, serving on the board of Spotify for over ten years, founding Coda, and currently serving as CEO of Superhuman (which now incorporates Grammarly). </a:t>
            </a:r>
          </a:p>
          <a:p>
            <a:pPr lvl="0"/>
            <a:r>
              <a:rPr lang="en-US" sz="1200" b="1" kern="1200" dirty="0">
                <a:solidFill>
                  <a:schemeClr val="tx1"/>
                </a:solidFill>
                <a:effectLst/>
                <a:latin typeface="+mn-lt"/>
                <a:ea typeface="+mn-ea"/>
                <a:cs typeface="+mn-cs"/>
              </a:rPr>
              <a:t>Thesis Statement:</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The central premise of today's talk is simple: </a:t>
            </a:r>
            <a:r>
              <a:rPr lang="en-US" sz="1200" b="1" kern="1200" dirty="0">
                <a:solidFill>
                  <a:schemeClr val="tx1"/>
                </a:solidFill>
                <a:effectLst/>
                <a:latin typeface="+mn-lt"/>
                <a:ea typeface="+mn-ea"/>
                <a:cs typeface="+mn-cs"/>
              </a:rPr>
              <a:t>Stop practicing prompt engineering, and start cultivating AI judgment and systems architecture</a:t>
            </a:r>
            <a:r>
              <a:rPr lang="en-US" sz="1200" kern="1200" dirty="0">
                <a:solidFill>
                  <a:schemeClr val="tx1"/>
                </a:solidFill>
                <a:effectLst/>
                <a:latin typeface="+mn-lt"/>
                <a:ea typeface="+mn-ea"/>
                <a:cs typeface="+mn-cs"/>
              </a:rPr>
              <a:t>. Over the next 16 slides, we will cover how career advancement, team leadership, and product workflows must evolve as execution becomes automated. </a:t>
            </a:r>
          </a:p>
          <a:p>
            <a:endParaRPr lang="en-US" dirty="0"/>
          </a:p>
          <a:p>
            <a:endParaRPr lang="en-US" dirty="0"/>
          </a:p>
          <a:p>
            <a:endParaRPr lang="en-US" dirty="0"/>
          </a:p>
          <a:p>
            <a:r>
              <a:rPr lang="en-US" dirty="0"/>
              <a:t>https://www.youtube.com/watch?v=JEZVl3BkSLk</a:t>
            </a:r>
          </a:p>
        </p:txBody>
      </p:sp>
      <p:sp>
        <p:nvSpPr>
          <p:cNvPr id="4" name="Slide Number Placeholder 3"/>
          <p:cNvSpPr>
            <a:spLocks noGrp="1"/>
          </p:cNvSpPr>
          <p:nvPr>
            <p:ph type="sldNum" sz="quarter" idx="5"/>
          </p:nvPr>
        </p:nvSpPr>
        <p:spPr/>
        <p:txBody>
          <a:bodyPr/>
          <a:lstStyle/>
          <a:p>
            <a:fld id="{F540B130-0A73-4D7D-BCF9-16E495E836CD}" type="slidenum">
              <a:rPr lang="en-US" smtClean="0"/>
              <a:t>1</a:t>
            </a:fld>
            <a:endParaRPr lang="en-US"/>
          </a:p>
        </p:txBody>
      </p:sp>
    </p:spTree>
    <p:extLst>
      <p:ext uri="{BB962C8B-B14F-4D97-AF65-F5344CB8AC3E}">
        <p14:creationId xmlns:p14="http://schemas.microsoft.com/office/powerpoint/2010/main" val="1434532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Automation Fallacy: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Whenever new technology arrives, the default narrative is zero-sum automation: 'AI replaces human execution'. People panic thinking, 'If AI writes code, creates graphics, or drafts emails, human roles shrink.' </a:t>
            </a:r>
          </a:p>
          <a:p>
            <a:pPr marL="0" lvl="0" indent="0">
              <a:buFont typeface="Arial" panose="020B0604020202020204" pitchFamily="34" charset="0"/>
              <a:buNone/>
            </a:pPr>
            <a:r>
              <a:rPr lang="en-US" sz="1200" kern="1200" dirty="0">
                <a:solidFill>
                  <a:schemeClr val="tx1"/>
                </a:solidFill>
                <a:effectLst/>
                <a:latin typeface="+mn-lt"/>
                <a:ea typeface="+mn-ea"/>
                <a:cs typeface="+mn-cs"/>
              </a:rPr>
              <a:t>This stems from viewing work as a fixed bucket of tasks. If the machine takes 80% of the tasks, 80% of the people lose their jobs. But historically, that is rarely how transformational tech plays out. </a:t>
            </a:r>
          </a:p>
          <a:p>
            <a:pPr lvl="0"/>
            <a:r>
              <a:rPr lang="en-US" sz="1200" b="1" kern="1200" dirty="0">
                <a:solidFill>
                  <a:schemeClr val="tx1"/>
                </a:solidFill>
                <a:effectLst/>
                <a:latin typeface="+mn-lt"/>
                <a:ea typeface="+mn-ea"/>
                <a:cs typeface="+mn-cs"/>
              </a:rPr>
              <a:t>The Power Drill Analogy:</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Shishir uses an analogy: When power drills and modern construction equipment were introduced, did society fire all the construction workers? No. Instead of building 2-story wooden frames, we decided to build 100-story skyscrapers. </a:t>
            </a:r>
          </a:p>
          <a:p>
            <a:pPr lvl="0"/>
            <a:r>
              <a:rPr lang="en-US" sz="1200" kern="1200" dirty="0">
                <a:solidFill>
                  <a:schemeClr val="tx1"/>
                </a:solidFill>
                <a:effectLst/>
                <a:latin typeface="+mn-lt"/>
                <a:ea typeface="+mn-ea"/>
                <a:cs typeface="+mn-cs"/>
              </a:rPr>
              <a:t>Power drills enabled us to scale our ambition. The net demand for construction workers, architects, and structural engineers actually skyrocketed. </a:t>
            </a:r>
          </a:p>
          <a:p>
            <a:pPr lvl="0"/>
            <a:r>
              <a:rPr lang="en-US" sz="1200" b="1" kern="1200" dirty="0">
                <a:solidFill>
                  <a:schemeClr val="tx1"/>
                </a:solidFill>
                <a:effectLst/>
                <a:latin typeface="+mn-lt"/>
                <a:ea typeface="+mn-ea"/>
                <a:cs typeface="+mn-cs"/>
              </a:rPr>
              <a:t>Strategic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creates an infinite workforce of automated executors. Because execution becomes cheap and abundant, the net demand for human judgment and system architecture rises exponentially.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2</a:t>
            </a:fld>
            <a:endParaRPr lang="en-US"/>
          </a:p>
        </p:txBody>
      </p:sp>
    </p:spTree>
    <p:extLst>
      <p:ext uri="{BB962C8B-B14F-4D97-AF65-F5344CB8AC3E}">
        <p14:creationId xmlns:p14="http://schemas.microsoft.com/office/powerpoint/2010/main" val="2228299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Trap of Standard Funnels: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you want to position yourself in the AI era, you must first change how you seek opportunities. Applying for jobs through traditional career portals puts you directly into an automated trap. </a:t>
            </a:r>
          </a:p>
          <a:p>
            <a:pPr lvl="0"/>
            <a:r>
              <a:rPr lang="en-US" sz="1200" kern="1200" dirty="0">
                <a:solidFill>
                  <a:schemeClr val="tx1"/>
                </a:solidFill>
                <a:effectLst/>
                <a:latin typeface="+mn-lt"/>
                <a:ea typeface="+mn-ea"/>
                <a:cs typeface="+mn-cs"/>
              </a:rPr>
              <a:t>Executives and hiring managers use automated filters and auto-splits. In fact, Shishir sets up automated email rules in Superhuman specifically to sweep traditional inbound resumes away from his inbox to the recruiting team. </a:t>
            </a:r>
          </a:p>
          <a:p>
            <a:pPr lvl="0"/>
            <a:r>
              <a:rPr lang="en-US" sz="1200" b="1" kern="1200" dirty="0">
                <a:solidFill>
                  <a:schemeClr val="tx1"/>
                </a:solidFill>
                <a:effectLst/>
                <a:latin typeface="+mn-lt"/>
                <a:ea typeface="+mn-ea"/>
                <a:cs typeface="+mn-cs"/>
              </a:rPr>
              <a:t>The Hack: 'Be Interesting in Public':</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 you bypass the auto-filter? You don't try to optimize your resume. You build side projects, publish operational frameworks, and demonstrate your thinking publicly. </a:t>
            </a:r>
          </a:p>
          <a:p>
            <a:pPr lvl="0"/>
            <a:r>
              <a:rPr lang="en-US" sz="1200" kern="1200" dirty="0">
                <a:solidFill>
                  <a:schemeClr val="tx1"/>
                </a:solidFill>
                <a:effectLst/>
                <a:latin typeface="+mn-lt"/>
                <a:ea typeface="+mn-ea"/>
                <a:cs typeface="+mn-cs"/>
              </a:rPr>
              <a:t>You want to end up in the 'Interesting Pile'—the personal folder executives check when they want to learn something or talk to smart builders. </a:t>
            </a:r>
          </a:p>
          <a:p>
            <a:pPr lvl="0"/>
            <a:r>
              <a:rPr lang="en-US" sz="1200" b="1" kern="1200" dirty="0">
                <a:solidFill>
                  <a:schemeClr val="tx1"/>
                </a:solidFill>
                <a:effectLst/>
                <a:latin typeface="+mn-lt"/>
                <a:ea typeface="+mn-ea"/>
                <a:cs typeface="+mn-cs"/>
              </a:rPr>
              <a:t>The Spotify Proof Point: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Take Shishir’s own experience with Spotify. He didn't interview for a board seat. He wrote a paper titled </a:t>
            </a:r>
            <a:r>
              <a:rPr lang="en-US" sz="1200" i="1" kern="1200" dirty="0">
                <a:solidFill>
                  <a:schemeClr val="tx1"/>
                </a:solidFill>
                <a:effectLst/>
                <a:latin typeface="+mn-lt"/>
                <a:ea typeface="+mn-ea"/>
                <a:cs typeface="+mn-cs"/>
              </a:rPr>
              <a:t>Formats of Bundling</a:t>
            </a:r>
            <a:r>
              <a:rPr lang="en-US" sz="1200" kern="1200" dirty="0">
                <a:solidFill>
                  <a:schemeClr val="tx1"/>
                </a:solidFill>
                <a:effectLst/>
                <a:latin typeface="+mn-lt"/>
                <a:ea typeface="+mn-ea"/>
                <a:cs typeface="+mn-cs"/>
              </a:rPr>
              <a:t>. It was passed around tech circles until it landed on Daniel </a:t>
            </a:r>
            <a:r>
              <a:rPr lang="en-US" sz="1200" kern="1200" dirty="0" err="1">
                <a:solidFill>
                  <a:schemeClr val="tx1"/>
                </a:solidFill>
                <a:effectLst/>
                <a:latin typeface="+mn-lt"/>
                <a:ea typeface="+mn-ea"/>
                <a:cs typeface="+mn-cs"/>
              </a:rPr>
              <a:t>Ek’s</a:t>
            </a:r>
            <a:r>
              <a:rPr lang="en-US" sz="1200" kern="1200" dirty="0">
                <a:solidFill>
                  <a:schemeClr val="tx1"/>
                </a:solidFill>
                <a:effectLst/>
                <a:latin typeface="+mn-lt"/>
                <a:ea typeface="+mn-ea"/>
                <a:cs typeface="+mn-cs"/>
              </a:rPr>
              <a:t> desk. Daniel reached out for a conversation, which evolved into a decade-long board position.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3</a:t>
            </a:fld>
            <a:endParaRPr lang="en-US"/>
          </a:p>
        </p:txBody>
      </p:sp>
    </p:spTree>
    <p:extLst>
      <p:ext uri="{BB962C8B-B14F-4D97-AF65-F5344CB8AC3E}">
        <p14:creationId xmlns:p14="http://schemas.microsoft.com/office/powerpoint/2010/main" val="2689702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a:t>
            </a:r>
            <a:r>
              <a:rPr lang="en-US" sz="1200" b="1" kern="1200">
                <a:solidFill>
                  <a:schemeClr val="tx1"/>
                </a:solidFill>
                <a:effectLst/>
                <a:latin typeface="+mn-lt"/>
                <a:ea typeface="+mn-ea"/>
                <a:cs typeface="+mn-cs"/>
              </a:rPr>
              <a:t>the Ladder: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where human value sits today, let's look at the PSHE framework: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 (Execution - Lowest Value):</a:t>
            </a:r>
            <a:r>
              <a:rPr lang="en-US" sz="1200" kern="1200" dirty="0">
                <a:solidFill>
                  <a:schemeClr val="tx1"/>
                </a:solidFill>
                <a:effectLst/>
                <a:latin typeface="+mn-lt"/>
                <a:ea typeface="+mn-ea"/>
                <a:cs typeface="+mn-cs"/>
              </a:rPr>
              <a:t> 'We hand you the exact task; you go do 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 (How):</a:t>
            </a:r>
            <a:r>
              <a:rPr lang="en-US" sz="1200" kern="1200" dirty="0">
                <a:solidFill>
                  <a:schemeClr val="tx1"/>
                </a:solidFill>
                <a:effectLst/>
                <a:latin typeface="+mn-lt"/>
                <a:ea typeface="+mn-ea"/>
                <a:cs typeface="+mn-cs"/>
              </a:rPr>
              <a:t> 'We hand you a solution; you figure out the teams, milestones, and delivery cadence.'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 (Solution):</a:t>
            </a:r>
            <a:r>
              <a:rPr lang="en-US" sz="1200" kern="1200" dirty="0">
                <a:solidFill>
                  <a:schemeClr val="tx1"/>
                </a:solidFill>
                <a:effectLst/>
                <a:latin typeface="+mn-lt"/>
                <a:ea typeface="+mn-ea"/>
                <a:cs typeface="+mn-cs"/>
              </a:rPr>
              <a:t> 'We hand you a problem; you bring back a creative answer nobody expected.'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 (Problem - Highest Value):</a:t>
            </a:r>
            <a:r>
              <a:rPr lang="en-US" sz="1200" kern="1200" dirty="0">
                <a:solidFill>
                  <a:schemeClr val="tx1"/>
                </a:solidFill>
                <a:effectLst/>
                <a:latin typeface="+mn-lt"/>
                <a:ea typeface="+mn-ea"/>
                <a:cs typeface="+mn-cs"/>
              </a:rPr>
              <a:t> 'We hand you a space; you tell us what the actual problem is.' </a:t>
            </a:r>
          </a:p>
          <a:p>
            <a:pPr lvl="0"/>
            <a:r>
              <a:rPr lang="en-US" sz="1200" b="1" kern="1200" dirty="0">
                <a:solidFill>
                  <a:schemeClr val="tx1"/>
                </a:solidFill>
                <a:effectLst/>
                <a:latin typeface="+mn-lt"/>
                <a:ea typeface="+mn-ea"/>
                <a:cs typeface="+mn-cs"/>
              </a:rPr>
              <a:t>The Value Shift: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Historically, young professionals spent their first 5–10 years proving themselves at the E and H levels. But today, LLMs and autonomous agents handle E effortlessly and are rapidly making inroads into H. </a:t>
            </a:r>
          </a:p>
          <a:p>
            <a:pPr lvl="0"/>
            <a:r>
              <a:rPr lang="en-US" sz="1200" b="1" kern="1200" dirty="0">
                <a:solidFill>
                  <a:schemeClr val="tx1"/>
                </a:solidFill>
                <a:effectLst/>
                <a:latin typeface="+mn-lt"/>
                <a:ea typeface="+mn-ea"/>
                <a:cs typeface="+mn-cs"/>
              </a:rPr>
              <a:t>Core Realization:</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The value anchor has moved straight to the top. If you only execute tasks handed to you, your leverage is near zero. High value comes from accurately identifying the right problem.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4</a:t>
            </a:fld>
            <a:endParaRPr lang="en-US"/>
          </a:p>
        </p:txBody>
      </p:sp>
    </p:spTree>
    <p:extLst>
      <p:ext uri="{BB962C8B-B14F-4D97-AF65-F5344CB8AC3E}">
        <p14:creationId xmlns:p14="http://schemas.microsoft.com/office/powerpoint/2010/main" val="1779508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Early Career vs. The Plateau:</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In early career stages, promotion feels simple: do more work, get bigger tasks. You move linearly along the 'Scope' axis. </a:t>
            </a:r>
          </a:p>
          <a:p>
            <a:pPr marL="0" lvl="0" indent="0">
              <a:buFont typeface="Arial" panose="020B0604020202020204" pitchFamily="34" charset="0"/>
              <a:buNone/>
            </a:pPr>
            <a:r>
              <a:rPr lang="en-US" sz="1200" kern="1200" dirty="0">
                <a:solidFill>
                  <a:schemeClr val="tx1"/>
                </a:solidFill>
                <a:effectLst/>
                <a:latin typeface="+mn-lt"/>
                <a:ea typeface="+mn-ea"/>
                <a:cs typeface="+mn-cs"/>
              </a:rPr>
              <a:t>Eventually, everyone hits a point where scope equalizes among peers. Suddenly, working longer hours or producing more outputs stops leading to promotions. </a:t>
            </a:r>
          </a:p>
          <a:p>
            <a:pPr lvl="0"/>
            <a:r>
              <a:rPr lang="en-US" sz="1200" b="1" kern="1200" dirty="0">
                <a:solidFill>
                  <a:schemeClr val="tx1"/>
                </a:solidFill>
                <a:effectLst/>
                <a:latin typeface="+mn-lt"/>
                <a:ea typeface="+mn-ea"/>
                <a:cs typeface="+mn-cs"/>
              </a:rPr>
              <a:t>The Discovery by Google’s Infrastructure Leader:</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A senior leader running Google’s infrastructure mapped her organization across both scope and skill level. She plotted an S-curve and identified a mid-career drop called the 'Trough of Disillusionment'. </a:t>
            </a:r>
          </a:p>
          <a:p>
            <a:pPr marL="0" lvl="0" indent="0">
              <a:buFont typeface="Arial" panose="020B0604020202020204" pitchFamily="34" charset="0"/>
              <a:buNone/>
            </a:pPr>
            <a:r>
              <a:rPr lang="en-US" sz="1200" kern="1200" dirty="0">
                <a:solidFill>
                  <a:schemeClr val="tx1"/>
                </a:solidFill>
                <a:effectLst/>
                <a:latin typeface="+mn-lt"/>
                <a:ea typeface="+mn-ea"/>
                <a:cs typeface="+mn-cs"/>
              </a:rPr>
              <a:t>Employees panic here because the unwritten rules of promotion flip overnight. Success stops being measured by 'How much volume can you execute?' and shifts to 'How well can you frame the problem?' </a:t>
            </a:r>
          </a:p>
          <a:p>
            <a:pPr lvl="0"/>
            <a:r>
              <a:rPr lang="en-US" sz="1200" b="1" kern="1200" dirty="0">
                <a:solidFill>
                  <a:schemeClr val="tx1"/>
                </a:solidFill>
                <a:effectLst/>
                <a:latin typeface="+mn-lt"/>
                <a:ea typeface="+mn-ea"/>
                <a:cs typeface="+mn-cs"/>
              </a:rPr>
              <a:t>Why AI Accelerates This Trough:</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Because AI compresses execution timelines, professionals land in this trough much earlier in their careers. You cannot wait until mid-management to develop executive judgment; you need it now.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5</a:t>
            </a:fld>
            <a:endParaRPr lang="en-US"/>
          </a:p>
        </p:txBody>
      </p:sp>
    </p:spTree>
    <p:extLst>
      <p:ext uri="{BB962C8B-B14F-4D97-AF65-F5344CB8AC3E}">
        <p14:creationId xmlns:p14="http://schemas.microsoft.com/office/powerpoint/2010/main" val="2899400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Updraft Effect: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acts as a massive thermal updraft. By turning E (Execution) and H (How) into automated utilities, AI pushes workers up the ladder. </a:t>
            </a:r>
          </a:p>
          <a:p>
            <a:pPr lvl="0"/>
            <a:r>
              <a:rPr lang="en-US" sz="1200" b="1" kern="1200" dirty="0">
                <a:solidFill>
                  <a:schemeClr val="tx1"/>
                </a:solidFill>
                <a:effectLst/>
                <a:latin typeface="+mn-lt"/>
                <a:ea typeface="+mn-ea"/>
                <a:cs typeface="+mn-cs"/>
              </a:rPr>
              <a:t>Becoming Managers of Workflows: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Shishir noted, AI turns young professionals into managers much earlier—not necessarily managers of human headcount, but managers of workflows, prompts, and agent networks. </a:t>
            </a:r>
          </a:p>
          <a:p>
            <a:pPr lvl="0"/>
            <a:r>
              <a:rPr lang="en-US" sz="1200" b="1" kern="1200" dirty="0">
                <a:solidFill>
                  <a:schemeClr val="tx1"/>
                </a:solidFill>
                <a:effectLst/>
                <a:latin typeface="+mn-lt"/>
                <a:ea typeface="+mn-ea"/>
                <a:cs typeface="+mn-cs"/>
              </a:rPr>
              <a:t>Human-in-the-Loop Judgment: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can draft options, but it cannot know what problem matters to your business without human context. Humans provide the initial spark and the final review.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6</a:t>
            </a:fld>
            <a:endParaRPr lang="en-US"/>
          </a:p>
        </p:txBody>
      </p:sp>
    </p:spTree>
    <p:extLst>
      <p:ext uri="{BB962C8B-B14F-4D97-AF65-F5344CB8AC3E}">
        <p14:creationId xmlns:p14="http://schemas.microsoft.com/office/powerpoint/2010/main" val="1695862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the Concept: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 you systematically practice problem definition? You master the </a:t>
            </a:r>
            <a:r>
              <a:rPr lang="en-US" sz="1200" b="1" kern="1200" dirty="0" err="1">
                <a:solidFill>
                  <a:schemeClr val="tx1"/>
                </a:solidFill>
                <a:effectLst/>
                <a:latin typeface="+mn-lt"/>
                <a:ea typeface="+mn-ea"/>
                <a:cs typeface="+mn-cs"/>
              </a:rPr>
              <a:t>Eigenquestion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Derived from linear algebra's 'eigenvectors' (the principal vectors in a multi-dimensional space), an </a:t>
            </a:r>
            <a:r>
              <a:rPr lang="en-US" sz="1200" kern="1200" dirty="0" err="1">
                <a:solidFill>
                  <a:schemeClr val="tx1"/>
                </a:solidFill>
                <a:effectLst/>
                <a:latin typeface="+mn-lt"/>
                <a:ea typeface="+mn-ea"/>
                <a:cs typeface="+mn-cs"/>
              </a:rPr>
              <a:t>Eigenquestion</a:t>
            </a:r>
            <a:r>
              <a:rPr lang="en-US" sz="1200" kern="1200" dirty="0">
                <a:solidFill>
                  <a:schemeClr val="tx1"/>
                </a:solidFill>
                <a:effectLst/>
                <a:latin typeface="+mn-lt"/>
                <a:ea typeface="+mn-ea"/>
                <a:cs typeface="+mn-cs"/>
              </a:rPr>
              <a:t> is the most discriminating question in a complex situation. </a:t>
            </a:r>
          </a:p>
          <a:p>
            <a:pPr lvl="0"/>
            <a:r>
              <a:rPr lang="en-US" sz="1200" b="1" kern="1200" dirty="0">
                <a:solidFill>
                  <a:schemeClr val="tx1"/>
                </a:solidFill>
                <a:effectLst/>
                <a:latin typeface="+mn-lt"/>
                <a:ea typeface="+mn-ea"/>
                <a:cs typeface="+mn-cs"/>
              </a:rPr>
              <a:t>Functionality: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An </a:t>
            </a:r>
            <a:r>
              <a:rPr lang="en-US" sz="1200" kern="1200" dirty="0" err="1">
                <a:solidFill>
                  <a:schemeClr val="tx1"/>
                </a:solidFill>
                <a:effectLst/>
                <a:latin typeface="+mn-lt"/>
                <a:ea typeface="+mn-ea"/>
                <a:cs typeface="+mn-cs"/>
              </a:rPr>
              <a:t>Eigenquestion</a:t>
            </a:r>
            <a:r>
              <a:rPr lang="en-US" sz="1200" kern="1200" dirty="0">
                <a:solidFill>
                  <a:schemeClr val="tx1"/>
                </a:solidFill>
                <a:effectLst/>
                <a:latin typeface="+mn-lt"/>
                <a:ea typeface="+mn-ea"/>
                <a:cs typeface="+mn-cs"/>
              </a:rPr>
              <a:t> is the single question that, once answered, automatically resolves a cascade of secondary decisions. </a:t>
            </a:r>
          </a:p>
          <a:p>
            <a:pPr lvl="0"/>
            <a:r>
              <a:rPr lang="en-US" sz="1200" kern="1200" dirty="0">
                <a:solidFill>
                  <a:schemeClr val="tx1"/>
                </a:solidFill>
                <a:effectLst/>
                <a:latin typeface="+mn-lt"/>
                <a:ea typeface="+mn-ea"/>
                <a:cs typeface="+mn-cs"/>
              </a:rPr>
              <a:t>In business, people often waste weeks arguing over question #15 on a list, when answering question #1 would make question #15 irrelevant. </a:t>
            </a:r>
          </a:p>
          <a:p>
            <a:pPr lvl="0"/>
            <a:r>
              <a:rPr lang="en-US" sz="1200" b="1" kern="1200" dirty="0">
                <a:solidFill>
                  <a:schemeClr val="tx1"/>
                </a:solidFill>
                <a:effectLst/>
                <a:latin typeface="+mn-lt"/>
                <a:ea typeface="+mn-ea"/>
                <a:cs typeface="+mn-cs"/>
              </a:rPr>
              <a:t>The Core Mindset Shift: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Finding answers is no longer the bottleneck—LLMs generate answers in seconds. The scarce skill is formulating the single question that aligns all strategic vectors.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7</a:t>
            </a:fld>
            <a:endParaRPr lang="en-US"/>
          </a:p>
        </p:txBody>
      </p:sp>
    </p:spTree>
    <p:extLst>
      <p:ext uri="{BB962C8B-B14F-4D97-AF65-F5344CB8AC3E}">
        <p14:creationId xmlns:p14="http://schemas.microsoft.com/office/powerpoint/2010/main" val="2969725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Case Study Setup: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Shishir uses a classic interview exercise: 'Scientists just invented a teleportation device. How do you bring it to market?' </a:t>
            </a:r>
          </a:p>
          <a:p>
            <a:pPr lvl="0"/>
            <a:r>
              <a:rPr lang="en-US" sz="1200" kern="1200" dirty="0">
                <a:solidFill>
                  <a:schemeClr val="tx1"/>
                </a:solidFill>
                <a:effectLst/>
                <a:latin typeface="+mn-lt"/>
                <a:ea typeface="+mn-ea"/>
                <a:cs typeface="+mn-cs"/>
              </a:rPr>
              <a:t>Most people start asking dozens of chaotic details: What color is it? How fast is it? How much does it weigh? </a:t>
            </a:r>
          </a:p>
          <a:p>
            <a:pPr lvl="0"/>
            <a:r>
              <a:rPr lang="en-US" sz="1200" b="1" kern="1200" dirty="0">
                <a:solidFill>
                  <a:schemeClr val="tx1"/>
                </a:solidFill>
                <a:effectLst/>
                <a:latin typeface="+mn-lt"/>
                <a:ea typeface="+mn-ea"/>
                <a:cs typeface="+mn-cs"/>
              </a:rPr>
              <a:t>Filtering Down to the </a:t>
            </a:r>
            <a:r>
              <a:rPr lang="en-US" sz="1200" b="1" kern="1200" dirty="0" err="1">
                <a:solidFill>
                  <a:schemeClr val="tx1"/>
                </a:solidFill>
                <a:effectLst/>
                <a:latin typeface="+mn-lt"/>
                <a:ea typeface="+mn-ea"/>
                <a:cs typeface="+mn-cs"/>
              </a:rPr>
              <a:t>Eigenquestions</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Instead of a laundry list, a strong thinker identifies the two core discriminating questions: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Is it safe for humans?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Is the cost structure higher in </a:t>
            </a:r>
            <a:r>
              <a:rPr lang="en-US" sz="1200" i="1" kern="1200" dirty="0" err="1">
                <a:solidFill>
                  <a:schemeClr val="tx1"/>
                </a:solidFill>
                <a:effectLst/>
                <a:latin typeface="+mn-lt"/>
                <a:ea typeface="+mn-ea"/>
                <a:cs typeface="+mn-cs"/>
              </a:rPr>
              <a:t>CapEx</a:t>
            </a:r>
            <a:r>
              <a:rPr lang="en-US" sz="1200" i="1" kern="1200" dirty="0">
                <a:solidFill>
                  <a:schemeClr val="tx1"/>
                </a:solidFill>
                <a:effectLst/>
                <a:latin typeface="+mn-lt"/>
                <a:ea typeface="+mn-ea"/>
                <a:cs typeface="+mn-cs"/>
              </a:rPr>
              <a:t> or </a:t>
            </a:r>
            <a:r>
              <a:rPr lang="en-US" sz="1200" i="1" kern="1200" dirty="0" err="1">
                <a:solidFill>
                  <a:schemeClr val="tx1"/>
                </a:solidFill>
                <a:effectLst/>
                <a:latin typeface="+mn-lt"/>
                <a:ea typeface="+mn-ea"/>
                <a:cs typeface="+mn-cs"/>
              </a:rPr>
              <a:t>OpEx</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Analyzing the Quadrants: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By mapping these two questions onto a 2x2 matrix, four distinct business models emerge automatically: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Safe + High </a:t>
            </a:r>
            <a:r>
              <a:rPr lang="en-US" sz="1200" b="1" kern="1200" dirty="0" err="1">
                <a:solidFill>
                  <a:schemeClr val="tx1"/>
                </a:solidFill>
                <a:effectLst/>
                <a:latin typeface="+mn-lt"/>
                <a:ea typeface="+mn-ea"/>
                <a:cs typeface="+mn-cs"/>
              </a:rPr>
              <a:t>OpEx</a:t>
            </a:r>
            <a:r>
              <a:rPr lang="en-US" sz="1200" b="1" kern="1200" dirty="0">
                <a:solidFill>
                  <a:schemeClr val="tx1"/>
                </a:solidFill>
                <a:effectLst/>
                <a:latin typeface="+mn-lt"/>
                <a:ea typeface="+mn-ea"/>
                <a:cs typeface="+mn-cs"/>
              </a:rPr>
              <a:t> (Cheap to buy, expensive to run):</a:t>
            </a:r>
            <a:r>
              <a:rPr lang="en-US" sz="1200" kern="1200" dirty="0">
                <a:solidFill>
                  <a:schemeClr val="tx1"/>
                </a:solidFill>
                <a:effectLst/>
                <a:latin typeface="+mn-lt"/>
                <a:ea typeface="+mn-ea"/>
                <a:cs typeface="+mn-cs"/>
              </a:rPr>
              <a:t> Consumer home units placed everywhere like old telephones.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Safe + High </a:t>
            </a:r>
            <a:r>
              <a:rPr lang="en-US" sz="1200" b="1" kern="1200" dirty="0" err="1">
                <a:solidFill>
                  <a:schemeClr val="tx1"/>
                </a:solidFill>
                <a:effectLst/>
                <a:latin typeface="+mn-lt"/>
                <a:ea typeface="+mn-ea"/>
                <a:cs typeface="+mn-cs"/>
              </a:rPr>
              <a:t>CapEx</a:t>
            </a:r>
            <a:r>
              <a:rPr lang="en-US" sz="1200" b="1" kern="1200" dirty="0">
                <a:solidFill>
                  <a:schemeClr val="tx1"/>
                </a:solidFill>
                <a:effectLst/>
                <a:latin typeface="+mn-lt"/>
                <a:ea typeface="+mn-ea"/>
                <a:cs typeface="+mn-cs"/>
              </a:rPr>
              <a:t> (Expensive infrastructure):</a:t>
            </a:r>
            <a:r>
              <a:rPr lang="en-US" sz="1200" kern="1200" dirty="0">
                <a:solidFill>
                  <a:schemeClr val="tx1"/>
                </a:solidFill>
                <a:effectLst/>
                <a:latin typeface="+mn-lt"/>
                <a:ea typeface="+mn-ea"/>
                <a:cs typeface="+mn-cs"/>
              </a:rPr>
              <a:t> Centralized mass transit hubs funded like major international airports.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Unsafe + High </a:t>
            </a:r>
            <a:r>
              <a:rPr lang="en-US" sz="1200" b="1" kern="1200" dirty="0" err="1">
                <a:solidFill>
                  <a:schemeClr val="tx1"/>
                </a:solidFill>
                <a:effectLst/>
                <a:latin typeface="+mn-lt"/>
                <a:ea typeface="+mn-ea"/>
                <a:cs typeface="+mn-cs"/>
              </a:rPr>
              <a:t>CapEx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High-stakes cargo transportation (e.g., organ transplants).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Unsafe + High </a:t>
            </a:r>
            <a:r>
              <a:rPr lang="en-US" sz="1200" b="1" kern="1200" dirty="0" err="1">
                <a:solidFill>
                  <a:schemeClr val="tx1"/>
                </a:solidFill>
                <a:effectLst/>
                <a:latin typeface="+mn-lt"/>
                <a:ea typeface="+mn-ea"/>
                <a:cs typeface="+mn-cs"/>
              </a:rPr>
              <a:t>OpEx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Distributed waste management and trash disposal. </a:t>
            </a:r>
          </a:p>
          <a:p>
            <a:pPr lvl="0"/>
            <a:r>
              <a:rPr lang="en-US" sz="1200" kern="1200" dirty="0">
                <a:solidFill>
                  <a:schemeClr val="tx1"/>
                </a:solidFill>
                <a:effectLst/>
                <a:latin typeface="+mn-lt"/>
                <a:ea typeface="+mn-ea"/>
                <a:cs typeface="+mn-cs"/>
              </a:rPr>
              <a:t>The entire business model resolves once the </a:t>
            </a:r>
            <a:r>
              <a:rPr lang="en-US" sz="1200" kern="1200" dirty="0" err="1">
                <a:solidFill>
                  <a:schemeClr val="tx1"/>
                </a:solidFill>
                <a:effectLst/>
                <a:latin typeface="+mn-lt"/>
                <a:ea typeface="+mn-ea"/>
                <a:cs typeface="+mn-cs"/>
              </a:rPr>
              <a:t>Eigenquestions</a:t>
            </a:r>
            <a:r>
              <a:rPr lang="en-US" sz="1200" kern="1200" dirty="0">
                <a:solidFill>
                  <a:schemeClr val="tx1"/>
                </a:solidFill>
                <a:effectLst/>
                <a:latin typeface="+mn-lt"/>
                <a:ea typeface="+mn-ea"/>
                <a:cs typeface="+mn-cs"/>
              </a:rPr>
              <a:t> are defined.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8</a:t>
            </a:fld>
            <a:endParaRPr lang="en-US"/>
          </a:p>
        </p:txBody>
      </p:sp>
    </p:spTree>
    <p:extLst>
      <p:ext uri="{BB962C8B-B14F-4D97-AF65-F5344CB8AC3E}">
        <p14:creationId xmlns:p14="http://schemas.microsoft.com/office/powerpoint/2010/main" val="1133719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Mistake: Learning in Public:</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Where do people try to learn executive judgment and AI design? Usually during high-stakes board meetings or review presentations. </a:t>
            </a:r>
          </a:p>
          <a:p>
            <a:pPr lvl="0"/>
            <a:r>
              <a:rPr lang="en-US" sz="1200" kern="1200" dirty="0">
                <a:solidFill>
                  <a:schemeClr val="tx1"/>
                </a:solidFill>
                <a:effectLst/>
                <a:latin typeface="+mn-lt"/>
                <a:ea typeface="+mn-ea"/>
                <a:cs typeface="+mn-cs"/>
              </a:rPr>
              <a:t>This is like trying to learn the guitar by playing your first notes live on stage at a concert. In a high-stakes environment, vulnerability is penalized, failure carries real career risks, and iteration is slow. </a:t>
            </a:r>
          </a:p>
          <a:p>
            <a:pPr lvl="0"/>
            <a:r>
              <a:rPr lang="en-US" sz="1200" b="1" kern="1200" dirty="0">
                <a:solidFill>
                  <a:schemeClr val="tx1"/>
                </a:solidFill>
                <a:effectLst/>
                <a:latin typeface="+mn-lt"/>
                <a:ea typeface="+mn-ea"/>
                <a:cs typeface="+mn-cs"/>
              </a:rPr>
              <a:t>The Basement / Driveway Model: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master judgment, you need a 'basement' or a 'driveway'—a low-stakes playground with zero risk of failure. </a:t>
            </a:r>
          </a:p>
          <a:p>
            <a:pPr lvl="0"/>
            <a:r>
              <a:rPr lang="en-US" sz="1200" kern="1200" dirty="0">
                <a:solidFill>
                  <a:schemeClr val="tx1"/>
                </a:solidFill>
                <a:effectLst/>
                <a:latin typeface="+mn-lt"/>
                <a:ea typeface="+mn-ea"/>
                <a:cs typeface="+mn-cs"/>
              </a:rPr>
              <a:t>Build side projects with friends, test agent workflows on personal hobbies, or play strategic framework games. Rapid feedback loops in safe environments build intuition.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9</a:t>
            </a:fld>
            <a:endParaRPr lang="en-US"/>
          </a:p>
        </p:txBody>
      </p:sp>
    </p:spTree>
    <p:extLst>
      <p:ext uri="{BB962C8B-B14F-4D97-AF65-F5344CB8AC3E}">
        <p14:creationId xmlns:p14="http://schemas.microsoft.com/office/powerpoint/2010/main" val="3760345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Chat (Conversational):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Requires opening a separate browser tab and typing a prompt. Friction limits usage to around 10 queries per day. </a:t>
            </a:r>
          </a:p>
          <a:p>
            <a:pPr lvl="0"/>
            <a:r>
              <a:rPr lang="en-US" sz="1200" b="1" kern="1200" dirty="0">
                <a:solidFill>
                  <a:schemeClr val="tx1"/>
                </a:solidFill>
                <a:effectLst/>
                <a:latin typeface="+mn-lt"/>
                <a:ea typeface="+mn-ea"/>
                <a:cs typeface="+mn-cs"/>
              </a:rPr>
              <a:t>2. Do (Task-Based):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Discrete task bots where you explicitly assign work items off a checklist. Usage averages ~50 queries per day. </a:t>
            </a:r>
          </a:p>
          <a:p>
            <a:pPr lvl="0"/>
            <a:r>
              <a:rPr lang="en-US" sz="1200" b="1" kern="1200" dirty="0">
                <a:solidFill>
                  <a:schemeClr val="tx1"/>
                </a:solidFill>
                <a:effectLst/>
                <a:latin typeface="+mn-lt"/>
                <a:ea typeface="+mn-ea"/>
                <a:cs typeface="+mn-cs"/>
              </a:rPr>
              <a:t>3. Assist (Ambient / Proactive):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Works directly inside your interface at the speed of typing, surfacing insights proactively without waiting for a prompt. </a:t>
            </a:r>
          </a:p>
          <a:p>
            <a:pPr lvl="0"/>
            <a:r>
              <a:rPr lang="en-US" sz="1200" b="1" kern="1200" dirty="0">
                <a:solidFill>
                  <a:schemeClr val="tx1"/>
                </a:solidFill>
                <a:effectLst/>
                <a:latin typeface="+mn-lt"/>
                <a:ea typeface="+mn-ea"/>
                <a:cs typeface="+mn-cs"/>
              </a:rPr>
              <a:t>The Leverage Difference: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Grammarly and Superhuman Go operate in this 'Assist' tier, generating over 3,000 LLM queries per user per day because the tool acts as ambient infrastructure rather than a destination.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10</a:t>
            </a:fld>
            <a:endParaRPr lang="en-US"/>
          </a:p>
        </p:txBody>
      </p:sp>
    </p:spTree>
    <p:extLst>
      <p:ext uri="{BB962C8B-B14F-4D97-AF65-F5344CB8AC3E}">
        <p14:creationId xmlns:p14="http://schemas.microsoft.com/office/powerpoint/2010/main" val="3345062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The Trigger (While Writing):</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Eliminates prompt friction. The agent activates continuously as you draft text or review documents. </a:t>
            </a:r>
          </a:p>
          <a:p>
            <a:pPr lvl="0"/>
            <a:r>
              <a:rPr lang="en-US" sz="1200" b="1" kern="1200" dirty="0">
                <a:solidFill>
                  <a:schemeClr val="tx1"/>
                </a:solidFill>
                <a:effectLst/>
                <a:latin typeface="+mn-lt"/>
                <a:ea typeface="+mn-ea"/>
                <a:cs typeface="+mn-cs"/>
              </a:rPr>
              <a:t>Step 2: The Context (Live Data Integration):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agent connects directly to live enterprise data—CRM records, email threads, calendar feeds, and internal wikis. </a:t>
            </a:r>
          </a:p>
          <a:p>
            <a:pPr lvl="0"/>
            <a:r>
              <a:rPr lang="en-US" sz="1200" b="1" kern="1200" dirty="0">
                <a:solidFill>
                  <a:schemeClr val="tx1"/>
                </a:solidFill>
                <a:effectLst/>
                <a:latin typeface="+mn-lt"/>
                <a:ea typeface="+mn-ea"/>
                <a:cs typeface="+mn-cs"/>
              </a:rPr>
              <a:t>Step 3: The Action (Ambient Enhancement):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Instead of generating long paragraphs in a side window, it surfaces inline underlines, annotations, or subtle corrections.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11</a:t>
            </a:fld>
            <a:endParaRPr lang="en-US"/>
          </a:p>
        </p:txBody>
      </p:sp>
    </p:spTree>
    <p:extLst>
      <p:ext uri="{BB962C8B-B14F-4D97-AF65-F5344CB8AC3E}">
        <p14:creationId xmlns:p14="http://schemas.microsoft.com/office/powerpoint/2010/main" val="3490623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The Real-Time Fact Checker: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Cross-references outgoing financial numbers or dates against internal databases before you hit send. </a:t>
            </a:r>
          </a:p>
          <a:p>
            <a:pPr lvl="0"/>
            <a:r>
              <a:rPr lang="en-US" sz="1200" b="1" kern="1200" dirty="0">
                <a:solidFill>
                  <a:schemeClr val="tx1"/>
                </a:solidFill>
                <a:effectLst/>
                <a:latin typeface="+mn-lt"/>
                <a:ea typeface="+mn-ea"/>
                <a:cs typeface="+mn-cs"/>
              </a:rPr>
              <a:t>2. The Placeholder Filler: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Hunts for bracketed text like [Q3_REVENUE] or [CLIENT_QUOTE] in your outlines, pulling in exact figures automatically. </a:t>
            </a:r>
          </a:p>
          <a:p>
            <a:pPr lvl="0"/>
            <a:r>
              <a:rPr lang="en-US" sz="1200" b="1" kern="1200" dirty="0">
                <a:solidFill>
                  <a:schemeClr val="tx1"/>
                </a:solidFill>
                <a:effectLst/>
                <a:latin typeface="+mn-lt"/>
                <a:ea typeface="+mn-ea"/>
                <a:cs typeface="+mn-cs"/>
              </a:rPr>
              <a:t>3. The Compliance Guardrail: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Consolidates legal, brand, and editorial review standards into a single ambient assistant that highlights errors in real time.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12</a:t>
            </a:fld>
            <a:endParaRPr lang="en-US"/>
          </a:p>
        </p:txBody>
      </p:sp>
    </p:spTree>
    <p:extLst>
      <p:ext uri="{BB962C8B-B14F-4D97-AF65-F5344CB8AC3E}">
        <p14:creationId xmlns:p14="http://schemas.microsoft.com/office/powerpoint/2010/main" val="732097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Execution is Commoditized: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anyone can use an LLM to generate dozens of marketing drafts or code snippets, output volume loses its value. </a:t>
            </a:r>
          </a:p>
          <a:p>
            <a:pPr lvl="0"/>
            <a:r>
              <a:rPr lang="en-US" sz="1200" b="1" kern="1200" dirty="0">
                <a:solidFill>
                  <a:schemeClr val="tx1"/>
                </a:solidFill>
                <a:effectLst/>
                <a:latin typeface="+mn-lt"/>
                <a:ea typeface="+mn-ea"/>
                <a:cs typeface="+mn-cs"/>
              </a:rPr>
              <a:t>The Value of Taste: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highlighted in the interview, tools like Claude can amplify ideas, but humans must supply the original spark and curate the results. </a:t>
            </a:r>
          </a:p>
          <a:p>
            <a:pPr lvl="0"/>
            <a:r>
              <a:rPr lang="en-US" sz="1200" kern="1200" dirty="0">
                <a:solidFill>
                  <a:schemeClr val="tx1"/>
                </a:solidFill>
                <a:effectLst/>
                <a:latin typeface="+mn-lt"/>
                <a:ea typeface="+mn-ea"/>
                <a:cs typeface="+mn-cs"/>
              </a:rPr>
              <a:t>Developing refined taste and strict evaluation criteria is the ultimate differentiator.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13</a:t>
            </a:fld>
            <a:endParaRPr lang="en-US"/>
          </a:p>
        </p:txBody>
      </p:sp>
    </p:spTree>
    <p:extLst>
      <p:ext uri="{BB962C8B-B14F-4D97-AF65-F5344CB8AC3E}">
        <p14:creationId xmlns:p14="http://schemas.microsoft.com/office/powerpoint/2010/main" val="2994253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Bill Campbell’s Legacy: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Bill Campbell, the legendary Silicon Valley coach, measured his success not by net worth, but by how many people he mentored who went on to become Fortune 500 CEOs. </a:t>
            </a:r>
          </a:p>
          <a:p>
            <a:pPr lvl="0"/>
            <a:r>
              <a:rPr lang="en-US" sz="1200" b="1" kern="1200" dirty="0">
                <a:solidFill>
                  <a:schemeClr val="tx1"/>
                </a:solidFill>
                <a:effectLst/>
                <a:latin typeface="+mn-lt"/>
                <a:ea typeface="+mn-ea"/>
                <a:cs typeface="+mn-cs"/>
              </a:rPr>
              <a:t>Leadership in the AI Era: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an environment where execution is automated, building up and enabling other human leaders remains the highest form of leverage.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14</a:t>
            </a:fld>
            <a:endParaRPr lang="en-US"/>
          </a:p>
        </p:txBody>
      </p:sp>
    </p:spTree>
    <p:extLst>
      <p:ext uri="{BB962C8B-B14F-4D97-AF65-F5344CB8AC3E}">
        <p14:creationId xmlns:p14="http://schemas.microsoft.com/office/powerpoint/2010/main" val="1788855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Bypass:</a:t>
            </a:r>
            <a:r>
              <a:rPr lang="en-US" sz="1200" kern="1200" dirty="0">
                <a:solidFill>
                  <a:schemeClr val="tx1"/>
                </a:solidFill>
                <a:effectLst/>
                <a:latin typeface="+mn-lt"/>
                <a:ea typeface="+mn-ea"/>
                <a:cs typeface="+mn-cs"/>
              </a:rPr>
              <a:t> Skip traditional hiring funnels by sharing frameworks and building in public. </a:t>
            </a:r>
          </a:p>
          <a:p>
            <a:pPr lvl="0"/>
            <a:r>
              <a:rPr lang="en-US" sz="1200" b="1" kern="1200" dirty="0">
                <a:solidFill>
                  <a:schemeClr val="tx1"/>
                </a:solidFill>
                <a:effectLst/>
                <a:latin typeface="+mn-lt"/>
                <a:ea typeface="+mn-ea"/>
                <a:cs typeface="+mn-cs"/>
              </a:rPr>
              <a:t>2. Ascend:</a:t>
            </a:r>
            <a:r>
              <a:rPr lang="en-US" sz="1200" kern="1200" dirty="0">
                <a:solidFill>
                  <a:schemeClr val="tx1"/>
                </a:solidFill>
                <a:effectLst/>
                <a:latin typeface="+mn-lt"/>
                <a:ea typeface="+mn-ea"/>
                <a:cs typeface="+mn-cs"/>
              </a:rPr>
              <a:t> Focus on defining </a:t>
            </a:r>
            <a:r>
              <a:rPr lang="en-US" sz="1200" kern="1200" dirty="0" err="1">
                <a:solidFill>
                  <a:schemeClr val="tx1"/>
                </a:solidFill>
                <a:effectLst/>
                <a:latin typeface="+mn-lt"/>
                <a:ea typeface="+mn-ea"/>
                <a:cs typeface="+mn-cs"/>
              </a:rPr>
              <a:t>Eigenquestions</a:t>
            </a:r>
            <a:r>
              <a:rPr lang="en-US" sz="1200" kern="1200" dirty="0">
                <a:solidFill>
                  <a:schemeClr val="tx1"/>
                </a:solidFill>
                <a:effectLst/>
                <a:latin typeface="+mn-lt"/>
                <a:ea typeface="+mn-ea"/>
                <a:cs typeface="+mn-cs"/>
              </a:rPr>
              <a:t> at the top of the PSHE ladder. </a:t>
            </a:r>
          </a:p>
          <a:p>
            <a:pPr lvl="0"/>
            <a:r>
              <a:rPr lang="en-US" sz="1200" b="1" kern="1200" dirty="0">
                <a:solidFill>
                  <a:schemeClr val="tx1"/>
                </a:solidFill>
                <a:effectLst/>
                <a:latin typeface="+mn-lt"/>
                <a:ea typeface="+mn-ea"/>
                <a:cs typeface="+mn-cs"/>
              </a:rPr>
              <a:t>3. Ambient UI:</a:t>
            </a:r>
            <a:r>
              <a:rPr lang="en-US" sz="1200" kern="1200" dirty="0">
                <a:solidFill>
                  <a:schemeClr val="tx1"/>
                </a:solidFill>
                <a:effectLst/>
                <a:latin typeface="+mn-lt"/>
                <a:ea typeface="+mn-ea"/>
                <a:cs typeface="+mn-cs"/>
              </a:rPr>
              <a:t> Adopt proactive 'Assist' tools integrated into your daily workflow. </a:t>
            </a:r>
          </a:p>
          <a:p>
            <a:pPr lvl="0"/>
            <a:r>
              <a:rPr lang="en-US" sz="1200" b="1" kern="1200" dirty="0">
                <a:solidFill>
                  <a:schemeClr val="tx1"/>
                </a:solidFill>
                <a:effectLst/>
                <a:latin typeface="+mn-lt"/>
                <a:ea typeface="+mn-ea"/>
                <a:cs typeface="+mn-cs"/>
              </a:rPr>
              <a:t>4. Legacy:</a:t>
            </a:r>
            <a:r>
              <a:rPr lang="en-US" sz="1200" kern="1200" dirty="0">
                <a:solidFill>
                  <a:schemeClr val="tx1"/>
                </a:solidFill>
                <a:effectLst/>
                <a:latin typeface="+mn-lt"/>
                <a:ea typeface="+mn-ea"/>
                <a:cs typeface="+mn-cs"/>
              </a:rPr>
              <a:t> Measure career growth by the talent and leaders you develop.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15</a:t>
            </a:fld>
            <a:endParaRPr lang="en-US"/>
          </a:p>
        </p:txBody>
      </p:sp>
    </p:spTree>
    <p:extLst>
      <p:ext uri="{BB962C8B-B14F-4D97-AF65-F5344CB8AC3E}">
        <p14:creationId xmlns:p14="http://schemas.microsoft.com/office/powerpoint/2010/main" val="3718660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Core Shifts:</a:t>
            </a:r>
            <a:endParaRPr lang="en-US" sz="1200" kern="1200" dirty="0">
              <a:solidFill>
                <a:schemeClr val="tx1"/>
              </a:solidFill>
              <a:effectLst/>
              <a:latin typeface="+mn-lt"/>
              <a:ea typeface="+mn-ea"/>
              <a:cs typeface="+mn-cs"/>
            </a:endParaRPr>
          </a:p>
          <a:p>
            <a:pPr marL="0" lvl="0" indent="0">
              <a:buFont typeface="Arial" panose="020B0604020202020204" pitchFamily="34" charset="0"/>
              <a:buNone/>
            </a:pPr>
            <a:r>
              <a:rPr lang="en-US" sz="1200" kern="1200" dirty="0">
                <a:solidFill>
                  <a:schemeClr val="tx1"/>
                </a:solidFill>
                <a:effectLst/>
                <a:latin typeface="+mn-lt"/>
                <a:ea typeface="+mn-ea"/>
                <a:cs typeface="+mn-cs"/>
              </a:rPr>
              <a:t>To summarize our roadmap:</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Ladder Shift:</a:t>
            </a:r>
            <a:r>
              <a:rPr lang="en-US" sz="1200" kern="1200" dirty="0">
                <a:solidFill>
                  <a:schemeClr val="tx1"/>
                </a:solidFill>
                <a:effectLst/>
                <a:latin typeface="+mn-lt"/>
                <a:ea typeface="+mn-ea"/>
                <a:cs typeface="+mn-cs"/>
              </a:rPr>
              <a:t> Moving from execution tasks (E) to problem identification (P).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Tooling Evolution:</a:t>
            </a:r>
            <a:r>
              <a:rPr lang="en-US" sz="1200" kern="1200" dirty="0">
                <a:solidFill>
                  <a:schemeClr val="tx1"/>
                </a:solidFill>
                <a:effectLst/>
                <a:latin typeface="+mn-lt"/>
                <a:ea typeface="+mn-ea"/>
                <a:cs typeface="+mn-cs"/>
              </a:rPr>
              <a:t> Transitioning from reactive Chat prompts to proactive Assist infrastructure.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Skill Focus:</a:t>
            </a:r>
            <a:r>
              <a:rPr lang="en-US" sz="1200" kern="1200" dirty="0">
                <a:solidFill>
                  <a:schemeClr val="tx1"/>
                </a:solidFill>
                <a:effectLst/>
                <a:latin typeface="+mn-lt"/>
                <a:ea typeface="+mn-ea"/>
                <a:cs typeface="+mn-cs"/>
              </a:rPr>
              <a:t> Mastering </a:t>
            </a:r>
            <a:r>
              <a:rPr lang="en-US" sz="1200" kern="1200" dirty="0" err="1">
                <a:solidFill>
                  <a:schemeClr val="tx1"/>
                </a:solidFill>
                <a:effectLst/>
                <a:latin typeface="+mn-lt"/>
                <a:ea typeface="+mn-ea"/>
                <a:cs typeface="+mn-cs"/>
              </a:rPr>
              <a:t>Eigenquestions</a:t>
            </a:r>
            <a:r>
              <a:rPr lang="en-US" sz="1200" kern="1200" dirty="0">
                <a:solidFill>
                  <a:schemeClr val="tx1"/>
                </a:solidFill>
                <a:effectLst/>
                <a:latin typeface="+mn-lt"/>
                <a:ea typeface="+mn-ea"/>
                <a:cs typeface="+mn-cs"/>
              </a:rPr>
              <a:t> and practicing in low-stakes environments. </a:t>
            </a:r>
          </a:p>
          <a:p>
            <a:pPr lvl="0"/>
            <a:r>
              <a:rPr lang="en-US" sz="1200" b="1" kern="1200" dirty="0">
                <a:solidFill>
                  <a:schemeClr val="tx1"/>
                </a:solidFill>
                <a:effectLst/>
                <a:latin typeface="+mn-lt"/>
                <a:ea typeface="+mn-ea"/>
                <a:cs typeface="+mn-cs"/>
              </a:rPr>
              <a:t>Closing Call to Action: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Focus on developing systemic judgment, framing critical business questions, and building workflows that amplify high-value human decisions. </a:t>
            </a:r>
          </a:p>
          <a:p>
            <a:endParaRPr lang="en-US" dirty="0"/>
          </a:p>
        </p:txBody>
      </p:sp>
      <p:sp>
        <p:nvSpPr>
          <p:cNvPr id="4" name="Slide Number Placeholder 3"/>
          <p:cNvSpPr>
            <a:spLocks noGrp="1"/>
          </p:cNvSpPr>
          <p:nvPr>
            <p:ph type="sldNum" sz="quarter" idx="5"/>
          </p:nvPr>
        </p:nvSpPr>
        <p:spPr/>
        <p:txBody>
          <a:bodyPr/>
          <a:lstStyle/>
          <a:p>
            <a:fld id="{F540B130-0A73-4D7D-BCF9-16E495E836CD}" type="slidenum">
              <a:rPr lang="en-US" smtClean="0"/>
              <a:t>16</a:t>
            </a:fld>
            <a:endParaRPr lang="en-US"/>
          </a:p>
        </p:txBody>
      </p:sp>
    </p:spTree>
    <p:extLst>
      <p:ext uri="{BB962C8B-B14F-4D97-AF65-F5344CB8AC3E}">
        <p14:creationId xmlns:p14="http://schemas.microsoft.com/office/powerpoint/2010/main" val="4112572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7EE1B6-3E94-3FD9-8ADF-69C55A58B7EB}"/>
              </a:ext>
            </a:extLst>
          </p:cNvPr>
          <p:cNvSpPr>
            <a:spLocks noGrp="1"/>
          </p:cNvSpPr>
          <p:nvPr>
            <p:ph type="dt" sz="half" idx="10"/>
          </p:nvPr>
        </p:nvSpPr>
        <p:spPr/>
        <p:txBody>
          <a:bodyPr/>
          <a:lstStyle/>
          <a:p>
            <a:fld id="{EA939009-0FA3-40AA-8176-F0DF7B21AEB7}" type="datetimeFigureOut">
              <a:rPr lang="en-US" smtClean="0"/>
              <a:t>10/21/2026</a:t>
            </a:fld>
            <a:endParaRPr lang="en-US"/>
          </a:p>
        </p:txBody>
      </p:sp>
      <p:sp>
        <p:nvSpPr>
          <p:cNvPr id="3" name="Footer Placeholder 2">
            <a:extLst>
              <a:ext uri="{FF2B5EF4-FFF2-40B4-BE49-F238E27FC236}">
                <a16:creationId xmlns:a16="http://schemas.microsoft.com/office/drawing/2014/main" id="{FC057BE5-95D8-81FC-3F26-64D1D2EF33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69758A-768D-60B9-7F3E-44A63B32C171}"/>
              </a:ext>
            </a:extLst>
          </p:cNvPr>
          <p:cNvSpPr>
            <a:spLocks noGrp="1"/>
          </p:cNvSpPr>
          <p:nvPr>
            <p:ph type="sldNum" sz="quarter" idx="12"/>
          </p:nvPr>
        </p:nvSpPr>
        <p:spPr/>
        <p:txBody>
          <a:bodyPr/>
          <a:lstStyle/>
          <a:p>
            <a:fld id="{82BDA373-0C66-4BED-9C53-9A9571543E84}" type="slidenum">
              <a:rPr lang="en-US" smtClean="0"/>
              <a:t>‹#›</a:t>
            </a:fld>
            <a:endParaRPr lang="en-US"/>
          </a:p>
        </p:txBody>
      </p:sp>
    </p:spTree>
    <p:extLst>
      <p:ext uri="{BB962C8B-B14F-4D97-AF65-F5344CB8AC3E}">
        <p14:creationId xmlns:p14="http://schemas.microsoft.com/office/powerpoint/2010/main" val="23947565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5B534-64B0-4A60-230E-38FF7E6CA0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65C4EA-13BB-EE5A-B5CB-0037EC1774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4D63D4-6371-FCEB-3CB8-085E5504DF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939009-0FA3-40AA-8176-F0DF7B21AEB7}" type="datetimeFigureOut">
              <a:rPr lang="en-US" smtClean="0"/>
              <a:t>10/21/2026</a:t>
            </a:fld>
            <a:endParaRPr lang="en-US"/>
          </a:p>
        </p:txBody>
      </p:sp>
      <p:sp>
        <p:nvSpPr>
          <p:cNvPr id="5" name="Footer Placeholder 4">
            <a:extLst>
              <a:ext uri="{FF2B5EF4-FFF2-40B4-BE49-F238E27FC236}">
                <a16:creationId xmlns:a16="http://schemas.microsoft.com/office/drawing/2014/main" id="{23492970-0421-9BC7-F40B-2F34983D0B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07B39A-62C5-261C-80BA-EBA1D7A531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BDA373-0C66-4BED-9C53-9A9571543E84}" type="slidenum">
              <a:rPr lang="en-US" smtClean="0"/>
              <a:t>‹#›</a:t>
            </a:fld>
            <a:endParaRPr lang="en-US"/>
          </a:p>
        </p:txBody>
      </p:sp>
    </p:spTree>
    <p:extLst>
      <p:ext uri="{BB962C8B-B14F-4D97-AF65-F5344CB8AC3E}">
        <p14:creationId xmlns:p14="http://schemas.microsoft.com/office/powerpoint/2010/main" val="113907314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652B9E-2069-1EA5-1EC8-2E73CA26E8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4BCC3-66B6-CA7E-2DD3-DF466B629F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9EF57F-1EAA-4F41-D471-3B88D77D84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543585-0E27-5877-F40C-32C2F3555E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1513A4-305C-805F-3F0B-52583482A0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E11159-6358-57BE-B9BE-CA6463134F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579020-B19F-0C53-8C90-D9D5A24D8A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A25345-6B25-F753-EFEC-CE091E915E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9B4A5F-BAD2-E339-F3E4-24C0AFABE6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7C3A33-5D69-97C6-26F5-A3CB6DB3CB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E3E4AF-CA4D-9F42-BECB-8402896B72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98D2A6-4B87-CF8B-023B-F4AACA47B4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1CFB2E-A73E-E76C-90DE-B23567D7AF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01D9-9EBB-AE9C-B4E9-DCEF88ABA4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F4C788-D5D5-AB99-0977-FA1E98EC5D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AAD7D5-87AC-20EA-B65A-39812D006BF4}"/>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846947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2031</Words>
  <Application>Microsoft Office PowerPoint</Application>
  <PresentationFormat>寬螢幕</PresentationFormat>
  <Paragraphs>134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2026-09-14T14:24:29Z</dcterms:created>
  <dcterms:modified xsi:type="dcterms:W3CDTF">2026-10-21T02:51:27Z</dcterms:modified>
</cp:coreProperties>
</file>