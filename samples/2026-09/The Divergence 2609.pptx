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325B2E-B3A9-4FDC-B583-72EA13B6D274}" v="20" dt="2026-09-26T11:25:53.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delSld modSld sldOrd modMainMaster">
      <pc:chgData name="Lai, Wilson" userId="2840974a-0d84-4886-90a9-9a3ed79f3a48" providerId="ADAL" clId="{9F23B798-9E84-4552-BA63-E776E805C424}" dt="2026-09-26T11:42:35.957" v="128" actId="22"/>
      <pc:docMkLst>
        <pc:docMk/>
      </pc:docMkLst>
      <pc:sldChg chg="delSp add del mod">
        <pc:chgData name="Lai, Wilson" userId="2840974a-0d84-4886-90a9-9a3ed79f3a48" providerId="ADAL" clId="{9F23B798-9E84-4552-BA63-E776E805C424}" dt="2026-09-26T11:32:33.492" v="104" actId="47"/>
        <pc:sldMkLst>
          <pc:docMk/>
          <pc:sldMk cId="0" sldId="256"/>
        </pc:sldMkLst>
        <pc:picChg chg="del">
          <ac:chgData name="Lai, Wilson" userId="2840974a-0d84-4886-90a9-9a3ed79f3a48" providerId="ADAL" clId="{9F23B798-9E84-4552-BA63-E776E805C424}" dt="2026-09-26T11:29:54.811" v="63" actId="21"/>
          <ac:picMkLst>
            <pc:docMk/>
            <pc:sldMk cId="0" sldId="256"/>
            <ac:picMk id="2" creationId="{00000000-0000-0000-0000-000000000000}"/>
          </ac:picMkLst>
        </pc:picChg>
      </pc:sldChg>
      <pc:sldChg chg="addSp delSp modSp mod modAnim modNotes modNotesTx">
        <pc:chgData name="Lai, Wilson" userId="2840974a-0d84-4886-90a9-9a3ed79f3a48" providerId="ADAL" clId="{9F23B798-9E84-4552-BA63-E776E805C424}" dt="2026-09-26T11:35:39.390" v="106" actId="22"/>
        <pc:sldMkLst>
          <pc:docMk/>
          <pc:sldMk cId="0" sldId="257"/>
        </pc:sldMkLst>
        <pc:spChg chg="add mod">
          <ac:chgData name="Lai, Wilson" userId="2840974a-0d84-4886-90a9-9a3ed79f3a48" providerId="ADAL" clId="{9F23B798-9E84-4552-BA63-E776E805C424}" dt="2026-09-25T23:45:41.840" v="10" actId="164"/>
          <ac:spMkLst>
            <pc:docMk/>
            <pc:sldMk cId="0" sldId="257"/>
            <ac:spMk id="5" creationId="{4EE5C751-B8F1-792D-1FC3-29A45780C7B7}"/>
          </ac:spMkLst>
        </pc:spChg>
        <pc:grpChg chg="add mod">
          <ac:chgData name="Lai, Wilson" userId="2840974a-0d84-4886-90a9-9a3ed79f3a48" providerId="ADAL" clId="{9F23B798-9E84-4552-BA63-E776E805C424}" dt="2026-09-25T23:45:41.840" v="10" actId="164"/>
          <ac:grpSpMkLst>
            <pc:docMk/>
            <pc:sldMk cId="0" sldId="257"/>
            <ac:grpSpMk id="6" creationId="{6D2327D8-120E-0DFD-10B3-AE5897B4B26C}"/>
          </ac:grpSpMkLst>
        </pc:grpChg>
        <pc:picChg chg="del ord">
          <ac:chgData name="Lai, Wilson" userId="2840974a-0d84-4886-90a9-9a3ed79f3a48" providerId="ADAL" clId="{9F23B798-9E84-4552-BA63-E776E805C424}" dt="2026-09-25T23:53:05.044" v="12" actId="21"/>
          <ac:picMkLst>
            <pc:docMk/>
            <pc:sldMk cId="0" sldId="257"/>
            <ac:picMk id="2" creationId="{00000000-0000-0000-0000-000000000000}"/>
          </ac:picMkLst>
        </pc:picChg>
        <pc:picChg chg="add mod">
          <ac:chgData name="Lai, Wilson" userId="2840974a-0d84-4886-90a9-9a3ed79f3a48" providerId="ADAL" clId="{9F23B798-9E84-4552-BA63-E776E805C424}" dt="2026-09-25T23:45:41.840" v="10" actId="164"/>
          <ac:picMkLst>
            <pc:docMk/>
            <pc:sldMk cId="0" sldId="257"/>
            <ac:picMk id="3" creationId="{94F2A6E6-14E8-2285-ADAF-EF0C84FA6579}"/>
          </ac:picMkLst>
        </pc:picChg>
        <pc:picChg chg="add del mod">
          <ac:chgData name="Lai, Wilson" userId="2840974a-0d84-4886-90a9-9a3ed79f3a48" providerId="ADAL" clId="{9F23B798-9E84-4552-BA63-E776E805C424}" dt="2026-09-26T11:25:41.316" v="60" actId="22"/>
          <ac:picMkLst>
            <pc:docMk/>
            <pc:sldMk cId="0" sldId="257"/>
            <ac:picMk id="4" creationId="{06C64416-229B-FF63-4520-EE22C45A6FBD}"/>
          </ac:picMkLst>
        </pc:picChg>
        <pc:picChg chg="add del">
          <ac:chgData name="Lai, Wilson" userId="2840974a-0d84-4886-90a9-9a3ed79f3a48" providerId="ADAL" clId="{9F23B798-9E84-4552-BA63-E776E805C424}" dt="2026-09-26T11:33:01.656" v="105" actId="21"/>
          <ac:picMkLst>
            <pc:docMk/>
            <pc:sldMk cId="0" sldId="257"/>
            <ac:picMk id="4" creationId="{76C2309E-2BED-CF59-9AF1-031CBEC9E2E4}"/>
          </ac:picMkLst>
        </pc:picChg>
        <pc:picChg chg="add del ord">
          <ac:chgData name="Lai, Wilson" userId="2840974a-0d84-4886-90a9-9a3ed79f3a48" providerId="ADAL" clId="{9F23B798-9E84-4552-BA63-E776E805C424}" dt="2026-09-26T11:29:59.527" v="64" actId="478"/>
          <ac:picMkLst>
            <pc:docMk/>
            <pc:sldMk cId="0" sldId="257"/>
            <ac:picMk id="7" creationId="{041A95E0-074F-0040-7CAC-CC5B3BE3DE36}"/>
          </ac:picMkLst>
        </pc:picChg>
        <pc:picChg chg="add">
          <ac:chgData name="Lai, Wilson" userId="2840974a-0d84-4886-90a9-9a3ed79f3a48" providerId="ADAL" clId="{9F23B798-9E84-4552-BA63-E776E805C424}" dt="2026-09-26T11:35:39.390" v="106" actId="22"/>
          <ac:picMkLst>
            <pc:docMk/>
            <pc:sldMk cId="0" sldId="257"/>
            <ac:picMk id="7" creationId="{82298692-89C8-2F4A-F44F-A861F7B98619}"/>
          </ac:picMkLst>
        </pc:picChg>
      </pc:sldChg>
      <pc:sldChg chg="addSp delSp mod modNotes">
        <pc:chgData name="Lai, Wilson" userId="2840974a-0d84-4886-90a9-9a3ed79f3a48" providerId="ADAL" clId="{9F23B798-9E84-4552-BA63-E776E805C424}" dt="2026-09-26T11:36:12.707" v="108" actId="22"/>
        <pc:sldMkLst>
          <pc:docMk/>
          <pc:sldMk cId="0" sldId="258"/>
        </pc:sldMkLst>
        <pc:picChg chg="del">
          <ac:chgData name="Lai, Wilson" userId="2840974a-0d84-4886-90a9-9a3ed79f3a48" providerId="ADAL" clId="{9F23B798-9E84-4552-BA63-E776E805C424}" dt="2026-09-25T23:53:15.336" v="14" actId="21"/>
          <ac:picMkLst>
            <pc:docMk/>
            <pc:sldMk cId="0" sldId="258"/>
            <ac:picMk id="2" creationId="{00000000-0000-0000-0000-000000000000}"/>
          </ac:picMkLst>
        </pc:picChg>
        <pc:picChg chg="add del">
          <ac:chgData name="Lai, Wilson" userId="2840974a-0d84-4886-90a9-9a3ed79f3a48" providerId="ADAL" clId="{9F23B798-9E84-4552-BA63-E776E805C424}" dt="2026-09-26T11:35:41.652" v="107" actId="21"/>
          <ac:picMkLst>
            <pc:docMk/>
            <pc:sldMk cId="0" sldId="258"/>
            <ac:picMk id="3" creationId="{AFD11BF7-8A0D-DD15-6861-54D3C482176F}"/>
          </ac:picMkLst>
        </pc:picChg>
        <pc:picChg chg="add del">
          <ac:chgData name="Lai, Wilson" userId="2840974a-0d84-4886-90a9-9a3ed79f3a48" providerId="ADAL" clId="{9F23B798-9E84-4552-BA63-E776E805C424}" dt="2026-09-26T11:30:10.325" v="68" actId="478"/>
          <ac:picMkLst>
            <pc:docMk/>
            <pc:sldMk cId="0" sldId="258"/>
            <ac:picMk id="4" creationId="{B743F033-73CB-47EF-1F16-D95D6B992206}"/>
          </ac:picMkLst>
        </pc:picChg>
        <pc:picChg chg="add">
          <ac:chgData name="Lai, Wilson" userId="2840974a-0d84-4886-90a9-9a3ed79f3a48" providerId="ADAL" clId="{9F23B798-9E84-4552-BA63-E776E805C424}" dt="2026-09-26T11:36:12.707" v="108" actId="22"/>
          <ac:picMkLst>
            <pc:docMk/>
            <pc:sldMk cId="0" sldId="258"/>
            <ac:picMk id="4" creationId="{F3054C5E-F9CB-21EC-720B-E1878F13C767}"/>
          </ac:picMkLst>
        </pc:picChg>
      </pc:sldChg>
      <pc:sldChg chg="addSp delSp add del mod ord modNotes">
        <pc:chgData name="Lai, Wilson" userId="2840974a-0d84-4886-90a9-9a3ed79f3a48" providerId="ADAL" clId="{9F23B798-9E84-4552-BA63-E776E805C424}" dt="2026-09-26T11:36:49.963" v="110" actId="22"/>
        <pc:sldMkLst>
          <pc:docMk/>
          <pc:sldMk cId="0" sldId="259"/>
        </pc:sldMkLst>
        <pc:picChg chg="del">
          <ac:chgData name="Lai, Wilson" userId="2840974a-0d84-4886-90a9-9a3ed79f3a48" providerId="ADAL" clId="{9F23B798-9E84-4552-BA63-E776E805C424}" dt="2026-09-25T23:53:27.761" v="16" actId="21"/>
          <ac:picMkLst>
            <pc:docMk/>
            <pc:sldMk cId="0" sldId="259"/>
            <ac:picMk id="2" creationId="{00000000-0000-0000-0000-000000000000}"/>
          </ac:picMkLst>
        </pc:picChg>
        <pc:picChg chg="add del">
          <ac:chgData name="Lai, Wilson" userId="2840974a-0d84-4886-90a9-9a3ed79f3a48" providerId="ADAL" clId="{9F23B798-9E84-4552-BA63-E776E805C424}" dt="2026-09-26T11:36:14.547" v="109" actId="21"/>
          <ac:picMkLst>
            <pc:docMk/>
            <pc:sldMk cId="0" sldId="259"/>
            <ac:picMk id="3" creationId="{913FC34A-BA1C-5B1A-03A5-19A7A19B429A}"/>
          </ac:picMkLst>
        </pc:picChg>
        <pc:picChg chg="add del">
          <ac:chgData name="Lai, Wilson" userId="2840974a-0d84-4886-90a9-9a3ed79f3a48" providerId="ADAL" clId="{9F23B798-9E84-4552-BA63-E776E805C424}" dt="2026-09-26T11:30:25.375" v="73" actId="478"/>
          <ac:picMkLst>
            <pc:docMk/>
            <pc:sldMk cId="0" sldId="259"/>
            <ac:picMk id="4" creationId="{13285353-88E8-7BC5-65A1-753D11C073F9}"/>
          </ac:picMkLst>
        </pc:picChg>
        <pc:picChg chg="add">
          <ac:chgData name="Lai, Wilson" userId="2840974a-0d84-4886-90a9-9a3ed79f3a48" providerId="ADAL" clId="{9F23B798-9E84-4552-BA63-E776E805C424}" dt="2026-09-26T11:36:49.963" v="110" actId="22"/>
          <ac:picMkLst>
            <pc:docMk/>
            <pc:sldMk cId="0" sldId="259"/>
            <ac:picMk id="4" creationId="{9A670AC5-3D97-8898-4548-181814EB4016}"/>
          </ac:picMkLst>
        </pc:picChg>
      </pc:sldChg>
      <pc:sldChg chg="addSp delSp mod modNotes">
        <pc:chgData name="Lai, Wilson" userId="2840974a-0d84-4886-90a9-9a3ed79f3a48" providerId="ADAL" clId="{9F23B798-9E84-4552-BA63-E776E805C424}" dt="2026-09-26T11:37:04.620" v="112" actId="22"/>
        <pc:sldMkLst>
          <pc:docMk/>
          <pc:sldMk cId="0" sldId="260"/>
        </pc:sldMkLst>
        <pc:picChg chg="del">
          <ac:chgData name="Lai, Wilson" userId="2840974a-0d84-4886-90a9-9a3ed79f3a48" providerId="ADAL" clId="{9F23B798-9E84-4552-BA63-E776E805C424}" dt="2026-09-25T23:53:38.088" v="18" actId="21"/>
          <ac:picMkLst>
            <pc:docMk/>
            <pc:sldMk cId="0" sldId="260"/>
            <ac:picMk id="2" creationId="{00000000-0000-0000-0000-000000000000}"/>
          </ac:picMkLst>
        </pc:picChg>
        <pc:picChg chg="add del">
          <ac:chgData name="Lai, Wilson" userId="2840974a-0d84-4886-90a9-9a3ed79f3a48" providerId="ADAL" clId="{9F23B798-9E84-4552-BA63-E776E805C424}" dt="2026-09-26T11:36:51.809" v="111" actId="21"/>
          <ac:picMkLst>
            <pc:docMk/>
            <pc:sldMk cId="0" sldId="260"/>
            <ac:picMk id="3" creationId="{C5E5150E-03A2-0943-0BE2-A61F92BF3CEE}"/>
          </ac:picMkLst>
        </pc:picChg>
        <pc:picChg chg="add del">
          <ac:chgData name="Lai, Wilson" userId="2840974a-0d84-4886-90a9-9a3ed79f3a48" providerId="ADAL" clId="{9F23B798-9E84-4552-BA63-E776E805C424}" dt="2026-09-26T11:30:50.837" v="76" actId="478"/>
          <ac:picMkLst>
            <pc:docMk/>
            <pc:sldMk cId="0" sldId="260"/>
            <ac:picMk id="4" creationId="{5E8ABB04-1014-71D5-65A9-9B4EABC97D71}"/>
          </ac:picMkLst>
        </pc:picChg>
        <pc:picChg chg="add">
          <ac:chgData name="Lai, Wilson" userId="2840974a-0d84-4886-90a9-9a3ed79f3a48" providerId="ADAL" clId="{9F23B798-9E84-4552-BA63-E776E805C424}" dt="2026-09-26T11:37:04.620" v="112" actId="22"/>
          <ac:picMkLst>
            <pc:docMk/>
            <pc:sldMk cId="0" sldId="260"/>
            <ac:picMk id="4" creationId="{F96C0A9D-8296-037D-124E-5FCE2CF8827E}"/>
          </ac:picMkLst>
        </pc:picChg>
      </pc:sldChg>
      <pc:sldChg chg="addSp delSp mod modNotes">
        <pc:chgData name="Lai, Wilson" userId="2840974a-0d84-4886-90a9-9a3ed79f3a48" providerId="ADAL" clId="{9F23B798-9E84-4552-BA63-E776E805C424}" dt="2026-09-26T11:37:26.546" v="114" actId="22"/>
        <pc:sldMkLst>
          <pc:docMk/>
          <pc:sldMk cId="0" sldId="261"/>
        </pc:sldMkLst>
        <pc:picChg chg="del">
          <ac:chgData name="Lai, Wilson" userId="2840974a-0d84-4886-90a9-9a3ed79f3a48" providerId="ADAL" clId="{9F23B798-9E84-4552-BA63-E776E805C424}" dt="2026-09-25T23:53:46.678" v="20" actId="21"/>
          <ac:picMkLst>
            <pc:docMk/>
            <pc:sldMk cId="0" sldId="261"/>
            <ac:picMk id="2" creationId="{00000000-0000-0000-0000-000000000000}"/>
          </ac:picMkLst>
        </pc:picChg>
        <pc:picChg chg="add del">
          <ac:chgData name="Lai, Wilson" userId="2840974a-0d84-4886-90a9-9a3ed79f3a48" providerId="ADAL" clId="{9F23B798-9E84-4552-BA63-E776E805C424}" dt="2026-09-26T11:37:06.071" v="113" actId="21"/>
          <ac:picMkLst>
            <pc:docMk/>
            <pc:sldMk cId="0" sldId="261"/>
            <ac:picMk id="3" creationId="{D13AF308-00D8-C67D-08A0-532CB654BCC6}"/>
          </ac:picMkLst>
        </pc:picChg>
        <pc:picChg chg="add del">
          <ac:chgData name="Lai, Wilson" userId="2840974a-0d84-4886-90a9-9a3ed79f3a48" providerId="ADAL" clId="{9F23B798-9E84-4552-BA63-E776E805C424}" dt="2026-09-26T11:31:00.785" v="79" actId="478"/>
          <ac:picMkLst>
            <pc:docMk/>
            <pc:sldMk cId="0" sldId="261"/>
            <ac:picMk id="4" creationId="{184284AB-483D-2FB5-7991-FEFF28A42B88}"/>
          </ac:picMkLst>
        </pc:picChg>
        <pc:picChg chg="add">
          <ac:chgData name="Lai, Wilson" userId="2840974a-0d84-4886-90a9-9a3ed79f3a48" providerId="ADAL" clId="{9F23B798-9E84-4552-BA63-E776E805C424}" dt="2026-09-26T11:37:26.546" v="114" actId="22"/>
          <ac:picMkLst>
            <pc:docMk/>
            <pc:sldMk cId="0" sldId="261"/>
            <ac:picMk id="4" creationId="{EED1359B-EFC7-5F8E-AFF4-924B64FFB272}"/>
          </ac:picMkLst>
        </pc:picChg>
      </pc:sldChg>
      <pc:sldChg chg="addSp delSp mod modNotes">
        <pc:chgData name="Lai, Wilson" userId="2840974a-0d84-4886-90a9-9a3ed79f3a48" providerId="ADAL" clId="{9F23B798-9E84-4552-BA63-E776E805C424}" dt="2026-09-26T11:37:38.628" v="116" actId="22"/>
        <pc:sldMkLst>
          <pc:docMk/>
          <pc:sldMk cId="0" sldId="262"/>
        </pc:sldMkLst>
        <pc:picChg chg="del">
          <ac:chgData name="Lai, Wilson" userId="2840974a-0d84-4886-90a9-9a3ed79f3a48" providerId="ADAL" clId="{9F23B798-9E84-4552-BA63-E776E805C424}" dt="2026-09-25T23:53:58.883" v="22" actId="21"/>
          <ac:picMkLst>
            <pc:docMk/>
            <pc:sldMk cId="0" sldId="262"/>
            <ac:picMk id="2" creationId="{00000000-0000-0000-0000-000000000000}"/>
          </ac:picMkLst>
        </pc:picChg>
        <pc:picChg chg="add del">
          <ac:chgData name="Lai, Wilson" userId="2840974a-0d84-4886-90a9-9a3ed79f3a48" providerId="ADAL" clId="{9F23B798-9E84-4552-BA63-E776E805C424}" dt="2026-09-26T11:37:28.099" v="115" actId="21"/>
          <ac:picMkLst>
            <pc:docMk/>
            <pc:sldMk cId="0" sldId="262"/>
            <ac:picMk id="3" creationId="{9F88A89A-6379-538B-248F-DE6288D83E9B}"/>
          </ac:picMkLst>
        </pc:picChg>
        <pc:picChg chg="add">
          <ac:chgData name="Lai, Wilson" userId="2840974a-0d84-4886-90a9-9a3ed79f3a48" providerId="ADAL" clId="{9F23B798-9E84-4552-BA63-E776E805C424}" dt="2026-09-26T11:37:38.628" v="116" actId="22"/>
          <ac:picMkLst>
            <pc:docMk/>
            <pc:sldMk cId="0" sldId="262"/>
            <ac:picMk id="4" creationId="{4DE38D23-E01A-258B-A49C-7646CC532F21}"/>
          </ac:picMkLst>
        </pc:picChg>
        <pc:picChg chg="add del">
          <ac:chgData name="Lai, Wilson" userId="2840974a-0d84-4886-90a9-9a3ed79f3a48" providerId="ADAL" clId="{9F23B798-9E84-4552-BA63-E776E805C424}" dt="2026-09-26T11:31:10.359" v="82" actId="478"/>
          <ac:picMkLst>
            <pc:docMk/>
            <pc:sldMk cId="0" sldId="262"/>
            <ac:picMk id="4" creationId="{9A6A25A3-C6FB-4B98-5C47-1573E57A69A3}"/>
          </ac:picMkLst>
        </pc:picChg>
      </pc:sldChg>
      <pc:sldChg chg="addSp delSp mod modNotes modNotesTx">
        <pc:chgData name="Lai, Wilson" userId="2840974a-0d84-4886-90a9-9a3ed79f3a48" providerId="ADAL" clId="{9F23B798-9E84-4552-BA63-E776E805C424}" dt="2026-09-26T11:38:12.414" v="118" actId="22"/>
        <pc:sldMkLst>
          <pc:docMk/>
          <pc:sldMk cId="0" sldId="263"/>
        </pc:sldMkLst>
        <pc:picChg chg="del">
          <ac:chgData name="Lai, Wilson" userId="2840974a-0d84-4886-90a9-9a3ed79f3a48" providerId="ADAL" clId="{9F23B798-9E84-4552-BA63-E776E805C424}" dt="2026-09-25T23:54:08.029" v="24" actId="21"/>
          <ac:picMkLst>
            <pc:docMk/>
            <pc:sldMk cId="0" sldId="263"/>
            <ac:picMk id="2" creationId="{00000000-0000-0000-0000-000000000000}"/>
          </ac:picMkLst>
        </pc:picChg>
        <pc:picChg chg="add del">
          <ac:chgData name="Lai, Wilson" userId="2840974a-0d84-4886-90a9-9a3ed79f3a48" providerId="ADAL" clId="{9F23B798-9E84-4552-BA63-E776E805C424}" dt="2026-09-26T11:37:40.501" v="117" actId="21"/>
          <ac:picMkLst>
            <pc:docMk/>
            <pc:sldMk cId="0" sldId="263"/>
            <ac:picMk id="3" creationId="{B09F58EF-4134-6DF1-9DCE-BC88BFC107E0}"/>
          </ac:picMkLst>
        </pc:picChg>
        <pc:picChg chg="add">
          <ac:chgData name="Lai, Wilson" userId="2840974a-0d84-4886-90a9-9a3ed79f3a48" providerId="ADAL" clId="{9F23B798-9E84-4552-BA63-E776E805C424}" dt="2026-09-26T11:38:12.414" v="118" actId="22"/>
          <ac:picMkLst>
            <pc:docMk/>
            <pc:sldMk cId="0" sldId="263"/>
            <ac:picMk id="4" creationId="{277CE185-9328-C906-BF4A-590FD697BEC1}"/>
          </ac:picMkLst>
        </pc:picChg>
        <pc:picChg chg="add del">
          <ac:chgData name="Lai, Wilson" userId="2840974a-0d84-4886-90a9-9a3ed79f3a48" providerId="ADAL" clId="{9F23B798-9E84-4552-BA63-E776E805C424}" dt="2026-09-26T11:31:22.666" v="85" actId="478"/>
          <ac:picMkLst>
            <pc:docMk/>
            <pc:sldMk cId="0" sldId="263"/>
            <ac:picMk id="4" creationId="{280D8C51-AD56-871B-2D8B-64908CD50F94}"/>
          </ac:picMkLst>
        </pc:picChg>
      </pc:sldChg>
      <pc:sldChg chg="addSp delSp add del mod modNotes">
        <pc:chgData name="Lai, Wilson" userId="2840974a-0d84-4886-90a9-9a3ed79f3a48" providerId="ADAL" clId="{9F23B798-9E84-4552-BA63-E776E805C424}" dt="2026-09-26T11:38:37.427" v="120" actId="22"/>
        <pc:sldMkLst>
          <pc:docMk/>
          <pc:sldMk cId="0" sldId="264"/>
        </pc:sldMkLst>
        <pc:picChg chg="del">
          <ac:chgData name="Lai, Wilson" userId="2840974a-0d84-4886-90a9-9a3ed79f3a48" providerId="ADAL" clId="{9F23B798-9E84-4552-BA63-E776E805C424}" dt="2026-09-25T23:54:19.396" v="26" actId="21"/>
          <ac:picMkLst>
            <pc:docMk/>
            <pc:sldMk cId="0" sldId="264"/>
            <ac:picMk id="2" creationId="{00000000-0000-0000-0000-000000000000}"/>
          </ac:picMkLst>
        </pc:picChg>
        <pc:picChg chg="add del">
          <ac:chgData name="Lai, Wilson" userId="2840974a-0d84-4886-90a9-9a3ed79f3a48" providerId="ADAL" clId="{9F23B798-9E84-4552-BA63-E776E805C424}" dt="2026-09-26T11:38:15.691" v="119" actId="21"/>
          <ac:picMkLst>
            <pc:docMk/>
            <pc:sldMk cId="0" sldId="264"/>
            <ac:picMk id="3" creationId="{7211FA9F-9929-7E71-2482-4E0B0B4717CD}"/>
          </ac:picMkLst>
        </pc:picChg>
        <pc:picChg chg="add">
          <ac:chgData name="Lai, Wilson" userId="2840974a-0d84-4886-90a9-9a3ed79f3a48" providerId="ADAL" clId="{9F23B798-9E84-4552-BA63-E776E805C424}" dt="2026-09-26T11:38:37.427" v="120" actId="22"/>
          <ac:picMkLst>
            <pc:docMk/>
            <pc:sldMk cId="0" sldId="264"/>
            <ac:picMk id="4" creationId="{1BDF4081-FBFC-AAD6-A941-3D1FFC650317}"/>
          </ac:picMkLst>
        </pc:picChg>
        <pc:picChg chg="add del">
          <ac:chgData name="Lai, Wilson" userId="2840974a-0d84-4886-90a9-9a3ed79f3a48" providerId="ADAL" clId="{9F23B798-9E84-4552-BA63-E776E805C424}" dt="2026-09-26T11:31:35.710" v="90" actId="478"/>
          <ac:picMkLst>
            <pc:docMk/>
            <pc:sldMk cId="0" sldId="264"/>
            <ac:picMk id="4" creationId="{4B2202D8-AA8B-7BBC-D81F-1B0C387521E7}"/>
          </ac:picMkLst>
        </pc:picChg>
      </pc:sldChg>
      <pc:sldChg chg="addSp delSp modSp mod modNotes">
        <pc:chgData name="Lai, Wilson" userId="2840974a-0d84-4886-90a9-9a3ed79f3a48" providerId="ADAL" clId="{9F23B798-9E84-4552-BA63-E776E805C424}" dt="2026-09-26T11:41:07.083" v="122" actId="22"/>
        <pc:sldMkLst>
          <pc:docMk/>
          <pc:sldMk cId="0" sldId="265"/>
        </pc:sldMkLst>
        <pc:spChg chg="add del">
          <ac:chgData name="Lai, Wilson" userId="2840974a-0d84-4886-90a9-9a3ed79f3a48" providerId="ADAL" clId="{9F23B798-9E84-4552-BA63-E776E805C424}" dt="2026-09-26T05:55:10.889" v="46" actId="22"/>
          <ac:spMkLst>
            <pc:docMk/>
            <pc:sldMk cId="0" sldId="265"/>
            <ac:spMk id="3" creationId="{BB4E7F9A-8A9F-3960-84A4-5EA406612751}"/>
          </ac:spMkLst>
        </pc:spChg>
        <pc:picChg chg="del">
          <ac:chgData name="Lai, Wilson" userId="2840974a-0d84-4886-90a9-9a3ed79f3a48" providerId="ADAL" clId="{9F23B798-9E84-4552-BA63-E776E805C424}" dt="2026-09-25T23:54:45.141" v="28" actId="21"/>
          <ac:picMkLst>
            <pc:docMk/>
            <pc:sldMk cId="0" sldId="265"/>
            <ac:picMk id="2" creationId="{00000000-0000-0000-0000-000000000000}"/>
          </ac:picMkLst>
        </pc:picChg>
        <pc:picChg chg="add del">
          <ac:chgData name="Lai, Wilson" userId="2840974a-0d84-4886-90a9-9a3ed79f3a48" providerId="ADAL" clId="{9F23B798-9E84-4552-BA63-E776E805C424}" dt="2026-09-26T11:38:39.223" v="121" actId="21"/>
          <ac:picMkLst>
            <pc:docMk/>
            <pc:sldMk cId="0" sldId="265"/>
            <ac:picMk id="3" creationId="{3A851181-9923-3876-DCF2-F462A72CE357}"/>
          </ac:picMkLst>
        </pc:picChg>
        <pc:picChg chg="add">
          <ac:chgData name="Lai, Wilson" userId="2840974a-0d84-4886-90a9-9a3ed79f3a48" providerId="ADAL" clId="{9F23B798-9E84-4552-BA63-E776E805C424}" dt="2026-09-26T11:41:07.083" v="122" actId="22"/>
          <ac:picMkLst>
            <pc:docMk/>
            <pc:sldMk cId="0" sldId="265"/>
            <ac:picMk id="4" creationId="{A3B2FE75-CDA5-F8E0-E855-47314C3036A0}"/>
          </ac:picMkLst>
        </pc:picChg>
        <pc:picChg chg="add del">
          <ac:chgData name="Lai, Wilson" userId="2840974a-0d84-4886-90a9-9a3ed79f3a48" providerId="ADAL" clId="{9F23B798-9E84-4552-BA63-E776E805C424}" dt="2026-09-26T11:31:48.933" v="93" actId="478"/>
          <ac:picMkLst>
            <pc:docMk/>
            <pc:sldMk cId="0" sldId="265"/>
            <ac:picMk id="4" creationId="{E86B1D56-2330-7E25-8D9D-A50BED88D66C}"/>
          </ac:picMkLst>
        </pc:picChg>
      </pc:sldChg>
      <pc:sldChg chg="addSp delSp mod modNotes">
        <pc:chgData name="Lai, Wilson" userId="2840974a-0d84-4886-90a9-9a3ed79f3a48" providerId="ADAL" clId="{9F23B798-9E84-4552-BA63-E776E805C424}" dt="2026-09-26T11:41:20.003" v="124" actId="22"/>
        <pc:sldMkLst>
          <pc:docMk/>
          <pc:sldMk cId="0" sldId="266"/>
        </pc:sldMkLst>
        <pc:picChg chg="del">
          <ac:chgData name="Lai, Wilson" userId="2840974a-0d84-4886-90a9-9a3ed79f3a48" providerId="ADAL" clId="{9F23B798-9E84-4552-BA63-E776E805C424}" dt="2026-09-25T23:54:59.557" v="30" actId="21"/>
          <ac:picMkLst>
            <pc:docMk/>
            <pc:sldMk cId="0" sldId="266"/>
            <ac:picMk id="2" creationId="{00000000-0000-0000-0000-000000000000}"/>
          </ac:picMkLst>
        </pc:picChg>
        <pc:picChg chg="add del">
          <ac:chgData name="Lai, Wilson" userId="2840974a-0d84-4886-90a9-9a3ed79f3a48" providerId="ADAL" clId="{9F23B798-9E84-4552-BA63-E776E805C424}" dt="2026-09-26T11:41:08.817" v="123" actId="21"/>
          <ac:picMkLst>
            <pc:docMk/>
            <pc:sldMk cId="0" sldId="266"/>
            <ac:picMk id="3" creationId="{8D9243E3-7EED-C097-5216-582CAD91CFE4}"/>
          </ac:picMkLst>
        </pc:picChg>
        <pc:picChg chg="add">
          <ac:chgData name="Lai, Wilson" userId="2840974a-0d84-4886-90a9-9a3ed79f3a48" providerId="ADAL" clId="{9F23B798-9E84-4552-BA63-E776E805C424}" dt="2026-09-26T11:41:20.003" v="124" actId="22"/>
          <ac:picMkLst>
            <pc:docMk/>
            <pc:sldMk cId="0" sldId="266"/>
            <ac:picMk id="4" creationId="{52FA5573-5646-B5C0-2572-40A5FFB7686B}"/>
          </ac:picMkLst>
        </pc:picChg>
        <pc:picChg chg="add del">
          <ac:chgData name="Lai, Wilson" userId="2840974a-0d84-4886-90a9-9a3ed79f3a48" providerId="ADAL" clId="{9F23B798-9E84-4552-BA63-E776E805C424}" dt="2026-09-26T11:31:59.181" v="96" actId="478"/>
          <ac:picMkLst>
            <pc:docMk/>
            <pc:sldMk cId="0" sldId="266"/>
            <ac:picMk id="4" creationId="{C6504142-4721-AE08-42C5-EB01745167FE}"/>
          </ac:picMkLst>
        </pc:picChg>
      </pc:sldChg>
      <pc:sldChg chg="addSp delSp mod modNotes">
        <pc:chgData name="Lai, Wilson" userId="2840974a-0d84-4886-90a9-9a3ed79f3a48" providerId="ADAL" clId="{9F23B798-9E84-4552-BA63-E776E805C424}" dt="2026-09-26T11:41:57.730" v="126" actId="22"/>
        <pc:sldMkLst>
          <pc:docMk/>
          <pc:sldMk cId="0" sldId="267"/>
        </pc:sldMkLst>
        <pc:picChg chg="del">
          <ac:chgData name="Lai, Wilson" userId="2840974a-0d84-4886-90a9-9a3ed79f3a48" providerId="ADAL" clId="{9F23B798-9E84-4552-BA63-E776E805C424}" dt="2026-09-25T23:55:08.052" v="32" actId="21"/>
          <ac:picMkLst>
            <pc:docMk/>
            <pc:sldMk cId="0" sldId="267"/>
            <ac:picMk id="2" creationId="{00000000-0000-0000-0000-000000000000}"/>
          </ac:picMkLst>
        </pc:picChg>
        <pc:picChg chg="add del">
          <ac:chgData name="Lai, Wilson" userId="2840974a-0d84-4886-90a9-9a3ed79f3a48" providerId="ADAL" clId="{9F23B798-9E84-4552-BA63-E776E805C424}" dt="2026-09-26T11:41:24.180" v="125" actId="21"/>
          <ac:picMkLst>
            <pc:docMk/>
            <pc:sldMk cId="0" sldId="267"/>
            <ac:picMk id="3" creationId="{DB264226-EECE-0643-EDA3-62C690971DD8}"/>
          </ac:picMkLst>
        </pc:picChg>
        <pc:picChg chg="add">
          <ac:chgData name="Lai, Wilson" userId="2840974a-0d84-4886-90a9-9a3ed79f3a48" providerId="ADAL" clId="{9F23B798-9E84-4552-BA63-E776E805C424}" dt="2026-09-26T11:41:57.730" v="126" actId="22"/>
          <ac:picMkLst>
            <pc:docMk/>
            <pc:sldMk cId="0" sldId="267"/>
            <ac:picMk id="4" creationId="{BD9A2E02-8289-7D50-AD3C-ACF5D3036642}"/>
          </ac:picMkLst>
        </pc:picChg>
        <pc:picChg chg="add del">
          <ac:chgData name="Lai, Wilson" userId="2840974a-0d84-4886-90a9-9a3ed79f3a48" providerId="ADAL" clId="{9F23B798-9E84-4552-BA63-E776E805C424}" dt="2026-09-26T11:32:12.505" v="99" actId="478"/>
          <ac:picMkLst>
            <pc:docMk/>
            <pc:sldMk cId="0" sldId="267"/>
            <ac:picMk id="4" creationId="{F5659BAD-4A37-9EA3-6724-2CAA01C1E414}"/>
          </ac:picMkLst>
        </pc:picChg>
      </pc:sldChg>
      <pc:sldChg chg="addSp delSp mod modNotes">
        <pc:chgData name="Lai, Wilson" userId="2840974a-0d84-4886-90a9-9a3ed79f3a48" providerId="ADAL" clId="{9F23B798-9E84-4552-BA63-E776E805C424}" dt="2026-09-26T11:42:35.957" v="128" actId="22"/>
        <pc:sldMkLst>
          <pc:docMk/>
          <pc:sldMk cId="0" sldId="268"/>
        </pc:sldMkLst>
        <pc:picChg chg="del">
          <ac:chgData name="Lai, Wilson" userId="2840974a-0d84-4886-90a9-9a3ed79f3a48" providerId="ADAL" clId="{9F23B798-9E84-4552-BA63-E776E805C424}" dt="2026-09-25T23:55:18.816" v="34" actId="21"/>
          <ac:picMkLst>
            <pc:docMk/>
            <pc:sldMk cId="0" sldId="268"/>
            <ac:picMk id="2" creationId="{00000000-0000-0000-0000-000000000000}"/>
          </ac:picMkLst>
        </pc:picChg>
        <pc:picChg chg="add del">
          <ac:chgData name="Lai, Wilson" userId="2840974a-0d84-4886-90a9-9a3ed79f3a48" providerId="ADAL" clId="{9F23B798-9E84-4552-BA63-E776E805C424}" dt="2026-09-26T11:41:59.414" v="127" actId="21"/>
          <ac:picMkLst>
            <pc:docMk/>
            <pc:sldMk cId="0" sldId="268"/>
            <ac:picMk id="3" creationId="{861C3D19-1AD7-5378-8540-A53862FB0AF4}"/>
          </ac:picMkLst>
        </pc:picChg>
        <pc:picChg chg="add">
          <ac:chgData name="Lai, Wilson" userId="2840974a-0d84-4886-90a9-9a3ed79f3a48" providerId="ADAL" clId="{9F23B798-9E84-4552-BA63-E776E805C424}" dt="2026-09-26T11:42:35.957" v="128" actId="22"/>
          <ac:picMkLst>
            <pc:docMk/>
            <pc:sldMk cId="0" sldId="268"/>
            <ac:picMk id="4" creationId="{45DB2733-AF35-F205-A126-41CA06A05BAD}"/>
          </ac:picMkLst>
        </pc:picChg>
        <pc:picChg chg="add del">
          <ac:chgData name="Lai, Wilson" userId="2840974a-0d84-4886-90a9-9a3ed79f3a48" providerId="ADAL" clId="{9F23B798-9E84-4552-BA63-E776E805C424}" dt="2026-09-26T11:32:25.723" v="102" actId="478"/>
          <ac:picMkLst>
            <pc:docMk/>
            <pc:sldMk cId="0" sldId="268"/>
            <ac:picMk id="4" creationId="{E7563F47-0EB1-9CCE-63B5-824C2E5FF8C0}"/>
          </ac:picMkLst>
        </pc:picChg>
      </pc:sldChg>
      <pc:sldChg chg="addSp delSp mod modNotes modNotesTx">
        <pc:chgData name="Lai, Wilson" userId="2840974a-0d84-4886-90a9-9a3ed79f3a48" providerId="ADAL" clId="{9F23B798-9E84-4552-BA63-E776E805C424}" dt="2026-09-26T05:55:55.483" v="51"/>
        <pc:sldMkLst>
          <pc:docMk/>
          <pc:sldMk cId="3915340945" sldId="269"/>
        </pc:sldMkLst>
        <pc:picChg chg="del">
          <ac:chgData name="Lai, Wilson" userId="2840974a-0d84-4886-90a9-9a3ed79f3a48" providerId="ADAL" clId="{9F23B798-9E84-4552-BA63-E776E805C424}" dt="2026-09-25T23:55:55.377" v="36" actId="21"/>
          <ac:picMkLst>
            <pc:docMk/>
            <pc:sldMk cId="3915340945" sldId="269"/>
            <ac:picMk id="3" creationId="{BC3E1BA0-DD07-E07C-1A47-7424C8CE2451}"/>
          </ac:picMkLst>
        </pc:picChg>
        <pc:picChg chg="add">
          <ac:chgData name="Lai, Wilson" userId="2840974a-0d84-4886-90a9-9a3ed79f3a48" providerId="ADAL" clId="{9F23B798-9E84-4552-BA63-E776E805C424}" dt="2026-09-25T23:56:07.242" v="37" actId="22"/>
          <ac:picMkLst>
            <pc:docMk/>
            <pc:sldMk cId="3915340945" sldId="269"/>
            <ac:picMk id="4" creationId="{8AB00E2A-06E9-B6C6-579B-AD9B5D8ED81E}"/>
          </ac:picMkLst>
        </pc:picChg>
      </pc:sldChg>
      <pc:sldChg chg="delSp add del mod">
        <pc:chgData name="Lai, Wilson" userId="2840974a-0d84-4886-90a9-9a3ed79f3a48" providerId="ADAL" clId="{9F23B798-9E84-4552-BA63-E776E805C424}" dt="2026-09-26T11:32:33.492" v="104" actId="47"/>
        <pc:sldMkLst>
          <pc:docMk/>
          <pc:sldMk cId="0" sldId="270"/>
        </pc:sldMkLst>
        <pc:picChg chg="del">
          <ac:chgData name="Lai, Wilson" userId="2840974a-0d84-4886-90a9-9a3ed79f3a48" providerId="ADAL" clId="{9F23B798-9E84-4552-BA63-E776E805C424}" dt="2026-09-26T11:30:06.277" v="67" actId="21"/>
          <ac:picMkLst>
            <pc:docMk/>
            <pc:sldMk cId="0" sldId="270"/>
            <ac:picMk id="2" creationId="{00000000-0000-0000-0000-000000000000}"/>
          </ac:picMkLst>
        </pc:picChg>
      </pc:sldChg>
      <pc:sldChg chg="delSp add del mod">
        <pc:chgData name="Lai, Wilson" userId="2840974a-0d84-4886-90a9-9a3ed79f3a48" providerId="ADAL" clId="{9F23B798-9E84-4552-BA63-E776E805C424}" dt="2026-09-26T11:32:33.492" v="104" actId="47"/>
        <pc:sldMkLst>
          <pc:docMk/>
          <pc:sldMk cId="0" sldId="271"/>
        </pc:sldMkLst>
        <pc:picChg chg="del">
          <ac:chgData name="Lai, Wilson" userId="2840974a-0d84-4886-90a9-9a3ed79f3a48" providerId="ADAL" clId="{9F23B798-9E84-4552-BA63-E776E805C424}" dt="2026-09-26T11:30:18.663" v="70" actId="21"/>
          <ac:picMkLst>
            <pc:docMk/>
            <pc:sldMk cId="0" sldId="271"/>
            <ac:picMk id="2" creationId="{00000000-0000-0000-0000-000000000000}"/>
          </ac:picMkLst>
        </pc:picChg>
      </pc:sldChg>
      <pc:sldChg chg="delSp add del mod">
        <pc:chgData name="Lai, Wilson" userId="2840974a-0d84-4886-90a9-9a3ed79f3a48" providerId="ADAL" clId="{9F23B798-9E84-4552-BA63-E776E805C424}" dt="2026-09-26T11:32:33.492" v="104" actId="47"/>
        <pc:sldMkLst>
          <pc:docMk/>
          <pc:sldMk cId="0" sldId="272"/>
        </pc:sldMkLst>
        <pc:picChg chg="del">
          <ac:chgData name="Lai, Wilson" userId="2840974a-0d84-4886-90a9-9a3ed79f3a48" providerId="ADAL" clId="{9F23B798-9E84-4552-BA63-E776E805C424}" dt="2026-09-26T11:30:45.473" v="75" actId="21"/>
          <ac:picMkLst>
            <pc:docMk/>
            <pc:sldMk cId="0" sldId="272"/>
            <ac:picMk id="2" creationId="{00000000-0000-0000-0000-000000000000}"/>
          </ac:picMkLst>
        </pc:picChg>
      </pc:sldChg>
      <pc:sldChg chg="delSp add del mod">
        <pc:chgData name="Lai, Wilson" userId="2840974a-0d84-4886-90a9-9a3ed79f3a48" providerId="ADAL" clId="{9F23B798-9E84-4552-BA63-E776E805C424}" dt="2026-09-26T11:32:33.492" v="104" actId="47"/>
        <pc:sldMkLst>
          <pc:docMk/>
          <pc:sldMk cId="0" sldId="273"/>
        </pc:sldMkLst>
        <pc:picChg chg="del">
          <ac:chgData name="Lai, Wilson" userId="2840974a-0d84-4886-90a9-9a3ed79f3a48" providerId="ADAL" clId="{9F23B798-9E84-4552-BA63-E776E805C424}" dt="2026-09-26T11:30:55.674" v="78" actId="21"/>
          <ac:picMkLst>
            <pc:docMk/>
            <pc:sldMk cId="0" sldId="273"/>
            <ac:picMk id="2" creationId="{00000000-0000-0000-0000-000000000000}"/>
          </ac:picMkLst>
        </pc:picChg>
      </pc:sldChg>
      <pc:sldChg chg="delSp add del mod">
        <pc:chgData name="Lai, Wilson" userId="2840974a-0d84-4886-90a9-9a3ed79f3a48" providerId="ADAL" clId="{9F23B798-9E84-4552-BA63-E776E805C424}" dt="2026-09-26T11:32:33.492" v="104" actId="47"/>
        <pc:sldMkLst>
          <pc:docMk/>
          <pc:sldMk cId="0" sldId="274"/>
        </pc:sldMkLst>
        <pc:picChg chg="del">
          <ac:chgData name="Lai, Wilson" userId="2840974a-0d84-4886-90a9-9a3ed79f3a48" providerId="ADAL" clId="{9F23B798-9E84-4552-BA63-E776E805C424}" dt="2026-09-26T11:31:05.801" v="81" actId="21"/>
          <ac:picMkLst>
            <pc:docMk/>
            <pc:sldMk cId="0" sldId="274"/>
            <ac:picMk id="2" creationId="{00000000-0000-0000-0000-000000000000}"/>
          </ac:picMkLst>
        </pc:picChg>
      </pc:sldChg>
      <pc:sldChg chg="delSp add del mod">
        <pc:chgData name="Lai, Wilson" userId="2840974a-0d84-4886-90a9-9a3ed79f3a48" providerId="ADAL" clId="{9F23B798-9E84-4552-BA63-E776E805C424}" dt="2026-09-26T11:32:33.492" v="104" actId="47"/>
        <pc:sldMkLst>
          <pc:docMk/>
          <pc:sldMk cId="0" sldId="275"/>
        </pc:sldMkLst>
        <pc:picChg chg="del">
          <ac:chgData name="Lai, Wilson" userId="2840974a-0d84-4886-90a9-9a3ed79f3a48" providerId="ADAL" clId="{9F23B798-9E84-4552-BA63-E776E805C424}" dt="2026-09-26T11:31:17.203" v="84" actId="21"/>
          <ac:picMkLst>
            <pc:docMk/>
            <pc:sldMk cId="0" sldId="275"/>
            <ac:picMk id="2" creationId="{00000000-0000-0000-0000-000000000000}"/>
          </ac:picMkLst>
        </pc:picChg>
      </pc:sldChg>
      <pc:sldChg chg="delSp add del mod">
        <pc:chgData name="Lai, Wilson" userId="2840974a-0d84-4886-90a9-9a3ed79f3a48" providerId="ADAL" clId="{9F23B798-9E84-4552-BA63-E776E805C424}" dt="2026-09-26T11:32:33.492" v="104" actId="47"/>
        <pc:sldMkLst>
          <pc:docMk/>
          <pc:sldMk cId="0" sldId="276"/>
        </pc:sldMkLst>
        <pc:picChg chg="del">
          <ac:chgData name="Lai, Wilson" userId="2840974a-0d84-4886-90a9-9a3ed79f3a48" providerId="ADAL" clId="{9F23B798-9E84-4552-BA63-E776E805C424}" dt="2026-09-26T11:31:28.706" v="87" actId="21"/>
          <ac:picMkLst>
            <pc:docMk/>
            <pc:sldMk cId="0" sldId="276"/>
            <ac:picMk id="2" creationId="{00000000-0000-0000-0000-000000000000}"/>
          </ac:picMkLst>
        </pc:picChg>
      </pc:sldChg>
      <pc:sldChg chg="delSp add del mod">
        <pc:chgData name="Lai, Wilson" userId="2840974a-0d84-4886-90a9-9a3ed79f3a48" providerId="ADAL" clId="{9F23B798-9E84-4552-BA63-E776E805C424}" dt="2026-09-26T11:32:33.492" v="104" actId="47"/>
        <pc:sldMkLst>
          <pc:docMk/>
          <pc:sldMk cId="0" sldId="277"/>
        </pc:sldMkLst>
        <pc:picChg chg="del">
          <ac:chgData name="Lai, Wilson" userId="2840974a-0d84-4886-90a9-9a3ed79f3a48" providerId="ADAL" clId="{9F23B798-9E84-4552-BA63-E776E805C424}" dt="2026-09-26T11:31:44.448" v="92" actId="21"/>
          <ac:picMkLst>
            <pc:docMk/>
            <pc:sldMk cId="0" sldId="277"/>
            <ac:picMk id="2" creationId="{00000000-0000-0000-0000-000000000000}"/>
          </ac:picMkLst>
        </pc:picChg>
      </pc:sldChg>
      <pc:sldChg chg="delSp add del mod">
        <pc:chgData name="Lai, Wilson" userId="2840974a-0d84-4886-90a9-9a3ed79f3a48" providerId="ADAL" clId="{9F23B798-9E84-4552-BA63-E776E805C424}" dt="2026-09-26T11:32:33.492" v="104" actId="47"/>
        <pc:sldMkLst>
          <pc:docMk/>
          <pc:sldMk cId="0" sldId="278"/>
        </pc:sldMkLst>
        <pc:picChg chg="del">
          <ac:chgData name="Lai, Wilson" userId="2840974a-0d84-4886-90a9-9a3ed79f3a48" providerId="ADAL" clId="{9F23B798-9E84-4552-BA63-E776E805C424}" dt="2026-09-26T11:31:54.708" v="95" actId="21"/>
          <ac:picMkLst>
            <pc:docMk/>
            <pc:sldMk cId="0" sldId="278"/>
            <ac:picMk id="2" creationId="{00000000-0000-0000-0000-000000000000}"/>
          </ac:picMkLst>
        </pc:picChg>
      </pc:sldChg>
      <pc:sldChg chg="delSp add del mod">
        <pc:chgData name="Lai, Wilson" userId="2840974a-0d84-4886-90a9-9a3ed79f3a48" providerId="ADAL" clId="{9F23B798-9E84-4552-BA63-E776E805C424}" dt="2026-09-26T11:32:33.492" v="104" actId="47"/>
        <pc:sldMkLst>
          <pc:docMk/>
          <pc:sldMk cId="0" sldId="279"/>
        </pc:sldMkLst>
        <pc:picChg chg="del">
          <ac:chgData name="Lai, Wilson" userId="2840974a-0d84-4886-90a9-9a3ed79f3a48" providerId="ADAL" clId="{9F23B798-9E84-4552-BA63-E776E805C424}" dt="2026-09-26T11:32:07.173" v="98" actId="21"/>
          <ac:picMkLst>
            <pc:docMk/>
            <pc:sldMk cId="0" sldId="279"/>
            <ac:picMk id="2" creationId="{00000000-0000-0000-0000-000000000000}"/>
          </ac:picMkLst>
        </pc:picChg>
      </pc:sldChg>
      <pc:sldChg chg="delSp add del mod">
        <pc:chgData name="Lai, Wilson" userId="2840974a-0d84-4886-90a9-9a3ed79f3a48" providerId="ADAL" clId="{9F23B798-9E84-4552-BA63-E776E805C424}" dt="2026-09-26T11:32:33.492" v="104" actId="47"/>
        <pc:sldMkLst>
          <pc:docMk/>
          <pc:sldMk cId="0" sldId="280"/>
        </pc:sldMkLst>
        <pc:picChg chg="del">
          <ac:chgData name="Lai, Wilson" userId="2840974a-0d84-4886-90a9-9a3ed79f3a48" providerId="ADAL" clId="{9F23B798-9E84-4552-BA63-E776E805C424}" dt="2026-09-26T11:32:19.391" v="101" actId="21"/>
          <ac:picMkLst>
            <pc:docMk/>
            <pc:sldMk cId="0" sldId="280"/>
            <ac:picMk id="2" creationId="{00000000-0000-0000-0000-000000000000}"/>
          </ac:picMkLst>
        </pc:picChg>
      </pc:sldChg>
      <pc:sldMasterChg chg="setBg">
        <pc:chgData name="Lai, Wilson" userId="2840974a-0d84-4886-90a9-9a3ed79f3a48" providerId="ADAL" clId="{9F23B798-9E84-4552-BA63-E776E805C424}" dt="2026-09-25T23:56:25.865" v="38"/>
        <pc:sldMasterMkLst>
          <pc:docMk/>
          <pc:sldMasterMk cId="719945144"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90CE85-3237-4EF3-9E38-A8C776AE9FBA}"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D77F05-B061-426A-8A37-E2E023A668FE}" type="slidenum">
              <a:rPr lang="en-US" smtClean="0"/>
              <a:t>‹#›</a:t>
            </a:fld>
            <a:endParaRPr lang="en-US"/>
          </a:p>
        </p:txBody>
      </p:sp>
    </p:spTree>
    <p:extLst>
      <p:ext uri="{BB962C8B-B14F-4D97-AF65-F5344CB8AC3E}">
        <p14:creationId xmlns:p14="http://schemas.microsoft.com/office/powerpoint/2010/main" val="4093921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Welcome, everyone. Today, we are exploring a core thesis that defines our current era: </a:t>
            </a:r>
            <a:r>
              <a:rPr lang="en-US" sz="1200" b="1" kern="1200" dirty="0">
                <a:solidFill>
                  <a:schemeClr val="tx1"/>
                </a:solidFill>
                <a:effectLst/>
                <a:latin typeface="+mn-lt"/>
                <a:ea typeface="+mn-ea"/>
                <a:cs typeface="+mn-cs"/>
              </a:rPr>
              <a:t>The Divergence</a:t>
            </a:r>
            <a:r>
              <a:rPr lang="en-US" sz="1200" kern="1200" dirty="0">
                <a:solidFill>
                  <a:schemeClr val="tx1"/>
                </a:solidFill>
                <a:effectLst/>
                <a:latin typeface="+mn-lt"/>
                <a:ea typeface="+mn-ea"/>
                <a:cs typeface="+mn-cs"/>
              </a:rPr>
              <a:t>—why technology will outrun institutional decay. </a:t>
            </a:r>
          </a:p>
          <a:p>
            <a:pPr lvl="0"/>
            <a:r>
              <a:rPr lang="en-US" sz="1200" kern="1200" dirty="0">
                <a:solidFill>
                  <a:schemeClr val="tx1"/>
                </a:solidFill>
                <a:effectLst/>
                <a:latin typeface="+mn-lt"/>
                <a:ea typeface="+mn-ea"/>
                <a:cs typeface="+mn-cs"/>
              </a:rPr>
              <a:t>We find ourselves at a remarkable crossroads. On one side, we have software, hard tech, space exploration, and free-market building progressing at an exponential pace. On the other side, legacy institutions—ranging from higher education to public bureaucracies—are experiencing severe intellectual and administrative calcification. </a:t>
            </a:r>
          </a:p>
          <a:p>
            <a:pPr lvl="0"/>
            <a:r>
              <a:rPr lang="en-US" sz="1200" kern="1200" dirty="0">
                <a:solidFill>
                  <a:schemeClr val="tx1"/>
                </a:solidFill>
                <a:effectLst/>
                <a:latin typeface="+mn-lt"/>
                <a:ea typeface="+mn-ea"/>
                <a:cs typeface="+mn-cs"/>
              </a:rPr>
              <a:t>As someone who spent decades at the center of Microsoft during the birth of the consumer internet and served 20 years on the Board of Trustees at Northwestern University, I’ve witnessed both sides of this equation firsthand. </a:t>
            </a:r>
          </a:p>
          <a:p>
            <a:pPr lvl="0"/>
            <a:r>
              <a:rPr lang="en-US" sz="1200" kern="1200" dirty="0">
                <a:solidFill>
                  <a:schemeClr val="tx1"/>
                </a:solidFill>
                <a:effectLst/>
                <a:latin typeface="+mn-lt"/>
                <a:ea typeface="+mn-ea"/>
                <a:cs typeface="+mn-cs"/>
              </a:rPr>
              <a:t>The central message today is one of strategic optimism: while our legacy institutions are largely failing us, the builders, engineers, and risk-takers are continuously creating new pathways to bypass these broken systems and secure our future. </a:t>
            </a:r>
          </a:p>
          <a:p>
            <a:endParaRPr lang="en-US" dirty="0"/>
          </a:p>
          <a:p>
            <a:endParaRPr lang="en-US" dirty="0"/>
          </a:p>
          <a:p>
            <a:r>
              <a:rPr lang="en-US" b="1" dirty="0"/>
              <a:t>Ben Slivka Predicted the Internet Era. He Doesn't Buy the Hype About AI.</a:t>
            </a:r>
          </a:p>
          <a:p>
            <a:r>
              <a:rPr lang="en-US" dirty="0"/>
              <a:t>https://www.youtube.com/watch?v=xghaeBHamYs</a:t>
            </a:r>
          </a:p>
        </p:txBody>
      </p:sp>
      <p:sp>
        <p:nvSpPr>
          <p:cNvPr id="4" name="Slide Number Placeholder 3"/>
          <p:cNvSpPr>
            <a:spLocks noGrp="1"/>
          </p:cNvSpPr>
          <p:nvPr>
            <p:ph type="sldNum" sz="quarter" idx="5"/>
          </p:nvPr>
        </p:nvSpPr>
        <p:spPr/>
        <p:txBody>
          <a:bodyPr/>
          <a:lstStyle/>
          <a:p>
            <a:fld id="{49D77F05-B061-426A-8A37-E2E023A668FE}" type="slidenum">
              <a:rPr lang="en-US" smtClean="0"/>
              <a:t>1</a:t>
            </a:fld>
            <a:endParaRPr lang="en-US"/>
          </a:p>
        </p:txBody>
      </p:sp>
    </p:spTree>
    <p:extLst>
      <p:ext uri="{BB962C8B-B14F-4D97-AF65-F5344CB8AC3E}">
        <p14:creationId xmlns:p14="http://schemas.microsoft.com/office/powerpoint/2010/main" val="2057617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this divergence, it helps to establish where this perspective comes from—the intersection of institutional governance and the technological frontier. </a:t>
            </a:r>
          </a:p>
          <a:p>
            <a:pPr lvl="0"/>
            <a:r>
              <a:rPr lang="en-US" sz="1200" kern="1200" dirty="0">
                <a:solidFill>
                  <a:schemeClr val="tx1"/>
                </a:solidFill>
                <a:effectLst/>
                <a:latin typeface="+mn-lt"/>
                <a:ea typeface="+mn-ea"/>
                <a:cs typeface="+mn-cs"/>
              </a:rPr>
              <a:t>On the </a:t>
            </a:r>
            <a:r>
              <a:rPr lang="en-US" sz="1200" b="1" kern="1200" dirty="0">
                <a:solidFill>
                  <a:schemeClr val="tx1"/>
                </a:solidFill>
                <a:effectLst/>
                <a:latin typeface="+mn-lt"/>
                <a:ea typeface="+mn-ea"/>
                <a:cs typeface="+mn-cs"/>
              </a:rPr>
              <a:t>Institutional side</a:t>
            </a:r>
            <a:r>
              <a:rPr lang="en-US" sz="1200" kern="1200" dirty="0">
                <a:solidFill>
                  <a:schemeClr val="tx1"/>
                </a:solidFill>
                <a:effectLst/>
                <a:latin typeface="+mn-lt"/>
                <a:ea typeface="+mn-ea"/>
                <a:cs typeface="+mn-cs"/>
              </a:rPr>
              <a:t>: I devoted 20 years to Northwestern University’s Board of Trustees, contributing over 7,000 volunteer hours and millions in philanthropy. I saw the university system from the very top. But in October 2022, I experienced the reality of modern administrative overreach when I was canceled via an email from a DEI official following baseless accusations, with zero due process or ability to defend myself. </a:t>
            </a:r>
          </a:p>
          <a:p>
            <a:pPr lvl="0"/>
            <a:r>
              <a:rPr lang="en-US" sz="1200" kern="1200" dirty="0">
                <a:solidFill>
                  <a:schemeClr val="tx1"/>
                </a:solidFill>
                <a:effectLst/>
                <a:latin typeface="+mn-lt"/>
                <a:ea typeface="+mn-ea"/>
                <a:cs typeface="+mn-cs"/>
              </a:rPr>
              <a:t>On the </a:t>
            </a:r>
            <a:r>
              <a:rPr lang="en-US" sz="1200" b="1" kern="1200" dirty="0">
                <a:solidFill>
                  <a:schemeClr val="tx1"/>
                </a:solidFill>
                <a:effectLst/>
                <a:latin typeface="+mn-lt"/>
                <a:ea typeface="+mn-ea"/>
                <a:cs typeface="+mn-cs"/>
              </a:rPr>
              <a:t>Frontier side</a:t>
            </a:r>
            <a:r>
              <a:rPr lang="en-US" sz="1200" kern="1200" dirty="0">
                <a:solidFill>
                  <a:schemeClr val="tx1"/>
                </a:solidFill>
                <a:effectLst/>
                <a:latin typeface="+mn-lt"/>
                <a:ea typeface="+mn-ea"/>
                <a:cs typeface="+mn-cs"/>
              </a:rPr>
              <a:t>: I spent my career building. Thirty years ago, I led the team at Microsoft that shipped Internet Explorer 1, 2, and 3. In May 1995, I authored the internal memo predicting that the Web would outgrow Windows as a platform. Since leaving Microsoft, I’ve reviewed over 300 startup pitches, angel-invested in 20 companies, and built digital education platforms like </a:t>
            </a:r>
            <a:r>
              <a:rPr lang="en-US" sz="1200" kern="1200" dirty="0" err="1">
                <a:solidFill>
                  <a:schemeClr val="tx1"/>
                </a:solidFill>
                <a:effectLst/>
                <a:latin typeface="+mn-lt"/>
                <a:ea typeface="+mn-ea"/>
                <a:cs typeface="+mn-cs"/>
              </a:rPr>
              <a:t>DreamBox</a:t>
            </a:r>
            <a:r>
              <a:rPr lang="en-US" sz="1200" kern="1200" dirty="0">
                <a:solidFill>
                  <a:schemeClr val="tx1"/>
                </a:solidFill>
                <a:effectLst/>
                <a:latin typeface="+mn-lt"/>
                <a:ea typeface="+mn-ea"/>
                <a:cs typeface="+mn-cs"/>
              </a:rPr>
              <a:t> Learning. </a:t>
            </a:r>
          </a:p>
          <a:p>
            <a:pPr lvl="0"/>
            <a:r>
              <a:rPr lang="en-US" sz="1200" kern="1200" dirty="0">
                <a:solidFill>
                  <a:schemeClr val="tx1"/>
                </a:solidFill>
                <a:effectLst/>
                <a:latin typeface="+mn-lt"/>
                <a:ea typeface="+mn-ea"/>
                <a:cs typeface="+mn-cs"/>
              </a:rPr>
              <a:t>Having sat in both the trustee boardroom and the engineering lead office, I can tell you that the principles governing these two worlds could not be more different.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2</a:t>
            </a:fld>
            <a:endParaRPr lang="en-US"/>
          </a:p>
        </p:txBody>
      </p:sp>
    </p:spTree>
    <p:extLst>
      <p:ext uri="{BB962C8B-B14F-4D97-AF65-F5344CB8AC3E}">
        <p14:creationId xmlns:p14="http://schemas.microsoft.com/office/powerpoint/2010/main" val="1377162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This slide captures the foundational thesis of our discussion: </a:t>
            </a:r>
            <a:r>
              <a:rPr lang="en-US" sz="1200" b="1" kern="1200" dirty="0">
                <a:solidFill>
                  <a:schemeClr val="tx1"/>
                </a:solidFill>
                <a:effectLst/>
                <a:latin typeface="+mn-lt"/>
                <a:ea typeface="+mn-ea"/>
                <a:cs typeface="+mn-cs"/>
              </a:rPr>
              <a:t>The Dual Divergence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Look at the top trajectory—</a:t>
            </a:r>
            <a:r>
              <a:rPr lang="en-US" sz="1200" b="1" kern="1200" dirty="0">
                <a:solidFill>
                  <a:schemeClr val="tx1"/>
                </a:solidFill>
                <a:effectLst/>
                <a:latin typeface="+mn-lt"/>
                <a:ea typeface="+mn-ea"/>
                <a:cs typeface="+mn-cs"/>
              </a:rPr>
              <a:t>The Technological Frontier</a:t>
            </a:r>
            <a:r>
              <a:rPr lang="en-US" sz="1200" kern="1200" dirty="0">
                <a:solidFill>
                  <a:schemeClr val="tx1"/>
                </a:solidFill>
                <a:effectLst/>
                <a:latin typeface="+mn-lt"/>
                <a:ea typeface="+mn-ea"/>
                <a:cs typeface="+mn-cs"/>
              </a:rPr>
              <a:t>. Hard tech, space logistics, energy, and open innovation operate on an exponential growth curve. This trajectory is bound to physical reality, physics, mathematical truth, capital discipline, and human curiosity. You cannot fake a rocket launch or code that doesn't run. </a:t>
            </a:r>
          </a:p>
          <a:p>
            <a:pPr lvl="0"/>
            <a:r>
              <a:rPr lang="en-US" sz="1200" kern="1200" dirty="0">
                <a:solidFill>
                  <a:schemeClr val="tx1"/>
                </a:solidFill>
                <a:effectLst/>
                <a:latin typeface="+mn-lt"/>
                <a:ea typeface="+mn-ea"/>
                <a:cs typeface="+mn-cs"/>
              </a:rPr>
              <a:t>Now look at the bottom trajectory—</a:t>
            </a:r>
            <a:r>
              <a:rPr lang="en-US" sz="1200" b="1" kern="1200" dirty="0">
                <a:solidFill>
                  <a:schemeClr val="tx1"/>
                </a:solidFill>
                <a:effectLst/>
                <a:latin typeface="+mn-lt"/>
                <a:ea typeface="+mn-ea"/>
                <a:cs typeface="+mn-cs"/>
              </a:rPr>
              <a:t>Legacy Institutions</a:t>
            </a:r>
            <a:r>
              <a:rPr lang="en-US" sz="1200" kern="1200" dirty="0">
                <a:solidFill>
                  <a:schemeClr val="tx1"/>
                </a:solidFill>
                <a:effectLst/>
                <a:latin typeface="+mn-lt"/>
                <a:ea typeface="+mn-ea"/>
                <a:cs typeface="+mn-cs"/>
              </a:rPr>
              <a:t>. Primary and secondary education, higher ed, and administrative bureaucracies are calcifying. They are increasingly driven by ideological conformity, administrative bloat, fear of cancellation, and the abandonment of meritocracy. </a:t>
            </a:r>
          </a:p>
          <a:p>
            <a:pPr lvl="0"/>
            <a:r>
              <a:rPr lang="en-US" sz="1200" kern="1200" dirty="0">
                <a:solidFill>
                  <a:schemeClr val="tx1"/>
                </a:solidFill>
                <a:effectLst/>
                <a:latin typeface="+mn-lt"/>
                <a:ea typeface="+mn-ea"/>
                <a:cs typeface="+mn-cs"/>
              </a:rPr>
              <a:t>The ultimate conclusion is clear: America's future prosperity and resilience will not come from fixing these legacy bureaucracies from within. It will rely almost entirely on builders creating parallel systems, bypassing the decay, and pushing technology forward.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3</a:t>
            </a:fld>
            <a:endParaRPr lang="en-US"/>
          </a:p>
        </p:txBody>
      </p:sp>
    </p:spTree>
    <p:extLst>
      <p:ext uri="{BB962C8B-B14F-4D97-AF65-F5344CB8AC3E}">
        <p14:creationId xmlns:p14="http://schemas.microsoft.com/office/powerpoint/2010/main" val="3855272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 healthy, world-class institutions rot from within? This process follows a predictable, cyclic framework. </a:t>
            </a:r>
          </a:p>
          <a:p>
            <a:pPr lvl="0"/>
            <a:r>
              <a:rPr lang="en-US" sz="1200" kern="1200" dirty="0">
                <a:solidFill>
                  <a:schemeClr val="tx1"/>
                </a:solidFill>
                <a:effectLst/>
                <a:latin typeface="+mn-lt"/>
                <a:ea typeface="+mn-ea"/>
                <a:cs typeface="+mn-cs"/>
              </a:rPr>
              <a:t>It starts with </a:t>
            </a:r>
            <a:r>
              <a:rPr lang="en-US" sz="1200" b="1" kern="1200" dirty="0">
                <a:solidFill>
                  <a:schemeClr val="tx1"/>
                </a:solidFill>
                <a:effectLst/>
                <a:latin typeface="+mn-lt"/>
                <a:ea typeface="+mn-ea"/>
                <a:cs typeface="+mn-cs"/>
              </a:rPr>
              <a:t>Ideological Seeding</a:t>
            </a:r>
            <a:r>
              <a:rPr lang="en-US" sz="1200" kern="1200" dirty="0">
                <a:solidFill>
                  <a:schemeClr val="tx1"/>
                </a:solidFill>
                <a:effectLst/>
                <a:latin typeface="+mn-lt"/>
                <a:ea typeface="+mn-ea"/>
                <a:cs typeface="+mn-cs"/>
              </a:rPr>
              <a:t>. A committed minority introduces abstract, utopian theories into the organizational bloodstream. </a:t>
            </a:r>
          </a:p>
          <a:p>
            <a:pPr lvl="0"/>
            <a:r>
              <a:rPr lang="en-US" sz="1200" kern="1200" dirty="0">
                <a:solidFill>
                  <a:schemeClr val="tx1"/>
                </a:solidFill>
                <a:effectLst/>
                <a:latin typeface="+mn-lt"/>
                <a:ea typeface="+mn-ea"/>
                <a:cs typeface="+mn-cs"/>
              </a:rPr>
              <a:t>Next comes the </a:t>
            </a:r>
            <a:r>
              <a:rPr lang="en-US" sz="1200" b="1" kern="1200" dirty="0">
                <a:solidFill>
                  <a:schemeClr val="tx1"/>
                </a:solidFill>
                <a:effectLst/>
                <a:latin typeface="+mn-lt"/>
                <a:ea typeface="+mn-ea"/>
                <a:cs typeface="+mn-cs"/>
              </a:rPr>
              <a:t>Cowardice Contagion</a:t>
            </a:r>
            <a:r>
              <a:rPr lang="en-US" sz="1200" kern="1200" dirty="0">
                <a:solidFill>
                  <a:schemeClr val="tx1"/>
                </a:solidFill>
                <a:effectLst/>
                <a:latin typeface="+mn-lt"/>
                <a:ea typeface="+mn-ea"/>
                <a:cs typeface="+mn-cs"/>
              </a:rPr>
              <a:t>. Leaders and trustees—often successful executives in their own rights—default to silence and self-preservation due to basic evolutionary psychology and fear of social ostracization. </a:t>
            </a:r>
          </a:p>
          <a:p>
            <a:pPr lvl="0"/>
            <a:r>
              <a:rPr lang="en-US" sz="1200" kern="1200" dirty="0">
                <a:solidFill>
                  <a:schemeClr val="tx1"/>
                </a:solidFill>
                <a:effectLst/>
                <a:latin typeface="+mn-lt"/>
                <a:ea typeface="+mn-ea"/>
                <a:cs typeface="+mn-cs"/>
              </a:rPr>
              <a:t>That leads to the </a:t>
            </a:r>
            <a:r>
              <a:rPr lang="en-US" sz="1200" b="1" kern="1200" dirty="0">
                <a:solidFill>
                  <a:schemeClr val="tx1"/>
                </a:solidFill>
                <a:effectLst/>
                <a:latin typeface="+mn-lt"/>
                <a:ea typeface="+mn-ea"/>
                <a:cs typeface="+mn-cs"/>
              </a:rPr>
              <a:t>Virtue Token</a:t>
            </a:r>
            <a:r>
              <a:rPr lang="en-US" sz="1200" kern="1200" dirty="0">
                <a:solidFill>
                  <a:schemeClr val="tx1"/>
                </a:solidFill>
                <a:effectLst/>
                <a:latin typeface="+mn-lt"/>
                <a:ea typeface="+mn-ea"/>
                <a:cs typeface="+mn-cs"/>
              </a:rPr>
              <a:t> phase. Merit, competence, and rigorous truth are replaced by compliance and identity metrics. </a:t>
            </a:r>
          </a:p>
          <a:p>
            <a:pPr lvl="0"/>
            <a:r>
              <a:rPr lang="en-US" sz="1200" kern="1200" dirty="0">
                <a:solidFill>
                  <a:schemeClr val="tx1"/>
                </a:solidFill>
                <a:effectLst/>
                <a:latin typeface="+mn-lt"/>
                <a:ea typeface="+mn-ea"/>
                <a:cs typeface="+mn-cs"/>
              </a:rPr>
              <a:t>Finally, we reach </a:t>
            </a:r>
            <a:r>
              <a:rPr lang="en-US" sz="1200" b="1" kern="1200" dirty="0">
                <a:solidFill>
                  <a:schemeClr val="tx1"/>
                </a:solidFill>
                <a:effectLst/>
                <a:latin typeface="+mn-lt"/>
                <a:ea typeface="+mn-ea"/>
                <a:cs typeface="+mn-cs"/>
              </a:rPr>
              <a:t>The Star Chamber</a:t>
            </a:r>
            <a:r>
              <a:rPr lang="en-US" sz="1200" kern="1200" dirty="0">
                <a:solidFill>
                  <a:schemeClr val="tx1"/>
                </a:solidFill>
                <a:effectLst/>
                <a:latin typeface="+mn-lt"/>
                <a:ea typeface="+mn-ea"/>
                <a:cs typeface="+mn-cs"/>
              </a:rPr>
              <a:t>. Due process is abandoned in favor of swift administrative exile for anyone who dissents. As happened in my own case at Northwestern, accusations are levied without evidence, and decisions are handed down via administrative decree.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4</a:t>
            </a:fld>
            <a:endParaRPr lang="en-US"/>
          </a:p>
        </p:txBody>
      </p:sp>
    </p:spTree>
    <p:extLst>
      <p:ext uri="{BB962C8B-B14F-4D97-AF65-F5344CB8AC3E}">
        <p14:creationId xmlns:p14="http://schemas.microsoft.com/office/powerpoint/2010/main" val="3840731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decay is not limited to higher education; it begins early in our K-12 educational framework. </a:t>
            </a:r>
          </a:p>
          <a:p>
            <a:pPr lvl="0"/>
            <a:r>
              <a:rPr lang="en-US" sz="1200" kern="1200" dirty="0">
                <a:solidFill>
                  <a:schemeClr val="tx1"/>
                </a:solidFill>
                <a:effectLst/>
                <a:latin typeface="+mn-lt"/>
                <a:ea typeface="+mn-ea"/>
                <a:cs typeface="+mn-cs"/>
              </a:rPr>
              <a:t>The traditional K-12 system is a artifact of the Industrial Revolution designed to train compliant factory workers. It relies on sitting at desks, abstract bookwork, and standardized compliance. For many children, especially those who learn by doing, this model breeds boredom and suppresses innate curiosity. </a:t>
            </a:r>
          </a:p>
          <a:p>
            <a:pPr lvl="0"/>
            <a:r>
              <a:rPr lang="en-US" sz="1200" kern="1200" dirty="0">
                <a:solidFill>
                  <a:schemeClr val="tx1"/>
                </a:solidFill>
                <a:effectLst/>
                <a:latin typeface="+mn-lt"/>
                <a:ea typeface="+mn-ea"/>
                <a:cs typeface="+mn-cs"/>
              </a:rPr>
              <a:t>What young people actually need is hands-on building, practical creation, and real-world feedback. When I was growing up in the 1970s, electives like wood shop, offset printing, constitutional law, and computer programming provided direct exposure to tangible skills. </a:t>
            </a:r>
          </a:p>
          <a:p>
            <a:pPr lvl="0"/>
            <a:r>
              <a:rPr lang="en-US" sz="1200" kern="1200" dirty="0">
                <a:solidFill>
                  <a:schemeClr val="tx1"/>
                </a:solidFill>
                <a:effectLst/>
                <a:latin typeface="+mn-lt"/>
                <a:ea typeface="+mn-ea"/>
                <a:cs typeface="+mn-cs"/>
              </a:rPr>
              <a:t>The data confirms this failure. In </a:t>
            </a:r>
            <a:r>
              <a:rPr lang="en-US" sz="1200" i="1" kern="1200" dirty="0">
                <a:solidFill>
                  <a:schemeClr val="tx1"/>
                </a:solidFill>
                <a:effectLst/>
                <a:latin typeface="+mn-lt"/>
                <a:ea typeface="+mn-ea"/>
                <a:cs typeface="+mn-cs"/>
              </a:rPr>
              <a:t>The Beautiful Tree</a:t>
            </a:r>
            <a:r>
              <a:rPr lang="en-US" sz="1200" kern="1200" dirty="0">
                <a:solidFill>
                  <a:schemeClr val="tx1"/>
                </a:solidFill>
                <a:effectLst/>
                <a:latin typeface="+mn-lt"/>
                <a:ea typeface="+mn-ea"/>
                <a:cs typeface="+mn-cs"/>
              </a:rPr>
              <a:t>, James Tooley documents how low-cost, $2-a-day private slum schools in India significantly outperform heavily funded, free government-run schools. Money and bureaucratic administration are not substitutes for accountability, parent involvement, and practical focus.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5</a:t>
            </a:fld>
            <a:endParaRPr lang="en-US"/>
          </a:p>
        </p:txBody>
      </p:sp>
    </p:spTree>
    <p:extLst>
      <p:ext uri="{BB962C8B-B14F-4D97-AF65-F5344CB8AC3E}">
        <p14:creationId xmlns:p14="http://schemas.microsoft.com/office/powerpoint/2010/main" val="1328429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why institutions fail while engineering succeeds, we must examine their underlying philosophical assumptions. This maps to Thomas Sowell's distinction between the Utopian (Unconstrained) Vision and the Constrained Vision. </a:t>
            </a:r>
          </a:p>
          <a:p>
            <a:pPr lvl="0"/>
            <a:r>
              <a:rPr lang="en-US" sz="1200" b="1" kern="1200" dirty="0">
                <a:solidFill>
                  <a:schemeClr val="tx1"/>
                </a:solidFill>
                <a:effectLst/>
                <a:latin typeface="+mn-lt"/>
                <a:ea typeface="+mn-ea"/>
                <a:cs typeface="+mn-cs"/>
              </a:rPr>
              <a:t>View of Human Nature</a:t>
            </a:r>
            <a:r>
              <a:rPr lang="en-US" sz="1200" kern="1200" dirty="0">
                <a:solidFill>
                  <a:schemeClr val="tx1"/>
                </a:solidFill>
                <a:effectLst/>
                <a:latin typeface="+mn-lt"/>
                <a:ea typeface="+mn-ea"/>
                <a:cs typeface="+mn-cs"/>
              </a:rPr>
              <a:t>: The Utopian vision treats human nature as malleable clay that can be remolded through top-down policy. The Constrained vision recognizes human nature as fixed—300,000 years of evolved biological hardware that comes with innate incentives, flaws, and trade-offs. </a:t>
            </a:r>
          </a:p>
          <a:p>
            <a:pPr lvl="0"/>
            <a:r>
              <a:rPr lang="en-US" sz="1200" b="1" kern="1200" dirty="0">
                <a:solidFill>
                  <a:schemeClr val="tx1"/>
                </a:solidFill>
                <a:effectLst/>
                <a:latin typeface="+mn-lt"/>
                <a:ea typeface="+mn-ea"/>
                <a:cs typeface="+mn-cs"/>
              </a:rPr>
              <a:t>Approach to Systems</a:t>
            </a:r>
            <a:r>
              <a:rPr lang="en-US" sz="1200" kern="1200" dirty="0">
                <a:solidFill>
                  <a:schemeClr val="tx1"/>
                </a:solidFill>
                <a:effectLst/>
                <a:latin typeface="+mn-lt"/>
                <a:ea typeface="+mn-ea"/>
                <a:cs typeface="+mn-cs"/>
              </a:rPr>
              <a:t>: Utopians rely on centralized expert management. Builders and engineers rely on bottom-up adaptation, trial-and-error, free markets, and feedback loops. </a:t>
            </a:r>
          </a:p>
          <a:p>
            <a:pPr lvl="0"/>
            <a:r>
              <a:rPr lang="en-US" sz="1200" b="1" kern="1200" dirty="0">
                <a:solidFill>
                  <a:schemeClr val="tx1"/>
                </a:solidFill>
                <a:effectLst/>
                <a:latin typeface="+mn-lt"/>
                <a:ea typeface="+mn-ea"/>
                <a:cs typeface="+mn-cs"/>
              </a:rPr>
              <a:t>Definition of Success</a:t>
            </a:r>
            <a:r>
              <a:rPr lang="en-US" sz="1200" kern="1200" dirty="0">
                <a:solidFill>
                  <a:schemeClr val="tx1"/>
                </a:solidFill>
                <a:effectLst/>
                <a:latin typeface="+mn-lt"/>
                <a:ea typeface="+mn-ea"/>
                <a:cs typeface="+mn-cs"/>
              </a:rPr>
              <a:t>: Bureaucracies focus on mandated equality of outcomes. Engineers and founders focus on individual liberty, merit, and functional output. </a:t>
            </a:r>
          </a:p>
          <a:p>
            <a:pPr lvl="0"/>
            <a:r>
              <a:rPr lang="en-US" sz="1200" kern="1200" dirty="0">
                <a:solidFill>
                  <a:schemeClr val="tx1"/>
                </a:solidFill>
                <a:effectLst/>
                <a:latin typeface="+mn-lt"/>
                <a:ea typeface="+mn-ea"/>
                <a:cs typeface="+mn-cs"/>
              </a:rPr>
              <a:t>When top-down systems ignore physical reality and human nature, the result is stagnation. When systems respect physics and human nature, the result is unprecedented progress.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6</a:t>
            </a:fld>
            <a:endParaRPr lang="en-US"/>
          </a:p>
        </p:txBody>
      </p:sp>
    </p:spTree>
    <p:extLst>
      <p:ext uri="{BB962C8B-B14F-4D97-AF65-F5344CB8AC3E}">
        <p14:creationId xmlns:p14="http://schemas.microsoft.com/office/powerpoint/2010/main" val="1219601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Institutional failure isn't exclusive to universities and government—large corporations fall into the exact same traps when they prioritize bureaucracy over real-world shifts. </a:t>
            </a:r>
          </a:p>
          <a:p>
            <a:pPr lvl="0"/>
            <a:r>
              <a:rPr lang="en-US" sz="1200" kern="1200" dirty="0">
                <a:solidFill>
                  <a:schemeClr val="tx1"/>
                </a:solidFill>
                <a:effectLst/>
                <a:latin typeface="+mn-lt"/>
                <a:ea typeface="+mn-ea"/>
                <a:cs typeface="+mn-cs"/>
              </a:rPr>
              <a:t>Look at Microsoft’s trajectory in the 1990s: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a:t>
            </a:r>
            <a:r>
              <a:rPr lang="en-US" sz="1200" b="1" kern="1200" dirty="0">
                <a:solidFill>
                  <a:schemeClr val="tx1"/>
                </a:solidFill>
                <a:effectLst/>
                <a:latin typeface="+mn-lt"/>
                <a:ea typeface="+mn-ea"/>
                <a:cs typeface="+mn-cs"/>
              </a:rPr>
              <a:t>1995</a:t>
            </a:r>
            <a:r>
              <a:rPr lang="en-US" sz="1200" kern="1200" dirty="0">
                <a:solidFill>
                  <a:schemeClr val="tx1"/>
                </a:solidFill>
                <a:effectLst/>
                <a:latin typeface="+mn-lt"/>
                <a:ea typeface="+mn-ea"/>
                <a:cs typeface="+mn-cs"/>
              </a:rPr>
              <a:t>, I wrote the memo warning that the Web would supersede Windows as the dominant platform.</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Between </a:t>
            </a:r>
            <a:r>
              <a:rPr lang="en-US" sz="1200" b="1" kern="1200" dirty="0">
                <a:solidFill>
                  <a:schemeClr val="tx1"/>
                </a:solidFill>
                <a:effectLst/>
                <a:latin typeface="+mn-lt"/>
                <a:ea typeface="+mn-ea"/>
                <a:cs typeface="+mn-cs"/>
              </a:rPr>
              <a:t>1995 and 1998</a:t>
            </a:r>
            <a:r>
              <a:rPr lang="en-US" sz="1200" kern="1200" dirty="0">
                <a:solidFill>
                  <a:schemeClr val="tx1"/>
                </a:solidFill>
                <a:effectLst/>
                <a:latin typeface="+mn-lt"/>
                <a:ea typeface="+mn-ea"/>
                <a:cs typeface="+mn-cs"/>
              </a:rPr>
              <a:t>, Microsoft pivoted aggressively. We built IE1 through IE4, securing over 60% market share by building superior software.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But </a:t>
            </a:r>
            <a:r>
              <a:rPr lang="en-US" sz="1200" b="1" kern="1200" dirty="0">
                <a:solidFill>
                  <a:schemeClr val="tx1"/>
                </a:solidFill>
                <a:effectLst/>
                <a:latin typeface="+mn-lt"/>
                <a:ea typeface="+mn-ea"/>
                <a:cs typeface="+mn-cs"/>
              </a:rPr>
              <a:t>post-1998</a:t>
            </a:r>
            <a:r>
              <a:rPr lang="en-US" sz="1200" kern="1200" dirty="0">
                <a:solidFill>
                  <a:schemeClr val="tx1"/>
                </a:solidFill>
                <a:effectLst/>
                <a:latin typeface="+mn-lt"/>
                <a:ea typeface="+mn-ea"/>
                <a:cs typeface="+mn-cs"/>
              </a:rPr>
              <a:t>, organizational hubris set in. Leadership began viewing the browser merely as a protective feature for Windows rather than an evolving platform of its own. </a:t>
            </a:r>
          </a:p>
          <a:p>
            <a:pPr lvl="0"/>
            <a:r>
              <a:rPr lang="en-US" sz="1200" kern="1200" dirty="0">
                <a:solidFill>
                  <a:schemeClr val="tx1"/>
                </a:solidFill>
                <a:effectLst/>
                <a:latin typeface="+mn-lt"/>
                <a:ea typeface="+mn-ea"/>
                <a:cs typeface="+mn-cs"/>
              </a:rPr>
              <a:t>By protecting legacy monopolies instead of pursuing the frontier, Microsoft missed the mobile web transformation, handing dominance to Google’s Chrome and Android. Tech incumbents are always vulnerable to calcification if they stop respecting fundamental shifts.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7</a:t>
            </a:fld>
            <a:endParaRPr lang="en-US"/>
          </a:p>
        </p:txBody>
      </p:sp>
    </p:spTree>
    <p:extLst>
      <p:ext uri="{BB962C8B-B14F-4D97-AF65-F5344CB8AC3E}">
        <p14:creationId xmlns:p14="http://schemas.microsoft.com/office/powerpoint/2010/main" val="4106272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Today, the technological world is captivated by Artificial Intelligence, but we need an engineering reality check on what Large Language Models actually are. </a:t>
            </a:r>
          </a:p>
          <a:p>
            <a:pPr lvl="0"/>
            <a:r>
              <a:rPr lang="en-US" sz="1200" b="1" kern="1200" dirty="0">
                <a:solidFill>
                  <a:schemeClr val="tx1"/>
                </a:solidFill>
                <a:effectLst/>
                <a:latin typeface="+mn-lt"/>
                <a:ea typeface="+mn-ea"/>
                <a:cs typeface="+mn-cs"/>
              </a:rPr>
              <a:t>LLM Architecture</a:t>
            </a:r>
            <a:r>
              <a:rPr lang="en-US" sz="1200" kern="1200" dirty="0">
                <a:solidFill>
                  <a:schemeClr val="tx1"/>
                </a:solidFill>
                <a:effectLst/>
                <a:latin typeface="+mn-lt"/>
                <a:ea typeface="+mn-ea"/>
                <a:cs typeface="+mn-cs"/>
              </a:rPr>
              <a:t>: An LLM is a massive data-synthesis engine. It excels at pattern recognition, statistical prediction, and generating text. However, it lacks grounding in physical reality. It cannot genuinely reason about time, it frequently hallucinates, and its thermodynamic energy costs are immense. </a:t>
            </a:r>
          </a:p>
          <a:p>
            <a:pPr lvl="0"/>
            <a:r>
              <a:rPr lang="en-US" sz="1200" b="1" kern="1200" dirty="0">
                <a:solidFill>
                  <a:schemeClr val="tx1"/>
                </a:solidFill>
                <a:effectLst/>
                <a:latin typeface="+mn-lt"/>
                <a:ea typeface="+mn-ea"/>
                <a:cs typeface="+mn-cs"/>
              </a:rPr>
              <a:t>Human Cognition</a:t>
            </a:r>
            <a:r>
              <a:rPr lang="en-US" sz="1200" kern="1200" dirty="0">
                <a:solidFill>
                  <a:schemeClr val="tx1"/>
                </a:solidFill>
                <a:effectLst/>
                <a:latin typeface="+mn-lt"/>
                <a:ea typeface="+mn-ea"/>
                <a:cs typeface="+mn-cs"/>
              </a:rPr>
              <a:t>: The human brain represents 300,000 years of biological evolution—wet hardware composed of over 100 specialized, energy-efficient modules for spatial reasoning, social interaction, and executive function. </a:t>
            </a:r>
          </a:p>
          <a:p>
            <a:pPr lvl="0"/>
            <a:r>
              <a:rPr lang="en-US" sz="1200" kern="1200" dirty="0">
                <a:solidFill>
                  <a:schemeClr val="tx1"/>
                </a:solidFill>
                <a:effectLst/>
                <a:latin typeface="+mn-lt"/>
                <a:ea typeface="+mn-ea"/>
                <a:cs typeface="+mn-cs"/>
              </a:rPr>
              <a:t>We are currently in an AI hype bubble driven by confusing text synthesis with general intelligence. LLMs are incredibly useful tools for productivity, but they are not conscious, autonomous, or self-correcting AGI.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8</a:t>
            </a:fld>
            <a:endParaRPr lang="en-US"/>
          </a:p>
        </p:txBody>
      </p:sp>
    </p:spTree>
    <p:extLst>
      <p:ext uri="{BB962C8B-B14F-4D97-AF65-F5344CB8AC3E}">
        <p14:creationId xmlns:p14="http://schemas.microsoft.com/office/powerpoint/2010/main" val="792346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If software is experiencing hype, hard tech and space logistics represent the truest expression of the frontier. Space forces complete alignment with physics—there is no room for administrative posturing. </a:t>
            </a:r>
          </a:p>
          <a:p>
            <a:pPr lvl="0"/>
            <a:r>
              <a:rPr lang="en-US" sz="1200" b="1" kern="1200" dirty="0">
                <a:solidFill>
                  <a:schemeClr val="tx1"/>
                </a:solidFill>
                <a:effectLst/>
                <a:latin typeface="+mn-lt"/>
                <a:ea typeface="+mn-ea"/>
                <a:cs typeface="+mn-cs"/>
              </a:rPr>
              <a:t>The Present Benchmark</a:t>
            </a:r>
            <a:r>
              <a:rPr lang="en-US" sz="1200" kern="1200" dirty="0">
                <a:solidFill>
                  <a:schemeClr val="tx1"/>
                </a:solidFill>
                <a:effectLst/>
                <a:latin typeface="+mn-lt"/>
                <a:ea typeface="+mn-ea"/>
                <a:cs typeface="+mn-cs"/>
              </a:rPr>
              <a:t>: SpaceX’s Falcon 9 transformed orbital economics, executing 165 launches in a single year and accounting for over half of all global orbital launches. </a:t>
            </a:r>
          </a:p>
          <a:p>
            <a:pPr lvl="0"/>
            <a:r>
              <a:rPr lang="en-US" sz="1200" b="1" kern="1200" dirty="0">
                <a:solidFill>
                  <a:schemeClr val="tx1"/>
                </a:solidFill>
                <a:effectLst/>
                <a:latin typeface="+mn-lt"/>
                <a:ea typeface="+mn-ea"/>
                <a:cs typeface="+mn-cs"/>
              </a:rPr>
              <a:t>The Future Objective</a:t>
            </a:r>
            <a:r>
              <a:rPr lang="en-US" sz="1200" kern="1200" dirty="0">
                <a:solidFill>
                  <a:schemeClr val="tx1"/>
                </a:solidFill>
                <a:effectLst/>
                <a:latin typeface="+mn-lt"/>
                <a:ea typeface="+mn-ea"/>
                <a:cs typeface="+mn-cs"/>
              </a:rPr>
              <a:t>: Companies like Stoke Space with their Nova rocket are aiming for full, 100x rapid reusability with daily launch turnarounds. </a:t>
            </a:r>
          </a:p>
          <a:p>
            <a:pPr lvl="0"/>
            <a:r>
              <a:rPr lang="en-US" sz="1200" b="1" kern="1200" dirty="0">
                <a:solidFill>
                  <a:schemeClr val="tx1"/>
                </a:solidFill>
                <a:effectLst/>
                <a:latin typeface="+mn-lt"/>
                <a:ea typeface="+mn-ea"/>
                <a:cs typeface="+mn-cs"/>
              </a:rPr>
              <a:t>The Economic Impact</a:t>
            </a:r>
            <a:r>
              <a:rPr lang="en-US" sz="1200" kern="1200" dirty="0">
                <a:solidFill>
                  <a:schemeClr val="tx1"/>
                </a:solidFill>
                <a:effectLst/>
                <a:latin typeface="+mn-lt"/>
                <a:ea typeface="+mn-ea"/>
                <a:cs typeface="+mn-cs"/>
              </a:rPr>
              <a:t>: Dropping mass-to-orbit costs by another factor of 5x to 10x will unlock an era of space logistics, enabling permanent lunar development, orbital manufacturing, and resource acquisition. This is where real-world building outpaces institutional drag.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9</a:t>
            </a:fld>
            <a:endParaRPr lang="en-US"/>
          </a:p>
        </p:txBody>
      </p:sp>
    </p:spTree>
    <p:extLst>
      <p:ext uri="{BB962C8B-B14F-4D97-AF65-F5344CB8AC3E}">
        <p14:creationId xmlns:p14="http://schemas.microsoft.com/office/powerpoint/2010/main" val="365439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It is easy to take modern progress for granted, but a historical perspective demonstrates how unique America's innovation engine is. </a:t>
            </a:r>
          </a:p>
          <a:p>
            <a:pPr lvl="0"/>
            <a:r>
              <a:rPr lang="en-US" sz="1200" kern="1200" dirty="0">
                <a:solidFill>
                  <a:schemeClr val="tx1"/>
                </a:solidFill>
                <a:effectLst/>
                <a:latin typeface="+mn-lt"/>
                <a:ea typeface="+mn-ea"/>
                <a:cs typeface="+mn-cs"/>
              </a:rPr>
              <a:t>Since 1800, virtually every fundamental technological breakthrough—from the telegraph and transistor to synthetic fertilizer, the Green Revolution, and the internet—originated in the West, Japan, and primarily the United States. </a:t>
            </a:r>
          </a:p>
          <a:p>
            <a:pPr lvl="0"/>
            <a:r>
              <a:rPr lang="en-US" sz="1200" kern="1200" dirty="0">
                <a:solidFill>
                  <a:schemeClr val="tx1"/>
                </a:solidFill>
                <a:effectLst/>
                <a:latin typeface="+mn-lt"/>
                <a:ea typeface="+mn-ea"/>
                <a:cs typeface="+mn-cs"/>
              </a:rPr>
              <a:t>This concentration of breakthroughs did not happen by accident. It was catalyzed by a unique cultural formula: free enterprise, personal liberty, rule of law, and constrained governance. </a:t>
            </a:r>
          </a:p>
          <a:p>
            <a:pPr lvl="0"/>
            <a:r>
              <a:rPr lang="en-US" sz="1200" kern="1200" dirty="0">
                <a:solidFill>
                  <a:schemeClr val="tx1"/>
                </a:solidFill>
                <a:effectLst/>
                <a:latin typeface="+mn-lt"/>
                <a:ea typeface="+mn-ea"/>
                <a:cs typeface="+mn-cs"/>
              </a:rPr>
              <a:t>Protecting this engine requires defending the culture of building against ideological overreach that seeks to undermine merit and truth.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10</a:t>
            </a:fld>
            <a:endParaRPr lang="en-US"/>
          </a:p>
        </p:txBody>
      </p:sp>
    </p:spTree>
    <p:extLst>
      <p:ext uri="{BB962C8B-B14F-4D97-AF65-F5344CB8AC3E}">
        <p14:creationId xmlns:p14="http://schemas.microsoft.com/office/powerpoint/2010/main" val="3593346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Synthesizing these forces brings us to the core conflict defining our society today: </a:t>
            </a:r>
            <a:r>
              <a:rPr lang="en-US" sz="1200" b="1" kern="1200" dirty="0">
                <a:solidFill>
                  <a:schemeClr val="tx1"/>
                </a:solidFill>
                <a:effectLst/>
                <a:latin typeface="+mn-lt"/>
                <a:ea typeface="+mn-ea"/>
                <a:cs typeface="+mn-cs"/>
              </a:rPr>
              <a:t>Builders vs. Bureaucrats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On one side is </a:t>
            </a:r>
            <a:r>
              <a:rPr lang="en-US" sz="1200" b="1" kern="1200" dirty="0">
                <a:solidFill>
                  <a:schemeClr val="tx1"/>
                </a:solidFill>
                <a:effectLst/>
                <a:latin typeface="+mn-lt"/>
                <a:ea typeface="+mn-ea"/>
                <a:cs typeface="+mn-cs"/>
              </a:rPr>
              <a:t>The Bureaucratic Force</a:t>
            </a:r>
            <a:r>
              <a:rPr lang="en-US" sz="1200" kern="1200" dirty="0">
                <a:solidFill>
                  <a:schemeClr val="tx1"/>
                </a:solidFill>
                <a:effectLst/>
                <a:latin typeface="+mn-lt"/>
                <a:ea typeface="+mn-ea"/>
                <a:cs typeface="+mn-cs"/>
              </a:rPr>
              <a:t>: Driven by ideological dogmatism, social enforcement, and resentment, this force prioritizes administrative control over objective performance. </a:t>
            </a:r>
          </a:p>
          <a:p>
            <a:pPr lvl="0"/>
            <a:r>
              <a:rPr lang="en-US" sz="1200" kern="1200" dirty="0">
                <a:solidFill>
                  <a:schemeClr val="tx1"/>
                </a:solidFill>
                <a:effectLst/>
                <a:latin typeface="+mn-lt"/>
                <a:ea typeface="+mn-ea"/>
                <a:cs typeface="+mn-cs"/>
              </a:rPr>
              <a:t>On the other side is </a:t>
            </a:r>
            <a:r>
              <a:rPr lang="en-US" sz="1200" b="1" kern="1200" dirty="0">
                <a:solidFill>
                  <a:schemeClr val="tx1"/>
                </a:solidFill>
                <a:effectLst/>
                <a:latin typeface="+mn-lt"/>
                <a:ea typeface="+mn-ea"/>
                <a:cs typeface="+mn-cs"/>
              </a:rPr>
              <a:t>The Builder Force</a:t>
            </a:r>
            <a:r>
              <a:rPr lang="en-US" sz="1200" kern="1200" dirty="0">
                <a:solidFill>
                  <a:schemeClr val="tx1"/>
                </a:solidFill>
                <a:effectLst/>
                <a:latin typeface="+mn-lt"/>
                <a:ea typeface="+mn-ea"/>
                <a:cs typeface="+mn-cs"/>
              </a:rPr>
              <a:t>: Driven by founders, software engineers, and hard-tech pioneers who respect physics, capitalism, and real-world problem solving. </a:t>
            </a:r>
          </a:p>
          <a:p>
            <a:pPr lvl="0"/>
            <a:r>
              <a:rPr lang="en-US" sz="1200" b="1" kern="1200" dirty="0">
                <a:solidFill>
                  <a:schemeClr val="tx1"/>
                </a:solidFill>
                <a:effectLst/>
                <a:latin typeface="+mn-lt"/>
                <a:ea typeface="+mn-ea"/>
                <a:cs typeface="+mn-cs"/>
              </a:rPr>
              <a:t>The Verdict</a:t>
            </a:r>
            <a:r>
              <a:rPr lang="en-US" sz="1200" kern="1200" dirty="0">
                <a:solidFill>
                  <a:schemeClr val="tx1"/>
                </a:solidFill>
                <a:effectLst/>
                <a:latin typeface="+mn-lt"/>
                <a:ea typeface="+mn-ea"/>
                <a:cs typeface="+mn-cs"/>
              </a:rPr>
              <a:t>: Despite the decay of legacy institutions, the builders are winning. Human innovation continues to move faster than bureaucratic capture, maintaining extraordinary levels of global prosperity and technological capacity.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11</a:t>
            </a:fld>
            <a:endParaRPr lang="en-US"/>
          </a:p>
        </p:txBody>
      </p:sp>
    </p:spTree>
    <p:extLst>
      <p:ext uri="{BB962C8B-B14F-4D97-AF65-F5344CB8AC3E}">
        <p14:creationId xmlns:p14="http://schemas.microsoft.com/office/powerpoint/2010/main" val="1348363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 we equip the next generation to navigate this environment? We need a clear, actionable playbook: </a:t>
            </a:r>
          </a:p>
          <a:p>
            <a:pPr lvl="0"/>
            <a:r>
              <a:rPr lang="en-US" sz="1200" b="1" kern="1200" dirty="0">
                <a:solidFill>
                  <a:schemeClr val="tx1"/>
                </a:solidFill>
                <a:effectLst/>
                <a:latin typeface="+mn-lt"/>
                <a:ea typeface="+mn-ea"/>
                <a:cs typeface="+mn-cs"/>
              </a:rPr>
              <a:t>1. Bypass the Factory</a:t>
            </a:r>
            <a:r>
              <a:rPr lang="en-US" sz="1200" kern="1200" dirty="0">
                <a:solidFill>
                  <a:schemeClr val="tx1"/>
                </a:solidFill>
                <a:effectLst/>
                <a:latin typeface="+mn-lt"/>
                <a:ea typeface="+mn-ea"/>
                <a:cs typeface="+mn-cs"/>
              </a:rPr>
              <a:t>: Seek non-traditional, direct learning models. Encourage self-directed learning and curiosity over rigid, standardized schooling. </a:t>
            </a:r>
          </a:p>
          <a:p>
            <a:pPr lvl="0"/>
            <a:r>
              <a:rPr lang="en-US" sz="1200" b="1" kern="1200" dirty="0">
                <a:solidFill>
                  <a:schemeClr val="tx1"/>
                </a:solidFill>
                <a:effectLst/>
                <a:latin typeface="+mn-lt"/>
                <a:ea typeface="+mn-ea"/>
                <a:cs typeface="+mn-cs"/>
              </a:rPr>
              <a:t>2. Build in the Real World</a:t>
            </a:r>
            <a:r>
              <a:rPr lang="en-US" sz="1200" kern="1200" dirty="0">
                <a:solidFill>
                  <a:schemeClr val="tx1"/>
                </a:solidFill>
                <a:effectLst/>
                <a:latin typeface="+mn-lt"/>
                <a:ea typeface="+mn-ea"/>
                <a:cs typeface="+mn-cs"/>
              </a:rPr>
              <a:t>: Prioritize physical and tangible skills. Encourage children to program, build hardware, work with their hands, and delay personal smartphone exposure to foster real-world social development. </a:t>
            </a:r>
          </a:p>
          <a:p>
            <a:pPr lvl="0"/>
            <a:r>
              <a:rPr lang="en-US" sz="1200" b="1" kern="1200" dirty="0">
                <a:solidFill>
                  <a:schemeClr val="tx1"/>
                </a:solidFill>
                <a:effectLst/>
                <a:latin typeface="+mn-lt"/>
                <a:ea typeface="+mn-ea"/>
                <a:cs typeface="+mn-cs"/>
              </a:rPr>
              <a:t>3. Reject Ideological Binaries</a:t>
            </a:r>
            <a:r>
              <a:rPr lang="en-US" sz="1200" kern="1200" dirty="0">
                <a:solidFill>
                  <a:schemeClr val="tx1"/>
                </a:solidFill>
                <a:effectLst/>
                <a:latin typeface="+mn-lt"/>
                <a:ea typeface="+mn-ea"/>
                <a:cs typeface="+mn-cs"/>
              </a:rPr>
              <a:t>: Reject the false idea that words equal violence or that complex human issues fit into simplistic political camps. Prioritize intellectual integrity over social comfort. </a:t>
            </a:r>
          </a:p>
          <a:p>
            <a:pPr lvl="0"/>
            <a:r>
              <a:rPr lang="en-US" sz="1200" b="1" kern="1200" dirty="0">
                <a:solidFill>
                  <a:schemeClr val="tx1"/>
                </a:solidFill>
                <a:effectLst/>
                <a:latin typeface="+mn-lt"/>
                <a:ea typeface="+mn-ea"/>
                <a:cs typeface="+mn-cs"/>
              </a:rPr>
              <a:t>4. Read Deeply</a:t>
            </a:r>
            <a:r>
              <a:rPr lang="en-US" sz="1200" kern="1200" dirty="0">
                <a:solidFill>
                  <a:schemeClr val="tx1"/>
                </a:solidFill>
                <a:effectLst/>
                <a:latin typeface="+mn-lt"/>
                <a:ea typeface="+mn-ea"/>
                <a:cs typeface="+mn-cs"/>
              </a:rPr>
              <a:t>: Encourage deep reading of history, science, and biography. Grounding in deep literature provides immunity against shallow, short-term outrage cycles. </a:t>
            </a:r>
          </a:p>
          <a:p>
            <a:endParaRPr lang="en-US" dirty="0"/>
          </a:p>
        </p:txBody>
      </p:sp>
      <p:sp>
        <p:nvSpPr>
          <p:cNvPr id="4" name="Slide Number Placeholder 3"/>
          <p:cNvSpPr>
            <a:spLocks noGrp="1"/>
          </p:cNvSpPr>
          <p:nvPr>
            <p:ph type="sldNum" sz="quarter" idx="5"/>
          </p:nvPr>
        </p:nvSpPr>
        <p:spPr/>
        <p:txBody>
          <a:bodyPr/>
          <a:lstStyle/>
          <a:p>
            <a:fld id="{49D77F05-B061-426A-8A37-E2E023A668FE}" type="slidenum">
              <a:rPr lang="en-US" smtClean="0"/>
              <a:t>12</a:t>
            </a:fld>
            <a:endParaRPr lang="en-US"/>
          </a:p>
        </p:txBody>
      </p:sp>
    </p:spTree>
    <p:extLst>
      <p:ext uri="{BB962C8B-B14F-4D97-AF65-F5344CB8AC3E}">
        <p14:creationId xmlns:p14="http://schemas.microsoft.com/office/powerpoint/2010/main" val="1693705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conclude, let’s summarize the key takeaways of </a:t>
            </a:r>
            <a:r>
              <a:rPr lang="en-US" sz="1200" b="1" kern="1200" dirty="0">
                <a:solidFill>
                  <a:schemeClr val="tx1"/>
                </a:solidFill>
                <a:effectLst/>
                <a:latin typeface="+mn-lt"/>
                <a:ea typeface="+mn-ea"/>
                <a:cs typeface="+mn-cs"/>
              </a:rPr>
              <a:t>The Innovator's Outlook</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First, recognize the </a:t>
            </a:r>
            <a:r>
              <a:rPr lang="en-US" sz="1200" b="1" kern="1200" dirty="0">
                <a:solidFill>
                  <a:schemeClr val="tx1"/>
                </a:solidFill>
                <a:effectLst/>
                <a:latin typeface="+mn-lt"/>
                <a:ea typeface="+mn-ea"/>
                <a:cs typeface="+mn-cs"/>
              </a:rPr>
              <a:t>Higher Education Crisis</a:t>
            </a:r>
            <a:r>
              <a:rPr lang="en-US" sz="1200" kern="1200" dirty="0">
                <a:solidFill>
                  <a:schemeClr val="tx1"/>
                </a:solidFill>
                <a:effectLst/>
                <a:latin typeface="+mn-lt"/>
                <a:ea typeface="+mn-ea"/>
                <a:cs typeface="+mn-cs"/>
              </a:rPr>
              <a:t> for what it is. The loss of due process and the shift from truth-seeking to ideological compliance have eroded institutional trust. </a:t>
            </a:r>
          </a:p>
          <a:p>
            <a:pPr lvl="0"/>
            <a:r>
              <a:rPr lang="en-US" sz="1200" kern="1200" dirty="0">
                <a:solidFill>
                  <a:schemeClr val="tx1"/>
                </a:solidFill>
                <a:effectLst/>
                <a:latin typeface="+mn-lt"/>
                <a:ea typeface="+mn-ea"/>
                <a:cs typeface="+mn-cs"/>
              </a:rPr>
              <a:t>Second, maintain a grounded perspective on </a:t>
            </a:r>
            <a:r>
              <a:rPr lang="en-US" sz="1200" b="1" kern="1200" dirty="0">
                <a:solidFill>
                  <a:schemeClr val="tx1"/>
                </a:solidFill>
                <a:effectLst/>
                <a:latin typeface="+mn-lt"/>
                <a:ea typeface="+mn-ea"/>
                <a:cs typeface="+mn-cs"/>
              </a:rPr>
              <a:t>Emerging Tech</a:t>
            </a:r>
            <a:r>
              <a:rPr lang="en-US" sz="1200" kern="1200" dirty="0">
                <a:solidFill>
                  <a:schemeClr val="tx1"/>
                </a:solidFill>
                <a:effectLst/>
                <a:latin typeface="+mn-lt"/>
                <a:ea typeface="+mn-ea"/>
                <a:cs typeface="+mn-cs"/>
              </a:rPr>
              <a:t>. Use AI tools for synthesis, but recognize that hard tech, energy, and physical logistics remain the true drivers of human progress. </a:t>
            </a:r>
          </a:p>
          <a:p>
            <a:pPr lvl="0"/>
            <a:r>
              <a:rPr lang="en-US" sz="1200" kern="1200" dirty="0">
                <a:solidFill>
                  <a:schemeClr val="tx1"/>
                </a:solidFill>
                <a:effectLst/>
                <a:latin typeface="+mn-lt"/>
                <a:ea typeface="+mn-ea"/>
                <a:cs typeface="+mn-cs"/>
              </a:rPr>
              <a:t>Third, double down on </a:t>
            </a:r>
            <a:r>
              <a:rPr lang="en-US" sz="1200" b="1" kern="1200" dirty="0">
                <a:solidFill>
                  <a:schemeClr val="tx1"/>
                </a:solidFill>
                <a:effectLst/>
                <a:latin typeface="+mn-lt"/>
                <a:ea typeface="+mn-ea"/>
                <a:cs typeface="+mn-cs"/>
              </a:rPr>
              <a:t>Practical, Real-World Education</a:t>
            </a:r>
            <a:r>
              <a:rPr lang="en-US" sz="1200" kern="1200" dirty="0">
                <a:solidFill>
                  <a:schemeClr val="tx1"/>
                </a:solidFill>
                <a:effectLst/>
                <a:latin typeface="+mn-lt"/>
                <a:ea typeface="+mn-ea"/>
                <a:cs typeface="+mn-cs"/>
              </a:rPr>
              <a:t>. Empower young people to solve real problems using math, physics, software, and hands-on craftsmanship. </a:t>
            </a:r>
          </a:p>
          <a:p>
            <a:pPr lvl="0"/>
            <a:r>
              <a:rPr lang="en-US" sz="1200" kern="1200" dirty="0">
                <a:solidFill>
                  <a:schemeClr val="tx1"/>
                </a:solidFill>
                <a:effectLst/>
                <a:latin typeface="+mn-lt"/>
                <a:ea typeface="+mn-ea"/>
                <a:cs typeface="+mn-cs"/>
              </a:rPr>
              <a:t>Ultimately, institutions may decay, but the human impulse to explore, create, and build remains unbroken. By focusing on truth, merit, and hard technology, the builders will continue to lead the way forward. </a:t>
            </a:r>
          </a:p>
          <a:p>
            <a:endParaRPr lang="en-US" dirty="0"/>
          </a:p>
          <a:p>
            <a:endParaRPr lang="en-US" dirty="0"/>
          </a:p>
          <a:p>
            <a:endParaRPr lang="en-US" dirty="0"/>
          </a:p>
          <a:p>
            <a:endParaRPr lang="en-US" dirty="0"/>
          </a:p>
          <a:p>
            <a:r>
              <a:rPr lang="en-US" dirty="0"/>
              <a:t>Ben Slivka Predicted the Internet Era. He Doesn't Buy the Hype About AI.</a:t>
            </a:r>
          </a:p>
          <a:p>
            <a:r>
              <a:rPr lang="en-US" dirty="0"/>
              <a:t>https://www.youtube.com/watch?v=xghaeBHamYs</a:t>
            </a:r>
          </a:p>
        </p:txBody>
      </p:sp>
      <p:sp>
        <p:nvSpPr>
          <p:cNvPr id="4" name="Slide Number Placeholder 3"/>
          <p:cNvSpPr>
            <a:spLocks noGrp="1"/>
          </p:cNvSpPr>
          <p:nvPr>
            <p:ph type="sldNum" sz="quarter" idx="5"/>
          </p:nvPr>
        </p:nvSpPr>
        <p:spPr/>
        <p:txBody>
          <a:bodyPr/>
          <a:lstStyle/>
          <a:p>
            <a:fld id="{49D77F05-B061-426A-8A37-E2E023A668FE}" type="slidenum">
              <a:rPr lang="en-US" smtClean="0"/>
              <a:t>13</a:t>
            </a:fld>
            <a:endParaRPr lang="en-US"/>
          </a:p>
        </p:txBody>
      </p:sp>
    </p:spTree>
    <p:extLst>
      <p:ext uri="{BB962C8B-B14F-4D97-AF65-F5344CB8AC3E}">
        <p14:creationId xmlns:p14="http://schemas.microsoft.com/office/powerpoint/2010/main" val="4037819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1CB6C9-856E-A72F-2864-6DBE7B9CEF99}"/>
              </a:ext>
            </a:extLst>
          </p:cNvPr>
          <p:cNvSpPr>
            <a:spLocks noGrp="1"/>
          </p:cNvSpPr>
          <p:nvPr>
            <p:ph type="dt" sz="half" idx="10"/>
          </p:nvPr>
        </p:nvSpPr>
        <p:spPr/>
        <p:txBody>
          <a:bodyPr/>
          <a:lstStyle/>
          <a:p>
            <a:fld id="{7DB38DE2-0C78-4669-A0F2-FE44BBFE7817}" type="datetimeFigureOut">
              <a:rPr lang="en-US" smtClean="0"/>
              <a:t>10/21/2026</a:t>
            </a:fld>
            <a:endParaRPr lang="en-US"/>
          </a:p>
        </p:txBody>
      </p:sp>
      <p:sp>
        <p:nvSpPr>
          <p:cNvPr id="3" name="Footer Placeholder 2">
            <a:extLst>
              <a:ext uri="{FF2B5EF4-FFF2-40B4-BE49-F238E27FC236}">
                <a16:creationId xmlns:a16="http://schemas.microsoft.com/office/drawing/2014/main" id="{25CD1B6C-4C8F-AEDA-4E06-A6CB716059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02EC76-01C3-B30B-A5E1-205A65C2D6DB}"/>
              </a:ext>
            </a:extLst>
          </p:cNvPr>
          <p:cNvSpPr>
            <a:spLocks noGrp="1"/>
          </p:cNvSpPr>
          <p:nvPr>
            <p:ph type="sldNum" sz="quarter" idx="12"/>
          </p:nvPr>
        </p:nvSpPr>
        <p:spPr/>
        <p:txBody>
          <a:bodyPr/>
          <a:lstStyle/>
          <a:p>
            <a:fld id="{ED703FED-2814-47DB-80F1-72625971C16B}" type="slidenum">
              <a:rPr lang="en-US" smtClean="0"/>
              <a:t>‹#›</a:t>
            </a:fld>
            <a:endParaRPr lang="en-US"/>
          </a:p>
        </p:txBody>
      </p:sp>
    </p:spTree>
    <p:extLst>
      <p:ext uri="{BB962C8B-B14F-4D97-AF65-F5344CB8AC3E}">
        <p14:creationId xmlns:p14="http://schemas.microsoft.com/office/powerpoint/2010/main" val="4177124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A8C81E-1E1E-F9CC-9888-3033E7B515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4A5961-5DB5-5824-0977-5166E4D337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09AE0-1926-EAA7-0816-EBF1E7FF5D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38DE2-0C78-4669-A0F2-FE44BBFE7817}" type="datetimeFigureOut">
              <a:rPr lang="en-US" smtClean="0"/>
              <a:t>10/21/2026</a:t>
            </a:fld>
            <a:endParaRPr lang="en-US"/>
          </a:p>
        </p:txBody>
      </p:sp>
      <p:sp>
        <p:nvSpPr>
          <p:cNvPr id="5" name="Footer Placeholder 4">
            <a:extLst>
              <a:ext uri="{FF2B5EF4-FFF2-40B4-BE49-F238E27FC236}">
                <a16:creationId xmlns:a16="http://schemas.microsoft.com/office/drawing/2014/main" id="{5AD25D2B-F5AC-D15E-8598-85965C8217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4DF78C-CBD2-98D6-AB18-573882CFF8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703FED-2814-47DB-80F1-72625971C16B}" type="slidenum">
              <a:rPr lang="en-US" smtClean="0"/>
              <a:t>‹#›</a:t>
            </a:fld>
            <a:endParaRPr lang="en-US"/>
          </a:p>
        </p:txBody>
      </p:sp>
    </p:spTree>
    <p:extLst>
      <p:ext uri="{BB962C8B-B14F-4D97-AF65-F5344CB8AC3E}">
        <p14:creationId xmlns:p14="http://schemas.microsoft.com/office/powerpoint/2010/main" val="71994514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2298692-89C8-2F4A-F44F-A861F7B9861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054C5E-F9CB-21EC-720B-E1878F13C76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670AC5-3D97-8898-4548-181814EB401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6C0A9D-8296-037D-124E-5FCE2CF8827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D1359B-EFC7-5F8E-AFF4-924B64FFB2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E38D23-E01A-258B-A49C-7646CC532F2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7CE185-9328-C906-BF4A-590FD697BEC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DF4081-FBFC-AAD6-A941-3D1FFC65031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B2FE75-CDA5-F8E0-E855-47314C3036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FA5573-5646-B5C0-2572-40A5FFB768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9A2E02-8289-7D50-AD3C-ACF5D303664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DB2733-AF35-F205-A126-41CA06A05BA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B00E2A-06E9-B6C6-579B-AD9B5D8ED81E}"/>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9153409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2015</Words>
  <Application>Microsoft Office PowerPoint</Application>
  <PresentationFormat>寬螢幕</PresentationFormat>
  <Paragraphs>81</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2026-09-25T23:43:54Z</dcterms:created>
  <dcterms:modified xsi:type="dcterms:W3CDTF">2026-10-21T02:45:03Z</dcterms:modified>
</cp:coreProperties>
</file>