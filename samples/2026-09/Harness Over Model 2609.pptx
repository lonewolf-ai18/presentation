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FBC6E5-A83D-4180-995D-9780591C2E57}" v="15" dt="2026-09-11T14:03:59.4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4" autoAdjust="0"/>
    <p:restoredTop sz="83903"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sldOrd modMainMaster">
      <pc:chgData name="Lai, Wilson" userId="2840974a-0d84-4886-90a9-9a3ed79f3a48" providerId="ADAL" clId="{9F23B798-9E84-4552-BA63-E776E805C424}" dt="2026-09-11T14:04:10.226" v="49" actId="166"/>
      <pc:docMkLst>
        <pc:docMk/>
      </pc:docMkLst>
      <pc:sldChg chg="addSp delSp modSp mod modAnim modNotes modNotesTx">
        <pc:chgData name="Lai, Wilson" userId="2840974a-0d84-4886-90a9-9a3ed79f3a48" providerId="ADAL" clId="{9F23B798-9E84-4552-BA63-E776E805C424}" dt="2026-09-11T14:04:10.226" v="49" actId="166"/>
        <pc:sldMkLst>
          <pc:docMk/>
          <pc:sldMk cId="0" sldId="257"/>
        </pc:sldMkLst>
        <pc:spChg chg="add mod">
          <ac:chgData name="Lai, Wilson" userId="2840974a-0d84-4886-90a9-9a3ed79f3a48" providerId="ADAL" clId="{9F23B798-9E84-4552-BA63-E776E805C424}" dt="2026-09-09T02:37:28.736" v="9" actId="164"/>
          <ac:spMkLst>
            <pc:docMk/>
            <pc:sldMk cId="0" sldId="257"/>
            <ac:spMk id="5" creationId="{C92DFACD-A852-3279-ED56-7CAA02E3E516}"/>
          </ac:spMkLst>
        </pc:spChg>
        <pc:grpChg chg="add mod">
          <ac:chgData name="Lai, Wilson" userId="2840974a-0d84-4886-90a9-9a3ed79f3a48" providerId="ADAL" clId="{9F23B798-9E84-4552-BA63-E776E805C424}" dt="2026-09-09T02:37:28.736" v="9" actId="164"/>
          <ac:grpSpMkLst>
            <pc:docMk/>
            <pc:sldMk cId="0" sldId="257"/>
            <ac:grpSpMk id="6" creationId="{318E7AB3-6037-41B9-BE60-F860E03F4BAE}"/>
          </ac:grpSpMkLst>
        </pc:grpChg>
        <pc:picChg chg="del">
          <ac:chgData name="Lai, Wilson" userId="2840974a-0d84-4886-90a9-9a3ed79f3a48" providerId="ADAL" clId="{9F23B798-9E84-4552-BA63-E776E805C424}" dt="2026-09-11T05:02:27.118" v="13" actId="21"/>
          <ac:picMkLst>
            <pc:docMk/>
            <pc:sldMk cId="0" sldId="257"/>
            <ac:picMk id="2" creationId="{00000000-0000-0000-0000-000000000000}"/>
          </ac:picMkLst>
        </pc:picChg>
        <pc:picChg chg="add mod">
          <ac:chgData name="Lai, Wilson" userId="2840974a-0d84-4886-90a9-9a3ed79f3a48" providerId="ADAL" clId="{9F23B798-9E84-4552-BA63-E776E805C424}" dt="2026-09-09T02:37:28.736" v="9" actId="164"/>
          <ac:picMkLst>
            <pc:docMk/>
            <pc:sldMk cId="0" sldId="257"/>
            <ac:picMk id="3" creationId="{4228B767-487F-2757-6499-25F95EB11A58}"/>
          </ac:picMkLst>
        </pc:picChg>
        <pc:picChg chg="add ord">
          <ac:chgData name="Lai, Wilson" userId="2840974a-0d84-4886-90a9-9a3ed79f3a48" providerId="ADAL" clId="{9F23B798-9E84-4552-BA63-E776E805C424}" dt="2026-09-11T14:04:10.226" v="49" actId="166"/>
          <ac:picMkLst>
            <pc:docMk/>
            <pc:sldMk cId="0" sldId="257"/>
            <ac:picMk id="7" creationId="{95981732-BFED-F647-89F6-20AFFB1D28B0}"/>
          </ac:picMkLst>
        </pc:picChg>
      </pc:sldChg>
      <pc:sldChg chg="addSp delSp mod modNotes">
        <pc:chgData name="Lai, Wilson" userId="2840974a-0d84-4886-90a9-9a3ed79f3a48" providerId="ADAL" clId="{9F23B798-9E84-4552-BA63-E776E805C424}" dt="2026-09-11T14:03:59.400" v="47"/>
        <pc:sldMkLst>
          <pc:docMk/>
          <pc:sldMk cId="0" sldId="258"/>
        </pc:sldMkLst>
        <pc:picChg chg="del">
          <ac:chgData name="Lai, Wilson" userId="2840974a-0d84-4886-90a9-9a3ed79f3a48" providerId="ADAL" clId="{9F23B798-9E84-4552-BA63-E776E805C424}" dt="2026-09-11T05:03:08.303" v="15" actId="21"/>
          <ac:picMkLst>
            <pc:docMk/>
            <pc:sldMk cId="0" sldId="258"/>
            <ac:picMk id="2" creationId="{00000000-0000-0000-0000-000000000000}"/>
          </ac:picMkLst>
        </pc:picChg>
        <pc:picChg chg="add">
          <ac:chgData name="Lai, Wilson" userId="2840974a-0d84-4886-90a9-9a3ed79f3a48" providerId="ADAL" clId="{9F23B798-9E84-4552-BA63-E776E805C424}" dt="2026-09-11T05:03:43.090" v="16" actId="22"/>
          <ac:picMkLst>
            <pc:docMk/>
            <pc:sldMk cId="0" sldId="258"/>
            <ac:picMk id="4" creationId="{2E48C290-183E-1005-24D0-B5518782B53B}"/>
          </ac:picMkLst>
        </pc:picChg>
      </pc:sldChg>
      <pc:sldChg chg="addSp delSp mod modNotes">
        <pc:chgData name="Lai, Wilson" userId="2840974a-0d84-4886-90a9-9a3ed79f3a48" providerId="ADAL" clId="{9F23B798-9E84-4552-BA63-E776E805C424}" dt="2026-09-11T14:03:59.400" v="47"/>
        <pc:sldMkLst>
          <pc:docMk/>
          <pc:sldMk cId="0" sldId="259"/>
        </pc:sldMkLst>
        <pc:picChg chg="del">
          <ac:chgData name="Lai, Wilson" userId="2840974a-0d84-4886-90a9-9a3ed79f3a48" providerId="ADAL" clId="{9F23B798-9E84-4552-BA63-E776E805C424}" dt="2026-09-11T05:03:44.719" v="17" actId="21"/>
          <ac:picMkLst>
            <pc:docMk/>
            <pc:sldMk cId="0" sldId="259"/>
            <ac:picMk id="2" creationId="{00000000-0000-0000-0000-000000000000}"/>
          </ac:picMkLst>
        </pc:picChg>
        <pc:picChg chg="add">
          <ac:chgData name="Lai, Wilson" userId="2840974a-0d84-4886-90a9-9a3ed79f3a48" providerId="ADAL" clId="{9F23B798-9E84-4552-BA63-E776E805C424}" dt="2026-09-11T05:04:09.461" v="18" actId="22"/>
          <ac:picMkLst>
            <pc:docMk/>
            <pc:sldMk cId="0" sldId="259"/>
            <ac:picMk id="4" creationId="{25222285-32F2-FFC6-5FE5-F89D8309EFD7}"/>
          </ac:picMkLst>
        </pc:picChg>
      </pc:sldChg>
      <pc:sldChg chg="addSp delSp mod modNotes">
        <pc:chgData name="Lai, Wilson" userId="2840974a-0d84-4886-90a9-9a3ed79f3a48" providerId="ADAL" clId="{9F23B798-9E84-4552-BA63-E776E805C424}" dt="2026-09-11T14:03:59.400" v="47"/>
        <pc:sldMkLst>
          <pc:docMk/>
          <pc:sldMk cId="0" sldId="260"/>
        </pc:sldMkLst>
        <pc:picChg chg="del">
          <ac:chgData name="Lai, Wilson" userId="2840974a-0d84-4886-90a9-9a3ed79f3a48" providerId="ADAL" clId="{9F23B798-9E84-4552-BA63-E776E805C424}" dt="2026-09-11T05:04:11.222" v="19" actId="21"/>
          <ac:picMkLst>
            <pc:docMk/>
            <pc:sldMk cId="0" sldId="260"/>
            <ac:picMk id="2" creationId="{00000000-0000-0000-0000-000000000000}"/>
          </ac:picMkLst>
        </pc:picChg>
        <pc:picChg chg="add">
          <ac:chgData name="Lai, Wilson" userId="2840974a-0d84-4886-90a9-9a3ed79f3a48" providerId="ADAL" clId="{9F23B798-9E84-4552-BA63-E776E805C424}" dt="2026-09-11T05:04:25.050" v="20" actId="22"/>
          <ac:picMkLst>
            <pc:docMk/>
            <pc:sldMk cId="0" sldId="260"/>
            <ac:picMk id="4" creationId="{A303285A-FA67-548E-5750-68FE1B71B67A}"/>
          </ac:picMkLst>
        </pc:picChg>
      </pc:sldChg>
      <pc:sldChg chg="addSp delSp mod modNotes">
        <pc:chgData name="Lai, Wilson" userId="2840974a-0d84-4886-90a9-9a3ed79f3a48" providerId="ADAL" clId="{9F23B798-9E84-4552-BA63-E776E805C424}" dt="2026-09-11T14:03:59.400" v="47"/>
        <pc:sldMkLst>
          <pc:docMk/>
          <pc:sldMk cId="0" sldId="261"/>
        </pc:sldMkLst>
        <pc:picChg chg="del">
          <ac:chgData name="Lai, Wilson" userId="2840974a-0d84-4886-90a9-9a3ed79f3a48" providerId="ADAL" clId="{9F23B798-9E84-4552-BA63-E776E805C424}" dt="2026-09-11T05:04:26.918" v="21" actId="21"/>
          <ac:picMkLst>
            <pc:docMk/>
            <pc:sldMk cId="0" sldId="261"/>
            <ac:picMk id="2" creationId="{00000000-0000-0000-0000-000000000000}"/>
          </ac:picMkLst>
        </pc:picChg>
        <pc:picChg chg="add">
          <ac:chgData name="Lai, Wilson" userId="2840974a-0d84-4886-90a9-9a3ed79f3a48" providerId="ADAL" clId="{9F23B798-9E84-4552-BA63-E776E805C424}" dt="2026-09-11T05:04:38.231" v="22" actId="22"/>
          <ac:picMkLst>
            <pc:docMk/>
            <pc:sldMk cId="0" sldId="261"/>
            <ac:picMk id="4" creationId="{C71B7C08-7D79-3B11-1AF9-125178FAEBC9}"/>
          </ac:picMkLst>
        </pc:picChg>
      </pc:sldChg>
      <pc:sldChg chg="addSp delSp mod modNotes modNotesTx">
        <pc:chgData name="Lai, Wilson" userId="2840974a-0d84-4886-90a9-9a3ed79f3a48" providerId="ADAL" clId="{9F23B798-9E84-4552-BA63-E776E805C424}" dt="2026-09-11T14:03:59.400" v="47"/>
        <pc:sldMkLst>
          <pc:docMk/>
          <pc:sldMk cId="0" sldId="262"/>
        </pc:sldMkLst>
        <pc:picChg chg="del">
          <ac:chgData name="Lai, Wilson" userId="2840974a-0d84-4886-90a9-9a3ed79f3a48" providerId="ADAL" clId="{9F23B798-9E84-4552-BA63-E776E805C424}" dt="2026-09-11T05:04:39.751" v="23" actId="21"/>
          <ac:picMkLst>
            <pc:docMk/>
            <pc:sldMk cId="0" sldId="262"/>
            <ac:picMk id="2" creationId="{00000000-0000-0000-0000-000000000000}"/>
          </ac:picMkLst>
        </pc:picChg>
        <pc:picChg chg="add">
          <ac:chgData name="Lai, Wilson" userId="2840974a-0d84-4886-90a9-9a3ed79f3a48" providerId="ADAL" clId="{9F23B798-9E84-4552-BA63-E776E805C424}" dt="2026-09-11T05:04:50.963" v="24" actId="22"/>
          <ac:picMkLst>
            <pc:docMk/>
            <pc:sldMk cId="0" sldId="262"/>
            <ac:picMk id="4" creationId="{DB76FD4A-12BC-3F2A-D031-8F4F09D77C8A}"/>
          </ac:picMkLst>
        </pc:picChg>
      </pc:sldChg>
      <pc:sldChg chg="addSp delSp mod modNotes">
        <pc:chgData name="Lai, Wilson" userId="2840974a-0d84-4886-90a9-9a3ed79f3a48" providerId="ADAL" clId="{9F23B798-9E84-4552-BA63-E776E805C424}" dt="2026-09-11T14:03:59.400" v="47"/>
        <pc:sldMkLst>
          <pc:docMk/>
          <pc:sldMk cId="0" sldId="263"/>
        </pc:sldMkLst>
        <pc:picChg chg="del">
          <ac:chgData name="Lai, Wilson" userId="2840974a-0d84-4886-90a9-9a3ed79f3a48" providerId="ADAL" clId="{9F23B798-9E84-4552-BA63-E776E805C424}" dt="2026-09-11T05:04:53.290" v="25" actId="21"/>
          <ac:picMkLst>
            <pc:docMk/>
            <pc:sldMk cId="0" sldId="263"/>
            <ac:picMk id="2" creationId="{00000000-0000-0000-0000-000000000000}"/>
          </ac:picMkLst>
        </pc:picChg>
        <pc:picChg chg="add">
          <ac:chgData name="Lai, Wilson" userId="2840974a-0d84-4886-90a9-9a3ed79f3a48" providerId="ADAL" clId="{9F23B798-9E84-4552-BA63-E776E805C424}" dt="2026-09-11T05:05:04.622" v="26" actId="22"/>
          <ac:picMkLst>
            <pc:docMk/>
            <pc:sldMk cId="0" sldId="263"/>
            <ac:picMk id="4" creationId="{3789AE0B-A8B8-883F-F32F-7083B7381B86}"/>
          </ac:picMkLst>
        </pc:picChg>
      </pc:sldChg>
      <pc:sldChg chg="addSp delSp mod modNotes">
        <pc:chgData name="Lai, Wilson" userId="2840974a-0d84-4886-90a9-9a3ed79f3a48" providerId="ADAL" clId="{9F23B798-9E84-4552-BA63-E776E805C424}" dt="2026-09-11T14:03:59.400" v="47"/>
        <pc:sldMkLst>
          <pc:docMk/>
          <pc:sldMk cId="0" sldId="264"/>
        </pc:sldMkLst>
        <pc:picChg chg="del">
          <ac:chgData name="Lai, Wilson" userId="2840974a-0d84-4886-90a9-9a3ed79f3a48" providerId="ADAL" clId="{9F23B798-9E84-4552-BA63-E776E805C424}" dt="2026-09-11T05:05:06.227" v="27" actId="21"/>
          <ac:picMkLst>
            <pc:docMk/>
            <pc:sldMk cId="0" sldId="264"/>
            <ac:picMk id="2" creationId="{00000000-0000-0000-0000-000000000000}"/>
          </ac:picMkLst>
        </pc:picChg>
        <pc:picChg chg="add">
          <ac:chgData name="Lai, Wilson" userId="2840974a-0d84-4886-90a9-9a3ed79f3a48" providerId="ADAL" clId="{9F23B798-9E84-4552-BA63-E776E805C424}" dt="2026-09-11T05:05:18.410" v="28" actId="22"/>
          <ac:picMkLst>
            <pc:docMk/>
            <pc:sldMk cId="0" sldId="264"/>
            <ac:picMk id="4" creationId="{2333696D-DBAA-6961-2C1C-5ECF5AD45A0D}"/>
          </ac:picMkLst>
        </pc:picChg>
      </pc:sldChg>
      <pc:sldChg chg="addSp delSp mod modNotes">
        <pc:chgData name="Lai, Wilson" userId="2840974a-0d84-4886-90a9-9a3ed79f3a48" providerId="ADAL" clId="{9F23B798-9E84-4552-BA63-E776E805C424}" dt="2026-09-11T14:03:59.400" v="47"/>
        <pc:sldMkLst>
          <pc:docMk/>
          <pc:sldMk cId="0" sldId="265"/>
        </pc:sldMkLst>
        <pc:picChg chg="del">
          <ac:chgData name="Lai, Wilson" userId="2840974a-0d84-4886-90a9-9a3ed79f3a48" providerId="ADAL" clId="{9F23B798-9E84-4552-BA63-E776E805C424}" dt="2026-09-11T05:05:21.852" v="29" actId="21"/>
          <ac:picMkLst>
            <pc:docMk/>
            <pc:sldMk cId="0" sldId="265"/>
            <ac:picMk id="2" creationId="{00000000-0000-0000-0000-000000000000}"/>
          </ac:picMkLst>
        </pc:picChg>
        <pc:picChg chg="add">
          <ac:chgData name="Lai, Wilson" userId="2840974a-0d84-4886-90a9-9a3ed79f3a48" providerId="ADAL" clId="{9F23B798-9E84-4552-BA63-E776E805C424}" dt="2026-09-11T05:05:32.821" v="30" actId="22"/>
          <ac:picMkLst>
            <pc:docMk/>
            <pc:sldMk cId="0" sldId="265"/>
            <ac:picMk id="4" creationId="{F72C703A-F152-4623-C466-57C051A1FB12}"/>
          </ac:picMkLst>
        </pc:picChg>
      </pc:sldChg>
      <pc:sldChg chg="addSp delSp mod modNotes">
        <pc:chgData name="Lai, Wilson" userId="2840974a-0d84-4886-90a9-9a3ed79f3a48" providerId="ADAL" clId="{9F23B798-9E84-4552-BA63-E776E805C424}" dt="2026-09-11T14:03:59.400" v="47"/>
        <pc:sldMkLst>
          <pc:docMk/>
          <pc:sldMk cId="0" sldId="266"/>
        </pc:sldMkLst>
        <pc:picChg chg="del">
          <ac:chgData name="Lai, Wilson" userId="2840974a-0d84-4886-90a9-9a3ed79f3a48" providerId="ADAL" clId="{9F23B798-9E84-4552-BA63-E776E805C424}" dt="2026-09-11T05:05:34.223" v="31" actId="21"/>
          <ac:picMkLst>
            <pc:docMk/>
            <pc:sldMk cId="0" sldId="266"/>
            <ac:picMk id="2" creationId="{00000000-0000-0000-0000-000000000000}"/>
          </ac:picMkLst>
        </pc:picChg>
        <pc:picChg chg="add">
          <ac:chgData name="Lai, Wilson" userId="2840974a-0d84-4886-90a9-9a3ed79f3a48" providerId="ADAL" clId="{9F23B798-9E84-4552-BA63-E776E805C424}" dt="2026-09-11T05:05:44.616" v="32" actId="22"/>
          <ac:picMkLst>
            <pc:docMk/>
            <pc:sldMk cId="0" sldId="266"/>
            <ac:picMk id="4" creationId="{B5BAC8B3-6EF5-24C8-D923-BB29CE3DD88E}"/>
          </ac:picMkLst>
        </pc:picChg>
      </pc:sldChg>
      <pc:sldChg chg="addSp delSp mod modNotes">
        <pc:chgData name="Lai, Wilson" userId="2840974a-0d84-4886-90a9-9a3ed79f3a48" providerId="ADAL" clId="{9F23B798-9E84-4552-BA63-E776E805C424}" dt="2026-09-11T14:03:59.400" v="47"/>
        <pc:sldMkLst>
          <pc:docMk/>
          <pc:sldMk cId="0" sldId="267"/>
        </pc:sldMkLst>
        <pc:picChg chg="del">
          <ac:chgData name="Lai, Wilson" userId="2840974a-0d84-4886-90a9-9a3ed79f3a48" providerId="ADAL" clId="{9F23B798-9E84-4552-BA63-E776E805C424}" dt="2026-09-11T05:05:45.838" v="33" actId="21"/>
          <ac:picMkLst>
            <pc:docMk/>
            <pc:sldMk cId="0" sldId="267"/>
            <ac:picMk id="2" creationId="{00000000-0000-0000-0000-000000000000}"/>
          </ac:picMkLst>
        </pc:picChg>
        <pc:picChg chg="add">
          <ac:chgData name="Lai, Wilson" userId="2840974a-0d84-4886-90a9-9a3ed79f3a48" providerId="ADAL" clId="{9F23B798-9E84-4552-BA63-E776E805C424}" dt="2026-09-11T05:05:54.618" v="34" actId="22"/>
          <ac:picMkLst>
            <pc:docMk/>
            <pc:sldMk cId="0" sldId="267"/>
            <ac:picMk id="4" creationId="{0D46EA88-47BB-B738-BAB4-23BA9F8AAA7C}"/>
          </ac:picMkLst>
        </pc:picChg>
      </pc:sldChg>
      <pc:sldChg chg="addSp delSp mod ord modNotes">
        <pc:chgData name="Lai, Wilson" userId="2840974a-0d84-4886-90a9-9a3ed79f3a48" providerId="ADAL" clId="{9F23B798-9E84-4552-BA63-E776E805C424}" dt="2026-09-11T14:03:59.400" v="47"/>
        <pc:sldMkLst>
          <pc:docMk/>
          <pc:sldMk cId="0" sldId="268"/>
        </pc:sldMkLst>
        <pc:picChg chg="del">
          <ac:chgData name="Lai, Wilson" userId="2840974a-0d84-4886-90a9-9a3ed79f3a48" providerId="ADAL" clId="{9F23B798-9E84-4552-BA63-E776E805C424}" dt="2026-09-11T05:05:56" v="35" actId="21"/>
          <ac:picMkLst>
            <pc:docMk/>
            <pc:sldMk cId="0" sldId="268"/>
            <ac:picMk id="2" creationId="{00000000-0000-0000-0000-000000000000}"/>
          </ac:picMkLst>
        </pc:picChg>
        <pc:picChg chg="add">
          <ac:chgData name="Lai, Wilson" userId="2840974a-0d84-4886-90a9-9a3ed79f3a48" providerId="ADAL" clId="{9F23B798-9E84-4552-BA63-E776E805C424}" dt="2026-09-11T05:06:06.428" v="36" actId="22"/>
          <ac:picMkLst>
            <pc:docMk/>
            <pc:sldMk cId="0" sldId="268"/>
            <ac:picMk id="4" creationId="{79514F4D-83FF-9C2A-DB99-89DF04A33AAE}"/>
          </ac:picMkLst>
        </pc:picChg>
      </pc:sldChg>
      <pc:sldChg chg="addSp delSp mod modNotes">
        <pc:chgData name="Lai, Wilson" userId="2840974a-0d84-4886-90a9-9a3ed79f3a48" providerId="ADAL" clId="{9F23B798-9E84-4552-BA63-E776E805C424}" dt="2026-09-11T14:03:59.400" v="47"/>
        <pc:sldMkLst>
          <pc:docMk/>
          <pc:sldMk cId="0" sldId="269"/>
        </pc:sldMkLst>
        <pc:picChg chg="del">
          <ac:chgData name="Lai, Wilson" userId="2840974a-0d84-4886-90a9-9a3ed79f3a48" providerId="ADAL" clId="{9F23B798-9E84-4552-BA63-E776E805C424}" dt="2026-09-11T05:06:07.775" v="37" actId="21"/>
          <ac:picMkLst>
            <pc:docMk/>
            <pc:sldMk cId="0" sldId="269"/>
            <ac:picMk id="2" creationId="{00000000-0000-0000-0000-000000000000}"/>
          </ac:picMkLst>
        </pc:picChg>
        <pc:picChg chg="add">
          <ac:chgData name="Lai, Wilson" userId="2840974a-0d84-4886-90a9-9a3ed79f3a48" providerId="ADAL" clId="{9F23B798-9E84-4552-BA63-E776E805C424}" dt="2026-09-11T05:06:19.012" v="38" actId="22"/>
          <ac:picMkLst>
            <pc:docMk/>
            <pc:sldMk cId="0" sldId="269"/>
            <ac:picMk id="4" creationId="{0B3AEA1C-95CD-FEAD-B467-F9055E3452A8}"/>
          </ac:picMkLst>
        </pc:picChg>
      </pc:sldChg>
      <pc:sldChg chg="addSp delSp mod modNotes">
        <pc:chgData name="Lai, Wilson" userId="2840974a-0d84-4886-90a9-9a3ed79f3a48" providerId="ADAL" clId="{9F23B798-9E84-4552-BA63-E776E805C424}" dt="2026-09-11T14:03:59.400" v="47"/>
        <pc:sldMkLst>
          <pc:docMk/>
          <pc:sldMk cId="3629955029" sldId="270"/>
        </pc:sldMkLst>
        <pc:picChg chg="del">
          <ac:chgData name="Lai, Wilson" userId="2840974a-0d84-4886-90a9-9a3ed79f3a48" providerId="ADAL" clId="{9F23B798-9E84-4552-BA63-E776E805C424}" dt="2026-09-11T05:06:21.190" v="39" actId="21"/>
          <ac:picMkLst>
            <pc:docMk/>
            <pc:sldMk cId="3629955029" sldId="270"/>
            <ac:picMk id="3" creationId="{517E0779-6E2D-991E-BB22-1FD5D9A89E2E}"/>
          </ac:picMkLst>
        </pc:picChg>
        <pc:picChg chg="add">
          <ac:chgData name="Lai, Wilson" userId="2840974a-0d84-4886-90a9-9a3ed79f3a48" providerId="ADAL" clId="{9F23B798-9E84-4552-BA63-E776E805C424}" dt="2026-09-11T05:06:33.552" v="40" actId="22"/>
          <ac:picMkLst>
            <pc:docMk/>
            <pc:sldMk cId="3629955029" sldId="270"/>
            <ac:picMk id="4" creationId="{3BA25A1C-A98B-1DCE-247A-E91698AFA32D}"/>
          </ac:picMkLst>
        </pc:picChg>
      </pc:sldChg>
      <pc:sldMasterChg chg="setBg">
        <pc:chgData name="Lai, Wilson" userId="2840974a-0d84-4886-90a9-9a3ed79f3a48" providerId="ADAL" clId="{9F23B798-9E84-4552-BA63-E776E805C424}" dt="2026-09-09T02:39:24.176" v="12"/>
        <pc:sldMasterMkLst>
          <pc:docMk/>
          <pc:sldMasterMk cId="1354069822"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F1647C-5E72-4ABE-B502-B03650DEA71C}"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065BBF-35D2-47F1-B996-D7C271A108D4}" type="slidenum">
              <a:rPr lang="en-US" smtClean="0"/>
              <a:t>‹#›</a:t>
            </a:fld>
            <a:endParaRPr lang="en-US"/>
          </a:p>
        </p:txBody>
      </p:sp>
    </p:spTree>
    <p:extLst>
      <p:ext uri="{BB962C8B-B14F-4D97-AF65-F5344CB8AC3E}">
        <p14:creationId xmlns:p14="http://schemas.microsoft.com/office/powerpoint/2010/main" val="2788199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Good morning/afternoon, everyone. Today we’re diving into one of the most critical paradigm shifts in modern Artificial Intelligence and Machine Learning engineering: the pivot from chasing raw LLM parameter size to building robust </a:t>
            </a:r>
            <a:r>
              <a:rPr lang="en-US" sz="1200" b="1" kern="1200" dirty="0">
                <a:solidFill>
                  <a:schemeClr val="tx1"/>
                </a:solidFill>
                <a:effectLst/>
                <a:latin typeface="+mn-lt"/>
                <a:ea typeface="+mn-ea"/>
                <a:cs typeface="+mn-cs"/>
              </a:rPr>
              <a:t>test-time agentic harnesses</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For the past two years, the industry narrative centered on raw model IQ: bigger foundation models, larger parameter counts, and massive pre-training runs. However, recent empirical breakthroughs show that how you wrap, orchestrate, and control a model during inference—its harness—dictates real-world capability. </a:t>
            </a:r>
          </a:p>
          <a:p>
            <a:pPr lvl="0"/>
            <a:r>
              <a:rPr lang="en-US" sz="1200" kern="1200" dirty="0">
                <a:solidFill>
                  <a:schemeClr val="tx1"/>
                </a:solidFill>
                <a:effectLst/>
                <a:latin typeface="+mn-lt"/>
                <a:ea typeface="+mn-ea"/>
                <a:cs typeface="+mn-cs"/>
              </a:rPr>
              <a:t>Drawing insights from the YC Paper Club and recent state-of-the-art developments, we will explore why system architecture and test-time execution environments are outpacing pure weight-based intelligence.</a:t>
            </a:r>
          </a:p>
          <a:p>
            <a:endParaRPr lang="en-US" dirty="0"/>
          </a:p>
          <a:p>
            <a:endParaRPr lang="en-US" dirty="0"/>
          </a:p>
          <a:p>
            <a:r>
              <a:rPr lang="en-US" dirty="0"/>
              <a:t>https://www.youtube.com/watch?v=2d4u80LmRQ8</a:t>
            </a:r>
          </a:p>
        </p:txBody>
      </p:sp>
      <p:sp>
        <p:nvSpPr>
          <p:cNvPr id="4" name="Slide Number Placeholder 3"/>
          <p:cNvSpPr>
            <a:spLocks noGrp="1"/>
          </p:cNvSpPr>
          <p:nvPr>
            <p:ph type="sldNum" sz="quarter" idx="5"/>
          </p:nvPr>
        </p:nvSpPr>
        <p:spPr/>
        <p:txBody>
          <a:bodyPr/>
          <a:lstStyle/>
          <a:p>
            <a:fld id="{BC065BBF-35D2-47F1-B996-D7C271A108D4}" type="slidenum">
              <a:rPr lang="en-US" smtClean="0"/>
              <a:t>1</a:t>
            </a:fld>
            <a:endParaRPr lang="en-US"/>
          </a:p>
        </p:txBody>
      </p:sp>
    </p:spTree>
    <p:extLst>
      <p:ext uri="{BB962C8B-B14F-4D97-AF65-F5344CB8AC3E}">
        <p14:creationId xmlns:p14="http://schemas.microsoft.com/office/powerpoint/2010/main" val="3182209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understand why the harness matters, look at these results on ARC-AGI—one of the hardest benchmarks for general intelligence and abstract reasoning. </a:t>
            </a:r>
          </a:p>
          <a:p>
            <a:pPr lvl="0"/>
            <a:r>
              <a:rPr lang="en-US" sz="1200" kern="1200" dirty="0">
                <a:solidFill>
                  <a:schemeClr val="tx1"/>
                </a:solidFill>
                <a:effectLst/>
                <a:latin typeface="+mn-lt"/>
                <a:ea typeface="+mn-ea"/>
                <a:cs typeface="+mn-cs"/>
              </a:rPr>
              <a:t>When you feed ARC-AGI problems directly to raw Claude Opus in a single pass, it achieves a score of </a:t>
            </a:r>
            <a:r>
              <a:rPr lang="en-US" sz="1200" b="1" kern="1200" dirty="0">
                <a:solidFill>
                  <a:schemeClr val="tx1"/>
                </a:solidFill>
                <a:effectLst/>
                <a:latin typeface="+mn-lt"/>
                <a:ea typeface="+mn-ea"/>
                <a:cs typeface="+mn-cs"/>
              </a:rPr>
              <a:t>30%</a:t>
            </a:r>
            <a:r>
              <a:rPr lang="en-US" sz="1200" kern="1200" dirty="0">
                <a:solidFill>
                  <a:schemeClr val="tx1"/>
                </a:solidFill>
                <a:effectLst/>
                <a:latin typeface="+mn-lt"/>
                <a:ea typeface="+mn-ea"/>
                <a:cs typeface="+mn-cs"/>
              </a:rPr>
              <a:t>. It hits a hard wall because single-pass inference relies solely on static weights. </a:t>
            </a:r>
          </a:p>
          <a:p>
            <a:pPr lvl="0"/>
            <a:r>
              <a:rPr lang="en-US" sz="1200" kern="1200" dirty="0">
                <a:solidFill>
                  <a:schemeClr val="tx1"/>
                </a:solidFill>
                <a:effectLst/>
                <a:latin typeface="+mn-lt"/>
                <a:ea typeface="+mn-ea"/>
                <a:cs typeface="+mn-cs"/>
              </a:rPr>
              <a:t>However, when you place that </a:t>
            </a:r>
            <a:r>
              <a:rPr lang="en-US" sz="1200" i="1" kern="1200" dirty="0">
                <a:solidFill>
                  <a:schemeClr val="tx1"/>
                </a:solidFill>
                <a:effectLst/>
                <a:latin typeface="+mn-lt"/>
                <a:ea typeface="+mn-ea"/>
                <a:cs typeface="+mn-cs"/>
              </a:rPr>
              <a:t>exact same</a:t>
            </a:r>
            <a:r>
              <a:rPr lang="en-US" sz="1200" kern="1200" dirty="0">
                <a:solidFill>
                  <a:schemeClr val="tx1"/>
                </a:solidFill>
                <a:effectLst/>
                <a:latin typeface="+mn-lt"/>
                <a:ea typeface="+mn-ea"/>
                <a:cs typeface="+mn-cs"/>
              </a:rPr>
              <a:t> Claude Opus model into an advanced agentic harness, the benchmark score jumps to </a:t>
            </a:r>
            <a:r>
              <a:rPr lang="en-US" sz="1200" b="1" kern="1200" dirty="0">
                <a:solidFill>
                  <a:schemeClr val="tx1"/>
                </a:solidFill>
                <a:effectLst/>
                <a:latin typeface="+mn-lt"/>
                <a:ea typeface="+mn-ea"/>
                <a:cs typeface="+mn-cs"/>
              </a:rPr>
              <a:t>95.5%</a:t>
            </a:r>
            <a:r>
              <a:rPr lang="en-US" sz="1200" kern="1200" dirty="0">
                <a:solidFill>
                  <a:schemeClr val="tx1"/>
                </a:solidFill>
                <a:effectLst/>
                <a:latin typeface="+mn-lt"/>
                <a:ea typeface="+mn-ea"/>
                <a:cs typeface="+mn-cs"/>
              </a:rPr>
              <a:t>—more than a 3x increase without modifying a single parameter in the foundation model! </a:t>
            </a:r>
          </a:p>
          <a:p>
            <a:pPr lvl="0"/>
            <a:r>
              <a:rPr lang="en-US" sz="1200" kern="1200" dirty="0">
                <a:solidFill>
                  <a:schemeClr val="tx1"/>
                </a:solidFill>
                <a:effectLst/>
                <a:latin typeface="+mn-lt"/>
                <a:ea typeface="+mn-ea"/>
                <a:cs typeface="+mn-cs"/>
              </a:rPr>
              <a:t>How does this happen? The harness provides an execution loop: it acts as a perceptual engine, breaks complex problems into iterative steps, provides external working memory, enables tool execution, and allows the model to self-correct and refine its answer before outputting a final result.</a:t>
            </a:r>
          </a:p>
          <a:p>
            <a:endParaRPr lang="en-US" dirty="0"/>
          </a:p>
        </p:txBody>
      </p:sp>
      <p:sp>
        <p:nvSpPr>
          <p:cNvPr id="4" name="Slide Number Placeholder 3"/>
          <p:cNvSpPr>
            <a:spLocks noGrp="1"/>
          </p:cNvSpPr>
          <p:nvPr>
            <p:ph type="sldNum" sz="quarter" idx="5"/>
          </p:nvPr>
        </p:nvSpPr>
        <p:spPr/>
        <p:txBody>
          <a:bodyPr/>
          <a:lstStyle/>
          <a:p>
            <a:fld id="{BC065BBF-35D2-47F1-B996-D7C271A108D4}" type="slidenum">
              <a:rPr lang="en-US" smtClean="0"/>
              <a:t>2</a:t>
            </a:fld>
            <a:endParaRPr lang="en-US"/>
          </a:p>
        </p:txBody>
      </p:sp>
    </p:spTree>
    <p:extLst>
      <p:ext uri="{BB962C8B-B14F-4D97-AF65-F5344CB8AC3E}">
        <p14:creationId xmlns:p14="http://schemas.microsoft.com/office/powerpoint/2010/main" val="1093157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We need to update our mental model of Large Language Models. </a:t>
            </a:r>
          </a:p>
          <a:p>
            <a:pPr lvl="0"/>
            <a:r>
              <a:rPr lang="en-US" sz="1200" kern="1200" dirty="0">
                <a:solidFill>
                  <a:schemeClr val="tx1"/>
                </a:solidFill>
                <a:effectLst/>
                <a:latin typeface="+mn-lt"/>
                <a:ea typeface="+mn-ea"/>
                <a:cs typeface="+mn-cs"/>
              </a:rPr>
              <a:t>Historically, we treated LLMs like a static Turing machine or function: feed tokens in, run through fixed model weights, get tokens out. We measured 'model IQ' as if intelligence existed solely within static parameter weights. </a:t>
            </a:r>
          </a:p>
          <a:p>
            <a:pPr lvl="0"/>
            <a:r>
              <a:rPr lang="en-US" sz="1200" kern="1200" dirty="0">
                <a:solidFill>
                  <a:schemeClr val="tx1"/>
                </a:solidFill>
                <a:effectLst/>
                <a:latin typeface="+mn-lt"/>
                <a:ea typeface="+mn-ea"/>
                <a:cs typeface="+mn-cs"/>
              </a:rPr>
              <a:t>The new paradigm treats the LLM as a </a:t>
            </a:r>
            <a:r>
              <a:rPr lang="en-US" sz="1200" b="1" kern="1200" dirty="0">
                <a:solidFill>
                  <a:schemeClr val="tx1"/>
                </a:solidFill>
                <a:effectLst/>
                <a:latin typeface="+mn-lt"/>
                <a:ea typeface="+mn-ea"/>
                <a:cs typeface="+mn-cs"/>
              </a:rPr>
              <a:t>Von Neumann CPU</a:t>
            </a:r>
            <a:r>
              <a:rPr lang="en-US" sz="1200" kern="1200" dirty="0">
                <a:solidFill>
                  <a:schemeClr val="tx1"/>
                </a:solidFill>
                <a:effectLst/>
                <a:latin typeface="+mn-lt"/>
                <a:ea typeface="+mn-ea"/>
                <a:cs typeface="+mn-cs"/>
              </a:rPr>
              <a:t>. The weights are simply the central processor unit. The harness represents the surrounding </a:t>
            </a:r>
            <a:r>
              <a:rPr lang="en-US" sz="1200" b="1" kern="1200" dirty="0">
                <a:solidFill>
                  <a:schemeClr val="tx1"/>
                </a:solidFill>
                <a:effectLst/>
                <a:latin typeface="+mn-lt"/>
                <a:ea typeface="+mn-ea"/>
                <a:cs typeface="+mn-cs"/>
              </a:rPr>
              <a:t>Operating System</a:t>
            </a:r>
            <a:r>
              <a:rPr lang="en-US" sz="1200" kern="1200" dirty="0">
                <a:solidFill>
                  <a:schemeClr val="tx1"/>
                </a:solidFill>
                <a:effectLst/>
                <a:latin typeface="+mn-lt"/>
                <a:ea typeface="+mn-ea"/>
                <a:cs typeface="+mn-cs"/>
              </a:rPr>
              <a:t>—managing L1/L2/L3 memory caches, read/write I/O operations, and tool invocation. </a:t>
            </a:r>
          </a:p>
          <a:p>
            <a:pPr lvl="0"/>
            <a:r>
              <a:rPr lang="en-US" sz="1200" kern="1200" dirty="0">
                <a:solidFill>
                  <a:schemeClr val="tx1"/>
                </a:solidFill>
                <a:effectLst/>
                <a:latin typeface="+mn-lt"/>
                <a:ea typeface="+mn-ea"/>
                <a:cs typeface="+mn-cs"/>
              </a:rPr>
              <a:t>Intelligence is not static in the weights; it emerges dynamically through the OS layer via test-time loops, memory state retention, and reflection. </a:t>
            </a:r>
          </a:p>
          <a:p>
            <a:endParaRPr lang="en-US" dirty="0"/>
          </a:p>
        </p:txBody>
      </p:sp>
      <p:sp>
        <p:nvSpPr>
          <p:cNvPr id="4" name="Slide Number Placeholder 3"/>
          <p:cNvSpPr>
            <a:spLocks noGrp="1"/>
          </p:cNvSpPr>
          <p:nvPr>
            <p:ph type="sldNum" sz="quarter" idx="5"/>
          </p:nvPr>
        </p:nvSpPr>
        <p:spPr/>
        <p:txBody>
          <a:bodyPr/>
          <a:lstStyle/>
          <a:p>
            <a:fld id="{BC065BBF-35D2-47F1-B996-D7C271A108D4}" type="slidenum">
              <a:rPr lang="en-US" smtClean="0"/>
              <a:t>3</a:t>
            </a:fld>
            <a:endParaRPr lang="en-US"/>
          </a:p>
        </p:txBody>
      </p:sp>
    </p:spTree>
    <p:extLst>
      <p:ext uri="{BB962C8B-B14F-4D97-AF65-F5344CB8AC3E}">
        <p14:creationId xmlns:p14="http://schemas.microsoft.com/office/powerpoint/2010/main" val="3312948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Agent scaffolding evolved through three distinct evolutionary generations: </a:t>
            </a:r>
          </a:p>
          <a:p>
            <a:pPr lvl="0"/>
            <a:r>
              <a:rPr lang="en-US" sz="1200" b="1" kern="1200" dirty="0">
                <a:solidFill>
                  <a:schemeClr val="tx1"/>
                </a:solidFill>
                <a:effectLst/>
                <a:latin typeface="+mn-lt"/>
                <a:ea typeface="+mn-ea"/>
                <a:cs typeface="+mn-cs"/>
              </a:rPr>
              <a:t>V0 (Static Era):</a:t>
            </a:r>
            <a:r>
              <a:rPr lang="en-US" sz="1200" kern="1200" dirty="0">
                <a:solidFill>
                  <a:schemeClr val="tx1"/>
                </a:solidFill>
                <a:effectLst/>
                <a:latin typeface="+mn-lt"/>
                <a:ea typeface="+mn-ea"/>
                <a:cs typeface="+mn-cs"/>
              </a:rPr>
              <a:t> Fixed prompt templates and zero tool access. The model executed in a single shot without dynamic adaptability. </a:t>
            </a:r>
          </a:p>
          <a:p>
            <a:pPr lvl="0"/>
            <a:r>
              <a:rPr lang="en-US" sz="1200" b="1" kern="1200" dirty="0">
                <a:solidFill>
                  <a:schemeClr val="tx1"/>
                </a:solidFill>
                <a:effectLst/>
                <a:latin typeface="+mn-lt"/>
                <a:ea typeface="+mn-ea"/>
                <a:cs typeface="+mn-cs"/>
              </a:rPr>
              <a:t>V1 (Action Space Era):</a:t>
            </a:r>
            <a:r>
              <a:rPr lang="en-US" sz="1200" kern="1200" dirty="0">
                <a:solidFill>
                  <a:schemeClr val="tx1"/>
                </a:solidFill>
                <a:effectLst/>
                <a:latin typeface="+mn-lt"/>
                <a:ea typeface="+mn-ea"/>
                <a:cs typeface="+mn-cs"/>
              </a:rPr>
              <a:t> We introduced dynamic reasoning loops—Chain of Thought, tool integration (</a:t>
            </a:r>
            <a:r>
              <a:rPr lang="en-US" sz="1200" kern="1200" dirty="0" err="1">
                <a:solidFill>
                  <a:schemeClr val="tx1"/>
                </a:solidFill>
                <a:effectLst/>
                <a:latin typeface="+mn-lt"/>
                <a:ea typeface="+mn-ea"/>
                <a:cs typeface="+mn-cs"/>
              </a:rPr>
              <a:t>Toolformer</a:t>
            </a:r>
            <a:r>
              <a:rPr lang="en-US" sz="1200" kern="1200" dirty="0">
                <a:solidFill>
                  <a:schemeClr val="tx1"/>
                </a:solidFill>
                <a:effectLst/>
                <a:latin typeface="+mn-lt"/>
                <a:ea typeface="+mn-ea"/>
                <a:cs typeface="+mn-cs"/>
              </a:rPr>
              <a:t>), dedicated state management (</a:t>
            </a:r>
            <a:r>
              <a:rPr lang="en-US" sz="1200" kern="1200" dirty="0" err="1">
                <a:solidFill>
                  <a:schemeClr val="tx1"/>
                </a:solidFill>
                <a:effectLst/>
                <a:latin typeface="+mn-lt"/>
                <a:ea typeface="+mn-ea"/>
                <a:cs typeface="+mn-cs"/>
              </a:rPr>
              <a:t>MemGPT</a:t>
            </a:r>
            <a:r>
              <a:rPr lang="en-US" sz="1200" kern="1200" dirty="0">
                <a:solidFill>
                  <a:schemeClr val="tx1"/>
                </a:solidFill>
                <a:effectLst/>
                <a:latin typeface="+mn-lt"/>
                <a:ea typeface="+mn-ea"/>
                <a:cs typeface="+mn-cs"/>
              </a:rPr>
              <a:t>), and </a:t>
            </a:r>
            <a:r>
              <a:rPr lang="en-US" sz="1200" kern="1200" dirty="0" err="1">
                <a:solidFill>
                  <a:schemeClr val="tx1"/>
                </a:solidFill>
                <a:effectLst/>
                <a:latin typeface="+mn-lt"/>
                <a:ea typeface="+mn-ea"/>
                <a:cs typeface="+mn-cs"/>
              </a:rPr>
              <a:t>ReAct</a:t>
            </a:r>
            <a:r>
              <a:rPr lang="en-US" sz="1200" kern="1200" dirty="0">
                <a:solidFill>
                  <a:schemeClr val="tx1"/>
                </a:solidFill>
                <a:effectLst/>
                <a:latin typeface="+mn-lt"/>
                <a:ea typeface="+mn-ea"/>
                <a:cs typeface="+mn-cs"/>
              </a:rPr>
              <a:t> framework loops. This unlocked multi-step problem solving. </a:t>
            </a:r>
          </a:p>
          <a:p>
            <a:pPr lvl="0"/>
            <a:r>
              <a:rPr lang="en-US" sz="1200" b="1" kern="1200" dirty="0">
                <a:solidFill>
                  <a:schemeClr val="tx1"/>
                </a:solidFill>
                <a:effectLst/>
                <a:latin typeface="+mn-lt"/>
                <a:ea typeface="+mn-ea"/>
                <a:cs typeface="+mn-cs"/>
              </a:rPr>
              <a:t>V2 (Self-Improving Meta Era):</a:t>
            </a:r>
            <a:r>
              <a:rPr lang="en-US" sz="1200" kern="1200" dirty="0">
                <a:solidFill>
                  <a:schemeClr val="tx1"/>
                </a:solidFill>
                <a:effectLst/>
                <a:latin typeface="+mn-lt"/>
                <a:ea typeface="+mn-ea"/>
                <a:cs typeface="+mn-cs"/>
              </a:rPr>
              <a:t> The current frontier. Harnesses like </a:t>
            </a:r>
            <a:r>
              <a:rPr lang="en-US" sz="1200" kern="1200" dirty="0" err="1">
                <a:solidFill>
                  <a:schemeClr val="tx1"/>
                </a:solidFill>
                <a:effectLst/>
                <a:latin typeface="+mn-lt"/>
                <a:ea typeface="+mn-ea"/>
                <a:cs typeface="+mn-cs"/>
              </a:rPr>
              <a:t>DSPy</a:t>
            </a:r>
            <a:r>
              <a:rPr lang="en-US" sz="1200" kern="1200" dirty="0">
                <a:solidFill>
                  <a:schemeClr val="tx1"/>
                </a:solidFill>
                <a:effectLst/>
                <a:latin typeface="+mn-lt"/>
                <a:ea typeface="+mn-ea"/>
                <a:cs typeface="+mn-cs"/>
              </a:rPr>
              <a:t> and Darwinian meta-architectures optimize their own prompts, workflows, and code logic dynamically at test-time. </a:t>
            </a:r>
          </a:p>
          <a:p>
            <a:endParaRPr lang="en-US" dirty="0"/>
          </a:p>
        </p:txBody>
      </p:sp>
      <p:sp>
        <p:nvSpPr>
          <p:cNvPr id="4" name="Slide Number Placeholder 3"/>
          <p:cNvSpPr>
            <a:spLocks noGrp="1"/>
          </p:cNvSpPr>
          <p:nvPr>
            <p:ph type="sldNum" sz="quarter" idx="5"/>
          </p:nvPr>
        </p:nvSpPr>
        <p:spPr/>
        <p:txBody>
          <a:bodyPr/>
          <a:lstStyle/>
          <a:p>
            <a:fld id="{BC065BBF-35D2-47F1-B996-D7C271A108D4}" type="slidenum">
              <a:rPr lang="en-US" smtClean="0"/>
              <a:t>4</a:t>
            </a:fld>
            <a:endParaRPr lang="en-US"/>
          </a:p>
        </p:txBody>
      </p:sp>
    </p:spTree>
    <p:extLst>
      <p:ext uri="{BB962C8B-B14F-4D97-AF65-F5344CB8AC3E}">
        <p14:creationId xmlns:p14="http://schemas.microsoft.com/office/powerpoint/2010/main" val="3984303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implement agentic systems practically, three primary architectural patterns have emerged to solve specific operational constraints: </a:t>
            </a:r>
          </a:p>
          <a:p>
            <a:pPr lvl="0"/>
            <a:r>
              <a:rPr lang="en-US" sz="1200" b="1" kern="1200" dirty="0">
                <a:solidFill>
                  <a:schemeClr val="tx1"/>
                </a:solidFill>
                <a:effectLst/>
                <a:latin typeface="+mn-lt"/>
                <a:ea typeface="+mn-ea"/>
                <a:cs typeface="+mn-cs"/>
              </a:rPr>
              <a:t>1. Prime Agent:</a:t>
            </a:r>
            <a:r>
              <a:rPr lang="en-US" sz="1200" kern="1200" dirty="0">
                <a:solidFill>
                  <a:schemeClr val="tx1"/>
                </a:solidFill>
                <a:effectLst/>
                <a:latin typeface="+mn-lt"/>
                <a:ea typeface="+mn-ea"/>
                <a:cs typeface="+mn-cs"/>
              </a:rPr>
              <a:t> Built for long-horizon execution spanning multi-day tasks, massive token budgets, and hundreds of sub-agents. </a:t>
            </a:r>
          </a:p>
          <a:p>
            <a:pPr lvl="0"/>
            <a:r>
              <a:rPr lang="en-US" sz="1200" b="1" kern="1200" dirty="0">
                <a:solidFill>
                  <a:schemeClr val="tx1"/>
                </a:solidFill>
                <a:effectLst/>
                <a:latin typeface="+mn-lt"/>
                <a:ea typeface="+mn-ea"/>
                <a:cs typeface="+mn-cs"/>
              </a:rPr>
              <a:t>2. Open Jarvis:</a:t>
            </a:r>
            <a:r>
              <a:rPr lang="en-US" sz="1200" kern="1200" dirty="0">
                <a:solidFill>
                  <a:schemeClr val="tx1"/>
                </a:solidFill>
                <a:effectLst/>
                <a:latin typeface="+mn-lt"/>
                <a:ea typeface="+mn-ea"/>
                <a:cs typeface="+mn-cs"/>
              </a:rPr>
              <a:t> Designed for local-first, privacy-focused execution running on consumer-grade workstation hardware. </a:t>
            </a:r>
          </a:p>
          <a:p>
            <a:pPr lvl="0"/>
            <a:r>
              <a:rPr lang="en-US" sz="1200" b="1" kern="1200" dirty="0">
                <a:solidFill>
                  <a:schemeClr val="tx1"/>
                </a:solidFill>
                <a:effectLst/>
                <a:latin typeface="+mn-lt"/>
                <a:ea typeface="+mn-ea"/>
                <a:cs typeface="+mn-cs"/>
              </a:rPr>
              <a:t>3. QM:</a:t>
            </a:r>
            <a:r>
              <a:rPr lang="en-US" sz="1200" kern="1200" dirty="0">
                <a:solidFill>
                  <a:schemeClr val="tx1"/>
                </a:solidFill>
                <a:effectLst/>
                <a:latin typeface="+mn-lt"/>
                <a:ea typeface="+mn-ea"/>
                <a:cs typeface="+mn-cs"/>
              </a:rPr>
              <a:t> Targeted at enterprise-grade multiplayer workflows, breaking centralized compute sandboxes to share context safely. </a:t>
            </a:r>
          </a:p>
          <a:p>
            <a:endParaRPr lang="en-US" dirty="0"/>
          </a:p>
        </p:txBody>
      </p:sp>
      <p:sp>
        <p:nvSpPr>
          <p:cNvPr id="4" name="Slide Number Placeholder 3"/>
          <p:cNvSpPr>
            <a:spLocks noGrp="1"/>
          </p:cNvSpPr>
          <p:nvPr>
            <p:ph type="sldNum" sz="quarter" idx="5"/>
          </p:nvPr>
        </p:nvSpPr>
        <p:spPr/>
        <p:txBody>
          <a:bodyPr/>
          <a:lstStyle/>
          <a:p>
            <a:fld id="{BC065BBF-35D2-47F1-B996-D7C271A108D4}" type="slidenum">
              <a:rPr lang="en-US" smtClean="0"/>
              <a:t>5</a:t>
            </a:fld>
            <a:endParaRPr lang="en-US"/>
          </a:p>
        </p:txBody>
      </p:sp>
    </p:spTree>
    <p:extLst>
      <p:ext uri="{BB962C8B-B14F-4D97-AF65-F5344CB8AC3E}">
        <p14:creationId xmlns:p14="http://schemas.microsoft.com/office/powerpoint/2010/main" val="34221120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Long-running agents face a major challenge: </a:t>
            </a:r>
            <a:r>
              <a:rPr lang="en-US" sz="1200" b="1" kern="1200" dirty="0">
                <a:solidFill>
                  <a:schemeClr val="tx1"/>
                </a:solidFill>
                <a:effectLst/>
                <a:latin typeface="+mn-lt"/>
                <a:ea typeface="+mn-ea"/>
                <a:cs typeface="+mn-cs"/>
              </a:rPr>
              <a:t>context collapse</a:t>
            </a:r>
            <a:r>
              <a:rPr lang="en-US" sz="1200" kern="1200" dirty="0">
                <a:solidFill>
                  <a:schemeClr val="tx1"/>
                </a:solidFill>
                <a:effectLst/>
                <a:latin typeface="+mn-lt"/>
                <a:ea typeface="+mn-ea"/>
                <a:cs typeface="+mn-cs"/>
              </a:rPr>
              <a:t> and memory overload over continuous execution. </a:t>
            </a:r>
          </a:p>
          <a:p>
            <a:pPr lvl="0"/>
            <a:r>
              <a:rPr lang="en-US" sz="1200" kern="1200" dirty="0">
                <a:solidFill>
                  <a:schemeClr val="tx1"/>
                </a:solidFill>
                <a:effectLst/>
                <a:latin typeface="+mn-lt"/>
                <a:ea typeface="+mn-ea"/>
                <a:cs typeface="+mn-cs"/>
              </a:rPr>
              <a:t>Prime Agent solves this with an L-Cache memory structure: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L1 Cache:</a:t>
            </a:r>
            <a:r>
              <a:rPr lang="en-US" sz="1200" kern="1200" dirty="0">
                <a:solidFill>
                  <a:schemeClr val="tx1"/>
                </a:solidFill>
                <a:effectLst/>
                <a:latin typeface="+mn-lt"/>
                <a:ea typeface="+mn-ea"/>
                <a:cs typeface="+mn-cs"/>
              </a:rPr>
              <a:t> Model weights—static, highly performant, expensive to update.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L2 Cache:</a:t>
            </a:r>
            <a:r>
              <a:rPr lang="en-US" sz="1200" kern="1200" dirty="0">
                <a:solidFill>
                  <a:schemeClr val="tx1"/>
                </a:solidFill>
                <a:effectLst/>
                <a:latin typeface="+mn-lt"/>
                <a:ea typeface="+mn-ea"/>
                <a:cs typeface="+mn-cs"/>
              </a:rPr>
              <a:t> Active working memory—live context window and Python REPL runtime state saving token overhead.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L3 Cache:</a:t>
            </a:r>
            <a:r>
              <a:rPr lang="en-US" sz="1200" kern="1200" dirty="0">
                <a:solidFill>
                  <a:schemeClr val="tx1"/>
                </a:solidFill>
                <a:effectLst/>
                <a:latin typeface="+mn-lt"/>
                <a:ea typeface="+mn-ea"/>
                <a:cs typeface="+mn-cs"/>
              </a:rPr>
              <a:t> Persistent storage—file systems and dormant sub-agent states for long-term offloading. </a:t>
            </a:r>
          </a:p>
          <a:p>
            <a:pPr lvl="0"/>
            <a:r>
              <a:rPr lang="en-US" sz="1200" kern="1200" dirty="0">
                <a:solidFill>
                  <a:schemeClr val="tx1"/>
                </a:solidFill>
                <a:effectLst/>
                <a:latin typeface="+mn-lt"/>
                <a:ea typeface="+mn-ea"/>
                <a:cs typeface="+mn-cs"/>
              </a:rPr>
              <a:t>Crucially, the harness performs </a:t>
            </a:r>
            <a:r>
              <a:rPr lang="en-US" sz="1200" b="1" kern="1200" dirty="0">
                <a:solidFill>
                  <a:schemeClr val="tx1"/>
                </a:solidFill>
                <a:effectLst/>
                <a:latin typeface="+mn-lt"/>
                <a:ea typeface="+mn-ea"/>
                <a:cs typeface="+mn-cs"/>
              </a:rPr>
              <a:t>Agentic Garbage Collection</a:t>
            </a:r>
            <a:r>
              <a:rPr lang="en-US" sz="1200" kern="1200" dirty="0">
                <a:solidFill>
                  <a:schemeClr val="tx1"/>
                </a:solidFill>
                <a:effectLst/>
                <a:latin typeface="+mn-lt"/>
                <a:ea typeface="+mn-ea"/>
                <a:cs typeface="+mn-cs"/>
              </a:rPr>
              <a:t>—pruning unnecessary state from L2/L3 memory so the model can run indefinitely without crashing RAM or losing context focus. </a:t>
            </a:r>
          </a:p>
          <a:p>
            <a:endParaRPr lang="en-US" dirty="0"/>
          </a:p>
        </p:txBody>
      </p:sp>
      <p:sp>
        <p:nvSpPr>
          <p:cNvPr id="4" name="Slide Number Placeholder 3"/>
          <p:cNvSpPr>
            <a:spLocks noGrp="1"/>
          </p:cNvSpPr>
          <p:nvPr>
            <p:ph type="sldNum" sz="quarter" idx="5"/>
          </p:nvPr>
        </p:nvSpPr>
        <p:spPr/>
        <p:txBody>
          <a:bodyPr/>
          <a:lstStyle/>
          <a:p>
            <a:fld id="{BC065BBF-35D2-47F1-B996-D7C271A108D4}" type="slidenum">
              <a:rPr lang="en-US" smtClean="0"/>
              <a:t>6</a:t>
            </a:fld>
            <a:endParaRPr lang="en-US"/>
          </a:p>
        </p:txBody>
      </p:sp>
    </p:spTree>
    <p:extLst>
      <p:ext uri="{BB962C8B-B14F-4D97-AF65-F5344CB8AC3E}">
        <p14:creationId xmlns:p14="http://schemas.microsoft.com/office/powerpoint/2010/main" val="36706168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Here is an empirical demonstration of the L-Cache framework in action: a </a:t>
            </a:r>
            <a:r>
              <a:rPr lang="en-US" sz="1200" b="1" kern="1200" dirty="0">
                <a:solidFill>
                  <a:schemeClr val="tx1"/>
                </a:solidFill>
                <a:effectLst/>
                <a:latin typeface="+mn-lt"/>
                <a:ea typeface="+mn-ea"/>
                <a:cs typeface="+mn-cs"/>
              </a:rPr>
              <a:t>7-Day Automated Research Factory</a:t>
            </a:r>
            <a:r>
              <a:rPr lang="en-US" sz="1200" kern="1200" dirty="0">
                <a:solidFill>
                  <a:schemeClr val="tx1"/>
                </a:solidFill>
                <a:effectLst/>
                <a:latin typeface="+mn-lt"/>
                <a:ea typeface="+mn-ea"/>
                <a:cs typeface="+mn-cs"/>
              </a:rPr>
              <a:t> experiment. </a:t>
            </a:r>
          </a:p>
          <a:p>
            <a:pPr lvl="0"/>
            <a:r>
              <a:rPr lang="en-US" sz="1200" kern="1200" dirty="0">
                <a:solidFill>
                  <a:schemeClr val="tx1"/>
                </a:solidFill>
                <a:effectLst/>
                <a:latin typeface="+mn-lt"/>
                <a:ea typeface="+mn-ea"/>
                <a:cs typeface="+mn-cs"/>
              </a:rPr>
              <a:t>A Root Session project manager dynamically spawns specialized sub-agents. Instead of keeping every sub-agent active in memory—which would quickly exhaust context limits—dormant sub-agents are placed in an </a:t>
            </a:r>
            <a:r>
              <a:rPr lang="en-US" sz="1200" b="1" kern="1200" dirty="0">
                <a:solidFill>
                  <a:schemeClr val="tx1"/>
                </a:solidFill>
                <a:effectLst/>
                <a:latin typeface="+mn-lt"/>
                <a:ea typeface="+mn-ea"/>
                <a:cs typeface="+mn-cs"/>
              </a:rPr>
              <a:t>Idle State</a:t>
            </a:r>
            <a:r>
              <a:rPr lang="en-US" sz="1200" kern="1200" dirty="0">
                <a:solidFill>
                  <a:schemeClr val="tx1"/>
                </a:solidFill>
                <a:effectLst/>
                <a:latin typeface="+mn-lt"/>
                <a:ea typeface="+mn-ea"/>
                <a:cs typeface="+mn-cs"/>
              </a:rPr>
              <a:t> (saving RAM) and woken up via targeted messaging triggers only when required. </a:t>
            </a:r>
          </a:p>
          <a:p>
            <a:pPr lvl="0"/>
            <a:r>
              <a:rPr lang="en-US" sz="1200" kern="1200" dirty="0">
                <a:solidFill>
                  <a:schemeClr val="tx1"/>
                </a:solidFill>
                <a:effectLst/>
                <a:latin typeface="+mn-lt"/>
                <a:ea typeface="+mn-ea"/>
                <a:cs typeface="+mn-cs"/>
              </a:rPr>
              <a:t>Over seven days, the system orchestrated </a:t>
            </a:r>
            <a:r>
              <a:rPr lang="en-US" sz="1200" b="1" kern="1200" dirty="0">
                <a:solidFill>
                  <a:schemeClr val="tx1"/>
                </a:solidFill>
                <a:effectLst/>
                <a:latin typeface="+mn-lt"/>
                <a:ea typeface="+mn-ea"/>
                <a:cs typeface="+mn-cs"/>
              </a:rPr>
              <a:t>633 sub-agents</a:t>
            </a:r>
            <a:r>
              <a:rPr lang="en-US" sz="1200" kern="1200" dirty="0">
                <a:solidFill>
                  <a:schemeClr val="tx1"/>
                </a:solidFill>
                <a:effectLst/>
                <a:latin typeface="+mn-lt"/>
                <a:ea typeface="+mn-ea"/>
                <a:cs typeface="+mn-cs"/>
              </a:rPr>
              <a:t> and processed </a:t>
            </a:r>
            <a:r>
              <a:rPr lang="en-US" sz="1200" b="1" kern="1200" dirty="0">
                <a:solidFill>
                  <a:schemeClr val="tx1"/>
                </a:solidFill>
                <a:effectLst/>
                <a:latin typeface="+mn-lt"/>
                <a:ea typeface="+mn-ea"/>
                <a:cs typeface="+mn-cs"/>
              </a:rPr>
              <a:t>23 million tokens</a:t>
            </a:r>
            <a:r>
              <a:rPr lang="en-US" sz="1200" kern="1200" dirty="0">
                <a:solidFill>
                  <a:schemeClr val="tx1"/>
                </a:solidFill>
                <a:effectLst/>
                <a:latin typeface="+mn-lt"/>
                <a:ea typeface="+mn-ea"/>
                <a:cs typeface="+mn-cs"/>
              </a:rPr>
              <a:t> without hitting context collapse or degrading reasoning quality. </a:t>
            </a:r>
          </a:p>
          <a:p>
            <a:endParaRPr lang="en-US" dirty="0"/>
          </a:p>
        </p:txBody>
      </p:sp>
      <p:sp>
        <p:nvSpPr>
          <p:cNvPr id="4" name="Slide Number Placeholder 3"/>
          <p:cNvSpPr>
            <a:spLocks noGrp="1"/>
          </p:cNvSpPr>
          <p:nvPr>
            <p:ph type="sldNum" sz="quarter" idx="5"/>
          </p:nvPr>
        </p:nvSpPr>
        <p:spPr/>
        <p:txBody>
          <a:bodyPr/>
          <a:lstStyle/>
          <a:p>
            <a:fld id="{BC065BBF-35D2-47F1-B996-D7C271A108D4}" type="slidenum">
              <a:rPr lang="en-US" smtClean="0"/>
              <a:t>7</a:t>
            </a:fld>
            <a:endParaRPr lang="en-US"/>
          </a:p>
        </p:txBody>
      </p:sp>
    </p:spTree>
    <p:extLst>
      <p:ext uri="{BB962C8B-B14F-4D97-AF65-F5344CB8AC3E}">
        <p14:creationId xmlns:p14="http://schemas.microsoft.com/office/powerpoint/2010/main" val="10277018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second architectural pattern addresses the </a:t>
            </a:r>
            <a:r>
              <a:rPr lang="en-US" sz="1200" b="1" kern="1200" dirty="0">
                <a:solidFill>
                  <a:schemeClr val="tx1"/>
                </a:solidFill>
                <a:effectLst/>
                <a:latin typeface="+mn-lt"/>
                <a:ea typeface="+mn-ea"/>
                <a:cs typeface="+mn-cs"/>
              </a:rPr>
              <a:t>Cloud Bottleneck</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Relying purely on cloud APIs presents major friction: spiraling token costs, latency delays across network roundtrips, and substantial data privacy risks when handling personal files or enterprise codebases. </a:t>
            </a:r>
          </a:p>
          <a:p>
            <a:pPr lvl="0"/>
            <a:r>
              <a:rPr lang="en-US" sz="1200" kern="1200" dirty="0">
                <a:solidFill>
                  <a:schemeClr val="tx1"/>
                </a:solidFill>
                <a:effectLst/>
                <a:latin typeface="+mn-lt"/>
                <a:ea typeface="+mn-ea"/>
                <a:cs typeface="+mn-cs"/>
              </a:rPr>
              <a:t>Smaller local open-weights models (like Qwen and Gemma variants) have crossed a performance threshold, matching the capabilities of frontier cloud models from just 6–12 months ago. </a:t>
            </a:r>
          </a:p>
          <a:p>
            <a:pPr lvl="0"/>
            <a:r>
              <a:rPr lang="en-US" sz="1200" kern="1200" dirty="0">
                <a:solidFill>
                  <a:schemeClr val="tx1"/>
                </a:solidFill>
                <a:effectLst/>
                <a:latin typeface="+mn-lt"/>
                <a:ea typeface="+mn-ea"/>
                <a:cs typeface="+mn-cs"/>
              </a:rPr>
              <a:t>When paired with an efficient local harness, these models run rapidly directly on consumer devices. </a:t>
            </a:r>
          </a:p>
          <a:p>
            <a:endParaRPr lang="en-US" dirty="0"/>
          </a:p>
        </p:txBody>
      </p:sp>
      <p:sp>
        <p:nvSpPr>
          <p:cNvPr id="4" name="Slide Number Placeholder 3"/>
          <p:cNvSpPr>
            <a:spLocks noGrp="1"/>
          </p:cNvSpPr>
          <p:nvPr>
            <p:ph type="sldNum" sz="quarter" idx="5"/>
          </p:nvPr>
        </p:nvSpPr>
        <p:spPr/>
        <p:txBody>
          <a:bodyPr/>
          <a:lstStyle/>
          <a:p>
            <a:fld id="{BC065BBF-35D2-47F1-B996-D7C271A108D4}" type="slidenum">
              <a:rPr lang="en-US" smtClean="0"/>
              <a:t>8</a:t>
            </a:fld>
            <a:endParaRPr lang="en-US"/>
          </a:p>
        </p:txBody>
      </p:sp>
    </p:spTree>
    <p:extLst>
      <p:ext uri="{BB962C8B-B14F-4D97-AF65-F5344CB8AC3E}">
        <p14:creationId xmlns:p14="http://schemas.microsoft.com/office/powerpoint/2010/main" val="2447376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Open Jarvis uses a hybrid two-step strategy called </a:t>
            </a:r>
            <a:r>
              <a:rPr lang="en-US" sz="1200" b="1" kern="1200" dirty="0">
                <a:solidFill>
                  <a:schemeClr val="tx1"/>
                </a:solidFill>
                <a:effectLst/>
                <a:latin typeface="+mn-lt"/>
                <a:ea typeface="+mn-ea"/>
                <a:cs typeface="+mn-cs"/>
              </a:rPr>
              <a:t>Cloud Bootstrapping</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Step 1:</a:t>
            </a:r>
            <a:r>
              <a:rPr lang="en-US" sz="1200" kern="1200" dirty="0">
                <a:solidFill>
                  <a:schemeClr val="tx1"/>
                </a:solidFill>
                <a:effectLst/>
                <a:latin typeface="+mn-lt"/>
                <a:ea typeface="+mn-ea"/>
                <a:cs typeface="+mn-cs"/>
              </a:rPr>
              <a:t> A powerful cloud frontier model performs a single, one-time analysis of the local environment—configuring parameters, tools, memory allocation, and agent workflow scripts tailored to the user's hardware. </a:t>
            </a:r>
          </a:p>
          <a:p>
            <a:pPr lvl="0"/>
            <a:r>
              <a:rPr lang="en-US" sz="1200" b="1" kern="1200" dirty="0">
                <a:solidFill>
                  <a:schemeClr val="tx1"/>
                </a:solidFill>
                <a:effectLst/>
                <a:latin typeface="+mn-lt"/>
                <a:ea typeface="+mn-ea"/>
                <a:cs typeface="+mn-cs"/>
              </a:rPr>
              <a:t>Step 2:</a:t>
            </a:r>
            <a:r>
              <a:rPr lang="en-US" sz="1200" kern="1200" dirty="0">
                <a:solidFill>
                  <a:schemeClr val="tx1"/>
                </a:solidFill>
                <a:effectLst/>
                <a:latin typeface="+mn-lt"/>
                <a:ea typeface="+mn-ea"/>
                <a:cs typeface="+mn-cs"/>
              </a:rPr>
              <a:t> Execution transitions entirely to the local device. The local harness runs continuously on smaller local models. </a:t>
            </a:r>
          </a:p>
          <a:p>
            <a:pPr lvl="0"/>
            <a:r>
              <a:rPr lang="en-US" sz="1200" kern="1200" dirty="0">
                <a:solidFill>
                  <a:schemeClr val="tx1"/>
                </a:solidFill>
                <a:effectLst/>
                <a:latin typeface="+mn-lt"/>
                <a:ea typeface="+mn-ea"/>
                <a:cs typeface="+mn-cs"/>
              </a:rPr>
              <a:t>This hybrid setup delivers </a:t>
            </a:r>
            <a:r>
              <a:rPr lang="en-US" sz="1200" b="1" kern="1200" dirty="0">
                <a:solidFill>
                  <a:schemeClr val="tx1"/>
                </a:solidFill>
                <a:effectLst/>
                <a:latin typeface="+mn-lt"/>
                <a:ea typeface="+mn-ea"/>
                <a:cs typeface="+mn-cs"/>
              </a:rPr>
              <a:t>800x cost reductions</a:t>
            </a:r>
            <a:r>
              <a:rPr lang="en-US" sz="1200" kern="1200" dirty="0">
                <a:solidFill>
                  <a:schemeClr val="tx1"/>
                </a:solidFill>
                <a:effectLst/>
                <a:latin typeface="+mn-lt"/>
                <a:ea typeface="+mn-ea"/>
                <a:cs typeface="+mn-cs"/>
              </a:rPr>
              <a:t>, sub-millisecond execution latency, and total local data privacy. </a:t>
            </a:r>
          </a:p>
          <a:p>
            <a:endParaRPr lang="en-US" dirty="0"/>
          </a:p>
        </p:txBody>
      </p:sp>
      <p:sp>
        <p:nvSpPr>
          <p:cNvPr id="4" name="Slide Number Placeholder 3"/>
          <p:cNvSpPr>
            <a:spLocks noGrp="1"/>
          </p:cNvSpPr>
          <p:nvPr>
            <p:ph type="sldNum" sz="quarter" idx="5"/>
          </p:nvPr>
        </p:nvSpPr>
        <p:spPr/>
        <p:txBody>
          <a:bodyPr/>
          <a:lstStyle/>
          <a:p>
            <a:fld id="{BC065BBF-35D2-47F1-B996-D7C271A108D4}" type="slidenum">
              <a:rPr lang="en-US" smtClean="0"/>
              <a:t>9</a:t>
            </a:fld>
            <a:endParaRPr lang="en-US"/>
          </a:p>
        </p:txBody>
      </p:sp>
    </p:spTree>
    <p:extLst>
      <p:ext uri="{BB962C8B-B14F-4D97-AF65-F5344CB8AC3E}">
        <p14:creationId xmlns:p14="http://schemas.microsoft.com/office/powerpoint/2010/main" val="12796785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In enterprise settings, deployment usually hits a barrier around compute sandboxing. </a:t>
            </a:r>
          </a:p>
          <a:p>
            <a:pPr lvl="0"/>
            <a:r>
              <a:rPr lang="en-US" sz="1200" b="1" kern="1200" dirty="0">
                <a:solidFill>
                  <a:schemeClr val="tx1"/>
                </a:solidFill>
                <a:effectLst/>
                <a:latin typeface="+mn-lt"/>
                <a:ea typeface="+mn-ea"/>
                <a:cs typeface="+mn-cs"/>
              </a:rPr>
              <a:t>The Old Way:</a:t>
            </a:r>
            <a:r>
              <a:rPr lang="en-US" sz="1200" kern="1200" dirty="0">
                <a:solidFill>
                  <a:schemeClr val="tx1"/>
                </a:solidFill>
                <a:effectLst/>
                <a:latin typeface="+mn-lt"/>
                <a:ea typeface="+mn-ea"/>
                <a:cs typeface="+mn-cs"/>
              </a:rPr>
              <a:t> Assigning isolated agents into locked virtual machines creates context silos. If you run 50 different VMs, knowledge remains trapped inside individual instances, causing a management nightmare. </a:t>
            </a:r>
          </a:p>
          <a:p>
            <a:pPr lvl="0"/>
            <a:r>
              <a:rPr lang="en-US" sz="1200" b="1" kern="1200" dirty="0">
                <a:solidFill>
                  <a:schemeClr val="tx1"/>
                </a:solidFill>
                <a:effectLst/>
                <a:latin typeface="+mn-lt"/>
                <a:ea typeface="+mn-ea"/>
                <a:cs typeface="+mn-cs"/>
              </a:rPr>
              <a:t>The QM Approach:</a:t>
            </a:r>
            <a:r>
              <a:rPr lang="en-US" sz="1200" kern="1200" dirty="0">
                <a:solidFill>
                  <a:schemeClr val="tx1"/>
                </a:solidFill>
                <a:effectLst/>
                <a:latin typeface="+mn-lt"/>
                <a:ea typeface="+mn-ea"/>
                <a:cs typeface="+mn-cs"/>
              </a:rPr>
              <a:t> Decouple the intelligence from the compute engine. QM establishes a </a:t>
            </a:r>
            <a:r>
              <a:rPr lang="en-US" sz="1200" b="1" kern="1200" dirty="0">
                <a:solidFill>
                  <a:schemeClr val="tx1"/>
                </a:solidFill>
                <a:effectLst/>
                <a:latin typeface="+mn-lt"/>
                <a:ea typeface="+mn-ea"/>
                <a:cs typeface="+mn-cs"/>
              </a:rPr>
              <a:t>Centralized Postgres Brain</a:t>
            </a:r>
            <a:r>
              <a:rPr lang="en-US" sz="1200" kern="1200" dirty="0">
                <a:solidFill>
                  <a:schemeClr val="tx1"/>
                </a:solidFill>
                <a:effectLst/>
                <a:latin typeface="+mn-lt"/>
                <a:ea typeface="+mn-ea"/>
                <a:cs typeface="+mn-cs"/>
              </a:rPr>
              <a:t> that aggregates knowledge, memory, and history across all organizational interactions, while using isolated sandboxes strictly for execution. </a:t>
            </a:r>
          </a:p>
          <a:p>
            <a:endParaRPr lang="en-US" dirty="0"/>
          </a:p>
        </p:txBody>
      </p:sp>
      <p:sp>
        <p:nvSpPr>
          <p:cNvPr id="4" name="Slide Number Placeholder 3"/>
          <p:cNvSpPr>
            <a:spLocks noGrp="1"/>
          </p:cNvSpPr>
          <p:nvPr>
            <p:ph type="sldNum" sz="quarter" idx="5"/>
          </p:nvPr>
        </p:nvSpPr>
        <p:spPr/>
        <p:txBody>
          <a:bodyPr/>
          <a:lstStyle/>
          <a:p>
            <a:fld id="{BC065BBF-35D2-47F1-B996-D7C271A108D4}" type="slidenum">
              <a:rPr lang="en-US" smtClean="0"/>
              <a:t>10</a:t>
            </a:fld>
            <a:endParaRPr lang="en-US"/>
          </a:p>
        </p:txBody>
      </p:sp>
    </p:spTree>
    <p:extLst>
      <p:ext uri="{BB962C8B-B14F-4D97-AF65-F5344CB8AC3E}">
        <p14:creationId xmlns:p14="http://schemas.microsoft.com/office/powerpoint/2010/main" val="22153389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Under QM, sandboxes are no longer static homes for agents—they are </a:t>
            </a:r>
            <a:r>
              <a:rPr lang="en-US" sz="1200" b="1" kern="1200" dirty="0">
                <a:solidFill>
                  <a:schemeClr val="tx1"/>
                </a:solidFill>
                <a:effectLst/>
                <a:latin typeface="+mn-lt"/>
                <a:ea typeface="+mn-ea"/>
                <a:cs typeface="+mn-cs"/>
              </a:rPr>
              <a:t>disposable compute nodes</a:t>
            </a:r>
            <a:r>
              <a:rPr lang="en-US" sz="1200" kern="1200" dirty="0">
                <a:solidFill>
                  <a:schemeClr val="tx1"/>
                </a:solidFill>
                <a:effectLst/>
                <a:latin typeface="+mn-lt"/>
                <a:ea typeface="+mn-ea"/>
                <a:cs typeface="+mn-cs"/>
              </a:rPr>
              <a:t>. The central brain spins up a node, executes a heavy task, and destroys the container immediately. </a:t>
            </a:r>
          </a:p>
          <a:p>
            <a:pPr lvl="0"/>
            <a:r>
              <a:rPr lang="en-US" sz="1200" kern="1200" dirty="0">
                <a:solidFill>
                  <a:schemeClr val="tx1"/>
                </a:solidFill>
                <a:effectLst/>
                <a:latin typeface="+mn-lt"/>
                <a:ea typeface="+mn-ea"/>
                <a:cs typeface="+mn-cs"/>
              </a:rPr>
              <a:t>A key technical innovation introduced here is the </a:t>
            </a:r>
            <a:r>
              <a:rPr lang="en-US" sz="1200" b="1" kern="1200" dirty="0">
                <a:solidFill>
                  <a:schemeClr val="tx1"/>
                </a:solidFill>
                <a:effectLst/>
                <a:latin typeface="+mn-lt"/>
                <a:ea typeface="+mn-ea"/>
                <a:cs typeface="+mn-cs"/>
              </a:rPr>
              <a:t>Grind Tool</a:t>
            </a:r>
            <a:r>
              <a:rPr lang="en-US" sz="1200" kern="1200" dirty="0">
                <a:solidFill>
                  <a:schemeClr val="tx1"/>
                </a:solidFill>
                <a:effectLst/>
                <a:latin typeface="+mn-lt"/>
                <a:ea typeface="+mn-ea"/>
                <a:cs typeface="+mn-cs"/>
              </a:rPr>
              <a:t>. Standard LLMs often give up prematurely on hard tasks. The Grind Tool sets mandatory minimum compute time or token expenditure budgets, forcing the agent to iteratively attempt solutions for hours until the goal is achieved. </a:t>
            </a:r>
          </a:p>
          <a:p>
            <a:pPr lvl="0"/>
            <a:r>
              <a:rPr lang="en-US" sz="1200" kern="1200" dirty="0">
                <a:solidFill>
                  <a:schemeClr val="tx1"/>
                </a:solidFill>
                <a:effectLst/>
                <a:latin typeface="+mn-lt"/>
                <a:ea typeface="+mn-ea"/>
                <a:cs typeface="+mn-cs"/>
              </a:rPr>
              <a:t>Note: Because context is centralized, strict role-based access control (RBAC) must be synced across the brain to prevent unintended privilege escalation. </a:t>
            </a:r>
          </a:p>
          <a:p>
            <a:endParaRPr lang="en-US" dirty="0"/>
          </a:p>
        </p:txBody>
      </p:sp>
      <p:sp>
        <p:nvSpPr>
          <p:cNvPr id="4" name="Slide Number Placeholder 3"/>
          <p:cNvSpPr>
            <a:spLocks noGrp="1"/>
          </p:cNvSpPr>
          <p:nvPr>
            <p:ph type="sldNum" sz="quarter" idx="5"/>
          </p:nvPr>
        </p:nvSpPr>
        <p:spPr/>
        <p:txBody>
          <a:bodyPr/>
          <a:lstStyle/>
          <a:p>
            <a:fld id="{BC065BBF-35D2-47F1-B996-D7C271A108D4}" type="slidenum">
              <a:rPr lang="en-US" smtClean="0"/>
              <a:t>11</a:t>
            </a:fld>
            <a:endParaRPr lang="en-US"/>
          </a:p>
        </p:txBody>
      </p:sp>
    </p:spTree>
    <p:extLst>
      <p:ext uri="{BB962C8B-B14F-4D97-AF65-F5344CB8AC3E}">
        <p14:creationId xmlns:p14="http://schemas.microsoft.com/office/powerpoint/2010/main" val="5090495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Here is a comparative summary of the three architectural paradigms: </a:t>
            </a:r>
          </a:p>
          <a:p>
            <a:pPr lvl="0"/>
            <a:r>
              <a:rPr lang="en-US" sz="1200" b="1" kern="1200" dirty="0">
                <a:solidFill>
                  <a:schemeClr val="tx1"/>
                </a:solidFill>
                <a:effectLst/>
                <a:latin typeface="+mn-lt"/>
                <a:ea typeface="+mn-ea"/>
                <a:cs typeface="+mn-cs"/>
              </a:rPr>
              <a:t>Prime Agent</a:t>
            </a:r>
            <a:r>
              <a:rPr lang="en-US" sz="1200" kern="1200" dirty="0">
                <a:solidFill>
                  <a:schemeClr val="tx1"/>
                </a:solidFill>
                <a:effectLst/>
                <a:latin typeface="+mn-lt"/>
                <a:ea typeface="+mn-ea"/>
                <a:cs typeface="+mn-cs"/>
              </a:rPr>
              <a:t> targets deep research and long-horizon execution in cloud/terminal environments, solving context collapse via L-Cache structures. </a:t>
            </a:r>
          </a:p>
          <a:p>
            <a:pPr lvl="0"/>
            <a:r>
              <a:rPr lang="en-US" sz="1200" b="1" kern="1200" dirty="0">
                <a:solidFill>
                  <a:schemeClr val="tx1"/>
                </a:solidFill>
                <a:effectLst/>
                <a:latin typeface="+mn-lt"/>
                <a:ea typeface="+mn-ea"/>
                <a:cs typeface="+mn-cs"/>
              </a:rPr>
              <a:t>Open Jarvis</a:t>
            </a:r>
            <a:r>
              <a:rPr lang="en-US" sz="1200" kern="1200" dirty="0">
                <a:solidFill>
                  <a:schemeClr val="tx1"/>
                </a:solidFill>
                <a:effectLst/>
                <a:latin typeface="+mn-lt"/>
                <a:ea typeface="+mn-ea"/>
                <a:cs typeface="+mn-cs"/>
              </a:rPr>
              <a:t> optimizes local workstation execution, eliminating high API costs and privacy concerns through cloud bootstrapping. </a:t>
            </a:r>
          </a:p>
          <a:p>
            <a:pPr lvl="0"/>
            <a:r>
              <a:rPr lang="en-US" sz="1200" b="1" kern="1200" dirty="0">
                <a:solidFill>
                  <a:schemeClr val="tx1"/>
                </a:solidFill>
                <a:effectLst/>
                <a:latin typeface="+mn-lt"/>
                <a:ea typeface="+mn-ea"/>
                <a:cs typeface="+mn-cs"/>
              </a:rPr>
              <a:t>QM</a:t>
            </a:r>
            <a:r>
              <a:rPr lang="en-US" sz="1200" kern="1200" dirty="0">
                <a:solidFill>
                  <a:schemeClr val="tx1"/>
                </a:solidFill>
                <a:effectLst/>
                <a:latin typeface="+mn-lt"/>
                <a:ea typeface="+mn-ea"/>
                <a:cs typeface="+mn-cs"/>
              </a:rPr>
              <a:t> scales enterprise multiplayer workflows by combining a central shared memory brain with disposable worker sandboxes. </a:t>
            </a:r>
          </a:p>
          <a:p>
            <a:endParaRPr lang="en-US" dirty="0"/>
          </a:p>
        </p:txBody>
      </p:sp>
      <p:sp>
        <p:nvSpPr>
          <p:cNvPr id="4" name="Slide Number Placeholder 3"/>
          <p:cNvSpPr>
            <a:spLocks noGrp="1"/>
          </p:cNvSpPr>
          <p:nvPr>
            <p:ph type="sldNum" sz="quarter" idx="5"/>
          </p:nvPr>
        </p:nvSpPr>
        <p:spPr/>
        <p:txBody>
          <a:bodyPr/>
          <a:lstStyle/>
          <a:p>
            <a:fld id="{BC065BBF-35D2-47F1-B996-D7C271A108D4}" type="slidenum">
              <a:rPr lang="en-US" smtClean="0"/>
              <a:t>12</a:t>
            </a:fld>
            <a:endParaRPr lang="en-US"/>
          </a:p>
        </p:txBody>
      </p:sp>
    </p:spTree>
    <p:extLst>
      <p:ext uri="{BB962C8B-B14F-4D97-AF65-F5344CB8AC3E}">
        <p14:creationId xmlns:p14="http://schemas.microsoft.com/office/powerpoint/2010/main" val="41699130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conclude: raw parameter scaling is yielding diminishing relative returns on complex, multi-step tasks compared to test-time harness design. </a:t>
            </a:r>
          </a:p>
          <a:p>
            <a:pPr lvl="0"/>
            <a:r>
              <a:rPr lang="en-US" sz="1200" kern="1200" dirty="0">
                <a:solidFill>
                  <a:schemeClr val="tx1"/>
                </a:solidFill>
                <a:effectLst/>
                <a:latin typeface="+mn-lt"/>
                <a:ea typeface="+mn-ea"/>
                <a:cs typeface="+mn-cs"/>
              </a:rPr>
              <a:t>The future of AI application engineering belongs to system designers who build optimal environments for models to read, write, reflect, loop, and persist state. </a:t>
            </a:r>
          </a:p>
          <a:p>
            <a:pPr lvl="0"/>
            <a:r>
              <a:rPr lang="en-US" sz="1200" kern="1200" dirty="0">
                <a:solidFill>
                  <a:schemeClr val="tx1"/>
                </a:solidFill>
                <a:effectLst/>
                <a:latin typeface="+mn-lt"/>
                <a:ea typeface="+mn-ea"/>
                <a:cs typeface="+mn-cs"/>
              </a:rPr>
              <a:t>Remember this core principle: </a:t>
            </a:r>
            <a:r>
              <a:rPr lang="en-US" sz="1200" b="1" kern="1200" dirty="0">
                <a:solidFill>
                  <a:schemeClr val="tx1"/>
                </a:solidFill>
                <a:effectLst/>
                <a:latin typeface="+mn-lt"/>
                <a:ea typeface="+mn-ea"/>
                <a:cs typeface="+mn-cs"/>
              </a:rPr>
              <a:t>The model is just the CPU. The harness is the Operating System.</a:t>
            </a:r>
            <a:r>
              <a:rPr lang="en-US" sz="1200" kern="1200" dirty="0">
                <a:solidFill>
                  <a:schemeClr val="tx1"/>
                </a:solidFill>
                <a:effectLst/>
                <a:latin typeface="+mn-lt"/>
                <a:ea typeface="+mn-ea"/>
                <a:cs typeface="+mn-cs"/>
              </a:rPr>
              <a:t> Build accordingly. </a:t>
            </a:r>
          </a:p>
          <a:p>
            <a:endParaRPr lang="en-US" dirty="0"/>
          </a:p>
        </p:txBody>
      </p:sp>
      <p:sp>
        <p:nvSpPr>
          <p:cNvPr id="4" name="Slide Number Placeholder 3"/>
          <p:cNvSpPr>
            <a:spLocks noGrp="1"/>
          </p:cNvSpPr>
          <p:nvPr>
            <p:ph type="sldNum" sz="quarter" idx="5"/>
          </p:nvPr>
        </p:nvSpPr>
        <p:spPr/>
        <p:txBody>
          <a:bodyPr/>
          <a:lstStyle/>
          <a:p>
            <a:fld id="{BC065BBF-35D2-47F1-B996-D7C271A108D4}" type="slidenum">
              <a:rPr lang="en-US" smtClean="0"/>
              <a:t>13</a:t>
            </a:fld>
            <a:endParaRPr lang="en-US"/>
          </a:p>
        </p:txBody>
      </p:sp>
    </p:spTree>
    <p:extLst>
      <p:ext uri="{BB962C8B-B14F-4D97-AF65-F5344CB8AC3E}">
        <p14:creationId xmlns:p14="http://schemas.microsoft.com/office/powerpoint/2010/main" val="838034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This final slide brings together the entire architectural ecosystem: </a:t>
            </a:r>
          </a:p>
          <a:p>
            <a:pPr lvl="0"/>
            <a:r>
              <a:rPr lang="en-US" sz="1200" kern="1200" dirty="0">
                <a:solidFill>
                  <a:schemeClr val="tx1"/>
                </a:solidFill>
                <a:effectLst/>
                <a:latin typeface="+mn-lt"/>
                <a:ea typeface="+mn-ea"/>
                <a:cs typeface="+mn-cs"/>
              </a:rPr>
              <a:t>The harness serves as the indispensable bridge between pure token prediction and real-world execution. By pairing fixed weights with </a:t>
            </a:r>
            <a:r>
              <a:rPr lang="en-US" sz="1200" b="1" kern="1200" dirty="0">
                <a:solidFill>
                  <a:schemeClr val="tx1"/>
                </a:solidFill>
                <a:effectLst/>
                <a:latin typeface="+mn-lt"/>
                <a:ea typeface="+mn-ea"/>
                <a:cs typeface="+mn-cs"/>
              </a:rPr>
              <a:t>Persistent State</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Tool APIs</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Managed Compute</a:t>
            </a:r>
            <a:r>
              <a:rPr lang="en-US" sz="1200" kern="1200" dirty="0">
                <a:solidFill>
                  <a:schemeClr val="tx1"/>
                </a:solidFill>
                <a:effectLst/>
                <a:latin typeface="+mn-lt"/>
                <a:ea typeface="+mn-ea"/>
                <a:cs typeface="+mn-cs"/>
              </a:rPr>
              <a:t>, we bridge the gap between 30% baseline single-pass performance and near-complete task execution. </a:t>
            </a:r>
          </a:p>
          <a:p>
            <a:pPr lvl="0"/>
            <a:r>
              <a:rPr lang="en-US" sz="1200" kern="1200" dirty="0">
                <a:solidFill>
                  <a:schemeClr val="tx1"/>
                </a:solidFill>
                <a:effectLst/>
                <a:latin typeface="+mn-lt"/>
                <a:ea typeface="+mn-ea"/>
                <a:cs typeface="+mn-cs"/>
              </a:rPr>
              <a:t>As we move from simple system prompts (V0) to tool loops (V1) and self-optimizing meta-harnesses (V2), structuring these environment systems will remain our highest-leverage engineering focus.</a:t>
            </a:r>
          </a:p>
          <a:p>
            <a:endParaRPr lang="en-US" dirty="0"/>
          </a:p>
        </p:txBody>
      </p:sp>
      <p:sp>
        <p:nvSpPr>
          <p:cNvPr id="4" name="Slide Number Placeholder 3"/>
          <p:cNvSpPr>
            <a:spLocks noGrp="1"/>
          </p:cNvSpPr>
          <p:nvPr>
            <p:ph type="sldNum" sz="quarter" idx="5"/>
          </p:nvPr>
        </p:nvSpPr>
        <p:spPr/>
        <p:txBody>
          <a:bodyPr/>
          <a:lstStyle/>
          <a:p>
            <a:fld id="{BC065BBF-35D2-47F1-B996-D7C271A108D4}" type="slidenum">
              <a:rPr lang="en-US" smtClean="0"/>
              <a:t>14</a:t>
            </a:fld>
            <a:endParaRPr lang="en-US"/>
          </a:p>
        </p:txBody>
      </p:sp>
    </p:spTree>
    <p:extLst>
      <p:ext uri="{BB962C8B-B14F-4D97-AF65-F5344CB8AC3E}">
        <p14:creationId xmlns:p14="http://schemas.microsoft.com/office/powerpoint/2010/main" val="1275665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CAABEB-5AB8-8F44-8F79-170A7F7C04CC}"/>
              </a:ext>
            </a:extLst>
          </p:cNvPr>
          <p:cNvSpPr>
            <a:spLocks noGrp="1"/>
          </p:cNvSpPr>
          <p:nvPr>
            <p:ph type="dt" sz="half" idx="10"/>
          </p:nvPr>
        </p:nvSpPr>
        <p:spPr/>
        <p:txBody>
          <a:bodyPr/>
          <a:lstStyle/>
          <a:p>
            <a:fld id="{D97AE053-50B6-4053-A779-E2C112D0D621}" type="datetimeFigureOut">
              <a:rPr lang="en-US" smtClean="0"/>
              <a:t>10/20/2026</a:t>
            </a:fld>
            <a:endParaRPr lang="en-US"/>
          </a:p>
        </p:txBody>
      </p:sp>
      <p:sp>
        <p:nvSpPr>
          <p:cNvPr id="3" name="Footer Placeholder 2">
            <a:extLst>
              <a:ext uri="{FF2B5EF4-FFF2-40B4-BE49-F238E27FC236}">
                <a16:creationId xmlns:a16="http://schemas.microsoft.com/office/drawing/2014/main" id="{21EC01DF-557F-1C14-8036-E54689B3E8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2711BF-DCF8-0015-66C7-147F26AA4701}"/>
              </a:ext>
            </a:extLst>
          </p:cNvPr>
          <p:cNvSpPr>
            <a:spLocks noGrp="1"/>
          </p:cNvSpPr>
          <p:nvPr>
            <p:ph type="sldNum" sz="quarter" idx="12"/>
          </p:nvPr>
        </p:nvSpPr>
        <p:spPr/>
        <p:txBody>
          <a:bodyPr/>
          <a:lstStyle/>
          <a:p>
            <a:fld id="{2F5C4FE1-5A24-47CE-829D-12F00F608548}" type="slidenum">
              <a:rPr lang="en-US" smtClean="0"/>
              <a:t>‹#›</a:t>
            </a:fld>
            <a:endParaRPr lang="en-US"/>
          </a:p>
        </p:txBody>
      </p:sp>
    </p:spTree>
    <p:extLst>
      <p:ext uri="{BB962C8B-B14F-4D97-AF65-F5344CB8AC3E}">
        <p14:creationId xmlns:p14="http://schemas.microsoft.com/office/powerpoint/2010/main" val="126141617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0C071-3D21-2698-2CDD-872256271A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52658F-B009-4E88-EC6C-9774E0543D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6B242F-7242-7DFC-94F8-961A5024AE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7AE053-50B6-4053-A779-E2C112D0D621}" type="datetimeFigureOut">
              <a:rPr lang="en-US" smtClean="0"/>
              <a:t>10/20/2026</a:t>
            </a:fld>
            <a:endParaRPr lang="en-US"/>
          </a:p>
        </p:txBody>
      </p:sp>
      <p:sp>
        <p:nvSpPr>
          <p:cNvPr id="5" name="Footer Placeholder 4">
            <a:extLst>
              <a:ext uri="{FF2B5EF4-FFF2-40B4-BE49-F238E27FC236}">
                <a16:creationId xmlns:a16="http://schemas.microsoft.com/office/drawing/2014/main" id="{AD8D7E3F-D2BC-A4D1-614D-020324F4E0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13BD4F9-8B8B-B21D-4D4E-EB70806B9C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5C4FE1-5A24-47CE-829D-12F00F608548}" type="slidenum">
              <a:rPr lang="en-US" smtClean="0"/>
              <a:t>‹#›</a:t>
            </a:fld>
            <a:endParaRPr lang="en-US"/>
          </a:p>
        </p:txBody>
      </p:sp>
    </p:spTree>
    <p:extLst>
      <p:ext uri="{BB962C8B-B14F-4D97-AF65-F5344CB8AC3E}">
        <p14:creationId xmlns:p14="http://schemas.microsoft.com/office/powerpoint/2010/main" val="135406982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5981732-BFED-F647-89F6-20AFFB1D28B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48C290-183E-1005-24D0-B5518782B53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222285-32F2-FFC6-5FE5-F89D8309EFD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03285A-FA67-548E-5750-68FE1B71B67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1B7C08-7D79-3B11-1AF9-125178FAEBC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76FD4A-12BC-3F2A-D031-8F4F09D77C8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789AE0B-A8B8-883F-F32F-7083B7381B8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33696D-DBAA-6961-2C1C-5ECF5AD45A0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2C703A-F152-4623-C466-57C051A1FB1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5BAC8B3-6EF5-24C8-D923-BB29CE3DD88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46EA88-47BB-B738-BAB4-23BA9F8AAA7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514F4D-83FF-9C2A-DB99-89DF04A33AA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3AEA1C-95CD-FEAD-B467-F9055E3452A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A25A1C-A98B-1DCE-247A-E91698AFA32D}"/>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629955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1410</Words>
  <Application>Microsoft Office PowerPoint</Application>
  <PresentationFormat>寬螢幕</PresentationFormat>
  <Paragraphs>69</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2026-09-09T02:35:04Z</dcterms:created>
  <dcterms:modified xsi:type="dcterms:W3CDTF">2026-10-20T13:30:35Z</dcterms:modified>
</cp:coreProperties>
</file>