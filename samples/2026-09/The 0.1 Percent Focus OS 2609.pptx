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4E2130-2825-4A70-9809-45FFF6F7088A}" v="20" dt="2026-09-05T04:38:06.8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293"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05T04:38:22.410" v="36" actId="166"/>
      <pc:docMkLst>
        <pc:docMk/>
      </pc:docMkLst>
      <pc:sldChg chg="addSp delSp modSp mod modNotes modNotesTx">
        <pc:chgData name="Lai, Wilson" userId="2840974a-0d84-4886-90a9-9a3ed79f3a48" providerId="ADAL" clId="{9F23B798-9E84-4552-BA63-E776E805C424}" dt="2026-09-05T04:38:22.410" v="36" actId="166"/>
        <pc:sldMkLst>
          <pc:docMk/>
          <pc:sldMk cId="0" sldId="257"/>
        </pc:sldMkLst>
        <pc:picChg chg="del">
          <ac:chgData name="Lai, Wilson" userId="2840974a-0d84-4886-90a9-9a3ed79f3a48" providerId="ADAL" clId="{9F23B798-9E84-4552-BA63-E776E805C424}" dt="2026-09-04T16:36:53.156" v="0" actId="21"/>
          <ac:picMkLst>
            <pc:docMk/>
            <pc:sldMk cId="0" sldId="257"/>
            <ac:picMk id="2" creationId="{00000000-0000-0000-0000-000000000000}"/>
          </ac:picMkLst>
        </pc:picChg>
        <pc:picChg chg="add ord">
          <ac:chgData name="Lai, Wilson" userId="2840974a-0d84-4886-90a9-9a3ed79f3a48" providerId="ADAL" clId="{9F23B798-9E84-4552-BA63-E776E805C424}" dt="2026-09-05T04:38:22.410" v="36" actId="166"/>
          <ac:picMkLst>
            <pc:docMk/>
            <pc:sldMk cId="0" sldId="257"/>
            <ac:picMk id="7" creationId="{2C5BD472-16F2-22F4-964A-DCBA6E8C2EEF}"/>
          </ac:picMkLst>
        </pc:picChg>
      </pc:sldChg>
      <pc:sldChg chg="addSp delSp mod modNotes">
        <pc:chgData name="Lai, Wilson" userId="2840974a-0d84-4886-90a9-9a3ed79f3a48" providerId="ADAL" clId="{9F23B798-9E84-4552-BA63-E776E805C424}" dt="2026-09-05T04:38:06.819" v="34"/>
        <pc:sldMkLst>
          <pc:docMk/>
          <pc:sldMk cId="0" sldId="258"/>
        </pc:sldMkLst>
        <pc:picChg chg="del">
          <ac:chgData name="Lai, Wilson" userId="2840974a-0d84-4886-90a9-9a3ed79f3a48" providerId="ADAL" clId="{9F23B798-9E84-4552-BA63-E776E805C424}" dt="2026-09-04T16:45:26.827" v="10" actId="21"/>
          <ac:picMkLst>
            <pc:docMk/>
            <pc:sldMk cId="0" sldId="258"/>
            <ac:picMk id="2" creationId="{00000000-0000-0000-0000-000000000000}"/>
          </ac:picMkLst>
        </pc:picChg>
        <pc:picChg chg="add">
          <ac:chgData name="Lai, Wilson" userId="2840974a-0d84-4886-90a9-9a3ed79f3a48" providerId="ADAL" clId="{9F23B798-9E84-4552-BA63-E776E805C424}" dt="2026-09-04T16:45:56.511" v="11" actId="22"/>
          <ac:picMkLst>
            <pc:docMk/>
            <pc:sldMk cId="0" sldId="258"/>
            <ac:picMk id="4" creationId="{20F5F9B6-0F9C-D875-1CAF-A5E94F5ECE15}"/>
          </ac:picMkLst>
        </pc:picChg>
      </pc:sldChg>
      <pc:sldChg chg="addSp delSp mod modNotes">
        <pc:chgData name="Lai, Wilson" userId="2840974a-0d84-4886-90a9-9a3ed79f3a48" providerId="ADAL" clId="{9F23B798-9E84-4552-BA63-E776E805C424}" dt="2026-09-05T04:38:06.819" v="34"/>
        <pc:sldMkLst>
          <pc:docMk/>
          <pc:sldMk cId="0" sldId="259"/>
        </pc:sldMkLst>
        <pc:picChg chg="del">
          <ac:chgData name="Lai, Wilson" userId="2840974a-0d84-4886-90a9-9a3ed79f3a48" providerId="ADAL" clId="{9F23B798-9E84-4552-BA63-E776E805C424}" dt="2026-09-04T16:45:59.285" v="12" actId="21"/>
          <ac:picMkLst>
            <pc:docMk/>
            <pc:sldMk cId="0" sldId="259"/>
            <ac:picMk id="2" creationId="{00000000-0000-0000-0000-000000000000}"/>
          </ac:picMkLst>
        </pc:picChg>
        <pc:picChg chg="add">
          <ac:chgData name="Lai, Wilson" userId="2840974a-0d84-4886-90a9-9a3ed79f3a48" providerId="ADAL" clId="{9F23B798-9E84-4552-BA63-E776E805C424}" dt="2026-09-04T16:46:07.653" v="13" actId="22"/>
          <ac:picMkLst>
            <pc:docMk/>
            <pc:sldMk cId="0" sldId="259"/>
            <ac:picMk id="4" creationId="{A5DFF06D-5845-923F-181E-A0E003F804DF}"/>
          </ac:picMkLst>
        </pc:picChg>
      </pc:sldChg>
      <pc:sldChg chg="addSp delSp mod modNotes">
        <pc:chgData name="Lai, Wilson" userId="2840974a-0d84-4886-90a9-9a3ed79f3a48" providerId="ADAL" clId="{9F23B798-9E84-4552-BA63-E776E805C424}" dt="2026-09-05T04:38:06.819" v="34"/>
        <pc:sldMkLst>
          <pc:docMk/>
          <pc:sldMk cId="0" sldId="260"/>
        </pc:sldMkLst>
        <pc:picChg chg="del">
          <ac:chgData name="Lai, Wilson" userId="2840974a-0d84-4886-90a9-9a3ed79f3a48" providerId="ADAL" clId="{9F23B798-9E84-4552-BA63-E776E805C424}" dt="2026-09-04T16:46:09.259" v="14" actId="21"/>
          <ac:picMkLst>
            <pc:docMk/>
            <pc:sldMk cId="0" sldId="260"/>
            <ac:picMk id="2" creationId="{00000000-0000-0000-0000-000000000000}"/>
          </ac:picMkLst>
        </pc:picChg>
        <pc:picChg chg="add">
          <ac:chgData name="Lai, Wilson" userId="2840974a-0d84-4886-90a9-9a3ed79f3a48" providerId="ADAL" clId="{9F23B798-9E84-4552-BA63-E776E805C424}" dt="2026-09-04T16:46:49.321" v="15" actId="22"/>
          <ac:picMkLst>
            <pc:docMk/>
            <pc:sldMk cId="0" sldId="260"/>
            <ac:picMk id="4" creationId="{CE66299E-ACB9-C5BB-7987-2309A0F53702}"/>
          </ac:picMkLst>
        </pc:picChg>
      </pc:sldChg>
      <pc:sldChg chg="addSp delSp mod modNotes">
        <pc:chgData name="Lai, Wilson" userId="2840974a-0d84-4886-90a9-9a3ed79f3a48" providerId="ADAL" clId="{9F23B798-9E84-4552-BA63-E776E805C424}" dt="2026-09-05T04:38:06.819" v="34"/>
        <pc:sldMkLst>
          <pc:docMk/>
          <pc:sldMk cId="0" sldId="261"/>
        </pc:sldMkLst>
        <pc:picChg chg="del">
          <ac:chgData name="Lai, Wilson" userId="2840974a-0d84-4886-90a9-9a3ed79f3a48" providerId="ADAL" clId="{9F23B798-9E84-4552-BA63-E776E805C424}" dt="2026-09-04T16:44:56.204" v="8" actId="21"/>
          <ac:picMkLst>
            <pc:docMk/>
            <pc:sldMk cId="0" sldId="261"/>
            <ac:picMk id="2" creationId="{00000000-0000-0000-0000-000000000000}"/>
          </ac:picMkLst>
        </pc:picChg>
        <pc:picChg chg="add">
          <ac:chgData name="Lai, Wilson" userId="2840974a-0d84-4886-90a9-9a3ed79f3a48" providerId="ADAL" clId="{9F23B798-9E84-4552-BA63-E776E805C424}" dt="2026-09-04T16:45:14.432" v="9" actId="22"/>
          <ac:picMkLst>
            <pc:docMk/>
            <pc:sldMk cId="0" sldId="261"/>
            <ac:picMk id="4" creationId="{B2908637-3ECE-2260-00F3-933F08C92122}"/>
          </ac:picMkLst>
        </pc:picChg>
      </pc:sldChg>
      <pc:sldChg chg="addSp delSp mod modNotes">
        <pc:chgData name="Lai, Wilson" userId="2840974a-0d84-4886-90a9-9a3ed79f3a48" providerId="ADAL" clId="{9F23B798-9E84-4552-BA63-E776E805C424}" dt="2026-09-05T04:38:06.819" v="34"/>
        <pc:sldMkLst>
          <pc:docMk/>
          <pc:sldMk cId="0" sldId="262"/>
        </pc:sldMkLst>
        <pc:picChg chg="del">
          <ac:chgData name="Lai, Wilson" userId="2840974a-0d84-4886-90a9-9a3ed79f3a48" providerId="ADAL" clId="{9F23B798-9E84-4552-BA63-E776E805C424}" dt="2026-09-04T16:43:47.261" v="6" actId="21"/>
          <ac:picMkLst>
            <pc:docMk/>
            <pc:sldMk cId="0" sldId="262"/>
            <ac:picMk id="2" creationId="{00000000-0000-0000-0000-000000000000}"/>
          </ac:picMkLst>
        </pc:picChg>
        <pc:picChg chg="add">
          <ac:chgData name="Lai, Wilson" userId="2840974a-0d84-4886-90a9-9a3ed79f3a48" providerId="ADAL" clId="{9F23B798-9E84-4552-BA63-E776E805C424}" dt="2026-09-04T16:44:24.781" v="7" actId="22"/>
          <ac:picMkLst>
            <pc:docMk/>
            <pc:sldMk cId="0" sldId="262"/>
            <ac:picMk id="4" creationId="{5016ECE7-7A94-2F32-C248-27BD9D74C994}"/>
          </ac:picMkLst>
        </pc:picChg>
      </pc:sldChg>
      <pc:sldChg chg="addSp delSp mod modNotes">
        <pc:chgData name="Lai, Wilson" userId="2840974a-0d84-4886-90a9-9a3ed79f3a48" providerId="ADAL" clId="{9F23B798-9E84-4552-BA63-E776E805C424}" dt="2026-09-05T04:38:06.819" v="34"/>
        <pc:sldMkLst>
          <pc:docMk/>
          <pc:sldMk cId="0" sldId="263"/>
        </pc:sldMkLst>
        <pc:picChg chg="add del">
          <ac:chgData name="Lai, Wilson" userId="2840974a-0d84-4886-90a9-9a3ed79f3a48" providerId="ADAL" clId="{9F23B798-9E84-4552-BA63-E776E805C424}" dt="2026-09-04T16:40:57.561" v="4" actId="21"/>
          <ac:picMkLst>
            <pc:docMk/>
            <pc:sldMk cId="0" sldId="263"/>
            <ac:picMk id="2" creationId="{00000000-0000-0000-0000-000000000000}"/>
          </ac:picMkLst>
        </pc:picChg>
        <pc:picChg chg="add">
          <ac:chgData name="Lai, Wilson" userId="2840974a-0d84-4886-90a9-9a3ed79f3a48" providerId="ADAL" clId="{9F23B798-9E84-4552-BA63-E776E805C424}" dt="2026-09-04T16:43:35.577" v="5" actId="22"/>
          <ac:picMkLst>
            <pc:docMk/>
            <pc:sldMk cId="0" sldId="263"/>
            <ac:picMk id="4" creationId="{F522E450-C6CA-8B20-1B5B-5770E45C73D2}"/>
          </ac:picMkLst>
        </pc:picChg>
      </pc:sldChg>
      <pc:sldChg chg="addSp delSp mod modNotes">
        <pc:chgData name="Lai, Wilson" userId="2840974a-0d84-4886-90a9-9a3ed79f3a48" providerId="ADAL" clId="{9F23B798-9E84-4552-BA63-E776E805C424}" dt="2026-09-05T04:38:06.819" v="34"/>
        <pc:sldMkLst>
          <pc:docMk/>
          <pc:sldMk cId="0" sldId="264"/>
        </pc:sldMkLst>
        <pc:picChg chg="del">
          <ac:chgData name="Lai, Wilson" userId="2840974a-0d84-4886-90a9-9a3ed79f3a48" providerId="ADAL" clId="{9F23B798-9E84-4552-BA63-E776E805C424}" dt="2026-09-04T16:46:56.322" v="16" actId="21"/>
          <ac:picMkLst>
            <pc:docMk/>
            <pc:sldMk cId="0" sldId="264"/>
            <ac:picMk id="2" creationId="{00000000-0000-0000-0000-000000000000}"/>
          </ac:picMkLst>
        </pc:picChg>
        <pc:picChg chg="add">
          <ac:chgData name="Lai, Wilson" userId="2840974a-0d84-4886-90a9-9a3ed79f3a48" providerId="ADAL" clId="{9F23B798-9E84-4552-BA63-E776E805C424}" dt="2026-09-04T16:47:15.002" v="17" actId="22"/>
          <ac:picMkLst>
            <pc:docMk/>
            <pc:sldMk cId="0" sldId="264"/>
            <ac:picMk id="4" creationId="{EE352F45-691C-246A-AB04-8C8F21FA253A}"/>
          </ac:picMkLst>
        </pc:picChg>
      </pc:sldChg>
      <pc:sldChg chg="addSp delSp mod modNotes">
        <pc:chgData name="Lai, Wilson" userId="2840974a-0d84-4886-90a9-9a3ed79f3a48" providerId="ADAL" clId="{9F23B798-9E84-4552-BA63-E776E805C424}" dt="2026-09-05T04:38:06.819" v="34"/>
        <pc:sldMkLst>
          <pc:docMk/>
          <pc:sldMk cId="0" sldId="265"/>
        </pc:sldMkLst>
        <pc:picChg chg="del">
          <ac:chgData name="Lai, Wilson" userId="2840974a-0d84-4886-90a9-9a3ed79f3a48" providerId="ADAL" clId="{9F23B798-9E84-4552-BA63-E776E805C424}" dt="2026-09-04T16:47:17.321" v="18" actId="21"/>
          <ac:picMkLst>
            <pc:docMk/>
            <pc:sldMk cId="0" sldId="265"/>
            <ac:picMk id="2" creationId="{00000000-0000-0000-0000-000000000000}"/>
          </ac:picMkLst>
        </pc:picChg>
        <pc:picChg chg="add">
          <ac:chgData name="Lai, Wilson" userId="2840974a-0d84-4886-90a9-9a3ed79f3a48" providerId="ADAL" clId="{9F23B798-9E84-4552-BA63-E776E805C424}" dt="2026-09-04T16:47:30.405" v="19" actId="22"/>
          <ac:picMkLst>
            <pc:docMk/>
            <pc:sldMk cId="0" sldId="265"/>
            <ac:picMk id="4" creationId="{F6399A26-BB6B-C7C5-CA17-47DA4768B80E}"/>
          </ac:picMkLst>
        </pc:picChg>
      </pc:sldChg>
      <pc:sldChg chg="addSp delSp mod modNotes">
        <pc:chgData name="Lai, Wilson" userId="2840974a-0d84-4886-90a9-9a3ed79f3a48" providerId="ADAL" clId="{9F23B798-9E84-4552-BA63-E776E805C424}" dt="2026-09-05T04:38:06.819" v="34"/>
        <pc:sldMkLst>
          <pc:docMk/>
          <pc:sldMk cId="0" sldId="266"/>
        </pc:sldMkLst>
        <pc:picChg chg="del">
          <ac:chgData name="Lai, Wilson" userId="2840974a-0d84-4886-90a9-9a3ed79f3a48" providerId="ADAL" clId="{9F23B798-9E84-4552-BA63-E776E805C424}" dt="2026-09-04T16:47:33.754" v="20" actId="21"/>
          <ac:picMkLst>
            <pc:docMk/>
            <pc:sldMk cId="0" sldId="266"/>
            <ac:picMk id="2" creationId="{00000000-0000-0000-0000-000000000000}"/>
          </ac:picMkLst>
        </pc:picChg>
        <pc:picChg chg="add">
          <ac:chgData name="Lai, Wilson" userId="2840974a-0d84-4886-90a9-9a3ed79f3a48" providerId="ADAL" clId="{9F23B798-9E84-4552-BA63-E776E805C424}" dt="2026-09-04T16:47:43.496" v="21" actId="22"/>
          <ac:picMkLst>
            <pc:docMk/>
            <pc:sldMk cId="0" sldId="266"/>
            <ac:picMk id="4" creationId="{D7694D06-0DE5-12B0-BA63-4EF5AE793189}"/>
          </ac:picMkLst>
        </pc:picChg>
      </pc:sldChg>
      <pc:sldChg chg="addSp delSp mod modNotes">
        <pc:chgData name="Lai, Wilson" userId="2840974a-0d84-4886-90a9-9a3ed79f3a48" providerId="ADAL" clId="{9F23B798-9E84-4552-BA63-E776E805C424}" dt="2026-09-05T04:38:06.819" v="34"/>
        <pc:sldMkLst>
          <pc:docMk/>
          <pc:sldMk cId="0" sldId="267"/>
        </pc:sldMkLst>
        <pc:picChg chg="del">
          <ac:chgData name="Lai, Wilson" userId="2840974a-0d84-4886-90a9-9a3ed79f3a48" providerId="ADAL" clId="{9F23B798-9E84-4552-BA63-E776E805C424}" dt="2026-09-04T16:47:45.403" v="22" actId="21"/>
          <ac:picMkLst>
            <pc:docMk/>
            <pc:sldMk cId="0" sldId="267"/>
            <ac:picMk id="2" creationId="{00000000-0000-0000-0000-000000000000}"/>
          </ac:picMkLst>
        </pc:picChg>
        <pc:picChg chg="add">
          <ac:chgData name="Lai, Wilson" userId="2840974a-0d84-4886-90a9-9a3ed79f3a48" providerId="ADAL" clId="{9F23B798-9E84-4552-BA63-E776E805C424}" dt="2026-09-04T16:47:53.946" v="23" actId="22"/>
          <ac:picMkLst>
            <pc:docMk/>
            <pc:sldMk cId="0" sldId="267"/>
            <ac:picMk id="4" creationId="{4225D6CA-76B4-9960-8888-2C62E901DC5B}"/>
          </ac:picMkLst>
        </pc:picChg>
      </pc:sldChg>
      <pc:sldChg chg="addSp delSp mod modNotes">
        <pc:chgData name="Lai, Wilson" userId="2840974a-0d84-4886-90a9-9a3ed79f3a48" providerId="ADAL" clId="{9F23B798-9E84-4552-BA63-E776E805C424}" dt="2026-09-05T04:38:06.819" v="34"/>
        <pc:sldMkLst>
          <pc:docMk/>
          <pc:sldMk cId="0" sldId="268"/>
        </pc:sldMkLst>
        <pc:picChg chg="del">
          <ac:chgData name="Lai, Wilson" userId="2840974a-0d84-4886-90a9-9a3ed79f3a48" providerId="ADAL" clId="{9F23B798-9E84-4552-BA63-E776E805C424}" dt="2026-09-04T16:47:55.674" v="24" actId="21"/>
          <ac:picMkLst>
            <pc:docMk/>
            <pc:sldMk cId="0" sldId="268"/>
            <ac:picMk id="2" creationId="{00000000-0000-0000-0000-000000000000}"/>
          </ac:picMkLst>
        </pc:picChg>
        <pc:picChg chg="add">
          <ac:chgData name="Lai, Wilson" userId="2840974a-0d84-4886-90a9-9a3ed79f3a48" providerId="ADAL" clId="{9F23B798-9E84-4552-BA63-E776E805C424}" dt="2026-09-04T16:48:04.029" v="25" actId="22"/>
          <ac:picMkLst>
            <pc:docMk/>
            <pc:sldMk cId="0" sldId="268"/>
            <ac:picMk id="4" creationId="{AB3FA1E4-613C-1439-14C8-E708D7722EA8}"/>
          </ac:picMkLst>
        </pc:picChg>
      </pc:sldChg>
      <pc:sldChg chg="addSp delSp mod modNotes">
        <pc:chgData name="Lai, Wilson" userId="2840974a-0d84-4886-90a9-9a3ed79f3a48" providerId="ADAL" clId="{9F23B798-9E84-4552-BA63-E776E805C424}" dt="2026-09-05T04:38:06.819" v="34"/>
        <pc:sldMkLst>
          <pc:docMk/>
          <pc:sldMk cId="0" sldId="269"/>
        </pc:sldMkLst>
        <pc:picChg chg="del">
          <ac:chgData name="Lai, Wilson" userId="2840974a-0d84-4886-90a9-9a3ed79f3a48" providerId="ADAL" clId="{9F23B798-9E84-4552-BA63-E776E805C424}" dt="2026-09-04T16:48:05.961" v="26" actId="21"/>
          <ac:picMkLst>
            <pc:docMk/>
            <pc:sldMk cId="0" sldId="269"/>
            <ac:picMk id="2" creationId="{00000000-0000-0000-0000-000000000000}"/>
          </ac:picMkLst>
        </pc:picChg>
        <pc:picChg chg="add">
          <ac:chgData name="Lai, Wilson" userId="2840974a-0d84-4886-90a9-9a3ed79f3a48" providerId="ADAL" clId="{9F23B798-9E84-4552-BA63-E776E805C424}" dt="2026-09-04T16:48:14.224" v="27" actId="22"/>
          <ac:picMkLst>
            <pc:docMk/>
            <pc:sldMk cId="0" sldId="269"/>
            <ac:picMk id="4" creationId="{CFF84CE7-986E-CE62-C3C4-CBC14CD1D3C8}"/>
          </ac:picMkLst>
        </pc:picChg>
      </pc:sldChg>
      <pc:sldChg chg="addSp delSp mod modNotes">
        <pc:chgData name="Lai, Wilson" userId="2840974a-0d84-4886-90a9-9a3ed79f3a48" providerId="ADAL" clId="{9F23B798-9E84-4552-BA63-E776E805C424}" dt="2026-09-05T04:38:06.819" v="34"/>
        <pc:sldMkLst>
          <pc:docMk/>
          <pc:sldMk cId="0" sldId="270"/>
        </pc:sldMkLst>
        <pc:picChg chg="del">
          <ac:chgData name="Lai, Wilson" userId="2840974a-0d84-4886-90a9-9a3ed79f3a48" providerId="ADAL" clId="{9F23B798-9E84-4552-BA63-E776E805C424}" dt="2026-09-04T16:48:16.435" v="28" actId="21"/>
          <ac:picMkLst>
            <pc:docMk/>
            <pc:sldMk cId="0" sldId="270"/>
            <ac:picMk id="2" creationId="{00000000-0000-0000-0000-000000000000}"/>
          </ac:picMkLst>
        </pc:picChg>
        <pc:picChg chg="add">
          <ac:chgData name="Lai, Wilson" userId="2840974a-0d84-4886-90a9-9a3ed79f3a48" providerId="ADAL" clId="{9F23B798-9E84-4552-BA63-E776E805C424}" dt="2026-09-04T16:48:25.138" v="29" actId="22"/>
          <ac:picMkLst>
            <pc:docMk/>
            <pc:sldMk cId="0" sldId="270"/>
            <ac:picMk id="4" creationId="{6CEFB35E-C3B6-3672-97C0-4995C895EFA6}"/>
          </ac:picMkLst>
        </pc:picChg>
      </pc:sldChg>
      <pc:sldChg chg="addSp delSp mod modNotes">
        <pc:chgData name="Lai, Wilson" userId="2840974a-0d84-4886-90a9-9a3ed79f3a48" providerId="ADAL" clId="{9F23B798-9E84-4552-BA63-E776E805C424}" dt="2026-09-05T04:38:06.819" v="34"/>
        <pc:sldMkLst>
          <pc:docMk/>
          <pc:sldMk cId="0" sldId="271"/>
        </pc:sldMkLst>
        <pc:picChg chg="del">
          <ac:chgData name="Lai, Wilson" userId="2840974a-0d84-4886-90a9-9a3ed79f3a48" providerId="ADAL" clId="{9F23B798-9E84-4552-BA63-E776E805C424}" dt="2026-09-04T16:48:27.507" v="30" actId="21"/>
          <ac:picMkLst>
            <pc:docMk/>
            <pc:sldMk cId="0" sldId="271"/>
            <ac:picMk id="2" creationId="{00000000-0000-0000-0000-000000000000}"/>
          </ac:picMkLst>
        </pc:picChg>
        <pc:picChg chg="add">
          <ac:chgData name="Lai, Wilson" userId="2840974a-0d84-4886-90a9-9a3ed79f3a48" providerId="ADAL" clId="{9F23B798-9E84-4552-BA63-E776E805C424}" dt="2026-09-04T16:48:37.232" v="31" actId="22"/>
          <ac:picMkLst>
            <pc:docMk/>
            <pc:sldMk cId="0" sldId="271"/>
            <ac:picMk id="4" creationId="{DEDCC1C8-1A46-885C-02A3-27F89F983138}"/>
          </ac:picMkLst>
        </pc:picChg>
      </pc:sldChg>
      <pc:sldChg chg="modNotes">
        <pc:chgData name="Lai, Wilson" userId="2840974a-0d84-4886-90a9-9a3ed79f3a48" providerId="ADAL" clId="{9F23B798-9E84-4552-BA63-E776E805C424}" dt="2026-09-05T04:38:06.819" v="34"/>
        <pc:sldMkLst>
          <pc:docMk/>
          <pc:sldMk cId="224596174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5F48FE-4A6A-4FCB-A554-69F528AC2C89}"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0C0BFD-5263-4AF7-AEC5-9749B9B4DBC4}" type="slidenum">
              <a:rPr lang="en-US" smtClean="0"/>
              <a:t>‹#›</a:t>
            </a:fld>
            <a:endParaRPr lang="en-US"/>
          </a:p>
        </p:txBody>
      </p:sp>
    </p:spTree>
    <p:extLst>
      <p:ext uri="{BB962C8B-B14F-4D97-AF65-F5344CB8AC3E}">
        <p14:creationId xmlns:p14="http://schemas.microsoft.com/office/powerpoint/2010/main" val="2832966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Welcome, everyone. Today, we’re unpacking a system designed for high performers, entrepreneurs, and anyone ambitious enough to care about achieving their absolute maximum potential.</a:t>
            </a:r>
          </a:p>
          <a:p>
            <a:pPr lvl="0"/>
            <a:r>
              <a:rPr lang="en-US" sz="1200" kern="1200" dirty="0">
                <a:solidFill>
                  <a:schemeClr val="tx1"/>
                </a:solidFill>
                <a:effectLst/>
                <a:latin typeface="+mn-lt"/>
                <a:ea typeface="+mn-ea"/>
                <a:cs typeface="+mn-cs"/>
              </a:rPr>
              <a:t>Notice the title: </a:t>
            </a:r>
            <a:r>
              <a:rPr lang="en-US" sz="1200" i="1" kern="1200" dirty="0">
                <a:solidFill>
                  <a:schemeClr val="tx1"/>
                </a:solidFill>
                <a:effectLst/>
                <a:latin typeface="+mn-lt"/>
                <a:ea typeface="+mn-ea"/>
                <a:cs typeface="+mn-cs"/>
              </a:rPr>
              <a:t>The 0.1% Focus Operating System</a:t>
            </a:r>
            <a:r>
              <a:rPr lang="en-US" sz="1200" kern="1200" dirty="0">
                <a:solidFill>
                  <a:schemeClr val="tx1"/>
                </a:solidFill>
                <a:effectLst/>
                <a:latin typeface="+mn-lt"/>
                <a:ea typeface="+mn-ea"/>
                <a:cs typeface="+mn-cs"/>
              </a:rPr>
              <a:t>. We aren't here to talk about minor 5% productivity tweaks, 60-second life hacks, or generic advice. </a:t>
            </a:r>
          </a:p>
          <a:p>
            <a:pPr lvl="0"/>
            <a:r>
              <a:rPr lang="en-US" sz="1200" kern="1200" dirty="0">
                <a:solidFill>
                  <a:schemeClr val="tx1"/>
                </a:solidFill>
                <a:effectLst/>
                <a:latin typeface="+mn-lt"/>
                <a:ea typeface="+mn-ea"/>
                <a:cs typeface="+mn-cs"/>
              </a:rPr>
              <a:t>The core premise of this operating system is simple: if you can systematically eliminate friction, block external distractions, and master daily deep work blocks, you can collapse time frames. What takes an average individual or company two years to accomplish, you can achieve in mere months. </a:t>
            </a:r>
          </a:p>
          <a:p>
            <a:pPr lvl="0"/>
            <a:r>
              <a:rPr lang="en-US" sz="1200" kern="1200" dirty="0">
                <a:solidFill>
                  <a:schemeClr val="tx1"/>
                </a:solidFill>
                <a:effectLst/>
                <a:latin typeface="+mn-lt"/>
                <a:ea typeface="+mn-ea"/>
                <a:cs typeface="+mn-cs"/>
              </a:rPr>
              <a:t>Think of this presentation as a complete blueprint. By the end of this session, you won't rely on raw willpower or fleeting motivation; you will have a functional, engineered system to dictate your output every single day. </a:t>
            </a:r>
          </a:p>
          <a:p>
            <a:endParaRPr lang="en-US" dirty="0"/>
          </a:p>
          <a:p>
            <a:endParaRPr lang="en-US" dirty="0"/>
          </a:p>
          <a:p>
            <a:r>
              <a:rPr lang="en-US" dirty="0"/>
              <a:t>https://www.youtube.com/watch?v=l7RmB3LQd4w</a:t>
            </a:r>
          </a:p>
        </p:txBody>
      </p:sp>
      <p:sp>
        <p:nvSpPr>
          <p:cNvPr id="4" name="Slide Number Placeholder 3"/>
          <p:cNvSpPr>
            <a:spLocks noGrp="1"/>
          </p:cNvSpPr>
          <p:nvPr>
            <p:ph type="sldNum" sz="quarter" idx="5"/>
          </p:nvPr>
        </p:nvSpPr>
        <p:spPr/>
        <p:txBody>
          <a:bodyPr/>
          <a:lstStyle/>
          <a:p>
            <a:fld id="{8C0C0BFD-5263-4AF7-AEC5-9749B9B4DBC4}" type="slidenum">
              <a:rPr lang="en-US" smtClean="0"/>
              <a:t>1</a:t>
            </a:fld>
            <a:endParaRPr lang="en-US"/>
          </a:p>
        </p:txBody>
      </p:sp>
    </p:spTree>
    <p:extLst>
      <p:ext uri="{BB962C8B-B14F-4D97-AF65-F5344CB8AC3E}">
        <p14:creationId xmlns:p14="http://schemas.microsoft.com/office/powerpoint/2010/main" val="278686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begin with a uncomfortable truth: talent and ambition alone mean almost nothing without consistent execution. </a:t>
            </a:r>
          </a:p>
          <a:p>
            <a:pPr lvl="0"/>
            <a:r>
              <a:rPr lang="en-US" sz="1200" kern="1200" dirty="0">
                <a:solidFill>
                  <a:schemeClr val="tx1"/>
                </a:solidFill>
                <a:effectLst/>
                <a:latin typeface="+mn-lt"/>
                <a:ea typeface="+mn-ea"/>
                <a:cs typeface="+mn-cs"/>
              </a:rPr>
              <a:t>Look at the visual on this slide. Most people assume the gap between average performance and elite performance is linear. It isn't. The difference between the Top 1% and the Top 0.1% is an exponential chasm. </a:t>
            </a:r>
          </a:p>
          <a:p>
            <a:pPr lvl="0"/>
            <a:r>
              <a:rPr lang="en-US" sz="1200" kern="1200" dirty="0">
                <a:solidFill>
                  <a:schemeClr val="tx1"/>
                </a:solidFill>
                <a:effectLst/>
                <a:latin typeface="+mn-lt"/>
                <a:ea typeface="+mn-ea"/>
                <a:cs typeface="+mn-cs"/>
              </a:rPr>
              <a:t>While reaching the top 1% requires skill and dedication, jumping into the top 0.1% requires a complete shift in how you operate. At this level, telling yourself or your team to 'just work harder' or 'try harder' completely fails. </a:t>
            </a:r>
          </a:p>
          <a:p>
            <a:pPr lvl="0"/>
            <a:r>
              <a:rPr lang="en-US" sz="1200" kern="1200" dirty="0">
                <a:solidFill>
                  <a:schemeClr val="tx1"/>
                </a:solidFill>
                <a:effectLst/>
                <a:latin typeface="+mn-lt"/>
                <a:ea typeface="+mn-ea"/>
                <a:cs typeface="+mn-cs"/>
              </a:rPr>
              <a:t>The real bottleneck isn't a lack of information or lack of desire. You know what your goals are. The real issue is the invisible force holding you back: an inability to maintain relentless, unbroken focus day after day.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2</a:t>
            </a:fld>
            <a:endParaRPr lang="en-US"/>
          </a:p>
        </p:txBody>
      </p:sp>
    </p:spTree>
    <p:extLst>
      <p:ext uri="{BB962C8B-B14F-4D97-AF65-F5344CB8AC3E}">
        <p14:creationId xmlns:p14="http://schemas.microsoft.com/office/powerpoint/2010/main" val="174119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why we need an operating system, we have to look at our benchmark competitor: 'The Man with the Axe'. </a:t>
            </a:r>
          </a:p>
          <a:p>
            <a:pPr lvl="0"/>
            <a:r>
              <a:rPr lang="en-US" sz="1200" kern="1200" dirty="0">
                <a:solidFill>
                  <a:schemeClr val="tx1"/>
                </a:solidFill>
                <a:effectLst/>
                <a:latin typeface="+mn-lt"/>
                <a:ea typeface="+mn-ea"/>
                <a:cs typeface="+mn-cs"/>
              </a:rPr>
              <a:t>Imagine a person who is naturally hyper-industrious. You put them in a dense forest with an axe, and they will chop down trees for 12 hours straight without stopping. </a:t>
            </a:r>
          </a:p>
          <a:p>
            <a:pPr lvl="0"/>
            <a:r>
              <a:rPr lang="en-US" sz="1200" kern="1200" dirty="0">
                <a:solidFill>
                  <a:schemeClr val="tx1"/>
                </a:solidFill>
                <a:effectLst/>
                <a:latin typeface="+mn-lt"/>
                <a:ea typeface="+mn-ea"/>
                <a:cs typeface="+mn-cs"/>
              </a:rPr>
              <a:t>They don't need a motivational video. They don't need an accountability buddy, a morning coffee ritual, or a pep talk. Work is their obsession. </a:t>
            </a:r>
          </a:p>
          <a:p>
            <a:pPr lvl="0"/>
            <a:r>
              <a:rPr lang="en-US" sz="1200" kern="1200" dirty="0">
                <a:solidFill>
                  <a:schemeClr val="tx1"/>
                </a:solidFill>
                <a:effectLst/>
                <a:latin typeface="+mn-lt"/>
                <a:ea typeface="+mn-ea"/>
                <a:cs typeface="+mn-cs"/>
              </a:rPr>
              <a:t>Now here is the harsh reality: 99% of human beings are simply not hardwired this way. We experience resistance, fatigue, procrastination, and distraction. </a:t>
            </a:r>
          </a:p>
          <a:p>
            <a:pPr lvl="0"/>
            <a:r>
              <a:rPr lang="en-US" sz="1200" kern="1200" dirty="0">
                <a:solidFill>
                  <a:schemeClr val="tx1"/>
                </a:solidFill>
                <a:effectLst/>
                <a:latin typeface="+mn-lt"/>
                <a:ea typeface="+mn-ea"/>
                <a:cs typeface="+mn-cs"/>
              </a:rPr>
              <a:t>If you aren't naturally built like the Man with the Axe, you have two choices: accept being out-competed, or construct an </a:t>
            </a:r>
            <a:r>
              <a:rPr lang="en-US" sz="1200" i="1" kern="1200" dirty="0">
                <a:solidFill>
                  <a:schemeClr val="tx1"/>
                </a:solidFill>
                <a:effectLst/>
                <a:latin typeface="+mn-lt"/>
                <a:ea typeface="+mn-ea"/>
                <a:cs typeface="+mn-cs"/>
              </a:rPr>
              <a:t>artificial</a:t>
            </a:r>
            <a:r>
              <a:rPr lang="en-US" sz="1200" kern="1200" dirty="0">
                <a:solidFill>
                  <a:schemeClr val="tx1"/>
                </a:solidFill>
                <a:effectLst/>
                <a:latin typeface="+mn-lt"/>
                <a:ea typeface="+mn-ea"/>
                <a:cs typeface="+mn-cs"/>
              </a:rPr>
              <a:t> Operating System that forces your brain and environment to replicate that level of output.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3</a:t>
            </a:fld>
            <a:endParaRPr lang="en-US"/>
          </a:p>
        </p:txBody>
      </p:sp>
    </p:spTree>
    <p:extLst>
      <p:ext uri="{BB962C8B-B14F-4D97-AF65-F5344CB8AC3E}">
        <p14:creationId xmlns:p14="http://schemas.microsoft.com/office/powerpoint/2010/main" val="3919100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This Focus OS was not invented in a vacuum. It synthesizes proven methodologies from master practitioners across habit engineering, mindset, and ruthless execution. </a:t>
            </a:r>
          </a:p>
          <a:p>
            <a:pPr lvl="0"/>
            <a:r>
              <a:rPr lang="en-US" sz="1200" kern="1200" dirty="0">
                <a:solidFill>
                  <a:schemeClr val="tx1"/>
                </a:solidFill>
                <a:effectLst/>
                <a:latin typeface="+mn-lt"/>
                <a:ea typeface="+mn-ea"/>
                <a:cs typeface="+mn-cs"/>
              </a:rPr>
              <a:t>We pull from </a:t>
            </a:r>
            <a:r>
              <a:rPr lang="en-US" sz="1200" b="1" kern="1200" dirty="0">
                <a:solidFill>
                  <a:schemeClr val="tx1"/>
                </a:solidFill>
                <a:effectLst/>
                <a:latin typeface="+mn-lt"/>
                <a:ea typeface="+mn-ea"/>
                <a:cs typeface="+mn-cs"/>
              </a:rPr>
              <a:t>James Clear</a:t>
            </a:r>
            <a:r>
              <a:rPr lang="en-US" sz="1200" kern="1200" dirty="0">
                <a:solidFill>
                  <a:schemeClr val="tx1"/>
                </a:solidFill>
                <a:effectLst/>
                <a:latin typeface="+mn-lt"/>
                <a:ea typeface="+mn-ea"/>
                <a:cs typeface="+mn-cs"/>
              </a:rPr>
              <a:t> to structure habits so they are obvious, attractive, easy, and satisfying. </a:t>
            </a:r>
          </a:p>
          <a:p>
            <a:pPr lvl="0"/>
            <a:r>
              <a:rPr lang="en-US" sz="1200" kern="1200" dirty="0">
                <a:solidFill>
                  <a:schemeClr val="tx1"/>
                </a:solidFill>
                <a:effectLst/>
                <a:latin typeface="+mn-lt"/>
                <a:ea typeface="+mn-ea"/>
                <a:cs typeface="+mn-cs"/>
              </a:rPr>
              <a:t>We pull from </a:t>
            </a:r>
            <a:r>
              <a:rPr lang="en-US" sz="1200" b="1" kern="1200" dirty="0">
                <a:solidFill>
                  <a:schemeClr val="tx1"/>
                </a:solidFill>
                <a:effectLst/>
                <a:latin typeface="+mn-lt"/>
                <a:ea typeface="+mn-ea"/>
                <a:cs typeface="+mn-cs"/>
              </a:rPr>
              <a:t>Steve Jobs</a:t>
            </a:r>
            <a:r>
              <a:rPr lang="en-US" sz="1200" kern="1200" dirty="0">
                <a:solidFill>
                  <a:schemeClr val="tx1"/>
                </a:solidFill>
                <a:effectLst/>
                <a:latin typeface="+mn-lt"/>
                <a:ea typeface="+mn-ea"/>
                <a:cs typeface="+mn-cs"/>
              </a:rPr>
              <a:t> for the principle of Signal vs. Noise— ruthlessly cutting out the bottom 80% of tasks that don't directly move the needle. </a:t>
            </a:r>
          </a:p>
          <a:p>
            <a:pPr lvl="0"/>
            <a:r>
              <a:rPr lang="en-US" sz="1200" kern="1200" dirty="0">
                <a:solidFill>
                  <a:schemeClr val="tx1"/>
                </a:solidFill>
                <a:effectLst/>
                <a:latin typeface="+mn-lt"/>
                <a:ea typeface="+mn-ea"/>
                <a:cs typeface="+mn-cs"/>
              </a:rPr>
              <a:t>We integrate </a:t>
            </a:r>
            <a:r>
              <a:rPr lang="en-US" sz="1200" b="1" kern="1200" dirty="0">
                <a:solidFill>
                  <a:schemeClr val="tx1"/>
                </a:solidFill>
                <a:effectLst/>
                <a:latin typeface="+mn-lt"/>
                <a:ea typeface="+mn-ea"/>
                <a:cs typeface="+mn-cs"/>
              </a:rPr>
              <a:t>Grant Cardone’s</a:t>
            </a:r>
            <a:r>
              <a:rPr lang="en-US" sz="1200" kern="1200" dirty="0">
                <a:solidFill>
                  <a:schemeClr val="tx1"/>
                </a:solidFill>
                <a:effectLst/>
                <a:latin typeface="+mn-lt"/>
                <a:ea typeface="+mn-ea"/>
                <a:cs typeface="+mn-cs"/>
              </a:rPr>
              <a:t> 10X targets, </a:t>
            </a:r>
            <a:r>
              <a:rPr lang="en-US" sz="1200" b="1" kern="1200" dirty="0">
                <a:solidFill>
                  <a:schemeClr val="tx1"/>
                </a:solidFill>
                <a:effectLst/>
                <a:latin typeface="+mn-lt"/>
                <a:ea typeface="+mn-ea"/>
                <a:cs typeface="+mn-cs"/>
              </a:rPr>
              <a:t>Alex Hormozi’s</a:t>
            </a:r>
            <a:r>
              <a:rPr lang="en-US" sz="1200" kern="1200" dirty="0">
                <a:solidFill>
                  <a:schemeClr val="tx1"/>
                </a:solidFill>
                <a:effectLst/>
                <a:latin typeface="+mn-lt"/>
                <a:ea typeface="+mn-ea"/>
                <a:cs typeface="+mn-cs"/>
              </a:rPr>
              <a:t> triad of beliefs, traits, and skills, </a:t>
            </a:r>
            <a:r>
              <a:rPr lang="en-US" sz="1200" b="1" kern="1200" dirty="0">
                <a:solidFill>
                  <a:schemeClr val="tx1"/>
                </a:solidFill>
                <a:effectLst/>
                <a:latin typeface="+mn-lt"/>
                <a:ea typeface="+mn-ea"/>
                <a:cs typeface="+mn-cs"/>
              </a:rPr>
              <a:t>Maxwell Maltz’s</a:t>
            </a:r>
            <a:r>
              <a:rPr lang="en-US" sz="1200" kern="1200" dirty="0">
                <a:solidFill>
                  <a:schemeClr val="tx1"/>
                </a:solidFill>
                <a:effectLst/>
                <a:latin typeface="+mn-lt"/>
                <a:ea typeface="+mn-ea"/>
                <a:cs typeface="+mn-cs"/>
              </a:rPr>
              <a:t> self-image psychology, and </a:t>
            </a:r>
            <a:r>
              <a:rPr lang="en-US" sz="1200" b="1" kern="1200" dirty="0">
                <a:solidFill>
                  <a:schemeClr val="tx1"/>
                </a:solidFill>
                <a:effectLst/>
                <a:latin typeface="+mn-lt"/>
                <a:ea typeface="+mn-ea"/>
                <a:cs typeface="+mn-cs"/>
              </a:rPr>
              <a:t>Napoleon Hill’s</a:t>
            </a:r>
            <a:r>
              <a:rPr lang="en-US" sz="1200" kern="1200" dirty="0">
                <a:solidFill>
                  <a:schemeClr val="tx1"/>
                </a:solidFill>
                <a:effectLst/>
                <a:latin typeface="+mn-lt"/>
                <a:ea typeface="+mn-ea"/>
                <a:cs typeface="+mn-cs"/>
              </a:rPr>
              <a:t> auto-suggestion tactics. </a:t>
            </a:r>
          </a:p>
          <a:p>
            <a:pPr lvl="0"/>
            <a:r>
              <a:rPr lang="en-US" sz="1200" kern="1200" dirty="0">
                <a:solidFill>
                  <a:schemeClr val="tx1"/>
                </a:solidFill>
                <a:effectLst/>
                <a:latin typeface="+mn-lt"/>
                <a:ea typeface="+mn-ea"/>
                <a:cs typeface="+mn-cs"/>
              </a:rPr>
              <a:t>Combined, these components form the underlying source code of our Focus OS.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4</a:t>
            </a:fld>
            <a:endParaRPr lang="en-US"/>
          </a:p>
        </p:txBody>
      </p:sp>
    </p:spTree>
    <p:extLst>
      <p:ext uri="{BB962C8B-B14F-4D97-AF65-F5344CB8AC3E}">
        <p14:creationId xmlns:p14="http://schemas.microsoft.com/office/powerpoint/2010/main" val="1780156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You cannot achieve 10X scale goals using the V1.0 version of yourself. To get 10X results, your operating identity must be upgraded to V2.0. </a:t>
            </a:r>
          </a:p>
          <a:p>
            <a:pPr lvl="0"/>
            <a:r>
              <a:rPr lang="en-US" sz="1200" kern="1200" dirty="0">
                <a:solidFill>
                  <a:schemeClr val="tx1"/>
                </a:solidFill>
                <a:effectLst/>
                <a:latin typeface="+mn-lt"/>
                <a:ea typeface="+mn-ea"/>
                <a:cs typeface="+mn-cs"/>
              </a:rPr>
              <a:t>Let's compare the two across three core pillars: </a:t>
            </a:r>
            <a:r>
              <a:rPr lang="en-US" sz="1200" b="1" kern="1200" dirty="0">
                <a:solidFill>
                  <a:schemeClr val="tx1"/>
                </a:solidFill>
                <a:effectLst/>
                <a:latin typeface="+mn-lt"/>
                <a:ea typeface="+mn-ea"/>
                <a:cs typeface="+mn-cs"/>
              </a:rPr>
              <a:t>Beliefs, Character Traits, and Skills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Beliefs:</a:t>
            </a:r>
            <a:r>
              <a:rPr lang="en-US" sz="1200" kern="1200" dirty="0">
                <a:solidFill>
                  <a:schemeClr val="tx1"/>
                </a:solidFill>
                <a:effectLst/>
                <a:latin typeface="+mn-lt"/>
                <a:ea typeface="+mn-ea"/>
                <a:cs typeface="+mn-cs"/>
              </a:rPr>
              <a:t> V1.0 believes 'I need to feel motivated to work.' V2.0 knows that motivation is irrelevant; output is purely a engineered system. </a:t>
            </a:r>
          </a:p>
          <a:p>
            <a:pPr lvl="0"/>
            <a:r>
              <a:rPr lang="en-US" sz="1200" b="1" kern="1200" dirty="0">
                <a:solidFill>
                  <a:schemeClr val="tx1"/>
                </a:solidFill>
                <a:effectLst/>
                <a:latin typeface="+mn-lt"/>
                <a:ea typeface="+mn-ea"/>
                <a:cs typeface="+mn-cs"/>
              </a:rPr>
              <a:t>Character Traits:</a:t>
            </a:r>
            <a:r>
              <a:rPr lang="en-US" sz="1200" kern="1200" dirty="0">
                <a:solidFill>
                  <a:schemeClr val="tx1"/>
                </a:solidFill>
                <a:effectLst/>
                <a:latin typeface="+mn-lt"/>
                <a:ea typeface="+mn-ea"/>
                <a:cs typeface="+mn-cs"/>
              </a:rPr>
              <a:t> V1.0 is easily bored, inconsistent, and reliant on comfort. V2.0 demonstrates ruthless focus, persistence, and instant recovery from minor friction. </a:t>
            </a:r>
          </a:p>
          <a:p>
            <a:pPr lvl="0"/>
            <a:r>
              <a:rPr lang="en-US" sz="1200" b="1" kern="1200" dirty="0">
                <a:solidFill>
                  <a:schemeClr val="tx1"/>
                </a:solidFill>
                <a:effectLst/>
                <a:latin typeface="+mn-lt"/>
                <a:ea typeface="+mn-ea"/>
                <a:cs typeface="+mn-cs"/>
              </a:rPr>
              <a:t>Skills:</a:t>
            </a:r>
            <a:r>
              <a:rPr lang="en-US" sz="1200" kern="1200" dirty="0">
                <a:solidFill>
                  <a:schemeClr val="tx1"/>
                </a:solidFill>
                <a:effectLst/>
                <a:latin typeface="+mn-lt"/>
                <a:ea typeface="+mn-ea"/>
                <a:cs typeface="+mn-cs"/>
              </a:rPr>
              <a:t> V1.0 spends energy on multitasking, consumption, and low-leverage busywork. V2.0 masters identifying high-leverage 'Signal' tasks and executing 60-minute deep work blocks.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5</a:t>
            </a:fld>
            <a:endParaRPr lang="en-US"/>
          </a:p>
        </p:txBody>
      </p:sp>
    </p:spTree>
    <p:extLst>
      <p:ext uri="{BB962C8B-B14F-4D97-AF65-F5344CB8AC3E}">
        <p14:creationId xmlns:p14="http://schemas.microsoft.com/office/powerpoint/2010/main" val="4198370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Environment will always triumph over willpower. If your physical workspace is flawed, your focus will fail. </a:t>
            </a:r>
          </a:p>
          <a:p>
            <a:pPr lvl="0"/>
            <a:r>
              <a:rPr lang="en-US" sz="1200" kern="1200" dirty="0">
                <a:solidFill>
                  <a:schemeClr val="tx1"/>
                </a:solidFill>
                <a:effectLst/>
                <a:latin typeface="+mn-lt"/>
                <a:ea typeface="+mn-ea"/>
                <a:cs typeface="+mn-cs"/>
              </a:rPr>
              <a:t>First, </a:t>
            </a:r>
            <a:r>
              <a:rPr lang="en-US" sz="1200" b="1" kern="1200" dirty="0">
                <a:solidFill>
                  <a:schemeClr val="tx1"/>
                </a:solidFill>
                <a:effectLst/>
                <a:latin typeface="+mn-lt"/>
                <a:ea typeface="+mn-ea"/>
                <a:cs typeface="+mn-cs"/>
              </a:rPr>
              <a:t>a single monitor</a:t>
            </a:r>
            <a:r>
              <a:rPr lang="en-US" sz="1200" kern="1200" dirty="0">
                <a:solidFill>
                  <a:schemeClr val="tx1"/>
                </a:solidFill>
                <a:effectLst/>
                <a:latin typeface="+mn-lt"/>
                <a:ea typeface="+mn-ea"/>
                <a:cs typeface="+mn-cs"/>
              </a:rPr>
              <a:t>. Multiple monitors split cognitive attention; one screen forces singular focus. </a:t>
            </a:r>
          </a:p>
          <a:p>
            <a:pPr lvl="0"/>
            <a:r>
              <a:rPr lang="en-US" sz="1200" kern="1200" dirty="0">
                <a:solidFill>
                  <a:schemeClr val="tx1"/>
                </a:solidFill>
                <a:effectLst/>
                <a:latin typeface="+mn-lt"/>
                <a:ea typeface="+mn-ea"/>
                <a:cs typeface="+mn-cs"/>
              </a:rPr>
              <a:t>Second, </a:t>
            </a:r>
            <a:r>
              <a:rPr lang="en-US" sz="1200" b="1" kern="1200" dirty="0">
                <a:solidFill>
                  <a:schemeClr val="tx1"/>
                </a:solidFill>
                <a:effectLst/>
                <a:latin typeface="+mn-lt"/>
                <a:ea typeface="+mn-ea"/>
                <a:cs typeface="+mn-cs"/>
              </a:rPr>
              <a:t>a physical timer</a:t>
            </a:r>
            <a:r>
              <a:rPr lang="en-US" sz="1200" kern="1200" dirty="0">
                <a:solidFill>
                  <a:schemeClr val="tx1"/>
                </a:solidFill>
                <a:effectLst/>
                <a:latin typeface="+mn-lt"/>
                <a:ea typeface="+mn-ea"/>
                <a:cs typeface="+mn-cs"/>
              </a:rPr>
              <a:t> sitting right beside your keyboard. It serves as a tactile, unambiguous trigger when entering a work block. </a:t>
            </a:r>
          </a:p>
          <a:p>
            <a:pPr lvl="0"/>
            <a:r>
              <a:rPr lang="en-US" sz="1200" kern="1200" dirty="0">
                <a:solidFill>
                  <a:schemeClr val="tx1"/>
                </a:solidFill>
                <a:effectLst/>
                <a:latin typeface="+mn-lt"/>
                <a:ea typeface="+mn-ea"/>
                <a:cs typeface="+mn-cs"/>
              </a:rPr>
              <a:t>Third, </a:t>
            </a:r>
            <a:r>
              <a:rPr lang="en-US" sz="1200" b="1" kern="1200" dirty="0">
                <a:solidFill>
                  <a:schemeClr val="tx1"/>
                </a:solidFill>
                <a:effectLst/>
                <a:latin typeface="+mn-lt"/>
                <a:ea typeface="+mn-ea"/>
                <a:cs typeface="+mn-cs"/>
              </a:rPr>
              <a:t>the Distraction Clicker</a:t>
            </a:r>
            <a:r>
              <a:rPr lang="en-US" sz="1200" kern="1200" dirty="0">
                <a:solidFill>
                  <a:schemeClr val="tx1"/>
                </a:solidFill>
                <a:effectLst/>
                <a:latin typeface="+mn-lt"/>
                <a:ea typeface="+mn-ea"/>
                <a:cs typeface="+mn-cs"/>
              </a:rPr>
              <a:t>—a manual tally counter to log every time your mind wanders or you attempt to check a secondary tab. </a:t>
            </a:r>
          </a:p>
          <a:p>
            <a:pPr lvl="0"/>
            <a:r>
              <a:rPr lang="en-US" sz="1200" kern="1200" dirty="0">
                <a:solidFill>
                  <a:schemeClr val="tx1"/>
                </a:solidFill>
                <a:effectLst/>
                <a:latin typeface="+mn-lt"/>
                <a:ea typeface="+mn-ea"/>
                <a:cs typeface="+mn-cs"/>
              </a:rPr>
              <a:t>Fourth, </a:t>
            </a:r>
            <a:r>
              <a:rPr lang="en-US" sz="1200" b="1" kern="1200" dirty="0">
                <a:solidFill>
                  <a:schemeClr val="tx1"/>
                </a:solidFill>
                <a:effectLst/>
                <a:latin typeface="+mn-lt"/>
                <a:ea typeface="+mn-ea"/>
                <a:cs typeface="+mn-cs"/>
              </a:rPr>
              <a:t>climate control</a:t>
            </a:r>
            <a:r>
              <a:rPr lang="en-US" sz="1200" kern="1200" dirty="0">
                <a:solidFill>
                  <a:schemeClr val="tx1"/>
                </a:solidFill>
                <a:effectLst/>
                <a:latin typeface="+mn-lt"/>
                <a:ea typeface="+mn-ea"/>
                <a:cs typeface="+mn-cs"/>
              </a:rPr>
              <a:t> set rigidly between 21–23°C (70–73°F) to maintain optimal alertness, combined with a visual </a:t>
            </a:r>
            <a:r>
              <a:rPr lang="en-US" sz="1200" b="1" kern="1200" dirty="0">
                <a:solidFill>
                  <a:schemeClr val="tx1"/>
                </a:solidFill>
                <a:effectLst/>
                <a:latin typeface="+mn-lt"/>
                <a:ea typeface="+mn-ea"/>
                <a:cs typeface="+mn-cs"/>
              </a:rPr>
              <a:t>Wall of Proof</a:t>
            </a:r>
            <a:r>
              <a:rPr lang="en-US" sz="1200" kern="1200" dirty="0">
                <a:solidFill>
                  <a:schemeClr val="tx1"/>
                </a:solidFill>
                <a:effectLst/>
                <a:latin typeface="+mn-lt"/>
                <a:ea typeface="+mn-ea"/>
                <a:cs typeface="+mn-cs"/>
              </a:rPr>
              <a:t> directly behind your monitor.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6</a:t>
            </a:fld>
            <a:endParaRPr lang="en-US"/>
          </a:p>
        </p:txBody>
      </p:sp>
    </p:spTree>
    <p:extLst>
      <p:ext uri="{BB962C8B-B14F-4D97-AF65-F5344CB8AC3E}">
        <p14:creationId xmlns:p14="http://schemas.microsoft.com/office/powerpoint/2010/main" val="575793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Physical setup is half the battle; the digital environment is where most modern knowledge workers fall apart. We implement a strict 3-layer digital firewall. </a:t>
            </a:r>
          </a:p>
          <a:p>
            <a:pPr lvl="0"/>
            <a:r>
              <a:rPr lang="en-US" sz="1200" b="1" kern="1200" dirty="0">
                <a:solidFill>
                  <a:schemeClr val="tx1"/>
                </a:solidFill>
                <a:effectLst/>
                <a:latin typeface="+mn-lt"/>
                <a:ea typeface="+mn-ea"/>
                <a:cs typeface="+mn-cs"/>
              </a:rPr>
              <a:t>Layer 1 (Device Level):</a:t>
            </a:r>
            <a:r>
              <a:rPr lang="en-US" sz="1200" kern="1200" dirty="0">
                <a:solidFill>
                  <a:schemeClr val="tx1"/>
                </a:solidFill>
                <a:effectLst/>
                <a:latin typeface="+mn-lt"/>
                <a:ea typeface="+mn-ea"/>
                <a:cs typeface="+mn-cs"/>
              </a:rPr>
              <a:t> Physical separation of the smartphone. Put it in another room. Combine this with physical hardware blockers like Brick or apps like Opal. </a:t>
            </a:r>
          </a:p>
          <a:p>
            <a:pPr lvl="0"/>
            <a:r>
              <a:rPr lang="en-US" sz="1200" b="1" kern="1200" dirty="0">
                <a:solidFill>
                  <a:schemeClr val="tx1"/>
                </a:solidFill>
                <a:effectLst/>
                <a:latin typeface="+mn-lt"/>
                <a:ea typeface="+mn-ea"/>
                <a:cs typeface="+mn-cs"/>
              </a:rPr>
              <a:t>Layer 2 (OS Level):</a:t>
            </a:r>
            <a:r>
              <a:rPr lang="en-US" sz="1200" kern="1200" dirty="0">
                <a:solidFill>
                  <a:schemeClr val="tx1"/>
                </a:solidFill>
                <a:effectLst/>
                <a:latin typeface="+mn-lt"/>
                <a:ea typeface="+mn-ea"/>
                <a:cs typeface="+mn-cs"/>
              </a:rPr>
              <a:t> Software like </a:t>
            </a:r>
            <a:r>
              <a:rPr lang="en-US" sz="1200" kern="1200" dirty="0" err="1">
                <a:solidFill>
                  <a:schemeClr val="tx1"/>
                </a:solidFill>
                <a:effectLst/>
                <a:latin typeface="+mn-lt"/>
                <a:ea typeface="+mn-ea"/>
                <a:cs typeface="+mn-cs"/>
              </a:rPr>
              <a:t>FocusMe</a:t>
            </a:r>
            <a:r>
              <a:rPr lang="en-US" sz="1200" kern="1200" dirty="0">
                <a:solidFill>
                  <a:schemeClr val="tx1"/>
                </a:solidFill>
                <a:effectLst/>
                <a:latin typeface="+mn-lt"/>
                <a:ea typeface="+mn-ea"/>
                <a:cs typeface="+mn-cs"/>
              </a:rPr>
              <a:t> engaged on your desktop. It hard-blocks distracting applications and news portals, disabling all notifications except whitelisted emergency contacts. </a:t>
            </a:r>
          </a:p>
          <a:p>
            <a:pPr lvl="0"/>
            <a:r>
              <a:rPr lang="en-US" sz="1200" b="1" kern="1200" dirty="0">
                <a:solidFill>
                  <a:schemeClr val="tx1"/>
                </a:solidFill>
                <a:effectLst/>
                <a:latin typeface="+mn-lt"/>
                <a:ea typeface="+mn-ea"/>
                <a:cs typeface="+mn-cs"/>
              </a:rPr>
              <a:t>Layer 3 (Browser Level):</a:t>
            </a:r>
            <a:r>
              <a:rPr lang="en-US" sz="1200" kern="1200" dirty="0">
                <a:solidFill>
                  <a:schemeClr val="tx1"/>
                </a:solidFill>
                <a:effectLst/>
                <a:latin typeface="+mn-lt"/>
                <a:ea typeface="+mn-ea"/>
                <a:cs typeface="+mn-cs"/>
              </a:rPr>
              <a:t> Use a tab-limiter extension set to a hard maximum of 3 open tabs, along with feed blockers on sites like YouTube or LinkedIn.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7</a:t>
            </a:fld>
            <a:endParaRPr lang="en-US"/>
          </a:p>
        </p:txBody>
      </p:sp>
    </p:spTree>
    <p:extLst>
      <p:ext uri="{BB962C8B-B14F-4D97-AF65-F5344CB8AC3E}">
        <p14:creationId xmlns:p14="http://schemas.microsoft.com/office/powerpoint/2010/main" val="4284262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This is the core architecture of your workday: The Sacred 5-Hour Block. </a:t>
            </a:r>
          </a:p>
          <a:p>
            <a:pPr lvl="0"/>
            <a:r>
              <a:rPr lang="en-US" sz="1200" kern="1200" dirty="0">
                <a:solidFill>
                  <a:schemeClr val="tx1"/>
                </a:solidFill>
                <a:effectLst/>
                <a:latin typeface="+mn-lt"/>
                <a:ea typeface="+mn-ea"/>
                <a:cs typeface="+mn-cs"/>
              </a:rPr>
              <a:t>It begins with a 30-minute 'Boot Sequence' (morning routine), followed by four 60-minute deep work blocks separated by 10-minute recovery breaks. </a:t>
            </a:r>
          </a:p>
          <a:p>
            <a:pPr lvl="0"/>
            <a:r>
              <a:rPr lang="en-US" sz="1200" kern="1200" dirty="0">
                <a:solidFill>
                  <a:schemeClr val="tx1"/>
                </a:solidFill>
                <a:effectLst/>
                <a:latin typeface="+mn-lt"/>
                <a:ea typeface="+mn-ea"/>
                <a:cs typeface="+mn-cs"/>
              </a:rPr>
              <a:t>Now, memorize </a:t>
            </a:r>
            <a:r>
              <a:rPr lang="en-US" sz="1200" b="1" kern="1200" dirty="0">
                <a:solidFill>
                  <a:schemeClr val="tx1"/>
                </a:solidFill>
                <a:effectLst/>
                <a:latin typeface="+mn-lt"/>
                <a:ea typeface="+mn-ea"/>
                <a:cs typeface="+mn-cs"/>
              </a:rPr>
              <a:t>The Golden Rule</a:t>
            </a:r>
            <a:r>
              <a:rPr lang="en-US" sz="1200" kern="1200" dirty="0">
                <a:solidFill>
                  <a:schemeClr val="tx1"/>
                </a:solidFill>
                <a:effectLst/>
                <a:latin typeface="+mn-lt"/>
                <a:ea typeface="+mn-ea"/>
                <a:cs typeface="+mn-cs"/>
              </a:rPr>
              <a:t>: Zero meetings, zero emails, and zero reactive work until these 4 hours of pure Signal are complete. </a:t>
            </a:r>
          </a:p>
          <a:p>
            <a:pPr lvl="0"/>
            <a:r>
              <a:rPr lang="en-US" sz="1200" kern="1200" dirty="0">
                <a:solidFill>
                  <a:schemeClr val="tx1"/>
                </a:solidFill>
                <a:effectLst/>
                <a:latin typeface="+mn-lt"/>
                <a:ea typeface="+mn-ea"/>
                <a:cs typeface="+mn-cs"/>
              </a:rPr>
              <a:t>If you do not proactively block this time on your calendar, the world around you will steal it.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8</a:t>
            </a:fld>
            <a:endParaRPr lang="en-US"/>
          </a:p>
        </p:txBody>
      </p:sp>
    </p:spTree>
    <p:extLst>
      <p:ext uri="{BB962C8B-B14F-4D97-AF65-F5344CB8AC3E}">
        <p14:creationId xmlns:p14="http://schemas.microsoft.com/office/powerpoint/2010/main" val="4107220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you start the morning dictates the trajectory of your entire day. Instead of randomly waking up and checking emails, you execute an engineered 30-minute Boot Sequence. </a:t>
            </a:r>
          </a:p>
          <a:p>
            <a:pPr lvl="0"/>
            <a:r>
              <a:rPr lang="en-US" sz="1200" b="1" kern="1200" dirty="0">
                <a:solidFill>
                  <a:schemeClr val="tx1"/>
                </a:solidFill>
                <a:effectLst/>
                <a:latin typeface="+mn-lt"/>
                <a:ea typeface="+mn-ea"/>
                <a:cs typeface="+mn-cs"/>
              </a:rPr>
              <a:t>Minutes 0–20:</a:t>
            </a:r>
            <a:r>
              <a:rPr lang="en-US" sz="1200" kern="1200" dirty="0">
                <a:solidFill>
                  <a:schemeClr val="tx1"/>
                </a:solidFill>
                <a:effectLst/>
                <a:latin typeface="+mn-lt"/>
                <a:ea typeface="+mn-ea"/>
                <a:cs typeface="+mn-cs"/>
              </a:rPr>
              <a:t> Incline walk on a treadmill while hydrating with 1L of water and listening to auto-suggestion audio. </a:t>
            </a:r>
          </a:p>
          <a:p>
            <a:pPr lvl="0"/>
            <a:r>
              <a:rPr lang="en-US" sz="1200" b="1" kern="1200" dirty="0">
                <a:solidFill>
                  <a:schemeClr val="tx1"/>
                </a:solidFill>
                <a:effectLst/>
                <a:latin typeface="+mn-lt"/>
                <a:ea typeface="+mn-ea"/>
                <a:cs typeface="+mn-cs"/>
              </a:rPr>
              <a:t>Minutes 20–25:</a:t>
            </a:r>
            <a:r>
              <a:rPr lang="en-US" sz="1200" kern="1200" dirty="0">
                <a:solidFill>
                  <a:schemeClr val="tx1"/>
                </a:solidFill>
                <a:effectLst/>
                <a:latin typeface="+mn-lt"/>
                <a:ea typeface="+mn-ea"/>
                <a:cs typeface="+mn-cs"/>
              </a:rPr>
              <a:t> Write your 'War Map'—identifying the exact 3 to 5 hourly tasks you will complete today. </a:t>
            </a:r>
          </a:p>
          <a:p>
            <a:pPr lvl="0"/>
            <a:r>
              <a:rPr lang="en-US" sz="1200" b="1" kern="1200" dirty="0">
                <a:solidFill>
                  <a:schemeClr val="tx1"/>
                </a:solidFill>
                <a:effectLst/>
                <a:latin typeface="+mn-lt"/>
                <a:ea typeface="+mn-ea"/>
                <a:cs typeface="+mn-cs"/>
              </a:rPr>
              <a:t>Minutes 25–30:</a:t>
            </a:r>
            <a:r>
              <a:rPr lang="en-US" sz="1200" kern="1200" dirty="0">
                <a:solidFill>
                  <a:schemeClr val="tx1"/>
                </a:solidFill>
                <a:effectLst/>
                <a:latin typeface="+mn-lt"/>
                <a:ea typeface="+mn-ea"/>
                <a:cs typeface="+mn-cs"/>
              </a:rPr>
              <a:t> Targeted stretching to prepare your body for long periods of focus, followed by sitting at your desk to trigger the first block.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9</a:t>
            </a:fld>
            <a:endParaRPr lang="en-US"/>
          </a:p>
        </p:txBody>
      </p:sp>
    </p:spTree>
    <p:extLst>
      <p:ext uri="{BB962C8B-B14F-4D97-AF65-F5344CB8AC3E}">
        <p14:creationId xmlns:p14="http://schemas.microsoft.com/office/powerpoint/2010/main" val="4279564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Once seated, you execute individual 60-minute sprints structured around James Clear's 4 Laws of Behavior Change. </a:t>
            </a:r>
          </a:p>
          <a:p>
            <a:pPr lvl="0"/>
            <a:r>
              <a:rPr lang="en-US" sz="1200" b="1" kern="1200" dirty="0">
                <a:solidFill>
                  <a:schemeClr val="tx1"/>
                </a:solidFill>
                <a:effectLst/>
                <a:latin typeface="+mn-lt"/>
                <a:ea typeface="+mn-ea"/>
                <a:cs typeface="+mn-cs"/>
              </a:rPr>
              <a:t>Step 1 (Cue):</a:t>
            </a:r>
            <a:r>
              <a:rPr lang="en-US" sz="1200" kern="1200" dirty="0">
                <a:solidFill>
                  <a:schemeClr val="tx1"/>
                </a:solidFill>
                <a:effectLst/>
                <a:latin typeface="+mn-lt"/>
                <a:ea typeface="+mn-ea"/>
                <a:cs typeface="+mn-cs"/>
              </a:rPr>
              <a:t> Press start on the physical 60-minute timer. </a:t>
            </a:r>
          </a:p>
          <a:p>
            <a:pPr lvl="0"/>
            <a:r>
              <a:rPr lang="en-US" sz="1200" b="1" kern="1200" dirty="0">
                <a:solidFill>
                  <a:schemeClr val="tx1"/>
                </a:solidFill>
                <a:effectLst/>
                <a:latin typeface="+mn-lt"/>
                <a:ea typeface="+mn-ea"/>
                <a:cs typeface="+mn-cs"/>
              </a:rPr>
              <a:t>Step 2 (Response):</a:t>
            </a:r>
            <a:r>
              <a:rPr lang="en-US" sz="1200" kern="1200" dirty="0">
                <a:solidFill>
                  <a:schemeClr val="tx1"/>
                </a:solidFill>
                <a:effectLst/>
                <a:latin typeface="+mn-lt"/>
                <a:ea typeface="+mn-ea"/>
                <a:cs typeface="+mn-cs"/>
              </a:rPr>
              <a:t> Execute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the single pre-planned task on your War Map. Click the physical counter every time your mind wanders. </a:t>
            </a:r>
          </a:p>
          <a:p>
            <a:pPr lvl="0"/>
            <a:r>
              <a:rPr lang="en-US" sz="1200" b="1" kern="1200" dirty="0">
                <a:solidFill>
                  <a:schemeClr val="tx1"/>
                </a:solidFill>
                <a:effectLst/>
                <a:latin typeface="+mn-lt"/>
                <a:ea typeface="+mn-ea"/>
                <a:cs typeface="+mn-cs"/>
              </a:rPr>
              <a:t>Step 3 (Reward):</a:t>
            </a:r>
            <a:r>
              <a:rPr lang="en-US" sz="1200" kern="1200" dirty="0">
                <a:solidFill>
                  <a:schemeClr val="tx1"/>
                </a:solidFill>
                <a:effectLst/>
                <a:latin typeface="+mn-lt"/>
                <a:ea typeface="+mn-ea"/>
                <a:cs typeface="+mn-cs"/>
              </a:rPr>
              <a:t> When the timer rings, write your completed hourly output on a sticky note and stick it to your Wall of Proof. </a:t>
            </a:r>
          </a:p>
          <a:p>
            <a:pPr lvl="0"/>
            <a:r>
              <a:rPr lang="en-US" sz="1200" b="1" kern="1200" dirty="0">
                <a:solidFill>
                  <a:schemeClr val="tx1"/>
                </a:solidFill>
                <a:effectLst/>
                <a:latin typeface="+mn-lt"/>
                <a:ea typeface="+mn-ea"/>
                <a:cs typeface="+mn-cs"/>
              </a:rPr>
              <a:t>Step 4 (Craving/Break):</a:t>
            </a:r>
            <a:r>
              <a:rPr lang="en-US" sz="1200" kern="1200" dirty="0">
                <a:solidFill>
                  <a:schemeClr val="tx1"/>
                </a:solidFill>
                <a:effectLst/>
                <a:latin typeface="+mn-lt"/>
                <a:ea typeface="+mn-ea"/>
                <a:cs typeface="+mn-cs"/>
              </a:rPr>
              <a:t> Step away from all screens for a 10-minute break to reset your mind.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10</a:t>
            </a:fld>
            <a:endParaRPr lang="en-US"/>
          </a:p>
        </p:txBody>
      </p:sp>
    </p:spTree>
    <p:extLst>
      <p:ext uri="{BB962C8B-B14F-4D97-AF65-F5344CB8AC3E}">
        <p14:creationId xmlns:p14="http://schemas.microsoft.com/office/powerpoint/2010/main" val="1445918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What gets measured gets managed. To ensure quality remains high, we measure both </a:t>
            </a:r>
            <a:r>
              <a:rPr lang="en-US" sz="1200" b="1" kern="1200" dirty="0">
                <a:solidFill>
                  <a:schemeClr val="tx1"/>
                </a:solidFill>
                <a:effectLst/>
                <a:latin typeface="+mn-lt"/>
                <a:ea typeface="+mn-ea"/>
                <a:cs typeface="+mn-cs"/>
              </a:rPr>
              <a:t>Quantity</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Quality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Quantity Tracking:</a:t>
            </a:r>
            <a:r>
              <a:rPr lang="en-US" sz="1200" kern="1200" dirty="0">
                <a:solidFill>
                  <a:schemeClr val="tx1"/>
                </a:solidFill>
                <a:effectLst/>
                <a:latin typeface="+mn-lt"/>
                <a:ea typeface="+mn-ea"/>
                <a:cs typeface="+mn-cs"/>
              </a:rPr>
              <a:t> Every hour logged is recorded in a tracking spreadsheet and shared with an accountability group or leaderboard. </a:t>
            </a:r>
          </a:p>
          <a:p>
            <a:pPr lvl="0"/>
            <a:r>
              <a:rPr lang="en-US" sz="1200" b="1" kern="1200" dirty="0">
                <a:solidFill>
                  <a:schemeClr val="tx1"/>
                </a:solidFill>
                <a:effectLst/>
                <a:latin typeface="+mn-lt"/>
                <a:ea typeface="+mn-ea"/>
                <a:cs typeface="+mn-cs"/>
              </a:rPr>
              <a:t>Quality Tracking:</a:t>
            </a:r>
            <a:r>
              <a:rPr lang="en-US" sz="1200" kern="1200" dirty="0">
                <a:solidFill>
                  <a:schemeClr val="tx1"/>
                </a:solidFill>
                <a:effectLst/>
                <a:latin typeface="+mn-lt"/>
                <a:ea typeface="+mn-ea"/>
                <a:cs typeface="+mn-cs"/>
              </a:rPr>
              <a:t> Your distraction clicker provides direct feedback. 14 clicks in an hour means low focus; 2 clicks means high signal integrity. </a:t>
            </a:r>
          </a:p>
          <a:p>
            <a:pPr lvl="0"/>
            <a:r>
              <a:rPr lang="en-US" sz="1200" kern="1200" dirty="0">
                <a:solidFill>
                  <a:schemeClr val="tx1"/>
                </a:solidFill>
                <a:effectLst/>
                <a:latin typeface="+mn-lt"/>
                <a:ea typeface="+mn-ea"/>
                <a:cs typeface="+mn-cs"/>
              </a:rPr>
              <a:t>By tracking the triggers of those clicks (e.g., boredom, phone buzzes), you can patch security holes in your operating system.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11</a:t>
            </a:fld>
            <a:endParaRPr lang="en-US"/>
          </a:p>
        </p:txBody>
      </p:sp>
    </p:spTree>
    <p:extLst>
      <p:ext uri="{BB962C8B-B14F-4D97-AF65-F5344CB8AC3E}">
        <p14:creationId xmlns:p14="http://schemas.microsoft.com/office/powerpoint/2010/main" val="1783206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Wall of Proof serves as an undeniable visual feedback mechanism. </a:t>
            </a:r>
          </a:p>
          <a:p>
            <a:pPr lvl="0"/>
            <a:r>
              <a:rPr lang="en-US" sz="1200" kern="1200" dirty="0">
                <a:solidFill>
                  <a:schemeClr val="tx1"/>
                </a:solidFill>
                <a:effectLst/>
                <a:latin typeface="+mn-lt"/>
                <a:ea typeface="+mn-ea"/>
                <a:cs typeface="+mn-cs"/>
              </a:rPr>
              <a:t>It combines </a:t>
            </a:r>
            <a:r>
              <a:rPr lang="en-US" sz="1200" b="1" kern="1200" dirty="0">
                <a:solidFill>
                  <a:schemeClr val="tx1"/>
                </a:solidFill>
                <a:effectLst/>
                <a:latin typeface="+mn-lt"/>
                <a:ea typeface="+mn-ea"/>
                <a:cs typeface="+mn-cs"/>
              </a:rPr>
              <a:t>The Vision</a:t>
            </a:r>
            <a:r>
              <a:rPr lang="en-US" sz="1200" kern="1200" dirty="0">
                <a:solidFill>
                  <a:schemeClr val="tx1"/>
                </a:solidFill>
                <a:effectLst/>
                <a:latin typeface="+mn-lt"/>
                <a:ea typeface="+mn-ea"/>
                <a:cs typeface="+mn-cs"/>
              </a:rPr>
              <a:t> (your 10X goals and visual board), </a:t>
            </a:r>
            <a:r>
              <a:rPr lang="en-US" sz="1200" b="1" kern="1200" dirty="0">
                <a:solidFill>
                  <a:schemeClr val="tx1"/>
                </a:solidFill>
                <a:effectLst/>
                <a:latin typeface="+mn-lt"/>
                <a:ea typeface="+mn-ea"/>
                <a:cs typeface="+mn-cs"/>
              </a:rPr>
              <a:t>The Software</a:t>
            </a:r>
            <a:r>
              <a:rPr lang="en-US" sz="1200" kern="1200" dirty="0">
                <a:solidFill>
                  <a:schemeClr val="tx1"/>
                </a:solidFill>
                <a:effectLst/>
                <a:latin typeface="+mn-lt"/>
                <a:ea typeface="+mn-ea"/>
                <a:cs typeface="+mn-cs"/>
              </a:rPr>
              <a:t> (your V2.0 identity document), and </a:t>
            </a:r>
            <a:r>
              <a:rPr lang="en-US" sz="1200" b="1" kern="1200" dirty="0">
                <a:solidFill>
                  <a:schemeClr val="tx1"/>
                </a:solidFill>
                <a:effectLst/>
                <a:latin typeface="+mn-lt"/>
                <a:ea typeface="+mn-ea"/>
                <a:cs typeface="+mn-cs"/>
              </a:rPr>
              <a:t>The Proof</a:t>
            </a:r>
            <a:r>
              <a:rPr lang="en-US" sz="1200" kern="1200" dirty="0">
                <a:solidFill>
                  <a:schemeClr val="tx1"/>
                </a:solidFill>
                <a:effectLst/>
                <a:latin typeface="+mn-lt"/>
                <a:ea typeface="+mn-ea"/>
                <a:cs typeface="+mn-cs"/>
              </a:rPr>
              <a:t> (a massive grid of sticky notes and unbroken calendar streaks). </a:t>
            </a:r>
          </a:p>
          <a:p>
            <a:pPr lvl="0"/>
            <a:r>
              <a:rPr lang="en-US" sz="1200" kern="1200" dirty="0">
                <a:solidFill>
                  <a:schemeClr val="tx1"/>
                </a:solidFill>
                <a:effectLst/>
                <a:latin typeface="+mn-lt"/>
                <a:ea typeface="+mn-ea"/>
                <a:cs typeface="+mn-cs"/>
              </a:rPr>
              <a:t>When you look up from your screen and see hundreds of sticky notes representing hours of deep work, it becomes mathematically impossible to view yourself as lazy or undisciplined.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12</a:t>
            </a:fld>
            <a:endParaRPr lang="en-US"/>
          </a:p>
        </p:txBody>
      </p:sp>
    </p:spTree>
    <p:extLst>
      <p:ext uri="{BB962C8B-B14F-4D97-AF65-F5344CB8AC3E}">
        <p14:creationId xmlns:p14="http://schemas.microsoft.com/office/powerpoint/2010/main" val="11945065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powerful morning requires a clean, structured evening shutdown. </a:t>
            </a:r>
          </a:p>
          <a:p>
            <a:pPr lvl="0"/>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Reset your environment—clear the desk, toss trash, and prepare tomorrow's clothes. </a:t>
            </a:r>
          </a:p>
          <a:p>
            <a:pPr lvl="0"/>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Calculate execution efficiency. Did a planned 5-hour task take 7 hours? Figure out why. </a:t>
            </a:r>
          </a:p>
          <a:p>
            <a:pPr lvl="0"/>
            <a:r>
              <a:rPr lang="en-US" sz="1200" b="1" kern="1200" dirty="0">
                <a:solidFill>
                  <a:schemeClr val="tx1"/>
                </a:solidFill>
                <a:effectLst/>
                <a:latin typeface="+mn-lt"/>
                <a:ea typeface="+mn-ea"/>
                <a:cs typeface="+mn-cs"/>
              </a:rPr>
              <a:t>Step 3:</a:t>
            </a:r>
            <a:r>
              <a:rPr lang="en-US" sz="1200" kern="1200" dirty="0">
                <a:solidFill>
                  <a:schemeClr val="tx1"/>
                </a:solidFill>
                <a:effectLst/>
                <a:latin typeface="+mn-lt"/>
                <a:ea typeface="+mn-ea"/>
                <a:cs typeface="+mn-cs"/>
              </a:rPr>
              <a:t> The 'Worry List'—dump all unresolved thoughts, tasks, and tax/admin stress into a digital note to clear your mental RAM. </a:t>
            </a:r>
          </a:p>
          <a:p>
            <a:pPr lvl="0"/>
            <a:r>
              <a:rPr lang="en-US" sz="1200" b="1" kern="1200" dirty="0">
                <a:solidFill>
                  <a:schemeClr val="tx1"/>
                </a:solidFill>
                <a:effectLst/>
                <a:latin typeface="+mn-lt"/>
                <a:ea typeface="+mn-ea"/>
                <a:cs typeface="+mn-cs"/>
              </a:rPr>
              <a:t>Step 4:</a:t>
            </a:r>
            <a:r>
              <a:rPr lang="en-US" sz="1200" kern="1200" dirty="0">
                <a:solidFill>
                  <a:schemeClr val="tx1"/>
                </a:solidFill>
                <a:effectLst/>
                <a:latin typeface="+mn-lt"/>
                <a:ea typeface="+mn-ea"/>
                <a:cs typeface="+mn-cs"/>
              </a:rPr>
              <a:t> Protect sleep—phones outside the room, cold temperature (17–19°C), and a pitch-black environment.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13</a:t>
            </a:fld>
            <a:endParaRPr lang="en-US"/>
          </a:p>
        </p:txBody>
      </p:sp>
    </p:spTree>
    <p:extLst>
      <p:ext uri="{BB962C8B-B14F-4D97-AF65-F5344CB8AC3E}">
        <p14:creationId xmlns:p14="http://schemas.microsoft.com/office/powerpoint/2010/main" val="672760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Once you master the basic 4-hour daily execution loop, you can begin </a:t>
            </a:r>
            <a:r>
              <a:rPr lang="en-US" sz="1200" b="1" kern="1200" dirty="0">
                <a:solidFill>
                  <a:schemeClr val="tx1"/>
                </a:solidFill>
                <a:effectLst/>
                <a:latin typeface="+mn-lt"/>
                <a:ea typeface="+mn-ea"/>
                <a:cs typeface="+mn-cs"/>
              </a:rPr>
              <a:t>overclocking</a:t>
            </a:r>
            <a:r>
              <a:rPr lang="en-US" sz="1200" kern="1200" dirty="0">
                <a:solidFill>
                  <a:schemeClr val="tx1"/>
                </a:solidFill>
                <a:effectLst/>
                <a:latin typeface="+mn-lt"/>
                <a:ea typeface="+mn-ea"/>
                <a:cs typeface="+mn-cs"/>
              </a:rPr>
              <a:t> across four quadrants: </a:t>
            </a:r>
          </a:p>
          <a:p>
            <a:pPr lvl="0"/>
            <a:r>
              <a:rPr lang="en-US" sz="1200" b="1" kern="1200" dirty="0">
                <a:solidFill>
                  <a:schemeClr val="tx1"/>
                </a:solidFill>
                <a:effectLst/>
                <a:latin typeface="+mn-lt"/>
                <a:ea typeface="+mn-ea"/>
                <a:cs typeface="+mn-cs"/>
              </a:rPr>
              <a:t>Q1 (Volume):</a:t>
            </a:r>
            <a:r>
              <a:rPr lang="en-US" sz="1200" kern="1200" dirty="0">
                <a:solidFill>
                  <a:schemeClr val="tx1"/>
                </a:solidFill>
                <a:effectLst/>
                <a:latin typeface="+mn-lt"/>
                <a:ea typeface="+mn-ea"/>
                <a:cs typeface="+mn-cs"/>
              </a:rPr>
              <a:t> Expand 60-minute blocks into unbroken 120-minute sprints, or run 100-hour 'Magnum Opus' sprints over 14 days. </a:t>
            </a:r>
          </a:p>
          <a:p>
            <a:pPr lvl="0"/>
            <a:r>
              <a:rPr lang="en-US" sz="1200" b="1" kern="1200" dirty="0">
                <a:solidFill>
                  <a:schemeClr val="tx1"/>
                </a:solidFill>
                <a:effectLst/>
                <a:latin typeface="+mn-lt"/>
                <a:ea typeface="+mn-ea"/>
                <a:cs typeface="+mn-cs"/>
              </a:rPr>
              <a:t>Q2 (Quality):</a:t>
            </a:r>
            <a:r>
              <a:rPr lang="en-US" sz="1200" kern="1200" dirty="0">
                <a:solidFill>
                  <a:schemeClr val="tx1"/>
                </a:solidFill>
                <a:effectLst/>
                <a:latin typeface="+mn-lt"/>
                <a:ea typeface="+mn-ea"/>
                <a:cs typeface="+mn-cs"/>
              </a:rPr>
              <a:t> Optimize your physiology—sub-15% body fat, strict nutrition, and heat regulation to eliminate brain fog. </a:t>
            </a:r>
          </a:p>
          <a:p>
            <a:pPr lvl="0"/>
            <a:r>
              <a:rPr lang="en-US" sz="1200" b="1" kern="1200" dirty="0">
                <a:solidFill>
                  <a:schemeClr val="tx1"/>
                </a:solidFill>
                <a:effectLst/>
                <a:latin typeface="+mn-lt"/>
                <a:ea typeface="+mn-ea"/>
                <a:cs typeface="+mn-cs"/>
              </a:rPr>
              <a:t>Q3 (Leverage):</a:t>
            </a:r>
            <a:r>
              <a:rPr lang="en-US" sz="1200" kern="1200" dirty="0">
                <a:solidFill>
                  <a:schemeClr val="tx1"/>
                </a:solidFill>
                <a:effectLst/>
                <a:latin typeface="+mn-lt"/>
                <a:ea typeface="+mn-ea"/>
                <a:cs typeface="+mn-cs"/>
              </a:rPr>
              <a:t> Multiply output using code, AI tools, capital, and dedicated Executive Assistants. </a:t>
            </a:r>
          </a:p>
          <a:p>
            <a:pPr lvl="0"/>
            <a:r>
              <a:rPr lang="en-US" sz="1200" b="1" kern="1200" dirty="0">
                <a:solidFill>
                  <a:schemeClr val="tx1"/>
                </a:solidFill>
                <a:effectLst/>
                <a:latin typeface="+mn-lt"/>
                <a:ea typeface="+mn-ea"/>
                <a:cs typeface="+mn-cs"/>
              </a:rPr>
              <a:t>Q4 (Anti-Fragility):</a:t>
            </a:r>
            <a:r>
              <a:rPr lang="en-US" sz="1200" kern="1200" dirty="0">
                <a:solidFill>
                  <a:schemeClr val="tx1"/>
                </a:solidFill>
                <a:effectLst/>
                <a:latin typeface="+mn-lt"/>
                <a:ea typeface="+mn-ea"/>
                <a:cs typeface="+mn-cs"/>
              </a:rPr>
              <a:t> Build the capacity to hit your 4-hour deep work goal anywhere—whether traveling, during disruptions, or on holidays.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14</a:t>
            </a:fld>
            <a:endParaRPr lang="en-US"/>
          </a:p>
        </p:txBody>
      </p:sp>
    </p:spTree>
    <p:extLst>
      <p:ext uri="{BB962C8B-B14F-4D97-AF65-F5344CB8AC3E}">
        <p14:creationId xmlns:p14="http://schemas.microsoft.com/office/powerpoint/2010/main" val="1207569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This entire framework operates as a self-perpetuating flywheel. </a:t>
            </a:r>
          </a:p>
          <a:p>
            <a:pPr lvl="0"/>
            <a:r>
              <a:rPr lang="en-US" sz="1200" kern="1200" dirty="0">
                <a:solidFill>
                  <a:schemeClr val="tx1"/>
                </a:solidFill>
                <a:effectLst/>
                <a:latin typeface="+mn-lt"/>
                <a:ea typeface="+mn-ea"/>
                <a:cs typeface="+mn-cs"/>
              </a:rPr>
              <a:t>A better environment leads to frictionless deep work. Deep work generates tangible proof (sticky notes, metrics). Tangible proof reinforces your V2.0 self-image. A stronger self-image makes execution effortless tomorrow. </a:t>
            </a:r>
          </a:p>
          <a:p>
            <a:pPr lvl="0"/>
            <a:r>
              <a:rPr lang="en-US" sz="1200" kern="1200" dirty="0">
                <a:solidFill>
                  <a:schemeClr val="tx1"/>
                </a:solidFill>
                <a:effectLst/>
                <a:latin typeface="+mn-lt"/>
                <a:ea typeface="+mn-ea"/>
                <a:cs typeface="+mn-cs"/>
              </a:rPr>
              <a:t>This is not a temporary 30-day productivity challenge—it is a permanent operating system for fulfilling your ultimate potential. </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15</a:t>
            </a:fld>
            <a:endParaRPr lang="en-US"/>
          </a:p>
        </p:txBody>
      </p:sp>
    </p:spTree>
    <p:extLst>
      <p:ext uri="{BB962C8B-B14F-4D97-AF65-F5344CB8AC3E}">
        <p14:creationId xmlns:p14="http://schemas.microsoft.com/office/powerpoint/2010/main" val="2209545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wrap up our breakdown, look at this complete architecture map. </a:t>
            </a:r>
          </a:p>
          <a:p>
            <a:pPr lvl="0"/>
            <a:r>
              <a:rPr lang="en-US" sz="1200" kern="1200" dirty="0">
                <a:solidFill>
                  <a:schemeClr val="tx1"/>
                </a:solidFill>
                <a:effectLst/>
                <a:latin typeface="+mn-lt"/>
                <a:ea typeface="+mn-ea"/>
                <a:cs typeface="+mn-cs"/>
              </a:rPr>
              <a:t>It brings everything together: identifying your primary bottleneck using the Theory of Constraints, protecting the 4-Hour Goldilocks standard, executing 60/10 sprints, and eliminating digital and physical friction. </a:t>
            </a:r>
          </a:p>
          <a:p>
            <a:pPr lvl="0"/>
            <a:r>
              <a:rPr lang="en-US" sz="1200" kern="1200" dirty="0">
                <a:solidFill>
                  <a:schemeClr val="tx1"/>
                </a:solidFill>
                <a:effectLst/>
                <a:latin typeface="+mn-lt"/>
                <a:ea typeface="+mn-ea"/>
                <a:cs typeface="+mn-cs"/>
              </a:rPr>
              <a:t>Execute this routine consistently, track your output, and let the results compound. Thank you.</a:t>
            </a:r>
          </a:p>
          <a:p>
            <a:endParaRPr lang="en-US" dirty="0"/>
          </a:p>
        </p:txBody>
      </p:sp>
      <p:sp>
        <p:nvSpPr>
          <p:cNvPr id="4" name="Slide Number Placeholder 3"/>
          <p:cNvSpPr>
            <a:spLocks noGrp="1"/>
          </p:cNvSpPr>
          <p:nvPr>
            <p:ph type="sldNum" sz="quarter" idx="5"/>
          </p:nvPr>
        </p:nvSpPr>
        <p:spPr/>
        <p:txBody>
          <a:bodyPr/>
          <a:lstStyle/>
          <a:p>
            <a:fld id="{8C0C0BFD-5263-4AF7-AEC5-9749B9B4DBC4}" type="slidenum">
              <a:rPr lang="en-US" smtClean="0"/>
              <a:t>16</a:t>
            </a:fld>
            <a:endParaRPr lang="en-US"/>
          </a:p>
        </p:txBody>
      </p:sp>
    </p:spTree>
    <p:extLst>
      <p:ext uri="{BB962C8B-B14F-4D97-AF65-F5344CB8AC3E}">
        <p14:creationId xmlns:p14="http://schemas.microsoft.com/office/powerpoint/2010/main" val="1125888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F5701A-CD3D-1597-5D03-738FF135DF1F}"/>
              </a:ext>
            </a:extLst>
          </p:cNvPr>
          <p:cNvSpPr>
            <a:spLocks noGrp="1"/>
          </p:cNvSpPr>
          <p:nvPr>
            <p:ph type="dt" sz="half" idx="10"/>
          </p:nvPr>
        </p:nvSpPr>
        <p:spPr/>
        <p:txBody>
          <a:bodyPr/>
          <a:lstStyle/>
          <a:p>
            <a:fld id="{BC2C3A6A-278B-47DD-A908-D6756280FBEF}" type="datetimeFigureOut">
              <a:rPr lang="en-US" smtClean="0"/>
              <a:t>10/21/2026</a:t>
            </a:fld>
            <a:endParaRPr lang="en-US"/>
          </a:p>
        </p:txBody>
      </p:sp>
      <p:sp>
        <p:nvSpPr>
          <p:cNvPr id="3" name="Footer Placeholder 2">
            <a:extLst>
              <a:ext uri="{FF2B5EF4-FFF2-40B4-BE49-F238E27FC236}">
                <a16:creationId xmlns:a16="http://schemas.microsoft.com/office/drawing/2014/main" id="{5D1C702E-BFF1-138D-8EF7-600F435A15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361F93-DAAE-3A32-5AE5-23A133ED99D7}"/>
              </a:ext>
            </a:extLst>
          </p:cNvPr>
          <p:cNvSpPr>
            <a:spLocks noGrp="1"/>
          </p:cNvSpPr>
          <p:nvPr>
            <p:ph type="sldNum" sz="quarter" idx="12"/>
          </p:nvPr>
        </p:nvSpPr>
        <p:spPr/>
        <p:txBody>
          <a:bodyPr/>
          <a:lstStyle/>
          <a:p>
            <a:fld id="{831BFA52-5B6A-44A4-80A3-7555F4602ABB}" type="slidenum">
              <a:rPr lang="en-US" smtClean="0"/>
              <a:t>‹#›</a:t>
            </a:fld>
            <a:endParaRPr lang="en-US"/>
          </a:p>
        </p:txBody>
      </p:sp>
    </p:spTree>
    <p:extLst>
      <p:ext uri="{BB962C8B-B14F-4D97-AF65-F5344CB8AC3E}">
        <p14:creationId xmlns:p14="http://schemas.microsoft.com/office/powerpoint/2010/main" val="29424002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D43E2B-D974-F35B-6D1F-90F7EE26AB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B77006-1D54-52F5-3759-BCA1E27E04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3462BA-1B28-C71D-43F2-9586FA2D97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2C3A6A-278B-47DD-A908-D6756280FBEF}" type="datetimeFigureOut">
              <a:rPr lang="en-US" smtClean="0"/>
              <a:t>10/21/2026</a:t>
            </a:fld>
            <a:endParaRPr lang="en-US"/>
          </a:p>
        </p:txBody>
      </p:sp>
      <p:sp>
        <p:nvSpPr>
          <p:cNvPr id="5" name="Footer Placeholder 4">
            <a:extLst>
              <a:ext uri="{FF2B5EF4-FFF2-40B4-BE49-F238E27FC236}">
                <a16:creationId xmlns:a16="http://schemas.microsoft.com/office/drawing/2014/main" id="{B9600C35-E2D7-3BB7-29D4-365F40067D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710774-DBB2-22BC-B6B7-615EB040BB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1BFA52-5B6A-44A4-80A3-7555F4602ABB}" type="slidenum">
              <a:rPr lang="en-US" smtClean="0"/>
              <a:t>‹#›</a:t>
            </a:fld>
            <a:endParaRPr lang="en-US"/>
          </a:p>
        </p:txBody>
      </p:sp>
    </p:spTree>
    <p:extLst>
      <p:ext uri="{BB962C8B-B14F-4D97-AF65-F5344CB8AC3E}">
        <p14:creationId xmlns:p14="http://schemas.microsoft.com/office/powerpoint/2010/main" val="45009997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5BD472-16F2-22F4-964A-DCBA6E8C2E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F5F9B6-0F9C-D875-1CAF-A5E94F5ECE1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DFF06D-5845-923F-181E-A0E003F804D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66299E-ACB9-C5BB-7987-2309A0F5370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908637-3ECE-2260-00F3-933F08C9212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16ECE7-7A94-2F32-C248-27BD9D74C99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22E450-C6CA-8B20-1B5B-5770E45C73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352F45-691C-246A-AB04-8C8F21FA253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399A26-BB6B-C7C5-CA17-47DA4768B8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694D06-0DE5-12B0-BA63-4EF5AE79318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25D6CA-76B4-9960-8888-2C62E901DC5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3FA1E4-613C-1439-14C8-E708D7722E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F84CE7-986E-CE62-C3C4-CBC14CD1D3C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EFB35E-C3B6-3672-97C0-4995C895EFA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DCC1C8-1A46-885C-02A3-27F89F98313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C76F13-8562-6D7C-51F5-5F40A6DE89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2459617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1777</Words>
  <Application>Microsoft Office PowerPoint</Application>
  <PresentationFormat>寬螢幕</PresentationFormat>
  <Paragraphs>87</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2026-09-04T16:29:56Z</dcterms:created>
  <dcterms:modified xsi:type="dcterms:W3CDTF">2026-10-21T02:40:27Z</dcterms:modified>
</cp:coreProperties>
</file>