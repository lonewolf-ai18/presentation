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F524F-4099-4F3A-A9F3-68985A0F411E}" v="29" dt="2026-09-17T09:20:53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4" autoAdjust="0"/>
    <p:restoredTop sz="76781" autoAdjust="0"/>
  </p:normalViewPr>
  <p:slideViewPr>
    <p:cSldViewPr snapToGrid="0">
      <p:cViewPr varScale="1">
        <p:scale>
          <a:sx n="73" d="100"/>
          <a:sy n="73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modMainMaster">
      <pc:chgData name="Lai, Wilson" userId="2840974a-0d84-4886-90a9-9a3ed79f3a48" providerId="ADAL" clId="{9F23B798-9E84-4552-BA63-E776E805C424}" dt="2026-09-17T09:20:53.285" v="67" actId="164"/>
      <pc:docMkLst>
        <pc:docMk/>
      </pc:docMkLst>
      <pc:sldChg chg="addSp delSp modSp mod modAnim modNotes modNotesTx">
        <pc:chgData name="Lai, Wilson" userId="2840974a-0d84-4886-90a9-9a3ed79f3a48" providerId="ADAL" clId="{9F23B798-9E84-4552-BA63-E776E805C424}" dt="2026-09-17T09:20:53.285" v="67" actId="164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17T09:20:53.285" v="67" actId="164"/>
          <ac:spMkLst>
            <pc:docMk/>
            <pc:sldMk cId="0" sldId="257"/>
            <ac:spMk id="5" creationId="{9000EAC9-1CDD-B5B3-5F0C-960EA09CDA1C}"/>
          </ac:spMkLst>
        </pc:spChg>
        <pc:grpChg chg="add mod">
          <ac:chgData name="Lai, Wilson" userId="2840974a-0d84-4886-90a9-9a3ed79f3a48" providerId="ADAL" clId="{9F23B798-9E84-4552-BA63-E776E805C424}" dt="2026-09-17T09:20:53.285" v="67" actId="164"/>
          <ac:grpSpMkLst>
            <pc:docMk/>
            <pc:sldMk cId="0" sldId="257"/>
            <ac:grpSpMk id="6" creationId="{4A7B90C5-8902-FDA4-E873-5ACF671F6132}"/>
          </ac:grpSpMkLst>
        </pc:grpChg>
        <pc:picChg chg="del">
          <ac:chgData name="Lai, Wilson" userId="2840974a-0d84-4886-90a9-9a3ed79f3a48" providerId="ADAL" clId="{9F23B798-9E84-4552-BA63-E776E805C424}" dt="2026-09-17T06:06:23.480" v="1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17T09:20:53.285" v="67" actId="164"/>
          <ac:picMkLst>
            <pc:docMk/>
            <pc:sldMk cId="0" sldId="257"/>
            <ac:picMk id="2" creationId="{63951652-9AA1-6E79-FC7E-C2F7024C7E09}"/>
          </ac:picMkLst>
        </pc:picChg>
        <pc:picChg chg="add">
          <ac:chgData name="Lai, Wilson" userId="2840974a-0d84-4886-90a9-9a3ed79f3a48" providerId="ADAL" clId="{9F23B798-9E84-4552-BA63-E776E805C424}" dt="2026-09-17T06:06:31.546" v="2" actId="22"/>
          <ac:picMkLst>
            <pc:docMk/>
            <pc:sldMk cId="0" sldId="257"/>
            <ac:picMk id="4" creationId="{AC974D94-9EE4-CD39-B453-17BA51ABE215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17T06:06:33.206" v="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6:41.574" v="4" actId="22"/>
          <ac:picMkLst>
            <pc:docMk/>
            <pc:sldMk cId="0" sldId="258"/>
            <ac:picMk id="4" creationId="{379C439F-467F-CC1C-753D-B36F51DF3698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17T06:06:43.180" v="5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6:50.349" v="6" actId="22"/>
          <ac:picMkLst>
            <pc:docMk/>
            <pc:sldMk cId="0" sldId="259"/>
            <ac:picMk id="4" creationId="{97B01E4A-F288-A4C2-B57A-B0704C7163EF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17T06:06:52.072" v="7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6:58.165" v="8" actId="22"/>
          <ac:picMkLst>
            <pc:docMk/>
            <pc:sldMk cId="0" sldId="260"/>
            <ac:picMk id="4" creationId="{A009461A-BFE0-3AD2-A659-C290DF386840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17T06:06:59.403" v="9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7:07.087" v="10" actId="22"/>
          <ac:picMkLst>
            <pc:docMk/>
            <pc:sldMk cId="0" sldId="261"/>
            <ac:picMk id="4" creationId="{25083EB9-D982-31BD-41A0-7CE8290E96BC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7T08:25:24.517" v="49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17T06:07:08.240" v="11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7:16.113" v="12" actId="22"/>
          <ac:picMkLst>
            <pc:docMk/>
            <pc:sldMk cId="0" sldId="262"/>
            <ac:picMk id="4" creationId="{BF52F3E1-7294-4194-368C-C65D5A3240AE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7T08:25:24.517" v="49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17T06:07:22.155" v="13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7:29.333" v="14" actId="22"/>
          <ac:picMkLst>
            <pc:docMk/>
            <pc:sldMk cId="0" sldId="263"/>
            <ac:picMk id="4" creationId="{4E973202-4561-AF3B-AF68-31D90214D0D5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7T08:25:24.517" v="49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17T06:07:30.539" v="15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7:57.736" v="16" actId="22"/>
          <ac:picMkLst>
            <pc:docMk/>
            <pc:sldMk cId="0" sldId="264"/>
            <ac:picMk id="4" creationId="{9460DF06-0774-FF7A-106A-BAC43DB073DD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7T08:25:24.517" v="49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17T06:08:10.790" v="19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8:24.013" v="20" actId="22"/>
          <ac:picMkLst>
            <pc:docMk/>
            <pc:sldMk cId="0" sldId="265"/>
            <ac:picMk id="4" creationId="{07686642-5B2F-484C-2FD7-7F17F818A24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17T06:07:59.899" v="17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8:08.994" v="18" actId="22"/>
          <ac:picMkLst>
            <pc:docMk/>
            <pc:sldMk cId="0" sldId="266"/>
            <ac:picMk id="4" creationId="{2E598915-0BA1-20E2-67B2-380548E6D5B8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7T08:25:24.517" v="49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17T06:08:27.414" v="21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8:43.004" v="22" actId="22"/>
          <ac:picMkLst>
            <pc:docMk/>
            <pc:sldMk cId="0" sldId="267"/>
            <ac:picMk id="4" creationId="{7F73DD9A-6FCF-B3EF-DD31-63CE6FD9AD7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17T06:08:44.523" v="23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8:54.769" v="24" actId="22"/>
          <ac:picMkLst>
            <pc:docMk/>
            <pc:sldMk cId="0" sldId="268"/>
            <ac:picMk id="4" creationId="{6B574C79-2AF6-01BC-9CF2-C6DC7843E9D6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17T08:25:24.517" v="49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17T06:08:56.156" v="25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17T06:09:09.482" v="26" actId="22"/>
          <ac:picMkLst>
            <pc:docMk/>
            <pc:sldMk cId="0" sldId="269"/>
            <ac:picMk id="4" creationId="{44B1D990-6E87-A7FB-2BA1-B97DE97591D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17T08:25:24.517" v="49"/>
        <pc:sldMkLst>
          <pc:docMk/>
          <pc:sldMk cId="1031128081" sldId="270"/>
        </pc:sldMkLst>
        <pc:picChg chg="add del">
          <ac:chgData name="Lai, Wilson" userId="2840974a-0d84-4886-90a9-9a3ed79f3a48" providerId="ADAL" clId="{9F23B798-9E84-4552-BA63-E776E805C424}" dt="2026-09-17T06:09:13.772" v="28" actId="21"/>
          <ac:picMkLst>
            <pc:docMk/>
            <pc:sldMk cId="1031128081" sldId="270"/>
            <ac:picMk id="3" creationId="{32857C17-304A-562F-8750-B80713EA0126}"/>
          </ac:picMkLst>
        </pc:picChg>
      </pc:sldChg>
      <pc:sldMasterChg chg="setBg">
        <pc:chgData name="Lai, Wilson" userId="2840974a-0d84-4886-90a9-9a3ed79f3a48" providerId="ADAL" clId="{9F23B798-9E84-4552-BA63-E776E805C424}" dt="2026-09-17T05:57:34.790" v="0"/>
        <pc:sldMasterMkLst>
          <pc:docMk/>
          <pc:sldMasterMk cId="2794882471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E486F-2625-459E-A7C8-2FC708BB75D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9A5B2-4C68-4862-9B4A-E7EEF792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0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Welcome, everyone. Today, we're discussing a foundational shift in how we interact with artificial intelligence. Most people are still stuck in the chat interface paradigm—constantly re-prompting ChatGPT or Claude for every individual task. Today, we're transitioning from being prompt engineers to managing a digital company run on local Markdown files.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Concept: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Look at the directory structure on the slide. This isn't just code; this is the blueprint for an AI Operating System. By using local files like claude.md and memory.md, we create persistent, context-aware AI employees that sit on our local machines rather than ephemeral chat windows.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end of this presentation, you will understand how to build and operate your own autonomous AI team using simple Markdown infrastructure.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https://www.youtube.com/watch?v=eA9Zf2-qYYM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08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Comparison: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understand why this system is so powerful, let's contrast traditional Chat Models with Autonomous AI Agents.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chat, you provide a single question. With agents, you provide a high-level goal.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Chat is a ping-pong conversation—you speak, it replies, you correct. An agent runs a continuous, autonomous execution loop.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Chat gives an answer; agents deliver an end-to-end result.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chat, you act as a babysitter. With agents, you step into the role of a manager.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Impact: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Founders and operators leveraging agent architectures aren't just saving minutes—they are experiencing 10x to 20x daily productivity gains over standard chat interface users.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06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Analogy: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Think of an AI Agent like onboarding a real human executive assistant to your company. A human needs four things to succeed, and our Markdown stack mirrors these exact four layers: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 Onboarding (agents.md):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provides the core context—who you are, what your business does, and how you like to work.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Over Time (memory.md):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Human employees learn from mistakes. This self-improving file logs corrections and specific preferences over time so you never repeat instructions.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 Operating Procedures (/skills folder):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Every repeatable workflow or SOP is saved here as a Markdown file.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Cards &amp; Access (MCP - Model Context Protocol):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Secure bridge connections allowing the agent to read your Gmail, inspect Stripe, or manage Notion.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83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Loop Mechanics: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How does an agent actually operate without human hand-holding? It uses the Observe-Think-Act loop.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Observe: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agent checks its environment and gathers data.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It formulates a plan for the next logical step.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It executes code, calls a tool, or updates a workspace.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Walkthrough Example: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Consider building a portfolio site for Greg Isenberg: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1: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Observes prompt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Thinks 'Who is Greg?'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Acts by searching Perplexity.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2: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Observes research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Thinks 'I need HTML structure'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Acts by writing the code.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3: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Observes code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Thinks 'I must verify this'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Acts by launching localhost to review visually.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Insight: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loop terminates ONLY when the prompt parameters and quality criteria are met.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Loop Mechanics: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How does an agent actually operate without human hand-holding? It uses the Observe-Think-Act loop.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Observe: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agent checks its environment and gathers data.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It formulates a plan for the next logical step.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It executes code, calls a tool, or updates a workspace.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Walkthrough Example: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Consider building a portfolio site for Greg Isenberg: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1: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Observes prompt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Thinks 'Who is Greg?'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Acts by searching Perplexity.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2: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Observes research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Thinks 'I need HTML structure'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Acts by writing the code.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Step 3: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Observes code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Thinks 'I must verify this'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Acts by launching localhost to review visually.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Key Insight: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loop terminates ONLY when the prompt parameters and quality criteria are met.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62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Review: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wrap up, let's review the shift: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move from chat ping-pong to goal-oriented Observe-Think-Act loops.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replace long prompt typing with persistent system files (agents.md, memory.md).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MCP connects our local Markdown OS to enterprise tools.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Call to 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simple: set up your root folder, create your first claude.md context file, log your preferences in memory.md, and turn your first workflow into a reusable skill.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8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Old 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Prompt engineering forced us to paste massive paragraphs explaining tone, brand voice, target audience, and constraints into every single chat window session.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New 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Context Engineering eliminates prompt bloat. By using a system file like claude.md, you set up a persistent, always-on brain.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claude.md, you instruct the model: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'Role: Executive Assistant. Before answering, ALWAYS read the /context folder.'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explain your preferences once, and it persists permanently.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15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Learning: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LLMs have complete amnesia between sessions. The memory.md file solves this by serving as a self-improving ledger.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Works: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When you correct the AI—say,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'Never sign off emails with Cheers, use Warm regards'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—the agent dynamically updates memory.md in real-time.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Compounding Effect: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these rules compound over weeks, error rates drop toward zero. The system actively learns without cluttering its base prompt context.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32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Integration 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Historically, connecting AI to outside tools required writing bespoke API connections for every platform.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Context Protocol (MCP), developed by Anthropic, acts as a standardized universal translator. The AI model speaks English, while external apps speak their respective APIs.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Value: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MCP sits in the middle. With one click, your local agent in your IDE can read Notion docs, send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Gmails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pull Stripe billing data simultaneously.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83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'Skill' is a localized Markdown file that permanently remembers the exact parameters, formatting, and steps required for a specific job.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Creation Process: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Imagine spending 30 minutes tweaking a sales proposal prompt—adjusting colors, formatting, and layout. Instead of losing that work, you invoke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Skill Creator Skill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'Package up the entire process we just went through into a permanent skill.'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outputs proposal_skill.md. Moving forward, you simply invoke that file to execute complex, multi-step tasks perfectly.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83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Examples of Skills in Action: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Micro-Task (Referral Skill):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Triggered by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'Refer prospect to Sebastian'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drafts an intro email pulling context from Granola meeting notes. Saves 15 minutes per use.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Heavy Workflow (Meta Ads Analyst):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Input an Ads Library URL, and the agent scrapes 200+ ads, screenshots landing pages, analyzes visual/copy trends, and outputs a master Markdown report. Saves 3 to 4 hours per use.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Skill-Inception Hack: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Feed a course transcript to the AI and instruct it to extract the methodology into a permanent viral_hooks.md skill for your team.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7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Local Infrastructure: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Here is what a complete digital department looks like on your computer: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claude.md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Manager's Brain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(Role &amp; Context).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memory.md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Self-Improving Ledger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(Rules &amp; Fixes).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/skills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SOP Library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(Specific Workflows).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/references </a:t>
                </a:r>
                <a14:m>
                  <m:oMath xmlns:m="http://schemas.openxmlformats.org/officeDocument/2006/math">
                    <m:r>
                      <a:rPr lang="en-US" sz="120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→</m:t>
                    </m:r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Knowledge Vault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(Uploaded brand guides, PDFs, books).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Future-Proofing: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Your entire operating system lives on your hard drive, completely independent of web UI updates or vendor lock-in.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Local Infrastructure: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Here is what a complete digital department looks like on your computer: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claude.md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Manager's Brain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(Role &amp; Context).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memory.md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Self-Improving Ledger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(Rules &amp; Fixes).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/skills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SOP Library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(Specific Workflows).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/references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→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Knowledge Vault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(Uploaded brand guides, PDFs, books). 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Future-Proofing: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Your entire operating system lives on your hard drive, completely independent of web UI updates or vendor lock-in.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89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Automated Workflow: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Combining MCP, skills, and scheduling brings true automation: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 (9:00 AM):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scheduled Cron Job activates morning_brief.md.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(Check):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 checks Google Calendar via MCP.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(Identify &amp; Chain):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Sees an upcoming podcast guest, autonomously chaining a second skill (podcast_research.md) to research the guest across Twitter and Perplexity.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 (9:05 AM):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comprehensive brief lands in your inbox before you start work.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82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Orchestrating Departments: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transition from an individual contributor to the CEO of a digital organization. You manage distinct departments, each equipped with its own context, memory, skill set, and MCP integrations.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100x Employee: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stacking Context, Memory, and Skills across departments, you build the '100x Employee' infrastructure capable of executing end-to-end operations seamlessly.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24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Review: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wrap up, let's review the shift: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move from chat ping-pong to goal-oriented Observe-Think-Act loops.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replace long prompt typing with persistent system files (agents.md, memory.md).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MCP connects our local Markdown OS to enterprise tools.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Call to 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simple: set up your root folder, create your first claude.md context file, log your preferences in memory.md, and turn your first workflow into a reusable skill.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https://www.youtube.com/watch?v=eA9Zf2-qYYM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9A5B2-4C68-4862-9B4A-E7EEF7927A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1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7C65B-A85C-98D1-F05F-F145171B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86370-6456-4A57-8DC8-929DA829200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C24D0-9563-62D7-330A-944EDCAF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4D87A-C40B-6F4D-B2E0-9722C843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5BE3-690E-4795-BD7D-CA1BCC086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88552-A61D-9884-B718-3B66D85E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68287-EA19-1F1D-52B4-F6D85B001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DDB61-F418-FA79-B675-737320258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86370-6456-4A57-8DC8-929DA829200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5C66D-1866-5213-69D5-9CE0AC48D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CF15B-D84A-1559-ACCC-B1DAB641F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15BE3-690E-4795-BD7D-CA1BCC0866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82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974D94-9EE4-CD39-B453-17BA51ABE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9C439F-467F-CC1C-753D-B36F51DF3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01E4A-F288-A4C2-B57A-B0704C716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09461A-BFE0-3AD2-A659-C290DF386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083EB9-D982-31BD-41A0-7CE8290E9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52F3E1-7294-4194-368C-C65D5A324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973202-4561-AF3B-AF68-31D90214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60DF06-0774-FF7A-106A-BAC43DB07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686642-5B2F-484C-2FD7-7F17F818A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598915-0BA1-20E2-67B2-380548E6D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3DD9A-6FCF-B3EF-DD31-63CE6FD9A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74C79-2AF6-01BC-9CF2-C6DC7843E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B1D990-6E87-A7FB-2BA1-B97DE9759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57C17-304A-562F-8750-B80713EA0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2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1534</Words>
  <Application>Microsoft Office PowerPoint</Application>
  <PresentationFormat>寬螢幕</PresentationFormat>
  <Paragraphs>84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2026-09-17T05:55:58Z</dcterms:created>
  <dcterms:modified xsi:type="dcterms:W3CDTF">2026-10-21T02:42:06Z</dcterms:modified>
</cp:coreProperties>
</file>