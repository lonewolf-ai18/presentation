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EF4592-701A-49F4-B4D2-88EFC9A270D8}" v="19" dt="2026-09-23T05:11:36.7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1624"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23T05:11:53.800" v="53" actId="166"/>
      <pc:docMkLst>
        <pc:docMk/>
      </pc:docMkLst>
      <pc:sldChg chg="addSp delSp modSp mod modNotes modNotesTx">
        <pc:chgData name="Lai, Wilson" userId="2840974a-0d84-4886-90a9-9a3ed79f3a48" providerId="ADAL" clId="{9F23B798-9E84-4552-BA63-E776E805C424}" dt="2026-09-23T05:11:53.800" v="53" actId="166"/>
        <pc:sldMkLst>
          <pc:docMk/>
          <pc:sldMk cId="0" sldId="257"/>
        </pc:sldMkLst>
        <pc:picChg chg="del">
          <ac:chgData name="Lai, Wilson" userId="2840974a-0d84-4886-90a9-9a3ed79f3a48" providerId="ADAL" clId="{9F23B798-9E84-4552-BA63-E776E805C424}" dt="2026-09-23T04:52:01.498" v="0" actId="21"/>
          <ac:picMkLst>
            <pc:docMk/>
            <pc:sldMk cId="0" sldId="257"/>
            <ac:picMk id="2" creationId="{00000000-0000-0000-0000-000000000000}"/>
          </ac:picMkLst>
        </pc:picChg>
        <pc:picChg chg="add ord">
          <ac:chgData name="Lai, Wilson" userId="2840974a-0d84-4886-90a9-9a3ed79f3a48" providerId="ADAL" clId="{9F23B798-9E84-4552-BA63-E776E805C424}" dt="2026-09-23T05:11:53.800" v="53" actId="166"/>
          <ac:picMkLst>
            <pc:docMk/>
            <pc:sldMk cId="0" sldId="257"/>
            <ac:picMk id="7" creationId="{5816AC4A-12C3-35F8-1390-BFB936759C21}"/>
          </ac:picMkLst>
        </pc:picChg>
      </pc:sldChg>
      <pc:sldChg chg="addSp delSp mod modNotes">
        <pc:chgData name="Lai, Wilson" userId="2840974a-0d84-4886-90a9-9a3ed79f3a48" providerId="ADAL" clId="{9F23B798-9E84-4552-BA63-E776E805C424}" dt="2026-09-23T05:11:36.763" v="52"/>
        <pc:sldMkLst>
          <pc:docMk/>
          <pc:sldMk cId="0" sldId="258"/>
        </pc:sldMkLst>
        <pc:picChg chg="del">
          <ac:chgData name="Lai, Wilson" userId="2840974a-0d84-4886-90a9-9a3ed79f3a48" providerId="ADAL" clId="{9F23B798-9E84-4552-BA63-E776E805C424}" dt="2026-09-23T04:52:11.037" v="2" actId="21"/>
          <ac:picMkLst>
            <pc:docMk/>
            <pc:sldMk cId="0" sldId="258"/>
            <ac:picMk id="2" creationId="{00000000-0000-0000-0000-000000000000}"/>
          </ac:picMkLst>
        </pc:picChg>
        <pc:picChg chg="add">
          <ac:chgData name="Lai, Wilson" userId="2840974a-0d84-4886-90a9-9a3ed79f3a48" providerId="ADAL" clId="{9F23B798-9E84-4552-BA63-E776E805C424}" dt="2026-09-23T04:52:20.161" v="3" actId="22"/>
          <ac:picMkLst>
            <pc:docMk/>
            <pc:sldMk cId="0" sldId="258"/>
            <ac:picMk id="4" creationId="{D12C8CFA-4008-BBA0-8CA3-F331F9EE1198}"/>
          </ac:picMkLst>
        </pc:picChg>
      </pc:sldChg>
      <pc:sldChg chg="addSp delSp mod modNotes">
        <pc:chgData name="Lai, Wilson" userId="2840974a-0d84-4886-90a9-9a3ed79f3a48" providerId="ADAL" clId="{9F23B798-9E84-4552-BA63-E776E805C424}" dt="2026-09-23T05:11:36.763" v="52"/>
        <pc:sldMkLst>
          <pc:docMk/>
          <pc:sldMk cId="0" sldId="259"/>
        </pc:sldMkLst>
        <pc:picChg chg="del">
          <ac:chgData name="Lai, Wilson" userId="2840974a-0d84-4886-90a9-9a3ed79f3a48" providerId="ADAL" clId="{9F23B798-9E84-4552-BA63-E776E805C424}" dt="2026-09-23T04:52:22.451" v="4" actId="21"/>
          <ac:picMkLst>
            <pc:docMk/>
            <pc:sldMk cId="0" sldId="259"/>
            <ac:picMk id="2" creationId="{00000000-0000-0000-0000-000000000000}"/>
          </ac:picMkLst>
        </pc:picChg>
        <pc:picChg chg="add">
          <ac:chgData name="Lai, Wilson" userId="2840974a-0d84-4886-90a9-9a3ed79f3a48" providerId="ADAL" clId="{9F23B798-9E84-4552-BA63-E776E805C424}" dt="2026-09-23T04:52:31.740" v="5" actId="22"/>
          <ac:picMkLst>
            <pc:docMk/>
            <pc:sldMk cId="0" sldId="259"/>
            <ac:picMk id="4" creationId="{A2E9A949-D1E2-29F9-1A0F-2230291F465B}"/>
          </ac:picMkLst>
        </pc:picChg>
      </pc:sldChg>
      <pc:sldChg chg="addSp delSp mod modNotes">
        <pc:chgData name="Lai, Wilson" userId="2840974a-0d84-4886-90a9-9a3ed79f3a48" providerId="ADAL" clId="{9F23B798-9E84-4552-BA63-E776E805C424}" dt="2026-09-23T05:11:36.763" v="52"/>
        <pc:sldMkLst>
          <pc:docMk/>
          <pc:sldMk cId="0" sldId="260"/>
        </pc:sldMkLst>
        <pc:picChg chg="del">
          <ac:chgData name="Lai, Wilson" userId="2840974a-0d84-4886-90a9-9a3ed79f3a48" providerId="ADAL" clId="{9F23B798-9E84-4552-BA63-E776E805C424}" dt="2026-09-23T04:52:32.972" v="6" actId="21"/>
          <ac:picMkLst>
            <pc:docMk/>
            <pc:sldMk cId="0" sldId="260"/>
            <ac:picMk id="2" creationId="{00000000-0000-0000-0000-000000000000}"/>
          </ac:picMkLst>
        </pc:picChg>
        <pc:picChg chg="add">
          <ac:chgData name="Lai, Wilson" userId="2840974a-0d84-4886-90a9-9a3ed79f3a48" providerId="ADAL" clId="{9F23B798-9E84-4552-BA63-E776E805C424}" dt="2026-09-23T04:52:47.738" v="7" actId="22"/>
          <ac:picMkLst>
            <pc:docMk/>
            <pc:sldMk cId="0" sldId="260"/>
            <ac:picMk id="4" creationId="{163A6AC1-41A5-AE84-7A98-DD258E939D9C}"/>
          </ac:picMkLst>
        </pc:picChg>
      </pc:sldChg>
      <pc:sldChg chg="addSp delSp mod modNotes">
        <pc:chgData name="Lai, Wilson" userId="2840974a-0d84-4886-90a9-9a3ed79f3a48" providerId="ADAL" clId="{9F23B798-9E84-4552-BA63-E776E805C424}" dt="2026-09-23T05:11:36.763" v="52"/>
        <pc:sldMkLst>
          <pc:docMk/>
          <pc:sldMk cId="0" sldId="261"/>
        </pc:sldMkLst>
        <pc:picChg chg="del">
          <ac:chgData name="Lai, Wilson" userId="2840974a-0d84-4886-90a9-9a3ed79f3a48" providerId="ADAL" clId="{9F23B798-9E84-4552-BA63-E776E805C424}" dt="2026-09-23T04:52:49.624" v="8" actId="21"/>
          <ac:picMkLst>
            <pc:docMk/>
            <pc:sldMk cId="0" sldId="261"/>
            <ac:picMk id="2" creationId="{00000000-0000-0000-0000-000000000000}"/>
          </ac:picMkLst>
        </pc:picChg>
        <pc:picChg chg="add">
          <ac:chgData name="Lai, Wilson" userId="2840974a-0d84-4886-90a9-9a3ed79f3a48" providerId="ADAL" clId="{9F23B798-9E84-4552-BA63-E776E805C424}" dt="2026-09-23T04:53:03.649" v="9" actId="22"/>
          <ac:picMkLst>
            <pc:docMk/>
            <pc:sldMk cId="0" sldId="261"/>
            <ac:picMk id="4" creationId="{B4B5C4ED-AAF9-5730-6C4E-E0D08D53B8D8}"/>
          </ac:picMkLst>
        </pc:picChg>
      </pc:sldChg>
      <pc:sldChg chg="addSp delSp mod modNotes">
        <pc:chgData name="Lai, Wilson" userId="2840974a-0d84-4886-90a9-9a3ed79f3a48" providerId="ADAL" clId="{9F23B798-9E84-4552-BA63-E776E805C424}" dt="2026-09-23T05:11:36.763" v="52"/>
        <pc:sldMkLst>
          <pc:docMk/>
          <pc:sldMk cId="0" sldId="262"/>
        </pc:sldMkLst>
        <pc:picChg chg="del">
          <ac:chgData name="Lai, Wilson" userId="2840974a-0d84-4886-90a9-9a3ed79f3a48" providerId="ADAL" clId="{9F23B798-9E84-4552-BA63-E776E805C424}" dt="2026-09-23T04:53:05.434" v="10" actId="21"/>
          <ac:picMkLst>
            <pc:docMk/>
            <pc:sldMk cId="0" sldId="262"/>
            <ac:picMk id="2" creationId="{00000000-0000-0000-0000-000000000000}"/>
          </ac:picMkLst>
        </pc:picChg>
        <pc:picChg chg="add del">
          <ac:chgData name="Lai, Wilson" userId="2840974a-0d84-4886-90a9-9a3ed79f3a48" providerId="ADAL" clId="{9F23B798-9E84-4552-BA63-E776E805C424}" dt="2026-09-23T04:53:18.048" v="12" actId="22"/>
          <ac:picMkLst>
            <pc:docMk/>
            <pc:sldMk cId="0" sldId="262"/>
            <ac:picMk id="4" creationId="{CE2C0ED3-4899-D144-EAC3-FCB489893043}"/>
          </ac:picMkLst>
        </pc:picChg>
        <pc:picChg chg="add">
          <ac:chgData name="Lai, Wilson" userId="2840974a-0d84-4886-90a9-9a3ed79f3a48" providerId="ADAL" clId="{9F23B798-9E84-4552-BA63-E776E805C424}" dt="2026-09-23T04:53:20.534" v="13" actId="22"/>
          <ac:picMkLst>
            <pc:docMk/>
            <pc:sldMk cId="0" sldId="262"/>
            <ac:picMk id="6" creationId="{BC5987D4-0766-E33C-5F30-4DB076074A46}"/>
          </ac:picMkLst>
        </pc:picChg>
      </pc:sldChg>
      <pc:sldChg chg="addSp delSp mod modNotes">
        <pc:chgData name="Lai, Wilson" userId="2840974a-0d84-4886-90a9-9a3ed79f3a48" providerId="ADAL" clId="{9F23B798-9E84-4552-BA63-E776E805C424}" dt="2026-09-23T05:11:36.763" v="52"/>
        <pc:sldMkLst>
          <pc:docMk/>
          <pc:sldMk cId="0" sldId="263"/>
        </pc:sldMkLst>
        <pc:picChg chg="del">
          <ac:chgData name="Lai, Wilson" userId="2840974a-0d84-4886-90a9-9a3ed79f3a48" providerId="ADAL" clId="{9F23B798-9E84-4552-BA63-E776E805C424}" dt="2026-09-23T04:53:22.205" v="14" actId="21"/>
          <ac:picMkLst>
            <pc:docMk/>
            <pc:sldMk cId="0" sldId="263"/>
            <ac:picMk id="2" creationId="{00000000-0000-0000-0000-000000000000}"/>
          </ac:picMkLst>
        </pc:picChg>
        <pc:picChg chg="add">
          <ac:chgData name="Lai, Wilson" userId="2840974a-0d84-4886-90a9-9a3ed79f3a48" providerId="ADAL" clId="{9F23B798-9E84-4552-BA63-E776E805C424}" dt="2026-09-23T04:53:30.870" v="15" actId="22"/>
          <ac:picMkLst>
            <pc:docMk/>
            <pc:sldMk cId="0" sldId="263"/>
            <ac:picMk id="4" creationId="{43709F9F-8E2D-38D5-1C5D-0E471D6F28E6}"/>
          </ac:picMkLst>
        </pc:picChg>
      </pc:sldChg>
      <pc:sldChg chg="addSp delSp mod modNotes modNotesTx">
        <pc:chgData name="Lai, Wilson" userId="2840974a-0d84-4886-90a9-9a3ed79f3a48" providerId="ADAL" clId="{9F23B798-9E84-4552-BA63-E776E805C424}" dt="2026-09-23T05:11:36.763" v="52"/>
        <pc:sldMkLst>
          <pc:docMk/>
          <pc:sldMk cId="0" sldId="264"/>
        </pc:sldMkLst>
        <pc:picChg chg="del">
          <ac:chgData name="Lai, Wilson" userId="2840974a-0d84-4886-90a9-9a3ed79f3a48" providerId="ADAL" clId="{9F23B798-9E84-4552-BA63-E776E805C424}" dt="2026-09-23T04:53:32.147" v="16" actId="21"/>
          <ac:picMkLst>
            <pc:docMk/>
            <pc:sldMk cId="0" sldId="264"/>
            <ac:picMk id="2" creationId="{00000000-0000-0000-0000-000000000000}"/>
          </ac:picMkLst>
        </pc:picChg>
        <pc:picChg chg="add">
          <ac:chgData name="Lai, Wilson" userId="2840974a-0d84-4886-90a9-9a3ed79f3a48" providerId="ADAL" clId="{9F23B798-9E84-4552-BA63-E776E805C424}" dt="2026-09-23T04:53:40.564" v="17" actId="22"/>
          <ac:picMkLst>
            <pc:docMk/>
            <pc:sldMk cId="0" sldId="264"/>
            <ac:picMk id="4" creationId="{C78E6354-DBF6-7380-D1B5-A84EE7EF66F7}"/>
          </ac:picMkLst>
        </pc:picChg>
      </pc:sldChg>
      <pc:sldChg chg="addSp delSp mod modNotes modNotesTx">
        <pc:chgData name="Lai, Wilson" userId="2840974a-0d84-4886-90a9-9a3ed79f3a48" providerId="ADAL" clId="{9F23B798-9E84-4552-BA63-E776E805C424}" dt="2026-09-23T05:11:36.763" v="52"/>
        <pc:sldMkLst>
          <pc:docMk/>
          <pc:sldMk cId="0" sldId="265"/>
        </pc:sldMkLst>
        <pc:picChg chg="del">
          <ac:chgData name="Lai, Wilson" userId="2840974a-0d84-4886-90a9-9a3ed79f3a48" providerId="ADAL" clId="{9F23B798-9E84-4552-BA63-E776E805C424}" dt="2026-09-23T04:53:41.861" v="18" actId="21"/>
          <ac:picMkLst>
            <pc:docMk/>
            <pc:sldMk cId="0" sldId="265"/>
            <ac:picMk id="2" creationId="{00000000-0000-0000-0000-000000000000}"/>
          </ac:picMkLst>
        </pc:picChg>
        <pc:picChg chg="add">
          <ac:chgData name="Lai, Wilson" userId="2840974a-0d84-4886-90a9-9a3ed79f3a48" providerId="ADAL" clId="{9F23B798-9E84-4552-BA63-E776E805C424}" dt="2026-09-23T04:53:50.197" v="19" actId="22"/>
          <ac:picMkLst>
            <pc:docMk/>
            <pc:sldMk cId="0" sldId="265"/>
            <ac:picMk id="4" creationId="{016F2BD4-0AD2-BA55-5492-C749EB48EC3B}"/>
          </ac:picMkLst>
        </pc:picChg>
      </pc:sldChg>
      <pc:sldChg chg="addSp delSp mod modNotes modNotesTx">
        <pc:chgData name="Lai, Wilson" userId="2840974a-0d84-4886-90a9-9a3ed79f3a48" providerId="ADAL" clId="{9F23B798-9E84-4552-BA63-E776E805C424}" dt="2026-09-23T05:11:36.763" v="52"/>
        <pc:sldMkLst>
          <pc:docMk/>
          <pc:sldMk cId="0" sldId="266"/>
        </pc:sldMkLst>
        <pc:picChg chg="del">
          <ac:chgData name="Lai, Wilson" userId="2840974a-0d84-4886-90a9-9a3ed79f3a48" providerId="ADAL" clId="{9F23B798-9E84-4552-BA63-E776E805C424}" dt="2026-09-23T04:53:51.494" v="20" actId="21"/>
          <ac:picMkLst>
            <pc:docMk/>
            <pc:sldMk cId="0" sldId="266"/>
            <ac:picMk id="2" creationId="{00000000-0000-0000-0000-000000000000}"/>
          </ac:picMkLst>
        </pc:picChg>
        <pc:picChg chg="add">
          <ac:chgData name="Lai, Wilson" userId="2840974a-0d84-4886-90a9-9a3ed79f3a48" providerId="ADAL" clId="{9F23B798-9E84-4552-BA63-E776E805C424}" dt="2026-09-23T04:54:00.237" v="21" actId="22"/>
          <ac:picMkLst>
            <pc:docMk/>
            <pc:sldMk cId="0" sldId="266"/>
            <ac:picMk id="4" creationId="{34F49102-7DC9-E5B5-497E-3BD0BE5E2C70}"/>
          </ac:picMkLst>
        </pc:picChg>
      </pc:sldChg>
      <pc:sldChg chg="addSp delSp mod modNotes">
        <pc:chgData name="Lai, Wilson" userId="2840974a-0d84-4886-90a9-9a3ed79f3a48" providerId="ADAL" clId="{9F23B798-9E84-4552-BA63-E776E805C424}" dt="2026-09-23T05:11:36.763" v="52"/>
        <pc:sldMkLst>
          <pc:docMk/>
          <pc:sldMk cId="0" sldId="267"/>
        </pc:sldMkLst>
        <pc:picChg chg="del">
          <ac:chgData name="Lai, Wilson" userId="2840974a-0d84-4886-90a9-9a3ed79f3a48" providerId="ADAL" clId="{9F23B798-9E84-4552-BA63-E776E805C424}" dt="2026-09-23T04:54:01.390" v="22" actId="21"/>
          <ac:picMkLst>
            <pc:docMk/>
            <pc:sldMk cId="0" sldId="267"/>
            <ac:picMk id="2" creationId="{00000000-0000-0000-0000-000000000000}"/>
          </ac:picMkLst>
        </pc:picChg>
        <pc:picChg chg="add">
          <ac:chgData name="Lai, Wilson" userId="2840974a-0d84-4886-90a9-9a3ed79f3a48" providerId="ADAL" clId="{9F23B798-9E84-4552-BA63-E776E805C424}" dt="2026-09-23T04:54:09.100" v="23" actId="22"/>
          <ac:picMkLst>
            <pc:docMk/>
            <pc:sldMk cId="0" sldId="267"/>
            <ac:picMk id="4" creationId="{7FCA3AB9-2932-E377-CB31-B709F69D93D2}"/>
          </ac:picMkLst>
        </pc:picChg>
      </pc:sldChg>
      <pc:sldChg chg="addSp delSp mod modNotes modNotesTx">
        <pc:chgData name="Lai, Wilson" userId="2840974a-0d84-4886-90a9-9a3ed79f3a48" providerId="ADAL" clId="{9F23B798-9E84-4552-BA63-E776E805C424}" dt="2026-09-23T05:11:36.763" v="52"/>
        <pc:sldMkLst>
          <pc:docMk/>
          <pc:sldMk cId="0" sldId="268"/>
        </pc:sldMkLst>
        <pc:picChg chg="del">
          <ac:chgData name="Lai, Wilson" userId="2840974a-0d84-4886-90a9-9a3ed79f3a48" providerId="ADAL" clId="{9F23B798-9E84-4552-BA63-E776E805C424}" dt="2026-09-23T04:54:10.856" v="24" actId="21"/>
          <ac:picMkLst>
            <pc:docMk/>
            <pc:sldMk cId="0" sldId="268"/>
            <ac:picMk id="2" creationId="{00000000-0000-0000-0000-000000000000}"/>
          </ac:picMkLst>
        </pc:picChg>
        <pc:picChg chg="add">
          <ac:chgData name="Lai, Wilson" userId="2840974a-0d84-4886-90a9-9a3ed79f3a48" providerId="ADAL" clId="{9F23B798-9E84-4552-BA63-E776E805C424}" dt="2026-09-23T04:54:18.631" v="25" actId="22"/>
          <ac:picMkLst>
            <pc:docMk/>
            <pc:sldMk cId="0" sldId="268"/>
            <ac:picMk id="4" creationId="{CAF0A796-5212-8313-40C3-5F4D3C16235B}"/>
          </ac:picMkLst>
        </pc:picChg>
      </pc:sldChg>
      <pc:sldChg chg="addSp delSp mod modNotes">
        <pc:chgData name="Lai, Wilson" userId="2840974a-0d84-4886-90a9-9a3ed79f3a48" providerId="ADAL" clId="{9F23B798-9E84-4552-BA63-E776E805C424}" dt="2026-09-23T05:11:36.763" v="52"/>
        <pc:sldMkLst>
          <pc:docMk/>
          <pc:sldMk cId="0" sldId="269"/>
        </pc:sldMkLst>
        <pc:picChg chg="del">
          <ac:chgData name="Lai, Wilson" userId="2840974a-0d84-4886-90a9-9a3ed79f3a48" providerId="ADAL" clId="{9F23B798-9E84-4552-BA63-E776E805C424}" dt="2026-09-23T04:54:20.018" v="26" actId="21"/>
          <ac:picMkLst>
            <pc:docMk/>
            <pc:sldMk cId="0" sldId="269"/>
            <ac:picMk id="2" creationId="{00000000-0000-0000-0000-000000000000}"/>
          </ac:picMkLst>
        </pc:picChg>
        <pc:picChg chg="add">
          <ac:chgData name="Lai, Wilson" userId="2840974a-0d84-4886-90a9-9a3ed79f3a48" providerId="ADAL" clId="{9F23B798-9E84-4552-BA63-E776E805C424}" dt="2026-09-23T04:54:35.155" v="27" actId="22"/>
          <ac:picMkLst>
            <pc:docMk/>
            <pc:sldMk cId="0" sldId="269"/>
            <ac:picMk id="4" creationId="{03F2B2DF-26AD-03A3-65BE-A49DA53FE495}"/>
          </ac:picMkLst>
        </pc:picChg>
      </pc:sldChg>
      <pc:sldChg chg="addSp delSp mod modNotes">
        <pc:chgData name="Lai, Wilson" userId="2840974a-0d84-4886-90a9-9a3ed79f3a48" providerId="ADAL" clId="{9F23B798-9E84-4552-BA63-E776E805C424}" dt="2026-09-23T05:11:36.763" v="52"/>
        <pc:sldMkLst>
          <pc:docMk/>
          <pc:sldMk cId="0" sldId="270"/>
        </pc:sldMkLst>
        <pc:picChg chg="del">
          <ac:chgData name="Lai, Wilson" userId="2840974a-0d84-4886-90a9-9a3ed79f3a48" providerId="ADAL" clId="{9F23B798-9E84-4552-BA63-E776E805C424}" dt="2026-09-23T04:54:36.543" v="28" actId="21"/>
          <ac:picMkLst>
            <pc:docMk/>
            <pc:sldMk cId="0" sldId="270"/>
            <ac:picMk id="2" creationId="{00000000-0000-0000-0000-000000000000}"/>
          </ac:picMkLst>
        </pc:picChg>
        <pc:picChg chg="add">
          <ac:chgData name="Lai, Wilson" userId="2840974a-0d84-4886-90a9-9a3ed79f3a48" providerId="ADAL" clId="{9F23B798-9E84-4552-BA63-E776E805C424}" dt="2026-09-23T04:54:46.499" v="29" actId="22"/>
          <ac:picMkLst>
            <pc:docMk/>
            <pc:sldMk cId="0" sldId="270"/>
            <ac:picMk id="4" creationId="{054A262D-EB99-53B6-9F45-35EA566EFA3B}"/>
          </ac:picMkLst>
        </pc:picChg>
      </pc:sldChg>
      <pc:sldChg chg="addSp delSp mod modNotes modNotesTx">
        <pc:chgData name="Lai, Wilson" userId="2840974a-0d84-4886-90a9-9a3ed79f3a48" providerId="ADAL" clId="{9F23B798-9E84-4552-BA63-E776E805C424}" dt="2026-09-23T05:11:36.763" v="52"/>
        <pc:sldMkLst>
          <pc:docMk/>
          <pc:sldMk cId="0" sldId="271"/>
        </pc:sldMkLst>
        <pc:picChg chg="del">
          <ac:chgData name="Lai, Wilson" userId="2840974a-0d84-4886-90a9-9a3ed79f3a48" providerId="ADAL" clId="{9F23B798-9E84-4552-BA63-E776E805C424}" dt="2026-09-23T04:54:47.832" v="30" actId="21"/>
          <ac:picMkLst>
            <pc:docMk/>
            <pc:sldMk cId="0" sldId="271"/>
            <ac:picMk id="2" creationId="{00000000-0000-0000-0000-000000000000}"/>
          </ac:picMkLst>
        </pc:picChg>
        <pc:picChg chg="add">
          <ac:chgData name="Lai, Wilson" userId="2840974a-0d84-4886-90a9-9a3ed79f3a48" providerId="ADAL" clId="{9F23B798-9E84-4552-BA63-E776E805C424}" dt="2026-09-23T04:54:56.301" v="31" actId="22"/>
          <ac:picMkLst>
            <pc:docMk/>
            <pc:sldMk cId="0" sldId="271"/>
            <ac:picMk id="4" creationId="{B059297A-25ED-05B9-5C14-4B92430525C3}"/>
          </ac:picMkLst>
        </pc:picChg>
      </pc:sldChg>
      <pc:sldChg chg="addSp delSp mod modNotes modNotesTx">
        <pc:chgData name="Lai, Wilson" userId="2840974a-0d84-4886-90a9-9a3ed79f3a48" providerId="ADAL" clId="{9F23B798-9E84-4552-BA63-E776E805C424}" dt="2026-09-23T05:11:36.763" v="52"/>
        <pc:sldMkLst>
          <pc:docMk/>
          <pc:sldMk cId="1282293454" sldId="272"/>
        </pc:sldMkLst>
        <pc:picChg chg="del">
          <ac:chgData name="Lai, Wilson" userId="2840974a-0d84-4886-90a9-9a3ed79f3a48" providerId="ADAL" clId="{9F23B798-9E84-4552-BA63-E776E805C424}" dt="2026-09-23T04:54:58.930" v="32" actId="21"/>
          <ac:picMkLst>
            <pc:docMk/>
            <pc:sldMk cId="1282293454" sldId="272"/>
            <ac:picMk id="3" creationId="{6C3AF82B-EF5C-9F88-EF3A-1843A6FFE305}"/>
          </ac:picMkLst>
        </pc:picChg>
        <pc:picChg chg="add">
          <ac:chgData name="Lai, Wilson" userId="2840974a-0d84-4886-90a9-9a3ed79f3a48" providerId="ADAL" clId="{9F23B798-9E84-4552-BA63-E776E805C424}" dt="2026-09-23T04:55:22.839" v="33" actId="22"/>
          <ac:picMkLst>
            <pc:docMk/>
            <pc:sldMk cId="1282293454" sldId="272"/>
            <ac:picMk id="4" creationId="{2677949C-5C80-B175-8215-7E63E736380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C46047-19FC-4CDF-AAAE-5020CFA76DAD}"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B0CD95-0409-4517-AE2A-A17C9F791050}" type="slidenum">
              <a:rPr lang="en-US" smtClean="0"/>
              <a:t>‹#›</a:t>
            </a:fld>
            <a:endParaRPr lang="en-US"/>
          </a:p>
        </p:txBody>
      </p:sp>
    </p:spTree>
    <p:extLst>
      <p:ext uri="{BB962C8B-B14F-4D97-AF65-F5344CB8AC3E}">
        <p14:creationId xmlns:p14="http://schemas.microsoft.com/office/powerpoint/2010/main" val="1086209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we’re stepping away from the generic wellness advice you see online and diving into </a:t>
            </a:r>
            <a:r>
              <a:rPr lang="en-US" sz="1200" i="1" kern="1200" dirty="0">
                <a:solidFill>
                  <a:schemeClr val="tx1"/>
                </a:solidFill>
                <a:effectLst/>
                <a:latin typeface="+mn-lt"/>
                <a:ea typeface="+mn-ea"/>
                <a:cs typeface="+mn-cs"/>
              </a:rPr>
              <a:t>The Mental Fitness Playbook</a:t>
            </a:r>
            <a:r>
              <a:rPr lang="en-US" sz="1200" kern="1200" dirty="0">
                <a:solidFill>
                  <a:schemeClr val="tx1"/>
                </a:solidFill>
                <a:effectLst/>
                <a:latin typeface="+mn-lt"/>
                <a:ea typeface="+mn-ea"/>
                <a:cs typeface="+mn-cs"/>
              </a:rPr>
              <a:t>. The insights we’ll cover come from a conversation between psychotherapist Amy Morin—author of </a:t>
            </a:r>
            <a:r>
              <a:rPr lang="en-US" sz="1200" i="1" kern="1200" dirty="0">
                <a:solidFill>
                  <a:schemeClr val="tx1"/>
                </a:solidFill>
                <a:effectLst/>
                <a:latin typeface="+mn-lt"/>
                <a:ea typeface="+mn-ea"/>
                <a:cs typeface="+mn-cs"/>
              </a:rPr>
              <a:t>13 Things Mentally Strong People Don't Do</a:t>
            </a:r>
            <a:r>
              <a:rPr lang="en-US" sz="1200" kern="1200" dirty="0">
                <a:solidFill>
                  <a:schemeClr val="tx1"/>
                </a:solidFill>
                <a:effectLst/>
                <a:latin typeface="+mn-lt"/>
                <a:ea typeface="+mn-ea"/>
                <a:cs typeface="+mn-cs"/>
              </a:rPr>
              <a:t>—and Simon Sinek. </a:t>
            </a:r>
          </a:p>
          <a:p>
            <a:r>
              <a:rPr lang="en-US" sz="1200" kern="1200" dirty="0">
                <a:solidFill>
                  <a:schemeClr val="tx1"/>
                </a:solidFill>
                <a:effectLst/>
                <a:latin typeface="+mn-lt"/>
                <a:ea typeface="+mn-ea"/>
                <a:cs typeface="+mn-cs"/>
              </a:rPr>
              <a:t>Notice the language we are using right away: </a:t>
            </a:r>
            <a:r>
              <a:rPr lang="en-US" sz="1200" i="1" kern="1200" dirty="0">
                <a:solidFill>
                  <a:schemeClr val="tx1"/>
                </a:solidFill>
                <a:effectLst/>
                <a:latin typeface="+mn-lt"/>
                <a:ea typeface="+mn-ea"/>
                <a:cs typeface="+mn-cs"/>
              </a:rPr>
              <a:t>Mental Fitness</a:t>
            </a:r>
            <a:r>
              <a:rPr lang="en-US" sz="1200" kern="1200" dirty="0">
                <a:solidFill>
                  <a:schemeClr val="tx1"/>
                </a:solidFill>
                <a:effectLst/>
                <a:latin typeface="+mn-lt"/>
                <a:ea typeface="+mn-ea"/>
                <a:cs typeface="+mn-cs"/>
              </a:rPr>
              <a:t>, not just mental health. Health is often framed as a static goal—you either have it or you don't. Fitness, on the other hand, is a daily practice. Over the next several slides, we’re going to discuss what mentally strong people actually do on their absolute worst days, how to navigate personal setbacks, and how to build a actionable system for psychological strength. </a:t>
            </a:r>
          </a:p>
          <a:p>
            <a:endParaRPr lang="en-US" dirty="0"/>
          </a:p>
          <a:p>
            <a:endParaRPr lang="en-US" dirty="0"/>
          </a:p>
          <a:p>
            <a:endParaRPr lang="en-US" dirty="0"/>
          </a:p>
          <a:p>
            <a:r>
              <a:rPr lang="en-US" b="1" dirty="0"/>
              <a:t>What Mentally Strong People Do on Their Worst Days | Psychotherapist Amy Morin</a:t>
            </a:r>
          </a:p>
          <a:p>
            <a:r>
              <a:rPr lang="en-US" dirty="0"/>
              <a:t>https://www.youtube.com/watch?v=TNdrIk18pio</a:t>
            </a:r>
          </a:p>
        </p:txBody>
      </p:sp>
      <p:sp>
        <p:nvSpPr>
          <p:cNvPr id="4" name="Slide Number Placeholder 3"/>
          <p:cNvSpPr>
            <a:spLocks noGrp="1"/>
          </p:cNvSpPr>
          <p:nvPr>
            <p:ph type="sldNum" sz="quarter" idx="5"/>
          </p:nvPr>
        </p:nvSpPr>
        <p:spPr/>
        <p:txBody>
          <a:bodyPr/>
          <a:lstStyle/>
          <a:p>
            <a:fld id="{3CB0CD95-0409-4517-AE2A-A17C9F791050}" type="slidenum">
              <a:rPr lang="en-US" smtClean="0"/>
              <a:t>1</a:t>
            </a:fld>
            <a:endParaRPr lang="en-US"/>
          </a:p>
        </p:txBody>
      </p:sp>
    </p:spTree>
    <p:extLst>
      <p:ext uri="{BB962C8B-B14F-4D97-AF65-F5344CB8AC3E}">
        <p14:creationId xmlns:p14="http://schemas.microsoft.com/office/powerpoint/2010/main" val="3252767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start with a glaring paradox in modern society. Look at this graph. The red line represents the booming mental health industry, social media influencers, self-help books, and armchair advice. The gray line shows actual societal well-being. </a:t>
            </a:r>
          </a:p>
          <a:p>
            <a:r>
              <a:rPr lang="en-US" sz="1200" kern="1200" dirty="0">
                <a:solidFill>
                  <a:schemeClr val="tx1"/>
                </a:solidFill>
                <a:effectLst/>
                <a:latin typeface="+mn-lt"/>
                <a:ea typeface="+mn-ea"/>
                <a:cs typeface="+mn-cs"/>
              </a:rPr>
              <a:t>As Simon Sinek pointed out in his conversation with Amy Morin: If all this mental health advice and constant social media chatter were actually working, shouldn't we see a decline in anxiety and depression? But we don't. Rates of anxiety and depression are climbing. This means the dominant advice we are consuming—or the way we are applying it—is fundamentally flawed. We are obsessing over analyzing past trauma and dissecting our feelings, yet society feels less equipped than ever to handle adversity. </a:t>
            </a:r>
          </a:p>
          <a:p>
            <a:endParaRPr lang="en-US" dirty="0"/>
          </a:p>
        </p:txBody>
      </p:sp>
      <p:sp>
        <p:nvSpPr>
          <p:cNvPr id="4" name="Slide Number Placeholder 3"/>
          <p:cNvSpPr>
            <a:spLocks noGrp="1"/>
          </p:cNvSpPr>
          <p:nvPr>
            <p:ph type="sldNum" sz="quarter" idx="5"/>
          </p:nvPr>
        </p:nvSpPr>
        <p:spPr/>
        <p:txBody>
          <a:bodyPr/>
          <a:lstStyle/>
          <a:p>
            <a:fld id="{3CB0CD95-0409-4517-AE2A-A17C9F791050}" type="slidenum">
              <a:rPr lang="en-US" smtClean="0"/>
              <a:t>2</a:t>
            </a:fld>
            <a:endParaRPr lang="en-US"/>
          </a:p>
        </p:txBody>
      </p:sp>
    </p:spTree>
    <p:extLst>
      <p:ext uri="{BB962C8B-B14F-4D97-AF65-F5344CB8AC3E}">
        <p14:creationId xmlns:p14="http://schemas.microsoft.com/office/powerpoint/2010/main" val="1186369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Why are we struggling so much? Amy Morin points out a major issue: We have named normal human emotions using the exact same terms as clinical disorders. </a:t>
            </a:r>
          </a:p>
          <a:p>
            <a:r>
              <a:rPr lang="en-US" sz="1200" kern="1200" dirty="0">
                <a:solidFill>
                  <a:schemeClr val="tx1"/>
                </a:solidFill>
                <a:effectLst/>
                <a:latin typeface="+mn-lt"/>
                <a:ea typeface="+mn-ea"/>
                <a:cs typeface="+mn-cs"/>
              </a:rPr>
              <a:t>When someone feels nervous before a public speech, stressed by a manager, or deeply sad after a loss, social media labels it as 'social anxiety,' 'trauma,' or 'depression'. But being nervous or sad is not a mental illness—it is simply being human. </a:t>
            </a:r>
          </a:p>
          <a:p>
            <a:r>
              <a:rPr lang="en-US" sz="1200" kern="1200" dirty="0">
                <a:solidFill>
                  <a:schemeClr val="tx1"/>
                </a:solidFill>
                <a:effectLst/>
                <a:latin typeface="+mn-lt"/>
                <a:ea typeface="+mn-ea"/>
                <a:cs typeface="+mn-cs"/>
              </a:rPr>
              <a:t>True clinical disorders—like Major Depressive Disorder or Generalized Anxiety Disorder—are distinct conditions requiring clinical management. The CDC notes that only about 17% of people operate at 'optimal mental health' at any given moment. That leaves 83% of us fluctuating daily based on sleep, diet, stress, and interactions. Having bad days or uncomfortable emotions does not mean you are broken; it means you are experiencing life. </a:t>
            </a:r>
          </a:p>
          <a:p>
            <a:endParaRPr lang="en-US" dirty="0"/>
          </a:p>
        </p:txBody>
      </p:sp>
      <p:sp>
        <p:nvSpPr>
          <p:cNvPr id="4" name="Slide Number Placeholder 3"/>
          <p:cNvSpPr>
            <a:spLocks noGrp="1"/>
          </p:cNvSpPr>
          <p:nvPr>
            <p:ph type="sldNum" sz="quarter" idx="5"/>
          </p:nvPr>
        </p:nvSpPr>
        <p:spPr/>
        <p:txBody>
          <a:bodyPr/>
          <a:lstStyle/>
          <a:p>
            <a:fld id="{3CB0CD95-0409-4517-AE2A-A17C9F791050}" type="slidenum">
              <a:rPr lang="en-US" smtClean="0"/>
              <a:t>3</a:t>
            </a:fld>
            <a:endParaRPr lang="en-US"/>
          </a:p>
        </p:txBody>
      </p:sp>
    </p:spTree>
    <p:extLst>
      <p:ext uri="{BB962C8B-B14F-4D97-AF65-F5344CB8AC3E}">
        <p14:creationId xmlns:p14="http://schemas.microsoft.com/office/powerpoint/2010/main" val="616401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slide outlines a fundamental shift in mindset: stop chasing health as a destination, and start building fitness as a daily practice. </a:t>
            </a:r>
          </a:p>
          <a:p>
            <a:r>
              <a:rPr lang="en-US" sz="1200" b="1" kern="1200" dirty="0">
                <a:solidFill>
                  <a:schemeClr val="tx1"/>
                </a:solidFill>
                <a:effectLst/>
                <a:latin typeface="+mn-lt"/>
                <a:ea typeface="+mn-ea"/>
                <a:cs typeface="+mn-cs"/>
              </a:rPr>
              <a:t>The Goal:</a:t>
            </a:r>
            <a:r>
              <a:rPr lang="en-US" sz="1200" kern="1200" dirty="0">
                <a:solidFill>
                  <a:schemeClr val="tx1"/>
                </a:solidFill>
                <a:effectLst/>
                <a:latin typeface="+mn-lt"/>
                <a:ea typeface="+mn-ea"/>
                <a:cs typeface="+mn-cs"/>
              </a:rPr>
              <a:t> Mental Health is often viewed as a static destination—a binary state where you're either 'healthy' or 'ill'. Mental Fitness treats well-being like physical fitness. You are simply either ahead or behind today based on your habits.</a:t>
            </a:r>
          </a:p>
          <a:p>
            <a:r>
              <a:rPr lang="en-US" sz="1200" b="1" kern="1200" dirty="0">
                <a:solidFill>
                  <a:schemeClr val="tx1"/>
                </a:solidFill>
                <a:effectLst/>
                <a:latin typeface="+mn-lt"/>
                <a:ea typeface="+mn-ea"/>
                <a:cs typeface="+mn-cs"/>
              </a:rPr>
              <a:t>The Focus:</a:t>
            </a:r>
            <a:r>
              <a:rPr lang="en-US" sz="1200" kern="1200" dirty="0">
                <a:solidFill>
                  <a:schemeClr val="tx1"/>
                </a:solidFill>
                <a:effectLst/>
                <a:latin typeface="+mn-lt"/>
                <a:ea typeface="+mn-ea"/>
                <a:cs typeface="+mn-cs"/>
              </a:rPr>
              <a:t> Traditional therapy advice often focuses on passive analysis—digging up childhood wounds to figure out why you feel bad. Mental Fitness focuses on active coping skills—shaping daily behavior in the present moment.</a:t>
            </a:r>
          </a:p>
          <a:p>
            <a:r>
              <a:rPr lang="en-US" sz="1200" b="1" kern="1200" dirty="0">
                <a:solidFill>
                  <a:schemeClr val="tx1"/>
                </a:solidFill>
                <a:effectLst/>
                <a:latin typeface="+mn-lt"/>
                <a:ea typeface="+mn-ea"/>
                <a:cs typeface="+mn-cs"/>
              </a:rPr>
              <a:t>The Metric:</a:t>
            </a:r>
            <a:r>
              <a:rPr lang="en-US" sz="1200" kern="1200" dirty="0">
                <a:solidFill>
                  <a:schemeClr val="tx1"/>
                </a:solidFill>
                <a:effectLst/>
                <a:latin typeface="+mn-lt"/>
                <a:ea typeface="+mn-ea"/>
                <a:cs typeface="+mn-cs"/>
              </a:rPr>
              <a:t> The metric of health is trying to </a:t>
            </a:r>
            <a:r>
              <a:rPr lang="en-US" sz="1200" i="1" kern="1200" dirty="0">
                <a:solidFill>
                  <a:schemeClr val="tx1"/>
                </a:solidFill>
                <a:effectLst/>
                <a:latin typeface="+mn-lt"/>
                <a:ea typeface="+mn-ea"/>
                <a:cs typeface="+mn-cs"/>
              </a:rPr>
              <a:t>feel good</a:t>
            </a:r>
            <a:r>
              <a:rPr lang="en-US" sz="1200" kern="1200" dirty="0">
                <a:solidFill>
                  <a:schemeClr val="tx1"/>
                </a:solidFill>
                <a:effectLst/>
                <a:latin typeface="+mn-lt"/>
                <a:ea typeface="+mn-ea"/>
                <a:cs typeface="+mn-cs"/>
              </a:rPr>
              <a:t>. The metric of fitness is building the capacity to </a:t>
            </a:r>
            <a:r>
              <a:rPr lang="en-US" sz="1200" i="1" kern="1200" dirty="0">
                <a:solidFill>
                  <a:schemeClr val="tx1"/>
                </a:solidFill>
                <a:effectLst/>
                <a:latin typeface="+mn-lt"/>
                <a:ea typeface="+mn-ea"/>
                <a:cs typeface="+mn-cs"/>
              </a:rPr>
              <a:t>tolerate feeling bad</a:t>
            </a:r>
            <a:r>
              <a:rPr lang="en-US" sz="1200" kern="1200" dirty="0">
                <a:solidFill>
                  <a:schemeClr val="tx1"/>
                </a:solidFill>
                <a:effectLst/>
                <a:latin typeface="+mn-lt"/>
                <a:ea typeface="+mn-ea"/>
                <a:cs typeface="+mn-cs"/>
              </a:rPr>
              <a:t>. As Amy Morin notes, when you build the strength to tolerate discomfort, you regain control over your actions. </a:t>
            </a:r>
          </a:p>
          <a:p>
            <a:endParaRPr lang="en-US" dirty="0"/>
          </a:p>
        </p:txBody>
      </p:sp>
      <p:sp>
        <p:nvSpPr>
          <p:cNvPr id="4" name="Slide Number Placeholder 3"/>
          <p:cNvSpPr>
            <a:spLocks noGrp="1"/>
          </p:cNvSpPr>
          <p:nvPr>
            <p:ph type="sldNum" sz="quarter" idx="5"/>
          </p:nvPr>
        </p:nvSpPr>
        <p:spPr/>
        <p:txBody>
          <a:bodyPr/>
          <a:lstStyle/>
          <a:p>
            <a:fld id="{3CB0CD95-0409-4517-AE2A-A17C9F791050}" type="slidenum">
              <a:rPr lang="en-US" smtClean="0"/>
              <a:t>4</a:t>
            </a:fld>
            <a:endParaRPr lang="en-US"/>
          </a:p>
        </p:txBody>
      </p:sp>
    </p:spTree>
    <p:extLst>
      <p:ext uri="{BB962C8B-B14F-4D97-AF65-F5344CB8AC3E}">
        <p14:creationId xmlns:p14="http://schemas.microsoft.com/office/powerpoint/2010/main" val="772928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faced with discomfort, what do you usually address first: the problem itself, or how you feel about the problem? </a:t>
            </a:r>
          </a:p>
          <a:p>
            <a:r>
              <a:rPr lang="en-US" sz="1200" kern="1200" dirty="0">
                <a:solidFill>
                  <a:schemeClr val="tx1"/>
                </a:solidFill>
                <a:effectLst/>
                <a:latin typeface="+mn-lt"/>
                <a:ea typeface="+mn-ea"/>
                <a:cs typeface="+mn-cs"/>
              </a:rPr>
              <a:t>Look at this scenario: The trigger is a stack of unpaid bills on your table. Opening them causes anxiety. </a:t>
            </a:r>
          </a:p>
          <a:p>
            <a:pPr lvl="0"/>
            <a:r>
              <a:rPr lang="en-US" sz="1200" b="1" kern="1200" dirty="0">
                <a:solidFill>
                  <a:schemeClr val="tx1"/>
                </a:solidFill>
                <a:effectLst/>
                <a:latin typeface="+mn-lt"/>
                <a:ea typeface="+mn-ea"/>
                <a:cs typeface="+mn-cs"/>
              </a:rPr>
              <a:t>The Avoidance Trap:</a:t>
            </a:r>
            <a:r>
              <a:rPr lang="en-US" sz="1200" kern="1200" dirty="0">
                <a:solidFill>
                  <a:schemeClr val="tx1"/>
                </a:solidFill>
                <a:effectLst/>
                <a:latin typeface="+mn-lt"/>
                <a:ea typeface="+mn-ea"/>
                <a:cs typeface="+mn-cs"/>
              </a:rPr>
              <a:t> You say, 'I feel anxious, so I'm going to solve my immediate feeling.' You ignore the bills and binge-watch Netflix. Watching TV temporarily soothes your feeling, but it multiplies the underlying problem. Tomorrow, the bills remain, accompanied by late fees and added stress. </a:t>
            </a:r>
          </a:p>
          <a:p>
            <a:pPr lvl="0"/>
            <a:r>
              <a:rPr lang="en-US" sz="1200" b="1" kern="1200" dirty="0">
                <a:solidFill>
                  <a:schemeClr val="tx1"/>
                </a:solidFill>
                <a:effectLst/>
                <a:latin typeface="+mn-lt"/>
                <a:ea typeface="+mn-ea"/>
                <a:cs typeface="+mn-cs"/>
              </a:rPr>
              <a:t>The Action Protocol:</a:t>
            </a:r>
            <a:r>
              <a:rPr lang="en-US" sz="1200" kern="1200" dirty="0">
                <a:solidFill>
                  <a:schemeClr val="tx1"/>
                </a:solidFill>
                <a:effectLst/>
                <a:latin typeface="+mn-lt"/>
                <a:ea typeface="+mn-ea"/>
                <a:cs typeface="+mn-cs"/>
              </a:rPr>
              <a:t> You say, 'I feel anxious, but I am going to open the envelopes anyway.' This tolerates immediate discomfort to resolve the actual issue. </a:t>
            </a:r>
          </a:p>
          <a:p>
            <a:r>
              <a:rPr lang="en-US" sz="1200" kern="1200" dirty="0">
                <a:solidFill>
                  <a:schemeClr val="tx1"/>
                </a:solidFill>
                <a:effectLst/>
                <a:latin typeface="+mn-lt"/>
                <a:ea typeface="+mn-ea"/>
                <a:cs typeface="+mn-cs"/>
              </a:rPr>
              <a:t>Next time you feel overwhelmed, ask yourself: </a:t>
            </a:r>
            <a:r>
              <a:rPr lang="en-US" sz="1200" i="1" kern="1200" dirty="0">
                <a:solidFill>
                  <a:schemeClr val="tx1"/>
                </a:solidFill>
                <a:effectLst/>
                <a:latin typeface="+mn-lt"/>
                <a:ea typeface="+mn-ea"/>
                <a:cs typeface="+mn-cs"/>
              </a:rPr>
              <a:t>Am I trying to solve the problem, or am I just trying to soothe my feelings?</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3CB0CD95-0409-4517-AE2A-A17C9F791050}" type="slidenum">
              <a:rPr lang="en-US" smtClean="0"/>
              <a:t>5</a:t>
            </a:fld>
            <a:endParaRPr lang="en-US"/>
          </a:p>
        </p:txBody>
      </p:sp>
    </p:spTree>
    <p:extLst>
      <p:ext uri="{BB962C8B-B14F-4D97-AF65-F5344CB8AC3E}">
        <p14:creationId xmlns:p14="http://schemas.microsoft.com/office/powerpoint/2010/main" val="3654082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examine a common wellness habit: taking a 'mental health day' by staying in bed. </a:t>
            </a:r>
          </a:p>
          <a:p>
            <a:r>
              <a:rPr lang="en-US" sz="1200" kern="1200" dirty="0">
                <a:solidFill>
                  <a:schemeClr val="tx1"/>
                </a:solidFill>
                <a:effectLst/>
                <a:latin typeface="+mn-lt"/>
                <a:ea typeface="+mn-ea"/>
                <a:cs typeface="+mn-cs"/>
              </a:rPr>
              <a:t>Imagine waking up feeling overwhelmed by work. At 9:00 AM, deciding to stay in bed under the covers provides instant relief. But what happens by 5:00 PM? The dread returns because the workload and unaddressed tasks are still waiting. By Tuesday morning, facing reality is twice as hard. Avoidance is not recovery; it is delay. </a:t>
            </a:r>
          </a:p>
          <a:p>
            <a:r>
              <a:rPr lang="en-US" sz="1200" b="1" kern="1200" dirty="0">
                <a:solidFill>
                  <a:schemeClr val="tx1"/>
                </a:solidFill>
                <a:effectLst/>
                <a:latin typeface="+mn-lt"/>
                <a:ea typeface="+mn-ea"/>
                <a:cs typeface="+mn-cs"/>
              </a:rPr>
              <a:t>The Rule:</a:t>
            </a:r>
            <a:r>
              <a:rPr lang="en-US" sz="1200" kern="1200" dirty="0">
                <a:solidFill>
                  <a:schemeClr val="tx1"/>
                </a:solidFill>
                <a:effectLst/>
                <a:latin typeface="+mn-lt"/>
                <a:ea typeface="+mn-ea"/>
                <a:cs typeface="+mn-cs"/>
              </a:rPr>
              <a:t> Choose coping strategies that solve long-term problems, not just short-term emotional escapes. If you need a true break, go play hooky at the beach or do an active hobby that changes your state. Don't confuse staying in bed to avoid life with genuine mental recovery. </a:t>
            </a:r>
          </a:p>
          <a:p>
            <a:endParaRPr lang="en-US" dirty="0"/>
          </a:p>
        </p:txBody>
      </p:sp>
      <p:sp>
        <p:nvSpPr>
          <p:cNvPr id="4" name="Slide Number Placeholder 3"/>
          <p:cNvSpPr>
            <a:spLocks noGrp="1"/>
          </p:cNvSpPr>
          <p:nvPr>
            <p:ph type="sldNum" sz="quarter" idx="5"/>
          </p:nvPr>
        </p:nvSpPr>
        <p:spPr/>
        <p:txBody>
          <a:bodyPr/>
          <a:lstStyle/>
          <a:p>
            <a:fld id="{3CB0CD95-0409-4517-AE2A-A17C9F791050}" type="slidenum">
              <a:rPr lang="en-US" smtClean="0"/>
              <a:t>6</a:t>
            </a:fld>
            <a:endParaRPr lang="en-US"/>
          </a:p>
        </p:txBody>
      </p:sp>
    </p:spTree>
    <p:extLst>
      <p:ext uri="{BB962C8B-B14F-4D97-AF65-F5344CB8AC3E}">
        <p14:creationId xmlns:p14="http://schemas.microsoft.com/office/powerpoint/2010/main" val="15576476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 we bridge the gap between needing rest and falling into an avoidance trap? We meet ourselves halfway using a combination of </a:t>
            </a:r>
            <a:r>
              <a:rPr lang="en-US" sz="1200" b="1" kern="1200" dirty="0">
                <a:solidFill>
                  <a:schemeClr val="tx1"/>
                </a:solidFill>
                <a:effectLst/>
                <a:latin typeface="+mn-lt"/>
                <a:ea typeface="+mn-ea"/>
                <a:cs typeface="+mn-cs"/>
              </a:rPr>
              <a:t>Grace and Accountability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You don't have to force toxic positivity or pretend everything is fine. But you also shouldn't completely surrender to inaction. </a:t>
            </a:r>
          </a:p>
          <a:p>
            <a:r>
              <a:rPr lang="en-US" sz="1200" b="1" kern="1200" dirty="0">
                <a:solidFill>
                  <a:schemeClr val="tx1"/>
                </a:solidFill>
                <a:effectLst/>
                <a:latin typeface="+mn-lt"/>
                <a:ea typeface="+mn-ea"/>
                <a:cs typeface="+mn-cs"/>
              </a:rPr>
              <a:t>The Tactic:</a:t>
            </a:r>
            <a:r>
              <a:rPr lang="en-US" sz="1200" kern="1200" dirty="0">
                <a:solidFill>
                  <a:schemeClr val="tx1"/>
                </a:solidFill>
                <a:effectLst/>
                <a:latin typeface="+mn-lt"/>
                <a:ea typeface="+mn-ea"/>
                <a:cs typeface="+mn-cs"/>
              </a:rPr>
              <a:t> Strike a compromise with your urge to withdraw. Say to yourself: </a:t>
            </a:r>
            <a:r>
              <a:rPr lang="en-US" sz="1200" i="1" kern="1200" dirty="0">
                <a:solidFill>
                  <a:schemeClr val="tx1"/>
                </a:solidFill>
                <a:effectLst/>
                <a:latin typeface="+mn-lt"/>
                <a:ea typeface="+mn-ea"/>
                <a:cs typeface="+mn-cs"/>
              </a:rPr>
              <a:t>'I am going to stay in bed and feel sad... but only until 11:00 AM. At 11:00 AM, I am getting up, changing my clothes, and going for a walk.'</a:t>
            </a:r>
            <a:r>
              <a:rPr lang="en-US" sz="1200" kern="1200" dirty="0">
                <a:solidFill>
                  <a:schemeClr val="tx1"/>
                </a:solidFill>
                <a:effectLst/>
                <a:latin typeface="+mn-lt"/>
                <a:ea typeface="+mn-ea"/>
                <a:cs typeface="+mn-cs"/>
              </a:rPr>
              <a:t> This grants yourself grace to process emotions while enforcing a firm boundary against total collapse. </a:t>
            </a:r>
          </a:p>
          <a:p>
            <a:endParaRPr lang="en-US" dirty="0"/>
          </a:p>
        </p:txBody>
      </p:sp>
      <p:sp>
        <p:nvSpPr>
          <p:cNvPr id="4" name="Slide Number Placeholder 3"/>
          <p:cNvSpPr>
            <a:spLocks noGrp="1"/>
          </p:cNvSpPr>
          <p:nvPr>
            <p:ph type="sldNum" sz="quarter" idx="5"/>
          </p:nvPr>
        </p:nvSpPr>
        <p:spPr/>
        <p:txBody>
          <a:bodyPr/>
          <a:lstStyle/>
          <a:p>
            <a:fld id="{3CB0CD95-0409-4517-AE2A-A17C9F791050}" type="slidenum">
              <a:rPr lang="en-US" smtClean="0"/>
              <a:t>7</a:t>
            </a:fld>
            <a:endParaRPr lang="en-US"/>
          </a:p>
        </p:txBody>
      </p:sp>
    </p:spTree>
    <p:extLst>
      <p:ext uri="{BB962C8B-B14F-4D97-AF65-F5344CB8AC3E}">
        <p14:creationId xmlns:p14="http://schemas.microsoft.com/office/powerpoint/2010/main" val="8344606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Amy Morin is a trained Cognitive Behavioral Therapist (CBT). CBT relies on the connection between </a:t>
            </a:r>
            <a:r>
              <a:rPr lang="en-US" sz="1200" b="1" kern="1200" dirty="0">
                <a:solidFill>
                  <a:schemeClr val="tx1"/>
                </a:solidFill>
                <a:effectLst/>
                <a:latin typeface="+mn-lt"/>
                <a:ea typeface="+mn-ea"/>
                <a:cs typeface="+mn-cs"/>
              </a:rPr>
              <a:t>Thoughts, Feelings, and Behaviors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Consider this scenario: Someone doesn't return your phone call. </a:t>
            </a:r>
          </a:p>
          <a:p>
            <a:pPr marL="228600" lvl="0" indent="-228600">
              <a:buFont typeface="+mj-lt"/>
              <a:buAutoNum type="arabicPeriod"/>
            </a:pPr>
            <a:r>
              <a:rPr lang="en-US" sz="1200" b="1" kern="1200" dirty="0">
                <a:solidFill>
                  <a:schemeClr val="tx1"/>
                </a:solidFill>
                <a:effectLst/>
                <a:latin typeface="+mn-lt"/>
                <a:ea typeface="+mn-ea"/>
                <a:cs typeface="+mn-cs"/>
              </a:rPr>
              <a:t>Thought:</a:t>
            </a:r>
            <a:r>
              <a:rPr lang="en-US" sz="1200" kern="1200" dirty="0">
                <a:solidFill>
                  <a:schemeClr val="tx1"/>
                </a:solidFill>
                <a:effectLst/>
                <a:latin typeface="+mn-lt"/>
                <a:ea typeface="+mn-ea"/>
                <a:cs typeface="+mn-cs"/>
              </a:rPr>
              <a:t> Your brain jumps to, </a:t>
            </a:r>
            <a:r>
              <a:rPr lang="en-US" sz="1200" i="1" kern="1200" dirty="0">
                <a:solidFill>
                  <a:schemeClr val="tx1"/>
                </a:solidFill>
                <a:effectLst/>
                <a:latin typeface="+mn-lt"/>
                <a:ea typeface="+mn-ea"/>
                <a:cs typeface="+mn-cs"/>
              </a:rPr>
              <a:t>'They dislike me because I am flawed and worthless.'</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Feeling:</a:t>
            </a:r>
            <a:r>
              <a:rPr lang="en-US" sz="1200" kern="1200" dirty="0">
                <a:solidFill>
                  <a:schemeClr val="tx1"/>
                </a:solidFill>
                <a:effectLst/>
                <a:latin typeface="+mn-lt"/>
                <a:ea typeface="+mn-ea"/>
                <a:cs typeface="+mn-cs"/>
              </a:rPr>
              <a:t> That thought triggers feelings of rejection and depression. </a:t>
            </a:r>
          </a:p>
          <a:p>
            <a:pPr marL="228600" lvl="0" indent="-228600">
              <a:buFont typeface="+mj-lt"/>
              <a:buAutoNum type="arabicPeriod"/>
            </a:pPr>
            <a:r>
              <a:rPr lang="en-US" sz="1200" b="1" kern="1200" dirty="0">
                <a:solidFill>
                  <a:schemeClr val="tx1"/>
                </a:solidFill>
                <a:effectLst/>
                <a:latin typeface="+mn-lt"/>
                <a:ea typeface="+mn-ea"/>
                <a:cs typeface="+mn-cs"/>
              </a:rPr>
              <a:t>Behavior:</a:t>
            </a:r>
            <a:r>
              <a:rPr lang="en-US" sz="1200" kern="1200" dirty="0">
                <a:solidFill>
                  <a:schemeClr val="tx1"/>
                </a:solidFill>
                <a:effectLst/>
                <a:latin typeface="+mn-lt"/>
                <a:ea typeface="+mn-ea"/>
                <a:cs typeface="+mn-cs"/>
              </a:rPr>
              <a:t> You withdraw, isolate yourself, and refuse to reach out to anyone else. </a:t>
            </a:r>
          </a:p>
          <a:p>
            <a:r>
              <a:rPr lang="en-US" sz="1200" b="1" kern="1200" dirty="0">
                <a:solidFill>
                  <a:schemeClr val="tx1"/>
                </a:solidFill>
                <a:effectLst/>
                <a:latin typeface="+mn-lt"/>
                <a:ea typeface="+mn-ea"/>
                <a:cs typeface="+mn-cs"/>
              </a:rPr>
              <a:t>The Intervention:</a:t>
            </a:r>
            <a:r>
              <a:rPr lang="en-US" sz="1200" kern="1200" dirty="0">
                <a:solidFill>
                  <a:schemeClr val="tx1"/>
                </a:solidFill>
                <a:effectLst/>
                <a:latin typeface="+mn-lt"/>
                <a:ea typeface="+mn-ea"/>
                <a:cs typeface="+mn-cs"/>
              </a:rPr>
              <a:t> It is extremely difficult to force a feeling to change directly. However, you can challenge the underlying thought. Force yourself to write down 10 logical alternative reasons why they didn't call—their phone died, they were in a meeting, or they got busy. Shifting the thought breaks the spiral, alters your behavior, and lifts your mood. </a:t>
            </a:r>
          </a:p>
          <a:p>
            <a:endParaRPr lang="en-US" dirty="0"/>
          </a:p>
        </p:txBody>
      </p:sp>
      <p:sp>
        <p:nvSpPr>
          <p:cNvPr id="4" name="Slide Number Placeholder 3"/>
          <p:cNvSpPr>
            <a:spLocks noGrp="1"/>
          </p:cNvSpPr>
          <p:nvPr>
            <p:ph type="sldNum" sz="quarter" idx="5"/>
          </p:nvPr>
        </p:nvSpPr>
        <p:spPr/>
        <p:txBody>
          <a:bodyPr/>
          <a:lstStyle/>
          <a:p>
            <a:fld id="{3CB0CD95-0409-4517-AE2A-A17C9F791050}" type="slidenum">
              <a:rPr lang="en-US" smtClean="0"/>
              <a:t>8</a:t>
            </a:fld>
            <a:endParaRPr lang="en-US"/>
          </a:p>
        </p:txBody>
      </p:sp>
    </p:spTree>
    <p:extLst>
      <p:ext uri="{BB962C8B-B14F-4D97-AF65-F5344CB8AC3E}">
        <p14:creationId xmlns:p14="http://schemas.microsoft.com/office/powerpoint/2010/main" val="17735452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Suppressing bad feelings makes them explode later as uncontrolled irritability. But letting negative feelings run wild all day ruins your productivity. The solution is to </a:t>
            </a:r>
            <a:r>
              <a:rPr lang="en-US" sz="1200" b="1" kern="1200" dirty="0">
                <a:solidFill>
                  <a:schemeClr val="tx1"/>
                </a:solidFill>
                <a:effectLst/>
                <a:latin typeface="+mn-lt"/>
                <a:ea typeface="+mn-ea"/>
                <a:cs typeface="+mn-cs"/>
              </a:rPr>
              <a:t>schedule your worry time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Research shows that setting aside 15 minutes a day for designated worrying significantly reduces baseline anxiety. </a:t>
            </a:r>
          </a:p>
          <a:p>
            <a:r>
              <a:rPr lang="en-US" sz="1200" b="1" kern="1200" dirty="0">
                <a:solidFill>
                  <a:schemeClr val="tx1"/>
                </a:solidFill>
                <a:effectLst/>
                <a:latin typeface="+mn-lt"/>
                <a:ea typeface="+mn-ea"/>
                <a:cs typeface="+mn-cs"/>
              </a:rPr>
              <a:t>The Protocol:</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kern="1200" dirty="0">
                <a:solidFill>
                  <a:schemeClr val="tx1"/>
                </a:solidFill>
                <a:effectLst/>
                <a:latin typeface="+mn-lt"/>
                <a:ea typeface="+mn-ea"/>
                <a:cs typeface="+mn-cs"/>
              </a:rPr>
              <a:t>Schedule a 15-minute block on your calendar titled 'Worrying' or 'Self-Pity'. </a:t>
            </a:r>
          </a:p>
          <a:p>
            <a:pPr marL="228600" lvl="0" indent="-228600">
              <a:buFont typeface="+mj-lt"/>
              <a:buAutoNum type="arabicPeriod"/>
            </a:pPr>
            <a:r>
              <a:rPr lang="en-US" sz="1200" kern="1200" dirty="0">
                <a:solidFill>
                  <a:schemeClr val="tx1"/>
                </a:solidFill>
                <a:effectLst/>
                <a:latin typeface="+mn-lt"/>
                <a:ea typeface="+mn-ea"/>
                <a:cs typeface="+mn-cs"/>
              </a:rPr>
              <a:t>When the alarm goes off, sit down at your table and allow yourself to rage, cry, worry, or play the victim. Let it all out. </a:t>
            </a:r>
          </a:p>
          <a:p>
            <a:pPr marL="228600" lvl="0" indent="-228600">
              <a:buFont typeface="+mj-lt"/>
              <a:buAutoNum type="arabicPeriod"/>
            </a:pPr>
            <a:r>
              <a:rPr lang="en-US" sz="1200" kern="1200" dirty="0">
                <a:solidFill>
                  <a:schemeClr val="tx1"/>
                </a:solidFill>
                <a:effectLst/>
                <a:latin typeface="+mn-lt"/>
                <a:ea typeface="+mn-ea"/>
                <a:cs typeface="+mn-cs"/>
              </a:rPr>
              <a:t>When the 15-minute timer rings, get up, wash your face, and move on to your next task. If worries pop up during the day, tell yourself: </a:t>
            </a:r>
            <a:r>
              <a:rPr lang="en-US" sz="1200" i="1" kern="1200" dirty="0">
                <a:solidFill>
                  <a:schemeClr val="tx1"/>
                </a:solidFill>
                <a:effectLst/>
                <a:latin typeface="+mn-lt"/>
                <a:ea typeface="+mn-ea"/>
                <a:cs typeface="+mn-cs"/>
              </a:rPr>
              <a:t>'Not right now; I will handle that during my scheduled worry time at 7:00 PM.'</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3CB0CD95-0409-4517-AE2A-A17C9F791050}" type="slidenum">
              <a:rPr lang="en-US" smtClean="0"/>
              <a:t>9</a:t>
            </a:fld>
            <a:endParaRPr lang="en-US"/>
          </a:p>
        </p:txBody>
      </p:sp>
    </p:spTree>
    <p:extLst>
      <p:ext uri="{BB962C8B-B14F-4D97-AF65-F5344CB8AC3E}">
        <p14:creationId xmlns:p14="http://schemas.microsoft.com/office/powerpoint/2010/main" val="12972029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Words shape reality. One of the most subtle traps in modern mental health discourse is turning temporary state feelings into permanent identities. </a:t>
            </a:r>
          </a:p>
          <a:p>
            <a:r>
              <a:rPr lang="en-US" sz="1200" kern="1200" dirty="0">
                <a:solidFill>
                  <a:schemeClr val="tx1"/>
                </a:solidFill>
                <a:effectLst/>
                <a:latin typeface="+mn-lt"/>
                <a:ea typeface="+mn-ea"/>
                <a:cs typeface="+mn-cs"/>
              </a:rPr>
              <a:t>Look at these shifts: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Instead of saying, </a:t>
            </a:r>
            <a:r>
              <a:rPr lang="en-US" sz="1200" b="1" kern="1200" dirty="0">
                <a:solidFill>
                  <a:schemeClr val="tx1"/>
                </a:solidFill>
                <a:effectLst/>
                <a:latin typeface="+mn-lt"/>
                <a:ea typeface="+mn-ea"/>
                <a:cs typeface="+mn-cs"/>
              </a:rPr>
              <a:t>'I am an anxious person,'</a:t>
            </a:r>
            <a:r>
              <a:rPr lang="en-US" sz="1200" kern="1200" dirty="0">
                <a:solidFill>
                  <a:schemeClr val="tx1"/>
                </a:solidFill>
                <a:effectLst/>
                <a:latin typeface="+mn-lt"/>
                <a:ea typeface="+mn-ea"/>
                <a:cs typeface="+mn-cs"/>
              </a:rPr>
              <a:t> shift to </a:t>
            </a:r>
            <a:r>
              <a:rPr lang="en-US" sz="1200" b="1" kern="1200" dirty="0">
                <a:solidFill>
                  <a:schemeClr val="tx1"/>
                </a:solidFill>
                <a:effectLst/>
                <a:latin typeface="+mn-lt"/>
                <a:ea typeface="+mn-ea"/>
                <a:cs typeface="+mn-cs"/>
              </a:rPr>
              <a:t>'I have anxiety sometimes.'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Instead of saying, </a:t>
            </a:r>
            <a:r>
              <a:rPr lang="en-US" sz="1200" b="1" kern="1200" dirty="0">
                <a:solidFill>
                  <a:schemeClr val="tx1"/>
                </a:solidFill>
                <a:effectLst/>
                <a:latin typeface="+mn-lt"/>
                <a:ea typeface="+mn-ea"/>
                <a:cs typeface="+mn-cs"/>
              </a:rPr>
              <a:t>'I am an avoidant,'</a:t>
            </a:r>
            <a:r>
              <a:rPr lang="en-US" sz="1200" kern="1200" dirty="0">
                <a:solidFill>
                  <a:schemeClr val="tx1"/>
                </a:solidFill>
                <a:effectLst/>
                <a:latin typeface="+mn-lt"/>
                <a:ea typeface="+mn-ea"/>
                <a:cs typeface="+mn-cs"/>
              </a:rPr>
              <a:t> shift to </a:t>
            </a:r>
            <a:r>
              <a:rPr lang="en-US" sz="1200" b="1" kern="1200" dirty="0">
                <a:solidFill>
                  <a:schemeClr val="tx1"/>
                </a:solidFill>
                <a:effectLst/>
                <a:latin typeface="+mn-lt"/>
                <a:ea typeface="+mn-ea"/>
                <a:cs typeface="+mn-cs"/>
              </a:rPr>
              <a:t>'I have a tendency to push people away.'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Notice the language: 'I am' creates an unchangeable identity trait. Using qualifiers like </a:t>
            </a:r>
            <a:r>
              <a:rPr lang="en-US" sz="1200" i="1" kern="1200" dirty="0">
                <a:solidFill>
                  <a:schemeClr val="tx1"/>
                </a:solidFill>
                <a:effectLst/>
                <a:latin typeface="+mn-lt"/>
                <a:ea typeface="+mn-ea"/>
                <a:cs typeface="+mn-cs"/>
              </a:rPr>
              <a:t>'sometimes,'</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 tendency,'</a:t>
            </a:r>
            <a:r>
              <a:rPr lang="en-US" sz="1200" kern="1200" dirty="0">
                <a:solidFill>
                  <a:schemeClr val="tx1"/>
                </a:solidFill>
                <a:effectLst/>
                <a:latin typeface="+mn-lt"/>
                <a:ea typeface="+mn-ea"/>
                <a:cs typeface="+mn-cs"/>
              </a:rPr>
              <a:t> or adding the word </a:t>
            </a:r>
            <a:r>
              <a:rPr lang="en-US" sz="1200" i="1" kern="1200" dirty="0">
                <a:solidFill>
                  <a:schemeClr val="tx1"/>
                </a:solidFill>
                <a:effectLst/>
                <a:latin typeface="+mn-lt"/>
                <a:ea typeface="+mn-ea"/>
                <a:cs typeface="+mn-cs"/>
              </a:rPr>
              <a:t>'yet'</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 haven't learned this yet'</a:t>
            </a:r>
            <a:r>
              <a:rPr lang="en-US" sz="1200" kern="1200" dirty="0">
                <a:solidFill>
                  <a:schemeClr val="tx1"/>
                </a:solidFill>
                <a:effectLst/>
                <a:latin typeface="+mn-lt"/>
                <a:ea typeface="+mn-ea"/>
                <a:cs typeface="+mn-cs"/>
              </a:rPr>
              <a:t>) leaves room for hope, agency, and behavioral change. </a:t>
            </a:r>
          </a:p>
          <a:p>
            <a:endParaRPr lang="en-US" dirty="0"/>
          </a:p>
        </p:txBody>
      </p:sp>
      <p:sp>
        <p:nvSpPr>
          <p:cNvPr id="4" name="Slide Number Placeholder 3"/>
          <p:cNvSpPr>
            <a:spLocks noGrp="1"/>
          </p:cNvSpPr>
          <p:nvPr>
            <p:ph type="sldNum" sz="quarter" idx="5"/>
          </p:nvPr>
        </p:nvSpPr>
        <p:spPr/>
        <p:txBody>
          <a:bodyPr/>
          <a:lstStyle/>
          <a:p>
            <a:fld id="{3CB0CD95-0409-4517-AE2A-A17C9F791050}" type="slidenum">
              <a:rPr lang="en-US" smtClean="0"/>
              <a:t>10</a:t>
            </a:fld>
            <a:endParaRPr lang="en-US"/>
          </a:p>
        </p:txBody>
      </p:sp>
    </p:spTree>
    <p:extLst>
      <p:ext uri="{BB962C8B-B14F-4D97-AF65-F5344CB8AC3E}">
        <p14:creationId xmlns:p14="http://schemas.microsoft.com/office/powerpoint/2010/main" val="34009696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need to discuss a sensitive subject: the difference between </a:t>
            </a:r>
            <a:r>
              <a:rPr lang="en-US" sz="1200" i="1" kern="1200" dirty="0">
                <a:solidFill>
                  <a:schemeClr val="tx1"/>
                </a:solidFill>
                <a:effectLst/>
                <a:latin typeface="+mn-lt"/>
                <a:ea typeface="+mn-ea"/>
                <a:cs typeface="+mn-cs"/>
              </a:rPr>
              <a:t>being</a:t>
            </a:r>
            <a:r>
              <a:rPr lang="en-US" sz="1200" kern="1200" dirty="0">
                <a:solidFill>
                  <a:schemeClr val="tx1"/>
                </a:solidFill>
                <a:effectLst/>
                <a:latin typeface="+mn-lt"/>
                <a:ea typeface="+mn-ea"/>
                <a:cs typeface="+mn-cs"/>
              </a:rPr>
              <a:t> a victim and </a:t>
            </a:r>
            <a:r>
              <a:rPr lang="en-US" sz="1200" i="1" kern="1200" dirty="0">
                <a:solidFill>
                  <a:schemeClr val="tx1"/>
                </a:solidFill>
                <a:effectLst/>
                <a:latin typeface="+mn-lt"/>
                <a:ea typeface="+mn-ea"/>
                <a:cs typeface="+mn-cs"/>
              </a:rPr>
              <a:t>playing</a:t>
            </a:r>
            <a:r>
              <a:rPr lang="en-US" sz="1200" kern="1200" dirty="0">
                <a:solidFill>
                  <a:schemeClr val="tx1"/>
                </a:solidFill>
                <a:effectLst/>
                <a:latin typeface="+mn-lt"/>
                <a:ea typeface="+mn-ea"/>
                <a:cs typeface="+mn-cs"/>
              </a:rPr>
              <a:t> the victim. </a:t>
            </a:r>
          </a:p>
          <a:p>
            <a:r>
              <a:rPr lang="en-US" sz="1200" b="1" kern="1200" dirty="0">
                <a:solidFill>
                  <a:schemeClr val="tx1"/>
                </a:solidFill>
                <a:effectLst/>
                <a:latin typeface="+mn-lt"/>
                <a:ea typeface="+mn-ea"/>
                <a:cs typeface="+mn-cs"/>
              </a:rPr>
              <a:t>Being a victim</a:t>
            </a:r>
            <a:r>
              <a:rPr lang="en-US" sz="1200" kern="1200" dirty="0">
                <a:solidFill>
                  <a:schemeClr val="tx1"/>
                </a:solidFill>
                <a:effectLst/>
                <a:latin typeface="+mn-lt"/>
                <a:ea typeface="+mn-ea"/>
                <a:cs typeface="+mn-cs"/>
              </a:rPr>
              <a:t> of a terrible event—a loss, crime, or tragedy—is a devastating reality.</a:t>
            </a:r>
          </a:p>
          <a:p>
            <a:r>
              <a:rPr lang="en-US" sz="1200" b="1" kern="1200" dirty="0">
                <a:solidFill>
                  <a:schemeClr val="tx1"/>
                </a:solidFill>
                <a:effectLst/>
                <a:latin typeface="+mn-lt"/>
                <a:ea typeface="+mn-ea"/>
                <a:cs typeface="+mn-cs"/>
              </a:rPr>
              <a:t>Playing the victim</a:t>
            </a:r>
            <a:r>
              <a:rPr lang="en-US" sz="1200" kern="1200" dirty="0">
                <a:solidFill>
                  <a:schemeClr val="tx1"/>
                </a:solidFill>
                <a:effectLst/>
                <a:latin typeface="+mn-lt"/>
                <a:ea typeface="+mn-ea"/>
                <a:cs typeface="+mn-cs"/>
              </a:rPr>
              <a:t>, however, is a psychological choice that can become addictive. It provides instant emotional validation and frees you from personal accountability. </a:t>
            </a:r>
          </a:p>
          <a:p>
            <a:r>
              <a:rPr lang="en-US" sz="1200" kern="1200" dirty="0">
                <a:solidFill>
                  <a:schemeClr val="tx1"/>
                </a:solidFill>
                <a:effectLst/>
                <a:latin typeface="+mn-lt"/>
                <a:ea typeface="+mn-ea"/>
                <a:cs typeface="+mn-cs"/>
              </a:rPr>
              <a:t>It feels comfortable to tell friends, </a:t>
            </a:r>
            <a:r>
              <a:rPr lang="en-US" sz="1200" i="1" kern="1200" dirty="0">
                <a:solidFill>
                  <a:schemeClr val="tx1"/>
                </a:solidFill>
                <a:effectLst/>
                <a:latin typeface="+mn-lt"/>
                <a:ea typeface="+mn-ea"/>
                <a:cs typeface="+mn-cs"/>
              </a:rPr>
              <a:t>'My ex was a narcissist'</a:t>
            </a:r>
            <a:r>
              <a:rPr lang="en-US" sz="1200" kern="1200" dirty="0">
                <a:solidFill>
                  <a:schemeClr val="tx1"/>
                </a:solidFill>
                <a:effectLst/>
                <a:latin typeface="+mn-lt"/>
                <a:ea typeface="+mn-ea"/>
                <a:cs typeface="+mn-cs"/>
              </a:rPr>
              <a:t> or </a:t>
            </a:r>
            <a:r>
              <a:rPr lang="en-US" sz="1200" i="1" kern="1200" dirty="0">
                <a:solidFill>
                  <a:schemeClr val="tx1"/>
                </a:solidFill>
                <a:effectLst/>
                <a:latin typeface="+mn-lt"/>
                <a:ea typeface="+mn-ea"/>
                <a:cs typeface="+mn-cs"/>
              </a:rPr>
              <a:t>'My boss is horrible,'</a:t>
            </a:r>
            <a:r>
              <a:rPr lang="en-US" sz="1200" kern="1200" dirty="0">
                <a:solidFill>
                  <a:schemeClr val="tx1"/>
                </a:solidFill>
                <a:effectLst/>
                <a:latin typeface="+mn-lt"/>
                <a:ea typeface="+mn-ea"/>
                <a:cs typeface="+mn-cs"/>
              </a:rPr>
              <a:t> because it shifts 100% of the fault away from us. But as Amy Morin points out, seeking validation for a victim narrative keeps you stuck. Solving problems requires taking responsibility for our choices, which is why people often choose familiar pain over the uncertainty of real change. </a:t>
            </a:r>
          </a:p>
          <a:p>
            <a:endParaRPr lang="en-US" dirty="0"/>
          </a:p>
        </p:txBody>
      </p:sp>
      <p:sp>
        <p:nvSpPr>
          <p:cNvPr id="4" name="Slide Number Placeholder 3"/>
          <p:cNvSpPr>
            <a:spLocks noGrp="1"/>
          </p:cNvSpPr>
          <p:nvPr>
            <p:ph type="sldNum" sz="quarter" idx="5"/>
          </p:nvPr>
        </p:nvSpPr>
        <p:spPr/>
        <p:txBody>
          <a:bodyPr/>
          <a:lstStyle/>
          <a:p>
            <a:fld id="{3CB0CD95-0409-4517-AE2A-A17C9F791050}" type="slidenum">
              <a:rPr lang="en-US" smtClean="0"/>
              <a:t>11</a:t>
            </a:fld>
            <a:endParaRPr lang="en-US"/>
          </a:p>
        </p:txBody>
      </p:sp>
    </p:spTree>
    <p:extLst>
      <p:ext uri="{BB962C8B-B14F-4D97-AF65-F5344CB8AC3E}">
        <p14:creationId xmlns:p14="http://schemas.microsoft.com/office/powerpoint/2010/main" val="25630702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You cannot control the tragedies, rejections, or unfair circumstances that happen to you. But you have control over the narrative you write next. </a:t>
            </a:r>
          </a:p>
          <a:p>
            <a:r>
              <a:rPr lang="en-US" sz="1200" kern="1200" dirty="0">
                <a:solidFill>
                  <a:schemeClr val="tx1"/>
                </a:solidFill>
                <a:effectLst/>
                <a:latin typeface="+mn-lt"/>
                <a:ea typeface="+mn-ea"/>
                <a:cs typeface="+mn-cs"/>
              </a:rPr>
              <a:t>Imagine your life as a movie. If the main character spends 40 years sitting in a room thinking, </a:t>
            </a:r>
            <a:r>
              <a:rPr lang="en-US" sz="1200" i="1" kern="1200" dirty="0">
                <a:solidFill>
                  <a:schemeClr val="tx1"/>
                </a:solidFill>
                <a:effectLst/>
                <a:latin typeface="+mn-lt"/>
                <a:ea typeface="+mn-ea"/>
                <a:cs typeface="+mn-cs"/>
              </a:rPr>
              <a:t>'Isn't it sad that my life didn't turn out how I wanted?'</a:t>
            </a:r>
            <a:r>
              <a:rPr lang="en-US" sz="1200" kern="1200" dirty="0">
                <a:solidFill>
                  <a:schemeClr val="tx1"/>
                </a:solidFill>
                <a:effectLst/>
                <a:latin typeface="+mn-lt"/>
                <a:ea typeface="+mn-ea"/>
                <a:cs typeface="+mn-cs"/>
              </a:rPr>
              <a:t>—that makes for a slow, uninspiring film. </a:t>
            </a:r>
          </a:p>
          <a:p>
            <a:r>
              <a:rPr lang="en-US" sz="1200" kern="1200" dirty="0">
                <a:solidFill>
                  <a:schemeClr val="tx1"/>
                </a:solidFill>
                <a:effectLst/>
                <a:latin typeface="+mn-lt"/>
                <a:ea typeface="+mn-ea"/>
                <a:cs typeface="+mn-cs"/>
              </a:rPr>
              <a:t>You face a fundamental choice: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Will you sabotage your future to prove to the world that you were wronged?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Or will you embrace the pain, take control of your actions, and write a compelling comeback story? </a:t>
            </a:r>
          </a:p>
          <a:p>
            <a:r>
              <a:rPr lang="en-US" sz="1200" kern="1200" dirty="0">
                <a:solidFill>
                  <a:schemeClr val="tx1"/>
                </a:solidFill>
                <a:effectLst/>
                <a:latin typeface="+mn-lt"/>
                <a:ea typeface="+mn-ea"/>
                <a:cs typeface="+mn-cs"/>
              </a:rPr>
              <a:t>A comeback story doesn't mean pretending the tragedy didn't happen. It means deciding that the tragedy is the middle of your story, not the end. </a:t>
            </a:r>
          </a:p>
          <a:p>
            <a:endParaRPr lang="en-US" dirty="0"/>
          </a:p>
        </p:txBody>
      </p:sp>
      <p:sp>
        <p:nvSpPr>
          <p:cNvPr id="4" name="Slide Number Placeholder 3"/>
          <p:cNvSpPr>
            <a:spLocks noGrp="1"/>
          </p:cNvSpPr>
          <p:nvPr>
            <p:ph type="sldNum" sz="quarter" idx="5"/>
          </p:nvPr>
        </p:nvSpPr>
        <p:spPr/>
        <p:txBody>
          <a:bodyPr/>
          <a:lstStyle/>
          <a:p>
            <a:fld id="{3CB0CD95-0409-4517-AE2A-A17C9F791050}" type="slidenum">
              <a:rPr lang="en-US" smtClean="0"/>
              <a:t>12</a:t>
            </a:fld>
            <a:endParaRPr lang="en-US"/>
          </a:p>
        </p:txBody>
      </p:sp>
    </p:spTree>
    <p:extLst>
      <p:ext uri="{BB962C8B-B14F-4D97-AF65-F5344CB8AC3E}">
        <p14:creationId xmlns:p14="http://schemas.microsoft.com/office/powerpoint/2010/main" val="29181351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Nature abhors a vacuum. Every severe trial brings a hidden, unshakeable strength if you actively choose to forge it. </a:t>
            </a:r>
          </a:p>
          <a:p>
            <a:r>
              <a:rPr lang="en-US" sz="1200" kern="1200" dirty="0">
                <a:solidFill>
                  <a:schemeClr val="tx1"/>
                </a:solidFill>
                <a:effectLst/>
                <a:latin typeface="+mn-lt"/>
                <a:ea typeface="+mn-ea"/>
                <a:cs typeface="+mn-cs"/>
              </a:rPr>
              <a:t>Amy Morin shares a powerful personal story on this topic. At age 23, she lost her mother to a brain aneurysm. Three years later, her 26-year-old husband passed away unexpectedly from a heart attack. Years later, her father-in-law was diagnosed with terminal cancer. </a:t>
            </a:r>
          </a:p>
          <a:p>
            <a:r>
              <a:rPr lang="en-US" sz="1200" kern="1200" dirty="0">
                <a:solidFill>
                  <a:schemeClr val="tx1"/>
                </a:solidFill>
                <a:effectLst/>
                <a:latin typeface="+mn-lt"/>
                <a:ea typeface="+mn-ea"/>
                <a:cs typeface="+mn-cs"/>
              </a:rPr>
              <a:t>She notes that while she would never want to relive those devastating days, surviving them created an invincibility mindset. Giving the eulogy at her husband's funeral eliminated her former fear of public speaking. As she put it: </a:t>
            </a:r>
            <a:r>
              <a:rPr lang="en-US" sz="1200" i="1" kern="1200" dirty="0">
                <a:solidFill>
                  <a:schemeClr val="tx1"/>
                </a:solidFill>
                <a:effectLst/>
                <a:latin typeface="+mn-lt"/>
                <a:ea typeface="+mn-ea"/>
                <a:cs typeface="+mn-cs"/>
              </a:rPr>
              <a:t>'I have survived the absolute worst moments of my life. A negative review or petty rejection can no longer crush me.'</a:t>
            </a:r>
            <a:r>
              <a:rPr lang="en-US" sz="1200" kern="1200" dirty="0">
                <a:solidFill>
                  <a:schemeClr val="tx1"/>
                </a:solidFill>
                <a:effectLst/>
                <a:latin typeface="+mn-lt"/>
                <a:ea typeface="+mn-ea"/>
                <a:cs typeface="+mn-cs"/>
              </a:rPr>
              <a:t> When you survive your worst days, everyday anxieties lose their power over you. </a:t>
            </a:r>
          </a:p>
          <a:p>
            <a:endParaRPr lang="en-US" dirty="0"/>
          </a:p>
        </p:txBody>
      </p:sp>
      <p:sp>
        <p:nvSpPr>
          <p:cNvPr id="4" name="Slide Number Placeholder 3"/>
          <p:cNvSpPr>
            <a:spLocks noGrp="1"/>
          </p:cNvSpPr>
          <p:nvPr>
            <p:ph type="sldNum" sz="quarter" idx="5"/>
          </p:nvPr>
        </p:nvSpPr>
        <p:spPr/>
        <p:txBody>
          <a:bodyPr/>
          <a:lstStyle/>
          <a:p>
            <a:fld id="{3CB0CD95-0409-4517-AE2A-A17C9F791050}" type="slidenum">
              <a:rPr lang="en-US" smtClean="0"/>
              <a:t>13</a:t>
            </a:fld>
            <a:endParaRPr lang="en-US"/>
          </a:p>
        </p:txBody>
      </p:sp>
    </p:spTree>
    <p:extLst>
      <p:ext uri="{BB962C8B-B14F-4D97-AF65-F5344CB8AC3E}">
        <p14:creationId xmlns:p14="http://schemas.microsoft.com/office/powerpoint/2010/main" val="11179493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Social support is the single greatest predictor of how well someone recovers from adversity. Yet, when people struggle, their default response is often isolation because they 'don't want to be a burden.' </a:t>
            </a:r>
          </a:p>
          <a:p>
            <a:r>
              <a:rPr lang="en-US" sz="1200" kern="1200" dirty="0">
                <a:solidFill>
                  <a:schemeClr val="tx1"/>
                </a:solidFill>
                <a:effectLst/>
                <a:latin typeface="+mn-lt"/>
                <a:ea typeface="+mn-ea"/>
                <a:cs typeface="+mn-cs"/>
              </a:rPr>
              <a:t>Simon Sinek shares a simple rule he lives by: </a:t>
            </a:r>
            <a:r>
              <a:rPr lang="en-US" sz="1200" b="1" kern="1200" dirty="0">
                <a:solidFill>
                  <a:schemeClr val="tx1"/>
                </a:solidFill>
                <a:effectLst/>
                <a:latin typeface="+mn-lt"/>
                <a:ea typeface="+mn-ea"/>
                <a:cs typeface="+mn-cs"/>
              </a:rPr>
              <a:t>No crying alone.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When you are overwhelmed, call a close friend. You don't need them to fix your problem or give unsolicited advice. Simply ask them to </a:t>
            </a:r>
            <a:r>
              <a:rPr lang="en-US" sz="1200" i="1" kern="1200" dirty="0">
                <a:solidFill>
                  <a:schemeClr val="tx1"/>
                </a:solidFill>
                <a:effectLst/>
                <a:latin typeface="+mn-lt"/>
                <a:ea typeface="+mn-ea"/>
                <a:cs typeface="+mn-cs"/>
              </a:rPr>
              <a:t>'sit in the mud'</a:t>
            </a:r>
            <a:r>
              <a:rPr lang="en-US" sz="1200" kern="1200" dirty="0">
                <a:solidFill>
                  <a:schemeClr val="tx1"/>
                </a:solidFill>
                <a:effectLst/>
                <a:latin typeface="+mn-lt"/>
                <a:ea typeface="+mn-ea"/>
                <a:cs typeface="+mn-cs"/>
              </a:rPr>
              <a:t> with you. Reaching out isn't burdening your friends; it grants them the privilege of being there for you when it matters most. </a:t>
            </a:r>
          </a:p>
          <a:p>
            <a:endParaRPr lang="en-US" dirty="0"/>
          </a:p>
        </p:txBody>
      </p:sp>
      <p:sp>
        <p:nvSpPr>
          <p:cNvPr id="4" name="Slide Number Placeholder 3"/>
          <p:cNvSpPr>
            <a:spLocks noGrp="1"/>
          </p:cNvSpPr>
          <p:nvPr>
            <p:ph type="sldNum" sz="quarter" idx="5"/>
          </p:nvPr>
        </p:nvSpPr>
        <p:spPr/>
        <p:txBody>
          <a:bodyPr/>
          <a:lstStyle/>
          <a:p>
            <a:fld id="{3CB0CD95-0409-4517-AE2A-A17C9F791050}" type="slidenum">
              <a:rPr lang="en-US" smtClean="0"/>
              <a:t>14</a:t>
            </a:fld>
            <a:endParaRPr lang="en-US"/>
          </a:p>
        </p:txBody>
      </p:sp>
    </p:spTree>
    <p:extLst>
      <p:ext uri="{BB962C8B-B14F-4D97-AF65-F5344CB8AC3E}">
        <p14:creationId xmlns:p14="http://schemas.microsoft.com/office/powerpoint/2010/main" val="37632934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build mental strength, view these principles as daily exercise reps. Here is your self-reflection checklist to review when facing a difficult day: </a:t>
            </a:r>
          </a:p>
          <a:p>
            <a:pPr marL="228600" lvl="0" indent="-228600">
              <a:buFont typeface="+mj-lt"/>
              <a:buAutoNum type="arabicPeriod"/>
            </a:pPr>
            <a:r>
              <a:rPr lang="en-US" sz="1200" b="1" kern="1200" dirty="0">
                <a:solidFill>
                  <a:schemeClr val="tx1"/>
                </a:solidFill>
                <a:effectLst/>
                <a:latin typeface="+mn-lt"/>
                <a:ea typeface="+mn-ea"/>
                <a:cs typeface="+mn-cs"/>
              </a:rPr>
              <a:t>Problem vs. Feeling:</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Am I solving the actual problem, or am I just trying to soothe my temporary feelings?</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Grace + Action:</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Am I compromising with my avoidance? ('I will rest, but I get up at 11:00 AM')</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Worry Time:</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Have I scheduled my 15 minutes to process worry and anger, or am I letting it leak into my entire day?</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Language Shift:</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Am I using 'sometimes' and 'a tendency' instead of trap labels like 'I am an anxious person'?</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Narrative Ownership:</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Am I actively writing a comeback story, or am I just seeking validation for being a victim?</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3CB0CD95-0409-4517-AE2A-A17C9F791050}" type="slidenum">
              <a:rPr lang="en-US" smtClean="0"/>
              <a:t>15</a:t>
            </a:fld>
            <a:endParaRPr lang="en-US"/>
          </a:p>
        </p:txBody>
      </p:sp>
    </p:spTree>
    <p:extLst>
      <p:ext uri="{BB962C8B-B14F-4D97-AF65-F5344CB8AC3E}">
        <p14:creationId xmlns:p14="http://schemas.microsoft.com/office/powerpoint/2010/main" val="27930625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here is the full blueprint of the Mental Fitness Framework: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Mindset Shift:</a:t>
            </a:r>
            <a:r>
              <a:rPr lang="en-US" sz="1200" kern="1200" dirty="0">
                <a:solidFill>
                  <a:schemeClr val="tx1"/>
                </a:solidFill>
                <a:effectLst/>
                <a:latin typeface="+mn-lt"/>
                <a:ea typeface="+mn-ea"/>
                <a:cs typeface="+mn-cs"/>
              </a:rPr>
              <a:t> Move away from treating mental health as a static goal. Treat mental fitness as an ongoing practice that fluctuates based on daily habits.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Solve the Problem:</a:t>
            </a:r>
            <a:r>
              <a:rPr lang="en-US" sz="1200" kern="1200" dirty="0">
                <a:solidFill>
                  <a:schemeClr val="tx1"/>
                </a:solidFill>
                <a:effectLst/>
                <a:latin typeface="+mn-lt"/>
                <a:ea typeface="+mn-ea"/>
                <a:cs typeface="+mn-cs"/>
              </a:rPr>
              <a:t> Focus on addressing the root issue (like opening unpaid bills) rather than relying on short-term avoidance (like hiding under the covers).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Schedule Worry:</a:t>
            </a:r>
            <a:r>
              <a:rPr lang="en-US" sz="1200" kern="1200" dirty="0">
                <a:solidFill>
                  <a:schemeClr val="tx1"/>
                </a:solidFill>
                <a:effectLst/>
                <a:latin typeface="+mn-lt"/>
                <a:ea typeface="+mn-ea"/>
                <a:cs typeface="+mn-cs"/>
              </a:rPr>
              <a:t> Limit negative rumination to a dedicated 15-minute daily block to protect the rest of your day.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Rewrite Your Story:</a:t>
            </a:r>
            <a:r>
              <a:rPr lang="en-US" sz="1200" kern="1200" dirty="0">
                <a:solidFill>
                  <a:schemeClr val="tx1"/>
                </a:solidFill>
                <a:effectLst/>
                <a:latin typeface="+mn-lt"/>
                <a:ea typeface="+mn-ea"/>
                <a:cs typeface="+mn-cs"/>
              </a:rPr>
              <a:t> Reframe life's setbacks not as the end of your journey, but as the middle chapter of a comeback story.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Build Connection:</a:t>
            </a:r>
            <a:r>
              <a:rPr lang="en-US" sz="1200" kern="1200" dirty="0">
                <a:solidFill>
                  <a:schemeClr val="tx1"/>
                </a:solidFill>
                <a:effectLst/>
                <a:latin typeface="+mn-lt"/>
                <a:ea typeface="+mn-ea"/>
                <a:cs typeface="+mn-cs"/>
              </a:rPr>
              <a:t> Avoid isolating yourself during tough times—invite trusted people to support you. </a:t>
            </a:r>
          </a:p>
          <a:p>
            <a:r>
              <a:rPr lang="en-US" sz="1200" kern="1200" dirty="0">
                <a:solidFill>
                  <a:schemeClr val="tx1"/>
                </a:solidFill>
                <a:effectLst/>
                <a:latin typeface="+mn-lt"/>
                <a:ea typeface="+mn-ea"/>
                <a:cs typeface="+mn-cs"/>
              </a:rPr>
              <a:t>Thank you for your time. Let's put these daily reps into practice. </a:t>
            </a:r>
          </a:p>
          <a:p>
            <a:endParaRPr lang="en-US" dirty="0"/>
          </a:p>
          <a:p>
            <a:endParaRPr lang="en-US" dirty="0"/>
          </a:p>
          <a:p>
            <a:endParaRPr lang="en-US" dirty="0"/>
          </a:p>
          <a:p>
            <a:endParaRPr lang="en-US" dirty="0"/>
          </a:p>
          <a:p>
            <a:endParaRPr lang="en-US" dirty="0"/>
          </a:p>
          <a:p>
            <a:r>
              <a:rPr lang="en-US" dirty="0"/>
              <a:t>What Mentally Strong People Do on Their Worst Days | Psychotherapist Amy Morin</a:t>
            </a:r>
          </a:p>
          <a:p>
            <a:r>
              <a:rPr lang="en-US" dirty="0"/>
              <a:t>https://www.youtube.com/watch?v=TNdrIk18pio</a:t>
            </a:r>
          </a:p>
        </p:txBody>
      </p:sp>
      <p:sp>
        <p:nvSpPr>
          <p:cNvPr id="4" name="Slide Number Placeholder 3"/>
          <p:cNvSpPr>
            <a:spLocks noGrp="1"/>
          </p:cNvSpPr>
          <p:nvPr>
            <p:ph type="sldNum" sz="quarter" idx="5"/>
          </p:nvPr>
        </p:nvSpPr>
        <p:spPr/>
        <p:txBody>
          <a:bodyPr/>
          <a:lstStyle/>
          <a:p>
            <a:fld id="{3CB0CD95-0409-4517-AE2A-A17C9F791050}" type="slidenum">
              <a:rPr lang="en-US" smtClean="0"/>
              <a:t>16</a:t>
            </a:fld>
            <a:endParaRPr lang="en-US"/>
          </a:p>
        </p:txBody>
      </p:sp>
    </p:spTree>
    <p:extLst>
      <p:ext uri="{BB962C8B-B14F-4D97-AF65-F5344CB8AC3E}">
        <p14:creationId xmlns:p14="http://schemas.microsoft.com/office/powerpoint/2010/main" val="3630561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892F8D-04E5-500C-EB30-3BC7A2968EA9}"/>
              </a:ext>
            </a:extLst>
          </p:cNvPr>
          <p:cNvSpPr>
            <a:spLocks noGrp="1"/>
          </p:cNvSpPr>
          <p:nvPr>
            <p:ph type="dt" sz="half" idx="10"/>
          </p:nvPr>
        </p:nvSpPr>
        <p:spPr/>
        <p:txBody>
          <a:bodyPr/>
          <a:lstStyle/>
          <a:p>
            <a:fld id="{D4A46A1A-BFC3-4A9C-8E04-119003E703C2}" type="datetimeFigureOut">
              <a:rPr lang="en-US" smtClean="0"/>
              <a:t>10/20/2026</a:t>
            </a:fld>
            <a:endParaRPr lang="en-US"/>
          </a:p>
        </p:txBody>
      </p:sp>
      <p:sp>
        <p:nvSpPr>
          <p:cNvPr id="3" name="Footer Placeholder 2">
            <a:extLst>
              <a:ext uri="{FF2B5EF4-FFF2-40B4-BE49-F238E27FC236}">
                <a16:creationId xmlns:a16="http://schemas.microsoft.com/office/drawing/2014/main" id="{DEA68F9F-D2D5-BAAA-88B1-6BD3A43079C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BC284F-69CF-1DDC-47D4-D6E13F82815A}"/>
              </a:ext>
            </a:extLst>
          </p:cNvPr>
          <p:cNvSpPr>
            <a:spLocks noGrp="1"/>
          </p:cNvSpPr>
          <p:nvPr>
            <p:ph type="sldNum" sz="quarter" idx="12"/>
          </p:nvPr>
        </p:nvSpPr>
        <p:spPr/>
        <p:txBody>
          <a:bodyPr/>
          <a:lstStyle/>
          <a:p>
            <a:fld id="{1157246B-ADED-4B35-828D-EB7B5204232F}" type="slidenum">
              <a:rPr lang="en-US" smtClean="0"/>
              <a:t>‹#›</a:t>
            </a:fld>
            <a:endParaRPr lang="en-US"/>
          </a:p>
        </p:txBody>
      </p:sp>
    </p:spTree>
    <p:extLst>
      <p:ext uri="{BB962C8B-B14F-4D97-AF65-F5344CB8AC3E}">
        <p14:creationId xmlns:p14="http://schemas.microsoft.com/office/powerpoint/2010/main" val="353715806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C37D0B-F558-0BBA-D07B-413FC09737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680E73C-161A-BA50-1FC8-F2841F7923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949170-E387-2A4C-1B5D-A146BA44BF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4A46A1A-BFC3-4A9C-8E04-119003E703C2}" type="datetimeFigureOut">
              <a:rPr lang="en-US" smtClean="0"/>
              <a:t>10/20/2026</a:t>
            </a:fld>
            <a:endParaRPr lang="en-US"/>
          </a:p>
        </p:txBody>
      </p:sp>
      <p:sp>
        <p:nvSpPr>
          <p:cNvPr id="5" name="Footer Placeholder 4">
            <a:extLst>
              <a:ext uri="{FF2B5EF4-FFF2-40B4-BE49-F238E27FC236}">
                <a16:creationId xmlns:a16="http://schemas.microsoft.com/office/drawing/2014/main" id="{5CE64773-4590-F6F9-F7E2-2ADE98EBF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8CEB4D5-2F13-C5A9-842E-328726485C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57246B-ADED-4B35-828D-EB7B5204232F}" type="slidenum">
              <a:rPr lang="en-US" smtClean="0"/>
              <a:t>‹#›</a:t>
            </a:fld>
            <a:endParaRPr lang="en-US"/>
          </a:p>
        </p:txBody>
      </p:sp>
    </p:spTree>
    <p:extLst>
      <p:ext uri="{BB962C8B-B14F-4D97-AF65-F5344CB8AC3E}">
        <p14:creationId xmlns:p14="http://schemas.microsoft.com/office/powerpoint/2010/main" val="2186363196"/>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16AC4A-12C3-35F8-1390-BFB936759C2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2C8CFA-4008-BBA0-8CA3-F331F9EE119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E9A949-D1E2-29F9-1A0F-2230291F465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63A6AC1-41A5-AE84-7A98-DD258E939D9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4B5C4ED-AAF9-5730-6C4E-E0D08D53B8D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C5987D4-0766-E33C-5F30-4DB076074A4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3709F9F-8E2D-38D5-1C5D-0E471D6F28E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8E6354-DBF6-7380-D1B5-A84EE7EF66F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6F2BD4-0AD2-BA55-5492-C749EB48EC3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4F49102-7DC9-E5B5-497E-3BD0BE5E2C7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CA3AB9-2932-E377-CB31-B709F69D93D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F0A796-5212-8313-40C3-5F4D3C16235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F2B2DF-26AD-03A3-65BE-A49DA53FE49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54A262D-EB99-53B6-9F45-35EA566EFA3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059297A-25ED-05B9-5C14-4B92430525C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677949C-5C80-B175-8215-7E63E7363804}"/>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2822934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2304</Words>
  <Application>Microsoft Office PowerPoint</Application>
  <PresentationFormat>寬螢幕</PresentationFormat>
  <Paragraphs>96</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2026-09-23T04:44:45Z</dcterms:created>
  <dcterms:modified xsi:type="dcterms:W3CDTF">2026-10-20T13:31:33Z</dcterms:modified>
</cp:coreProperties>
</file>