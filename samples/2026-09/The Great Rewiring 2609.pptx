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5DB501-8203-476D-81B6-CE6DB563479E}" v="22" dt="2026-09-16T15:35:25.1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4" autoAdjust="0"/>
    <p:restoredTop sz="75356" autoAdjust="0"/>
  </p:normalViewPr>
  <p:slideViewPr>
    <p:cSldViewPr snapToGrid="0">
      <p:cViewPr varScale="1">
        <p:scale>
          <a:sx n="73" d="100"/>
          <a:sy n="73" d="100"/>
        </p:scale>
        <p:origin x="84"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sldOrd modMainMaster">
      <pc:chgData name="Lai, Wilson" userId="2840974a-0d84-4886-90a9-9a3ed79f3a48" providerId="ADAL" clId="{9F23B798-9E84-4552-BA63-E776E805C424}" dt="2026-09-16T15:35:59.346" v="52" actId="166"/>
      <pc:docMkLst>
        <pc:docMk/>
      </pc:docMkLst>
      <pc:sldChg chg="addSp delSp modSp mod modAnim modNotes modNotesTx">
        <pc:chgData name="Lai, Wilson" userId="2840974a-0d84-4886-90a9-9a3ed79f3a48" providerId="ADAL" clId="{9F23B798-9E84-4552-BA63-E776E805C424}" dt="2026-09-16T15:35:59.346" v="52" actId="166"/>
        <pc:sldMkLst>
          <pc:docMk/>
          <pc:sldMk cId="0" sldId="257"/>
        </pc:sldMkLst>
        <pc:spChg chg="add mod">
          <ac:chgData name="Lai, Wilson" userId="2840974a-0d84-4886-90a9-9a3ed79f3a48" providerId="ADAL" clId="{9F23B798-9E84-4552-BA63-E776E805C424}" dt="2026-09-16T10:43:42.617" v="9" actId="164"/>
          <ac:spMkLst>
            <pc:docMk/>
            <pc:sldMk cId="0" sldId="257"/>
            <ac:spMk id="5" creationId="{8F148191-65E2-3982-473A-709057FD2016}"/>
          </ac:spMkLst>
        </pc:spChg>
        <pc:grpChg chg="add mod">
          <ac:chgData name="Lai, Wilson" userId="2840974a-0d84-4886-90a9-9a3ed79f3a48" providerId="ADAL" clId="{9F23B798-9E84-4552-BA63-E776E805C424}" dt="2026-09-16T10:43:42.617" v="9" actId="164"/>
          <ac:grpSpMkLst>
            <pc:docMk/>
            <pc:sldMk cId="0" sldId="257"/>
            <ac:grpSpMk id="6" creationId="{BD484B98-CCB6-4407-4440-24CC9B72A802}"/>
          </ac:grpSpMkLst>
        </pc:grpChg>
        <pc:picChg chg="del">
          <ac:chgData name="Lai, Wilson" userId="2840974a-0d84-4886-90a9-9a3ed79f3a48" providerId="ADAL" clId="{9F23B798-9E84-4552-BA63-E776E805C424}" dt="2026-09-16T10:48:13.070" v="10" actId="21"/>
          <ac:picMkLst>
            <pc:docMk/>
            <pc:sldMk cId="0" sldId="257"/>
            <ac:picMk id="2" creationId="{00000000-0000-0000-0000-000000000000}"/>
          </ac:picMkLst>
        </pc:picChg>
        <pc:picChg chg="add mod">
          <ac:chgData name="Lai, Wilson" userId="2840974a-0d84-4886-90a9-9a3ed79f3a48" providerId="ADAL" clId="{9F23B798-9E84-4552-BA63-E776E805C424}" dt="2026-09-16T10:43:42.617" v="9" actId="164"/>
          <ac:picMkLst>
            <pc:docMk/>
            <pc:sldMk cId="0" sldId="257"/>
            <ac:picMk id="3" creationId="{145753EC-350B-D28B-C622-4013228607B6}"/>
          </ac:picMkLst>
        </pc:picChg>
        <pc:picChg chg="add ord">
          <ac:chgData name="Lai, Wilson" userId="2840974a-0d84-4886-90a9-9a3ed79f3a48" providerId="ADAL" clId="{9F23B798-9E84-4552-BA63-E776E805C424}" dt="2026-09-16T15:35:59.346" v="52" actId="166"/>
          <ac:picMkLst>
            <pc:docMk/>
            <pc:sldMk cId="0" sldId="257"/>
            <ac:picMk id="7" creationId="{BCC62F5D-E945-216E-B7B0-7416B5DA39A8}"/>
          </ac:picMkLst>
        </pc:picChg>
      </pc:sldChg>
      <pc:sldChg chg="addSp delSp mod modNotes">
        <pc:chgData name="Lai, Wilson" userId="2840974a-0d84-4886-90a9-9a3ed79f3a48" providerId="ADAL" clId="{9F23B798-9E84-4552-BA63-E776E805C424}" dt="2026-09-16T15:35:25.134" v="49"/>
        <pc:sldMkLst>
          <pc:docMk/>
          <pc:sldMk cId="0" sldId="258"/>
        </pc:sldMkLst>
        <pc:picChg chg="del">
          <ac:chgData name="Lai, Wilson" userId="2840974a-0d84-4886-90a9-9a3ed79f3a48" providerId="ADAL" clId="{9F23B798-9E84-4552-BA63-E776E805C424}" dt="2026-09-16T10:48:25.785" v="12" actId="21"/>
          <ac:picMkLst>
            <pc:docMk/>
            <pc:sldMk cId="0" sldId="258"/>
            <ac:picMk id="2" creationId="{00000000-0000-0000-0000-000000000000}"/>
          </ac:picMkLst>
        </pc:picChg>
        <pc:picChg chg="add">
          <ac:chgData name="Lai, Wilson" userId="2840974a-0d84-4886-90a9-9a3ed79f3a48" providerId="ADAL" clId="{9F23B798-9E84-4552-BA63-E776E805C424}" dt="2026-09-16T10:48:32.496" v="13" actId="22"/>
          <ac:picMkLst>
            <pc:docMk/>
            <pc:sldMk cId="0" sldId="258"/>
            <ac:picMk id="4" creationId="{787BFAC2-CEA3-821B-8661-F47622D043E4}"/>
          </ac:picMkLst>
        </pc:picChg>
      </pc:sldChg>
      <pc:sldChg chg="addSp delSp mod modNotes">
        <pc:chgData name="Lai, Wilson" userId="2840974a-0d84-4886-90a9-9a3ed79f3a48" providerId="ADAL" clId="{9F23B798-9E84-4552-BA63-E776E805C424}" dt="2026-09-16T15:35:25.134" v="49"/>
        <pc:sldMkLst>
          <pc:docMk/>
          <pc:sldMk cId="0" sldId="259"/>
        </pc:sldMkLst>
        <pc:picChg chg="del">
          <ac:chgData name="Lai, Wilson" userId="2840974a-0d84-4886-90a9-9a3ed79f3a48" providerId="ADAL" clId="{9F23B798-9E84-4552-BA63-E776E805C424}" dt="2026-09-16T10:48:34.051" v="14" actId="21"/>
          <ac:picMkLst>
            <pc:docMk/>
            <pc:sldMk cId="0" sldId="259"/>
            <ac:picMk id="2" creationId="{00000000-0000-0000-0000-000000000000}"/>
          </ac:picMkLst>
        </pc:picChg>
        <pc:picChg chg="add">
          <ac:chgData name="Lai, Wilson" userId="2840974a-0d84-4886-90a9-9a3ed79f3a48" providerId="ADAL" clId="{9F23B798-9E84-4552-BA63-E776E805C424}" dt="2026-09-16T15:27:57.497" v="39" actId="22"/>
          <ac:picMkLst>
            <pc:docMk/>
            <pc:sldMk cId="0" sldId="259"/>
            <ac:picMk id="3" creationId="{73C8285F-4478-F9E7-8504-39289457D15E}"/>
          </ac:picMkLst>
        </pc:picChg>
      </pc:sldChg>
      <pc:sldChg chg="addSp delSp mod modNotes">
        <pc:chgData name="Lai, Wilson" userId="2840974a-0d84-4886-90a9-9a3ed79f3a48" providerId="ADAL" clId="{9F23B798-9E84-4552-BA63-E776E805C424}" dt="2026-09-16T15:35:25.134" v="49"/>
        <pc:sldMkLst>
          <pc:docMk/>
          <pc:sldMk cId="0" sldId="260"/>
        </pc:sldMkLst>
        <pc:picChg chg="del">
          <ac:chgData name="Lai, Wilson" userId="2840974a-0d84-4886-90a9-9a3ed79f3a48" providerId="ADAL" clId="{9F23B798-9E84-4552-BA63-E776E805C424}" dt="2026-09-16T10:48:42.713" v="15" actId="21"/>
          <ac:picMkLst>
            <pc:docMk/>
            <pc:sldMk cId="0" sldId="260"/>
            <ac:picMk id="2" creationId="{00000000-0000-0000-0000-000000000000}"/>
          </ac:picMkLst>
        </pc:picChg>
        <pc:picChg chg="add">
          <ac:chgData name="Lai, Wilson" userId="2840974a-0d84-4886-90a9-9a3ed79f3a48" providerId="ADAL" clId="{9F23B798-9E84-4552-BA63-E776E805C424}" dt="2026-09-16T10:48:51.458" v="16" actId="22"/>
          <ac:picMkLst>
            <pc:docMk/>
            <pc:sldMk cId="0" sldId="260"/>
            <ac:picMk id="4" creationId="{1C59AF01-B816-AD05-D321-FF4C8A4065B8}"/>
          </ac:picMkLst>
        </pc:picChg>
      </pc:sldChg>
      <pc:sldChg chg="addSp delSp mod modNotes">
        <pc:chgData name="Lai, Wilson" userId="2840974a-0d84-4886-90a9-9a3ed79f3a48" providerId="ADAL" clId="{9F23B798-9E84-4552-BA63-E776E805C424}" dt="2026-09-16T15:35:25.134" v="49"/>
        <pc:sldMkLst>
          <pc:docMk/>
          <pc:sldMk cId="0" sldId="261"/>
        </pc:sldMkLst>
        <pc:picChg chg="del">
          <ac:chgData name="Lai, Wilson" userId="2840974a-0d84-4886-90a9-9a3ed79f3a48" providerId="ADAL" clId="{9F23B798-9E84-4552-BA63-E776E805C424}" dt="2026-09-16T10:48:52.956" v="17" actId="21"/>
          <ac:picMkLst>
            <pc:docMk/>
            <pc:sldMk cId="0" sldId="261"/>
            <ac:picMk id="2" creationId="{00000000-0000-0000-0000-000000000000}"/>
          </ac:picMkLst>
        </pc:picChg>
        <pc:picChg chg="add">
          <ac:chgData name="Lai, Wilson" userId="2840974a-0d84-4886-90a9-9a3ed79f3a48" providerId="ADAL" clId="{9F23B798-9E84-4552-BA63-E776E805C424}" dt="2026-09-16T10:48:59.868" v="18" actId="22"/>
          <ac:picMkLst>
            <pc:docMk/>
            <pc:sldMk cId="0" sldId="261"/>
            <ac:picMk id="4" creationId="{FF180BBE-D996-BC49-F999-23E726F8F3D8}"/>
          </ac:picMkLst>
        </pc:picChg>
      </pc:sldChg>
      <pc:sldChg chg="addSp delSp mod ord modNotes">
        <pc:chgData name="Lai, Wilson" userId="2840974a-0d84-4886-90a9-9a3ed79f3a48" providerId="ADAL" clId="{9F23B798-9E84-4552-BA63-E776E805C424}" dt="2026-09-16T15:35:25.134" v="49"/>
        <pc:sldMkLst>
          <pc:docMk/>
          <pc:sldMk cId="0" sldId="262"/>
        </pc:sldMkLst>
        <pc:picChg chg="del">
          <ac:chgData name="Lai, Wilson" userId="2840974a-0d84-4886-90a9-9a3ed79f3a48" providerId="ADAL" clId="{9F23B798-9E84-4552-BA63-E776E805C424}" dt="2026-09-16T10:49:01.268" v="19" actId="21"/>
          <ac:picMkLst>
            <pc:docMk/>
            <pc:sldMk cId="0" sldId="262"/>
            <ac:picMk id="2" creationId="{00000000-0000-0000-0000-000000000000}"/>
          </ac:picMkLst>
        </pc:picChg>
        <pc:picChg chg="add">
          <ac:chgData name="Lai, Wilson" userId="2840974a-0d84-4886-90a9-9a3ed79f3a48" providerId="ADAL" clId="{9F23B798-9E84-4552-BA63-E776E805C424}" dt="2026-09-16T10:49:09.869" v="20" actId="22"/>
          <ac:picMkLst>
            <pc:docMk/>
            <pc:sldMk cId="0" sldId="262"/>
            <ac:picMk id="4" creationId="{ADE8C10B-5433-8C24-C299-DA3090A58E60}"/>
          </ac:picMkLst>
        </pc:picChg>
      </pc:sldChg>
      <pc:sldChg chg="addSp delSp modSp mod setBg modNotes">
        <pc:chgData name="Lai, Wilson" userId="2840974a-0d84-4886-90a9-9a3ed79f3a48" providerId="ADAL" clId="{9F23B798-9E84-4552-BA63-E776E805C424}" dt="2026-09-16T15:35:25.134" v="49"/>
        <pc:sldMkLst>
          <pc:docMk/>
          <pc:sldMk cId="0" sldId="263"/>
        </pc:sldMkLst>
        <pc:picChg chg="del">
          <ac:chgData name="Lai, Wilson" userId="2840974a-0d84-4886-90a9-9a3ed79f3a48" providerId="ADAL" clId="{9F23B798-9E84-4552-BA63-E776E805C424}" dt="2026-09-16T10:49:12.662" v="21" actId="21"/>
          <ac:picMkLst>
            <pc:docMk/>
            <pc:sldMk cId="0" sldId="263"/>
            <ac:picMk id="2" creationId="{00000000-0000-0000-0000-000000000000}"/>
          </ac:picMkLst>
        </pc:picChg>
        <pc:picChg chg="add mod">
          <ac:chgData name="Lai, Wilson" userId="2840974a-0d84-4886-90a9-9a3ed79f3a48" providerId="ADAL" clId="{9F23B798-9E84-4552-BA63-E776E805C424}" dt="2026-09-16T10:49:22.938" v="24" actId="26606"/>
          <ac:picMkLst>
            <pc:docMk/>
            <pc:sldMk cId="0" sldId="263"/>
            <ac:picMk id="4" creationId="{39F4C324-06A0-32AA-F456-FFED0AC05FFA}"/>
          </ac:picMkLst>
        </pc:picChg>
      </pc:sldChg>
      <pc:sldChg chg="addSp delSp mod modNotes">
        <pc:chgData name="Lai, Wilson" userId="2840974a-0d84-4886-90a9-9a3ed79f3a48" providerId="ADAL" clId="{9F23B798-9E84-4552-BA63-E776E805C424}" dt="2026-09-16T15:35:25.134" v="49"/>
        <pc:sldMkLst>
          <pc:docMk/>
          <pc:sldMk cId="0" sldId="264"/>
        </pc:sldMkLst>
        <pc:picChg chg="del">
          <ac:chgData name="Lai, Wilson" userId="2840974a-0d84-4886-90a9-9a3ed79f3a48" providerId="ADAL" clId="{9F23B798-9E84-4552-BA63-E776E805C424}" dt="2026-09-16T10:49:25.058" v="25" actId="21"/>
          <ac:picMkLst>
            <pc:docMk/>
            <pc:sldMk cId="0" sldId="264"/>
            <ac:picMk id="2" creationId="{00000000-0000-0000-0000-000000000000}"/>
          </ac:picMkLst>
        </pc:picChg>
        <pc:picChg chg="add">
          <ac:chgData name="Lai, Wilson" userId="2840974a-0d84-4886-90a9-9a3ed79f3a48" providerId="ADAL" clId="{9F23B798-9E84-4552-BA63-E776E805C424}" dt="2026-09-16T10:49:37.588" v="26" actId="22"/>
          <ac:picMkLst>
            <pc:docMk/>
            <pc:sldMk cId="0" sldId="264"/>
            <ac:picMk id="4" creationId="{D3B0735D-E7BD-1E81-FC15-88C7D6C068C0}"/>
          </ac:picMkLst>
        </pc:picChg>
      </pc:sldChg>
      <pc:sldChg chg="addSp delSp mod modNotes">
        <pc:chgData name="Lai, Wilson" userId="2840974a-0d84-4886-90a9-9a3ed79f3a48" providerId="ADAL" clId="{9F23B798-9E84-4552-BA63-E776E805C424}" dt="2026-09-16T15:35:25.134" v="49"/>
        <pc:sldMkLst>
          <pc:docMk/>
          <pc:sldMk cId="0" sldId="265"/>
        </pc:sldMkLst>
        <pc:picChg chg="del">
          <ac:chgData name="Lai, Wilson" userId="2840974a-0d84-4886-90a9-9a3ed79f3a48" providerId="ADAL" clId="{9F23B798-9E84-4552-BA63-E776E805C424}" dt="2026-09-16T10:49:39.432" v="27" actId="21"/>
          <ac:picMkLst>
            <pc:docMk/>
            <pc:sldMk cId="0" sldId="265"/>
            <ac:picMk id="2" creationId="{00000000-0000-0000-0000-000000000000}"/>
          </ac:picMkLst>
        </pc:picChg>
        <pc:picChg chg="add">
          <ac:chgData name="Lai, Wilson" userId="2840974a-0d84-4886-90a9-9a3ed79f3a48" providerId="ADAL" clId="{9F23B798-9E84-4552-BA63-E776E805C424}" dt="2026-09-16T10:49:47.246" v="28" actId="22"/>
          <ac:picMkLst>
            <pc:docMk/>
            <pc:sldMk cId="0" sldId="265"/>
            <ac:picMk id="4" creationId="{8C93058C-DA25-F0DE-6DD7-777CBCFD5EBC}"/>
          </ac:picMkLst>
        </pc:picChg>
      </pc:sldChg>
      <pc:sldChg chg="addSp delSp mod modNotes">
        <pc:chgData name="Lai, Wilson" userId="2840974a-0d84-4886-90a9-9a3ed79f3a48" providerId="ADAL" clId="{9F23B798-9E84-4552-BA63-E776E805C424}" dt="2026-09-16T15:35:25.134" v="49"/>
        <pc:sldMkLst>
          <pc:docMk/>
          <pc:sldMk cId="0" sldId="266"/>
        </pc:sldMkLst>
        <pc:picChg chg="del">
          <ac:chgData name="Lai, Wilson" userId="2840974a-0d84-4886-90a9-9a3ed79f3a48" providerId="ADAL" clId="{9F23B798-9E84-4552-BA63-E776E805C424}" dt="2026-09-16T10:49:48.462" v="29" actId="21"/>
          <ac:picMkLst>
            <pc:docMk/>
            <pc:sldMk cId="0" sldId="266"/>
            <ac:picMk id="2" creationId="{00000000-0000-0000-0000-000000000000}"/>
          </ac:picMkLst>
        </pc:picChg>
        <pc:picChg chg="add">
          <ac:chgData name="Lai, Wilson" userId="2840974a-0d84-4886-90a9-9a3ed79f3a48" providerId="ADAL" clId="{9F23B798-9E84-4552-BA63-E776E805C424}" dt="2026-09-16T10:50:00.239" v="30" actId="22"/>
          <ac:picMkLst>
            <pc:docMk/>
            <pc:sldMk cId="0" sldId="266"/>
            <ac:picMk id="4" creationId="{5A11D2A9-2101-97F6-56ED-99499709DC0C}"/>
          </ac:picMkLst>
        </pc:picChg>
      </pc:sldChg>
      <pc:sldChg chg="addSp delSp mod modNotes">
        <pc:chgData name="Lai, Wilson" userId="2840974a-0d84-4886-90a9-9a3ed79f3a48" providerId="ADAL" clId="{9F23B798-9E84-4552-BA63-E776E805C424}" dt="2026-09-16T15:35:25.134" v="49"/>
        <pc:sldMkLst>
          <pc:docMk/>
          <pc:sldMk cId="0" sldId="267"/>
        </pc:sldMkLst>
        <pc:picChg chg="del">
          <ac:chgData name="Lai, Wilson" userId="2840974a-0d84-4886-90a9-9a3ed79f3a48" providerId="ADAL" clId="{9F23B798-9E84-4552-BA63-E776E805C424}" dt="2026-09-16T10:50:01.483" v="31" actId="21"/>
          <ac:picMkLst>
            <pc:docMk/>
            <pc:sldMk cId="0" sldId="267"/>
            <ac:picMk id="2" creationId="{00000000-0000-0000-0000-000000000000}"/>
          </ac:picMkLst>
        </pc:picChg>
        <pc:picChg chg="add">
          <ac:chgData name="Lai, Wilson" userId="2840974a-0d84-4886-90a9-9a3ed79f3a48" providerId="ADAL" clId="{9F23B798-9E84-4552-BA63-E776E805C424}" dt="2026-09-16T10:50:08.659" v="32" actId="22"/>
          <ac:picMkLst>
            <pc:docMk/>
            <pc:sldMk cId="0" sldId="267"/>
            <ac:picMk id="4" creationId="{90782573-EF51-388A-45D9-06367E7FB3A0}"/>
          </ac:picMkLst>
        </pc:picChg>
      </pc:sldChg>
      <pc:sldChg chg="addSp delSp mod modNotes">
        <pc:chgData name="Lai, Wilson" userId="2840974a-0d84-4886-90a9-9a3ed79f3a48" providerId="ADAL" clId="{9F23B798-9E84-4552-BA63-E776E805C424}" dt="2026-09-16T15:35:25.134" v="49"/>
        <pc:sldMkLst>
          <pc:docMk/>
          <pc:sldMk cId="0" sldId="268"/>
        </pc:sldMkLst>
        <pc:picChg chg="del">
          <ac:chgData name="Lai, Wilson" userId="2840974a-0d84-4886-90a9-9a3ed79f3a48" providerId="ADAL" clId="{9F23B798-9E84-4552-BA63-E776E805C424}" dt="2026-09-16T10:50:10.102" v="33" actId="21"/>
          <ac:picMkLst>
            <pc:docMk/>
            <pc:sldMk cId="0" sldId="268"/>
            <ac:picMk id="2" creationId="{00000000-0000-0000-0000-000000000000}"/>
          </ac:picMkLst>
        </pc:picChg>
        <pc:picChg chg="add">
          <ac:chgData name="Lai, Wilson" userId="2840974a-0d84-4886-90a9-9a3ed79f3a48" providerId="ADAL" clId="{9F23B798-9E84-4552-BA63-E776E805C424}" dt="2026-09-16T10:50:16.321" v="34" actId="22"/>
          <ac:picMkLst>
            <pc:docMk/>
            <pc:sldMk cId="0" sldId="268"/>
            <ac:picMk id="4" creationId="{3C7AE3DA-EF3A-AF44-2057-2C4892AFD358}"/>
          </ac:picMkLst>
        </pc:picChg>
      </pc:sldChg>
      <pc:sldChg chg="addSp delSp mod modNotes">
        <pc:chgData name="Lai, Wilson" userId="2840974a-0d84-4886-90a9-9a3ed79f3a48" providerId="ADAL" clId="{9F23B798-9E84-4552-BA63-E776E805C424}" dt="2026-09-16T15:35:25.134" v="49"/>
        <pc:sldMkLst>
          <pc:docMk/>
          <pc:sldMk cId="0" sldId="269"/>
        </pc:sldMkLst>
        <pc:picChg chg="del">
          <ac:chgData name="Lai, Wilson" userId="2840974a-0d84-4886-90a9-9a3ed79f3a48" providerId="ADAL" clId="{9F23B798-9E84-4552-BA63-E776E805C424}" dt="2026-09-16T10:50:17.667" v="35" actId="21"/>
          <ac:picMkLst>
            <pc:docMk/>
            <pc:sldMk cId="0" sldId="269"/>
            <ac:picMk id="2" creationId="{00000000-0000-0000-0000-000000000000}"/>
          </ac:picMkLst>
        </pc:picChg>
        <pc:picChg chg="add">
          <ac:chgData name="Lai, Wilson" userId="2840974a-0d84-4886-90a9-9a3ed79f3a48" providerId="ADAL" clId="{9F23B798-9E84-4552-BA63-E776E805C424}" dt="2026-09-16T10:50:25.444" v="36" actId="22"/>
          <ac:picMkLst>
            <pc:docMk/>
            <pc:sldMk cId="0" sldId="269"/>
            <ac:picMk id="4" creationId="{EF78BFFB-9BBC-872F-A34D-39DADA6954E7}"/>
          </ac:picMkLst>
        </pc:picChg>
      </pc:sldChg>
      <pc:sldChg chg="addSp delSp mod modNotes modNotesTx">
        <pc:chgData name="Lai, Wilson" userId="2840974a-0d84-4886-90a9-9a3ed79f3a48" providerId="ADAL" clId="{9F23B798-9E84-4552-BA63-E776E805C424}" dt="2026-09-16T15:35:33.652" v="51" actId="14"/>
        <pc:sldMkLst>
          <pc:docMk/>
          <pc:sldMk cId="4038022751" sldId="270"/>
        </pc:sldMkLst>
        <pc:picChg chg="del">
          <ac:chgData name="Lai, Wilson" userId="2840974a-0d84-4886-90a9-9a3ed79f3a48" providerId="ADAL" clId="{9F23B798-9E84-4552-BA63-E776E805C424}" dt="2026-09-16T10:50:27.631" v="37" actId="21"/>
          <ac:picMkLst>
            <pc:docMk/>
            <pc:sldMk cId="4038022751" sldId="270"/>
            <ac:picMk id="3" creationId="{4077EFAF-41CE-468E-E83A-6DA7EA0670EF}"/>
          </ac:picMkLst>
        </pc:picChg>
        <pc:picChg chg="add">
          <ac:chgData name="Lai, Wilson" userId="2840974a-0d84-4886-90a9-9a3ed79f3a48" providerId="ADAL" clId="{9F23B798-9E84-4552-BA63-E776E805C424}" dt="2026-09-16T10:51:03.817" v="38" actId="22"/>
          <ac:picMkLst>
            <pc:docMk/>
            <pc:sldMk cId="4038022751" sldId="270"/>
            <ac:picMk id="4" creationId="{3CAE3B7B-480E-9972-A87C-0464A901CC0D}"/>
          </ac:picMkLst>
        </pc:picChg>
      </pc:sldChg>
      <pc:sldMasterChg chg="setBg">
        <pc:chgData name="Lai, Wilson" userId="2840974a-0d84-4886-90a9-9a3ed79f3a48" providerId="ADAL" clId="{9F23B798-9E84-4552-BA63-E776E805C424}" dt="2026-09-16T10:42:13.277" v="0"/>
        <pc:sldMasterMkLst>
          <pc:docMk/>
          <pc:sldMasterMk cId="2420254494"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C3CC50-D341-4BDD-BEBF-67767FABF93C}"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8DFF1-76EA-4F3A-8BCB-C306AC473334}" type="slidenum">
              <a:rPr lang="en-US" smtClean="0"/>
              <a:t>‹#›</a:t>
            </a:fld>
            <a:endParaRPr lang="en-US"/>
          </a:p>
        </p:txBody>
      </p:sp>
    </p:spTree>
    <p:extLst>
      <p:ext uri="{BB962C8B-B14F-4D97-AF65-F5344CB8AC3E}">
        <p14:creationId xmlns:p14="http://schemas.microsoft.com/office/powerpoint/2010/main" val="40567579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Good morning/afternoon, everyone. Today, we are tackling one of the defining crises of the 21st century: the destruction of human attention and focus. Over the past decade, we have unwittingly participated in a massive neurological experiment.</a:t>
            </a:r>
          </a:p>
          <a:p>
            <a:pPr lvl="0"/>
            <a:r>
              <a:rPr lang="en-US" dirty="0"/>
              <a:t>Based on the landmark research of NYU Professor Dr. Jonathan Haidt—author of </a:t>
            </a:r>
            <a:r>
              <a:rPr lang="en-US" i="1" dirty="0"/>
              <a:t>The Anxious Generation</a:t>
            </a:r>
            <a:r>
              <a:rPr lang="en-US" dirty="0"/>
              <a:t>—we will examine how the shift to quick dopamine and continuous digital connection rewired human childhood and adult minds alike.</a:t>
            </a:r>
          </a:p>
          <a:p>
            <a:pPr lvl="0"/>
            <a:r>
              <a:rPr lang="en-US" dirty="0"/>
              <a:t>More importantly, this is not just a diagnosis of a problem. We will cover a simple, evidence-based two-week blueprint to reset your dopamine circuits, reclaim your cognitive capacity, and get your life back.</a:t>
            </a:r>
          </a:p>
          <a:p>
            <a:endParaRPr lang="en-US" dirty="0"/>
          </a:p>
          <a:p>
            <a:endParaRPr lang="en-US" dirty="0"/>
          </a:p>
          <a:p>
            <a:endParaRPr lang="en-US" dirty="0"/>
          </a:p>
          <a:p>
            <a:endParaRPr lang="en-US" dirty="0"/>
          </a:p>
          <a:p>
            <a:r>
              <a:rPr lang="en-US" dirty="0"/>
              <a:t>https://www.youtube.com/watch?v=DFcndrm7ql4</a:t>
            </a:r>
          </a:p>
        </p:txBody>
      </p:sp>
      <p:sp>
        <p:nvSpPr>
          <p:cNvPr id="4" name="Slide Number Placeholder 3"/>
          <p:cNvSpPr>
            <a:spLocks noGrp="1"/>
          </p:cNvSpPr>
          <p:nvPr>
            <p:ph type="sldNum" sz="quarter" idx="5"/>
          </p:nvPr>
        </p:nvSpPr>
        <p:spPr/>
        <p:txBody>
          <a:bodyPr/>
          <a:lstStyle/>
          <a:p>
            <a:fld id="{AEC8DFF1-76EA-4F3A-8BCB-C306AC473334}" type="slidenum">
              <a:rPr lang="en-US" smtClean="0"/>
              <a:t>1</a:t>
            </a:fld>
            <a:endParaRPr lang="en-US"/>
          </a:p>
        </p:txBody>
      </p:sp>
    </p:spTree>
    <p:extLst>
      <p:ext uri="{BB962C8B-B14F-4D97-AF65-F5344CB8AC3E}">
        <p14:creationId xmlns:p14="http://schemas.microsoft.com/office/powerpoint/2010/main" val="39927265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Let’s start with a staggering statistic: The average American teenager now spends 5 hours every single day on social media, predominantly consuming short-form video content. </a:t>
            </a:r>
          </a:p>
          <a:p>
            <a:pPr lvl="0"/>
            <a:r>
              <a:rPr lang="en-US" sz="1200" kern="1200" dirty="0">
                <a:solidFill>
                  <a:schemeClr val="tx1"/>
                </a:solidFill>
                <a:effectLst/>
                <a:latin typeface="+mn-lt"/>
                <a:ea typeface="+mn-ea"/>
                <a:cs typeface="+mn-cs"/>
              </a:rPr>
              <a:t>Think about what 5 hours a day actually represents. In a 16-hour waking day, almost a third of a person's life is swallowed by a screen. </a:t>
            </a:r>
          </a:p>
          <a:p>
            <a:pPr lvl="0"/>
            <a:r>
              <a:rPr lang="en-US" sz="1200" kern="1200" dirty="0">
                <a:solidFill>
                  <a:schemeClr val="tx1"/>
                </a:solidFill>
                <a:effectLst/>
                <a:latin typeface="+mn-lt"/>
                <a:ea typeface="+mn-ea"/>
                <a:cs typeface="+mn-cs"/>
              </a:rPr>
              <a:t>Crucially, as Dr. Haidt points out, these five hours are </a:t>
            </a:r>
            <a:r>
              <a:rPr lang="en-US" sz="1200" i="1" kern="1200" dirty="0">
                <a:solidFill>
                  <a:schemeClr val="tx1"/>
                </a:solidFill>
                <a:effectLst/>
                <a:latin typeface="+mn-lt"/>
                <a:ea typeface="+mn-ea"/>
                <a:cs typeface="+mn-cs"/>
              </a:rPr>
              <a:t>not</a:t>
            </a:r>
            <a:r>
              <a:rPr lang="en-US" sz="1200" kern="1200" dirty="0">
                <a:solidFill>
                  <a:schemeClr val="tx1"/>
                </a:solidFill>
                <a:effectLst/>
                <a:latin typeface="+mn-lt"/>
                <a:ea typeface="+mn-ea"/>
                <a:cs typeface="+mn-cs"/>
              </a:rPr>
              <a:t> spent socializing or building deep connections. This is consumption, not community. </a:t>
            </a:r>
          </a:p>
          <a:p>
            <a:pPr lvl="0"/>
            <a:r>
              <a:rPr lang="en-US" sz="1200" kern="1200" dirty="0">
                <a:solidFill>
                  <a:schemeClr val="tx1"/>
                </a:solidFill>
                <a:effectLst/>
                <a:latin typeface="+mn-lt"/>
                <a:ea typeface="+mn-ea"/>
                <a:cs typeface="+mn-cs"/>
              </a:rPr>
              <a:t>These 5 hours create what we call 'The 5-Hour Void'—pushing out the bedrock foundations of healthy human development: sleep, face-to-face friendships, outdoor activity, and deep reading. </a:t>
            </a:r>
          </a:p>
          <a:p>
            <a:endParaRPr lang="en-US" dirty="0"/>
          </a:p>
        </p:txBody>
      </p:sp>
      <p:sp>
        <p:nvSpPr>
          <p:cNvPr id="4" name="Slide Number Placeholder 3"/>
          <p:cNvSpPr>
            <a:spLocks noGrp="1"/>
          </p:cNvSpPr>
          <p:nvPr>
            <p:ph type="sldNum" sz="quarter" idx="5"/>
          </p:nvPr>
        </p:nvSpPr>
        <p:spPr/>
        <p:txBody>
          <a:bodyPr/>
          <a:lstStyle/>
          <a:p>
            <a:fld id="{AEC8DFF1-76EA-4F3A-8BCB-C306AC473334}" type="slidenum">
              <a:rPr lang="en-US" smtClean="0"/>
              <a:t>2</a:t>
            </a:fld>
            <a:endParaRPr lang="en-US"/>
          </a:p>
        </p:txBody>
      </p:sp>
    </p:spTree>
    <p:extLst>
      <p:ext uri="{BB962C8B-B14F-4D97-AF65-F5344CB8AC3E}">
        <p14:creationId xmlns:p14="http://schemas.microsoft.com/office/powerpoint/2010/main" val="13067233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How did we get here? It didn't happen overnight; it was an evolutionary shift between 2007 and 2015. </a:t>
            </a:r>
          </a:p>
          <a:p>
            <a:pPr lvl="0"/>
            <a:r>
              <a:rPr lang="en-US" sz="1200" b="1" kern="1200" dirty="0">
                <a:solidFill>
                  <a:schemeClr val="tx1"/>
                </a:solidFill>
                <a:effectLst/>
                <a:latin typeface="+mn-lt"/>
                <a:ea typeface="+mn-ea"/>
                <a:cs typeface="+mn-cs"/>
              </a:rPr>
              <a:t>2007 (The Tool):</a:t>
            </a:r>
            <a:r>
              <a:rPr lang="en-US" sz="1200" kern="1200" dirty="0">
                <a:solidFill>
                  <a:schemeClr val="tx1"/>
                </a:solidFill>
                <a:effectLst/>
                <a:latin typeface="+mn-lt"/>
                <a:ea typeface="+mn-ea"/>
                <a:cs typeface="+mn-cs"/>
              </a:rPr>
              <a:t> When the iPhone launched, it was a neutral tool—like a digital Swiss Army knife with maps, a flashlight, and basic web access, but no push notifications or app ecosystem. </a:t>
            </a:r>
          </a:p>
          <a:p>
            <a:pPr lvl="0"/>
            <a:r>
              <a:rPr lang="en-US" sz="1200" b="1" kern="1200" dirty="0">
                <a:solidFill>
                  <a:schemeClr val="tx1"/>
                </a:solidFill>
                <a:effectLst/>
                <a:latin typeface="+mn-lt"/>
                <a:ea typeface="+mn-ea"/>
                <a:cs typeface="+mn-cs"/>
              </a:rPr>
              <a:t>2009 (The Interruption):</a:t>
            </a:r>
            <a:r>
              <a:rPr lang="en-US" sz="1200" kern="1200" dirty="0">
                <a:solidFill>
                  <a:schemeClr val="tx1"/>
                </a:solidFill>
                <a:effectLst/>
                <a:latin typeface="+mn-lt"/>
                <a:ea typeface="+mn-ea"/>
                <a:cs typeface="+mn-cs"/>
              </a:rPr>
              <a:t> The invention of push notifications, newsfeeds, and the retweet button transformed static pages into real-time, algorithmic culture wars designed to interrupt you. </a:t>
            </a:r>
          </a:p>
          <a:p>
            <a:pPr lvl="0"/>
            <a:r>
              <a:rPr lang="en-US" sz="1200" b="1" kern="1200" dirty="0">
                <a:solidFill>
                  <a:schemeClr val="tx1"/>
                </a:solidFill>
                <a:effectLst/>
                <a:latin typeface="+mn-lt"/>
                <a:ea typeface="+mn-ea"/>
                <a:cs typeface="+mn-cs"/>
              </a:rPr>
              <a:t>2012 (The Performance - Critical for Girls):</a:t>
            </a:r>
            <a:r>
              <a:rPr lang="en-US" sz="1200" kern="1200" dirty="0">
                <a:solidFill>
                  <a:schemeClr val="tx1"/>
                </a:solidFill>
                <a:effectLst/>
                <a:latin typeface="+mn-lt"/>
                <a:ea typeface="+mn-ea"/>
                <a:cs typeface="+mn-cs"/>
              </a:rPr>
              <a:t> Front-facing cameras arrived alongside Instagram's expansion. Connection was instantly replaced by continuous social performance. </a:t>
            </a:r>
          </a:p>
          <a:p>
            <a:pPr lvl="0"/>
            <a:r>
              <a:rPr lang="en-US" sz="1200" b="1" kern="1200" dirty="0">
                <a:solidFill>
                  <a:schemeClr val="tx1"/>
                </a:solidFill>
                <a:effectLst/>
                <a:latin typeface="+mn-lt"/>
                <a:ea typeface="+mn-ea"/>
                <a:cs typeface="+mn-cs"/>
              </a:rPr>
              <a:t>2015 (The Addiction - Critical for Boys):</a:t>
            </a:r>
            <a:r>
              <a:rPr lang="en-US" sz="1200" kern="1200" dirty="0">
                <a:solidFill>
                  <a:schemeClr val="tx1"/>
                </a:solidFill>
                <a:effectLst/>
                <a:latin typeface="+mn-lt"/>
                <a:ea typeface="+mn-ea"/>
                <a:cs typeface="+mn-cs"/>
              </a:rPr>
              <a:t> High-speed mobile internet turned smartphones into 24/7 portals for video games, sports betting, and adult content—creating an instant dopamine engine. </a:t>
            </a:r>
          </a:p>
          <a:p>
            <a:endParaRPr lang="en-US" dirty="0"/>
          </a:p>
        </p:txBody>
      </p:sp>
      <p:sp>
        <p:nvSpPr>
          <p:cNvPr id="4" name="Slide Number Placeholder 3"/>
          <p:cNvSpPr>
            <a:spLocks noGrp="1"/>
          </p:cNvSpPr>
          <p:nvPr>
            <p:ph type="sldNum" sz="quarter" idx="5"/>
          </p:nvPr>
        </p:nvSpPr>
        <p:spPr/>
        <p:txBody>
          <a:bodyPr/>
          <a:lstStyle/>
          <a:p>
            <a:fld id="{AEC8DFF1-76EA-4F3A-8BCB-C306AC473334}" type="slidenum">
              <a:rPr lang="en-US" smtClean="0"/>
              <a:t>3</a:t>
            </a:fld>
            <a:endParaRPr lang="en-US"/>
          </a:p>
        </p:txBody>
      </p:sp>
    </p:spTree>
    <p:extLst>
      <p:ext uri="{BB962C8B-B14F-4D97-AF65-F5344CB8AC3E}">
        <p14:creationId xmlns:p14="http://schemas.microsoft.com/office/powerpoint/2010/main" val="21033460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We need to dispel a major myth: tech addiction is not a failure of individual willpower; it is an engineered outcome. </a:t>
            </a:r>
          </a:p>
          <a:p>
            <a:pPr lvl="0"/>
            <a:r>
              <a:rPr lang="en-US" sz="1200" kern="1200" dirty="0">
                <a:solidFill>
                  <a:schemeClr val="tx1"/>
                </a:solidFill>
                <a:effectLst/>
                <a:latin typeface="+mn-lt"/>
                <a:ea typeface="+mn-ea"/>
                <a:cs typeface="+mn-cs"/>
              </a:rPr>
              <a:t>When platforms shifted to advertising-based business models, corporate incentives aligned around one metric: 'engagement' or time spent on device. </a:t>
            </a:r>
          </a:p>
          <a:p>
            <a:pPr lvl="0"/>
            <a:r>
              <a:rPr lang="en-US" sz="1200" kern="1200" dirty="0">
                <a:solidFill>
                  <a:schemeClr val="tx1"/>
                </a:solidFill>
                <a:effectLst/>
                <a:latin typeface="+mn-lt"/>
                <a:ea typeface="+mn-ea"/>
                <a:cs typeface="+mn-cs"/>
              </a:rPr>
              <a:t>As revealed in legal discovery and whistle-blower documents, engineers—including internal neuroscientists—explicitly analyzed how to make apps addictive. </a:t>
            </a:r>
          </a:p>
          <a:p>
            <a:pPr lvl="0"/>
            <a:r>
              <a:rPr lang="en-US" sz="1200" kern="1200" dirty="0">
                <a:solidFill>
                  <a:schemeClr val="tx1"/>
                </a:solidFill>
                <a:effectLst/>
                <a:latin typeface="+mn-lt"/>
                <a:ea typeface="+mn-ea"/>
                <a:cs typeface="+mn-cs"/>
              </a:rPr>
              <a:t>Internal memos directly asked: </a:t>
            </a:r>
            <a:r>
              <a:rPr lang="en-US" sz="1200" i="1" kern="1200" dirty="0">
                <a:solidFill>
                  <a:schemeClr val="tx1"/>
                </a:solidFill>
                <a:effectLst/>
                <a:latin typeface="+mn-lt"/>
                <a:ea typeface="+mn-ea"/>
                <a:cs typeface="+mn-cs"/>
              </a:rPr>
              <a:t>'How to keep someone returning over and over to the same behavior each day? Intermittent rewards are most effective. Think slot machines.'</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AEC8DFF1-76EA-4F3A-8BCB-C306AC473334}" type="slidenum">
              <a:rPr lang="en-US" smtClean="0"/>
              <a:t>4</a:t>
            </a:fld>
            <a:endParaRPr lang="en-US"/>
          </a:p>
        </p:txBody>
      </p:sp>
    </p:spTree>
    <p:extLst>
      <p:ext uri="{BB962C8B-B14F-4D97-AF65-F5344CB8AC3E}">
        <p14:creationId xmlns:p14="http://schemas.microsoft.com/office/powerpoint/2010/main" val="20630305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Here is the neurological mechanics of why you can't put your phone down. </a:t>
            </a:r>
          </a:p>
          <a:p>
            <a:pPr lvl="0"/>
            <a:r>
              <a:rPr lang="en-US" sz="1200" kern="1200" dirty="0">
                <a:solidFill>
                  <a:schemeClr val="tx1"/>
                </a:solidFill>
                <a:effectLst/>
                <a:latin typeface="+mn-lt"/>
                <a:ea typeface="+mn-ea"/>
                <a:cs typeface="+mn-cs"/>
              </a:rPr>
              <a:t>When you scroll, you experience variable intermittent rewards: boring post, boring post, hilarious meme (dopamine spike), boring post. </a:t>
            </a:r>
          </a:p>
          <a:p>
            <a:pPr lvl="0"/>
            <a:r>
              <a:rPr lang="en-US" sz="1200" kern="1200" dirty="0">
                <a:solidFill>
                  <a:schemeClr val="tx1"/>
                </a:solidFill>
                <a:effectLst/>
                <a:latin typeface="+mn-lt"/>
                <a:ea typeface="+mn-ea"/>
                <a:cs typeface="+mn-cs"/>
              </a:rPr>
              <a:t>Because your brain cannot predict </a:t>
            </a:r>
            <a:r>
              <a:rPr lang="en-US" sz="1200" i="1" kern="1200" dirty="0">
                <a:solidFill>
                  <a:schemeClr val="tx1"/>
                </a:solidFill>
                <a:effectLst/>
                <a:latin typeface="+mn-lt"/>
                <a:ea typeface="+mn-ea"/>
                <a:cs typeface="+mn-cs"/>
              </a:rPr>
              <a:t>when</a:t>
            </a:r>
            <a:r>
              <a:rPr lang="en-US" sz="1200" kern="1200" dirty="0">
                <a:solidFill>
                  <a:schemeClr val="tx1"/>
                </a:solidFill>
                <a:effectLst/>
                <a:latin typeface="+mn-lt"/>
                <a:ea typeface="+mn-ea"/>
                <a:cs typeface="+mn-cs"/>
              </a:rPr>
              <a:t> the next hit is coming, it stays in a state of lingering anticipation. </a:t>
            </a:r>
          </a:p>
          <a:p>
            <a:pPr lvl="0"/>
            <a:r>
              <a:rPr lang="en-US" sz="1200" kern="1200" dirty="0">
                <a:solidFill>
                  <a:schemeClr val="tx1"/>
                </a:solidFill>
                <a:effectLst/>
                <a:latin typeface="+mn-lt"/>
                <a:ea typeface="+mn-ea"/>
                <a:cs typeface="+mn-cs"/>
              </a:rPr>
              <a:t>When you confiscate a phone and a child throws a tantrum or screams, that is not simply bad behavior; it is a biological symptom of a brain adapting to a sudden dopamine deficit state. </a:t>
            </a:r>
          </a:p>
          <a:p>
            <a:endParaRPr lang="en-US" dirty="0"/>
          </a:p>
        </p:txBody>
      </p:sp>
      <p:sp>
        <p:nvSpPr>
          <p:cNvPr id="4" name="Slide Number Placeholder 3"/>
          <p:cNvSpPr>
            <a:spLocks noGrp="1"/>
          </p:cNvSpPr>
          <p:nvPr>
            <p:ph type="sldNum" sz="quarter" idx="5"/>
          </p:nvPr>
        </p:nvSpPr>
        <p:spPr/>
        <p:txBody>
          <a:bodyPr/>
          <a:lstStyle/>
          <a:p>
            <a:fld id="{AEC8DFF1-76EA-4F3A-8BCB-C306AC473334}" type="slidenum">
              <a:rPr lang="en-US" smtClean="0"/>
              <a:t>5</a:t>
            </a:fld>
            <a:endParaRPr lang="en-US"/>
          </a:p>
        </p:txBody>
      </p:sp>
    </p:spTree>
    <p:extLst>
      <p:ext uri="{BB962C8B-B14F-4D97-AF65-F5344CB8AC3E}">
        <p14:creationId xmlns:p14="http://schemas.microsoft.com/office/powerpoint/2010/main" val="1756358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The digital crisis impacts genders differently based on their primary digital hooks. </a:t>
            </a:r>
          </a:p>
          <a:p>
            <a:pPr lvl="0"/>
            <a:r>
              <a:rPr lang="en-US" sz="1200" b="1" kern="1200" dirty="0">
                <a:solidFill>
                  <a:schemeClr val="tx1"/>
                </a:solidFill>
                <a:effectLst/>
                <a:latin typeface="+mn-lt"/>
                <a:ea typeface="+mn-ea"/>
                <a:cs typeface="+mn-cs"/>
              </a:rPr>
              <a:t>For Girls:</a:t>
            </a:r>
            <a:r>
              <a:rPr lang="en-US" sz="1200" kern="1200" dirty="0">
                <a:solidFill>
                  <a:schemeClr val="tx1"/>
                </a:solidFill>
                <a:effectLst/>
                <a:latin typeface="+mn-lt"/>
                <a:ea typeface="+mn-ea"/>
                <a:cs typeface="+mn-cs"/>
              </a:rPr>
              <a:t> The primary hook is social media (Instagram/TikTok). The core driver is social comparison and performance. This manifests as internalized harm—anxiety, depression, and eating disorders. </a:t>
            </a:r>
          </a:p>
          <a:p>
            <a:pPr lvl="0"/>
            <a:r>
              <a:rPr lang="en-US" sz="1200" b="1" kern="1200" dirty="0">
                <a:solidFill>
                  <a:schemeClr val="tx1"/>
                </a:solidFill>
                <a:effectLst/>
                <a:latin typeface="+mn-lt"/>
                <a:ea typeface="+mn-ea"/>
                <a:cs typeface="+mn-cs"/>
              </a:rPr>
              <a:t>For Boys:</a:t>
            </a:r>
            <a:r>
              <a:rPr lang="en-US" sz="1200" kern="1200" dirty="0">
                <a:solidFill>
                  <a:schemeClr val="tx1"/>
                </a:solidFill>
                <a:effectLst/>
                <a:latin typeface="+mn-lt"/>
                <a:ea typeface="+mn-ea"/>
                <a:cs typeface="+mn-cs"/>
              </a:rPr>
              <a:t> The primary hook is quick dopamine through gaming, gambling, and adult content. This destroys executive function—the ability to set goals, plan, and execute. The result is externalized withdrawal, apathy, and failure to launch. </a:t>
            </a:r>
          </a:p>
          <a:p>
            <a:endParaRPr lang="en-US" dirty="0"/>
          </a:p>
        </p:txBody>
      </p:sp>
      <p:sp>
        <p:nvSpPr>
          <p:cNvPr id="4" name="Slide Number Placeholder 3"/>
          <p:cNvSpPr>
            <a:spLocks noGrp="1"/>
          </p:cNvSpPr>
          <p:nvPr>
            <p:ph type="sldNum" sz="quarter" idx="5"/>
          </p:nvPr>
        </p:nvSpPr>
        <p:spPr/>
        <p:txBody>
          <a:bodyPr/>
          <a:lstStyle/>
          <a:p>
            <a:fld id="{AEC8DFF1-76EA-4F3A-8BCB-C306AC473334}" type="slidenum">
              <a:rPr lang="en-US" smtClean="0"/>
              <a:t>6</a:t>
            </a:fld>
            <a:endParaRPr lang="en-US"/>
          </a:p>
        </p:txBody>
      </p:sp>
    </p:spTree>
    <p:extLst>
      <p:ext uri="{BB962C8B-B14F-4D97-AF65-F5344CB8AC3E}">
        <p14:creationId xmlns:p14="http://schemas.microsoft.com/office/powerpoint/2010/main" val="42864742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Healthy adolescent development for girls requires face-to-face connection and private trust-building with close peers. </a:t>
            </a:r>
          </a:p>
          <a:p>
            <a:pPr lvl="0"/>
            <a:r>
              <a:rPr lang="en-US" sz="1200" kern="1200" dirty="0">
                <a:solidFill>
                  <a:schemeClr val="tx1"/>
                </a:solidFill>
                <a:effectLst/>
                <a:latin typeface="+mn-lt"/>
                <a:ea typeface="+mn-ea"/>
                <a:cs typeface="+mn-cs"/>
              </a:rPr>
              <a:t>Social media thrusts young girls onto a public stage where they are continuously judged on looks, metrics, and peer evaluation. </a:t>
            </a:r>
          </a:p>
          <a:p>
            <a:pPr lvl="0"/>
            <a:r>
              <a:rPr lang="en-US" sz="1200" kern="1200" dirty="0">
                <a:solidFill>
                  <a:schemeClr val="tx1"/>
                </a:solidFill>
                <a:effectLst/>
                <a:latin typeface="+mn-lt"/>
                <a:ea typeface="+mn-ea"/>
                <a:cs typeface="+mn-cs"/>
              </a:rPr>
              <a:t>Even worse, as former Facebook researcher Arturo Behar discovered, 15% of 14-to-16-year-olds receive an inappropriate sexual approach from a stranger </a:t>
            </a:r>
            <a:r>
              <a:rPr lang="en-US" sz="1200" i="1" kern="1200" dirty="0">
                <a:solidFill>
                  <a:schemeClr val="tx1"/>
                </a:solidFill>
                <a:effectLst/>
                <a:latin typeface="+mn-lt"/>
                <a:ea typeface="+mn-ea"/>
                <a:cs typeface="+mn-cs"/>
              </a:rPr>
              <a:t>every single week</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We have effectively placed our children in unmoderated virtual rooms with masked adults. </a:t>
            </a:r>
          </a:p>
          <a:p>
            <a:endParaRPr lang="en-US" dirty="0"/>
          </a:p>
        </p:txBody>
      </p:sp>
      <p:sp>
        <p:nvSpPr>
          <p:cNvPr id="4" name="Slide Number Placeholder 3"/>
          <p:cNvSpPr>
            <a:spLocks noGrp="1"/>
          </p:cNvSpPr>
          <p:nvPr>
            <p:ph type="sldNum" sz="quarter" idx="5"/>
          </p:nvPr>
        </p:nvSpPr>
        <p:spPr/>
        <p:txBody>
          <a:bodyPr/>
          <a:lstStyle/>
          <a:p>
            <a:fld id="{AEC8DFF1-76EA-4F3A-8BCB-C306AC473334}" type="slidenum">
              <a:rPr lang="en-US" smtClean="0"/>
              <a:t>7</a:t>
            </a:fld>
            <a:endParaRPr lang="en-US"/>
          </a:p>
        </p:txBody>
      </p:sp>
    </p:spTree>
    <p:extLst>
      <p:ext uri="{BB962C8B-B14F-4D97-AF65-F5344CB8AC3E}">
        <p14:creationId xmlns:p14="http://schemas.microsoft.com/office/powerpoint/2010/main" val="23496345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Boys naturally transition into manhood through 'slow dopamine'—doing difficult tasks, failing, persevering, and achieving real mastery. </a:t>
            </a:r>
          </a:p>
          <a:p>
            <a:pPr lvl="0"/>
            <a:r>
              <a:rPr lang="en-US" sz="1200" kern="1200" dirty="0">
                <a:solidFill>
                  <a:schemeClr val="tx1"/>
                </a:solidFill>
                <a:effectLst/>
                <a:latin typeface="+mn-lt"/>
                <a:ea typeface="+mn-ea"/>
                <a:cs typeface="+mn-cs"/>
              </a:rPr>
              <a:t>Today, there is an open season on the male dopamine system. Commercial entities are dropping thousands of baited hooks—video games, porn, and legalized sports betting—directly into their pockets. </a:t>
            </a:r>
          </a:p>
          <a:p>
            <a:pPr lvl="0"/>
            <a:r>
              <a:rPr lang="en-US" sz="1200" kern="1200" dirty="0">
                <a:solidFill>
                  <a:schemeClr val="tx1"/>
                </a:solidFill>
                <a:effectLst/>
                <a:latin typeface="+mn-lt"/>
                <a:ea typeface="+mn-ea"/>
                <a:cs typeface="+mn-cs"/>
              </a:rPr>
              <a:t>The result is the erosion of executive function. A generation of young men is struggling with motivation, dropping out of the workforce, and losing the capacity to pursue real-world achievements. </a:t>
            </a:r>
          </a:p>
          <a:p>
            <a:endParaRPr lang="en-US" dirty="0"/>
          </a:p>
        </p:txBody>
      </p:sp>
      <p:sp>
        <p:nvSpPr>
          <p:cNvPr id="4" name="Slide Number Placeholder 3"/>
          <p:cNvSpPr>
            <a:spLocks noGrp="1"/>
          </p:cNvSpPr>
          <p:nvPr>
            <p:ph type="sldNum" sz="quarter" idx="5"/>
          </p:nvPr>
        </p:nvSpPr>
        <p:spPr/>
        <p:txBody>
          <a:bodyPr/>
          <a:lstStyle/>
          <a:p>
            <a:fld id="{AEC8DFF1-76EA-4F3A-8BCB-C306AC473334}" type="slidenum">
              <a:rPr lang="en-US" smtClean="0"/>
              <a:t>8</a:t>
            </a:fld>
            <a:endParaRPr lang="en-US"/>
          </a:p>
        </p:txBody>
      </p:sp>
    </p:spTree>
    <p:extLst>
      <p:ext uri="{BB962C8B-B14F-4D97-AF65-F5344CB8AC3E}">
        <p14:creationId xmlns:p14="http://schemas.microsoft.com/office/powerpoint/2010/main" val="13294667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Dr. Haidt summarizes our societal failure through a stark paradox: </a:t>
            </a:r>
          </a:p>
          <a:p>
            <a:pPr lvl="0"/>
            <a:r>
              <a:rPr lang="en-US" sz="1200" b="1" kern="1200" dirty="0">
                <a:solidFill>
                  <a:schemeClr val="tx1"/>
                </a:solidFill>
                <a:effectLst/>
                <a:latin typeface="+mn-lt"/>
                <a:ea typeface="+mn-ea"/>
                <a:cs typeface="+mn-cs"/>
              </a:rPr>
              <a:t>In the Physical World:</a:t>
            </a:r>
            <a:r>
              <a:rPr lang="en-US" sz="1200" kern="1200" dirty="0">
                <a:solidFill>
                  <a:schemeClr val="tx1"/>
                </a:solidFill>
                <a:effectLst/>
                <a:latin typeface="+mn-lt"/>
                <a:ea typeface="+mn-ea"/>
                <a:cs typeface="+mn-cs"/>
              </a:rPr>
              <a:t> We have radically overprotected our children. Surveys show parents refuse to let 10-year-olds play unsupervised in their own front yards or visit parks alone. </a:t>
            </a:r>
          </a:p>
          <a:p>
            <a:pPr lvl="0"/>
            <a:r>
              <a:rPr lang="en-US" sz="1200" b="1" kern="1200" dirty="0">
                <a:solidFill>
                  <a:schemeClr val="tx1"/>
                </a:solidFill>
                <a:effectLst/>
                <a:latin typeface="+mn-lt"/>
                <a:ea typeface="+mn-ea"/>
                <a:cs typeface="+mn-cs"/>
              </a:rPr>
              <a:t>In the Digital World:</a:t>
            </a:r>
            <a:r>
              <a:rPr lang="en-US" sz="1200" kern="1200" dirty="0">
                <a:solidFill>
                  <a:schemeClr val="tx1"/>
                </a:solidFill>
                <a:effectLst/>
                <a:latin typeface="+mn-lt"/>
                <a:ea typeface="+mn-ea"/>
                <a:cs typeface="+mn-cs"/>
              </a:rPr>
              <a:t> We </a:t>
            </a:r>
            <a:r>
              <a:rPr lang="en-US" sz="1200" kern="1200" dirty="0" err="1">
                <a:solidFill>
                  <a:schemeClr val="tx1"/>
                </a:solidFill>
                <a:effectLst/>
                <a:latin typeface="+mn-lt"/>
                <a:ea typeface="+mn-ea"/>
                <a:cs typeface="+mn-cs"/>
              </a:rPr>
              <a:t>underprotect</a:t>
            </a:r>
            <a:r>
              <a:rPr lang="en-US" sz="1200" kern="1200" dirty="0">
                <a:solidFill>
                  <a:schemeClr val="tx1"/>
                </a:solidFill>
                <a:effectLst/>
                <a:latin typeface="+mn-lt"/>
                <a:ea typeface="+mn-ea"/>
                <a:cs typeface="+mn-cs"/>
              </a:rPr>
              <a:t> them entirely. We hand them unrestricted access to global algorithmic slot machines and unvetted online environments. </a:t>
            </a:r>
          </a:p>
          <a:p>
            <a:endParaRPr lang="en-US" dirty="0"/>
          </a:p>
        </p:txBody>
      </p:sp>
      <p:sp>
        <p:nvSpPr>
          <p:cNvPr id="4" name="Slide Number Placeholder 3"/>
          <p:cNvSpPr>
            <a:spLocks noGrp="1"/>
          </p:cNvSpPr>
          <p:nvPr>
            <p:ph type="sldNum" sz="quarter" idx="5"/>
          </p:nvPr>
        </p:nvSpPr>
        <p:spPr/>
        <p:txBody>
          <a:bodyPr/>
          <a:lstStyle/>
          <a:p>
            <a:fld id="{AEC8DFF1-76EA-4F3A-8BCB-C306AC473334}" type="slidenum">
              <a:rPr lang="en-US" smtClean="0"/>
              <a:t>9</a:t>
            </a:fld>
            <a:endParaRPr lang="en-US"/>
          </a:p>
        </p:txBody>
      </p:sp>
    </p:spTree>
    <p:extLst>
      <p:ext uri="{BB962C8B-B14F-4D97-AF65-F5344CB8AC3E}">
        <p14:creationId xmlns:p14="http://schemas.microsoft.com/office/powerpoint/2010/main" val="15295562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Here is the critical, hopeful truth: </a:t>
            </a:r>
            <a:r>
              <a:rPr lang="en-US" sz="1200" b="1" kern="1200" dirty="0">
                <a:solidFill>
                  <a:schemeClr val="tx1"/>
                </a:solidFill>
                <a:effectLst/>
                <a:latin typeface="+mn-lt"/>
                <a:ea typeface="+mn-ea"/>
                <a:cs typeface="+mn-cs"/>
              </a:rPr>
              <a:t>Recovery is fast and proven.</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In 2018, Meta conducted a internal study called 'Project Mercury,' where users deactivated accounts for just one week. </a:t>
            </a:r>
          </a:p>
          <a:p>
            <a:pPr lvl="0"/>
            <a:r>
              <a:rPr lang="en-US" sz="1200" kern="1200" dirty="0">
                <a:solidFill>
                  <a:schemeClr val="tx1"/>
                </a:solidFill>
                <a:effectLst/>
                <a:latin typeface="+mn-lt"/>
                <a:ea typeface="+mn-ea"/>
                <a:cs typeface="+mn-cs"/>
              </a:rPr>
              <a:t>The internal data proved causally that stopping artificial digital stimulation led to rapid improvements in mental health and well-being within 7 to 14 days. </a:t>
            </a:r>
          </a:p>
          <a:p>
            <a:pPr lvl="0"/>
            <a:r>
              <a:rPr lang="en-US" sz="1200" kern="1200" dirty="0">
                <a:solidFill>
                  <a:schemeClr val="tx1"/>
                </a:solidFill>
                <a:effectLst/>
                <a:latin typeface="+mn-lt"/>
                <a:ea typeface="+mn-ea"/>
                <a:cs typeface="+mn-cs"/>
              </a:rPr>
              <a:t>When you remove constant high-dopamine triggers, the human brain’s baseline dopamine sensitivity normalizes rapidly. </a:t>
            </a:r>
          </a:p>
          <a:p>
            <a:endParaRPr lang="en-US" dirty="0"/>
          </a:p>
        </p:txBody>
      </p:sp>
      <p:sp>
        <p:nvSpPr>
          <p:cNvPr id="4" name="Slide Number Placeholder 3"/>
          <p:cNvSpPr>
            <a:spLocks noGrp="1"/>
          </p:cNvSpPr>
          <p:nvPr>
            <p:ph type="sldNum" sz="quarter" idx="5"/>
          </p:nvPr>
        </p:nvSpPr>
        <p:spPr/>
        <p:txBody>
          <a:bodyPr/>
          <a:lstStyle/>
          <a:p>
            <a:fld id="{AEC8DFF1-76EA-4F3A-8BCB-C306AC473334}" type="slidenum">
              <a:rPr lang="en-US" smtClean="0"/>
              <a:t>10</a:t>
            </a:fld>
            <a:endParaRPr lang="en-US"/>
          </a:p>
        </p:txBody>
      </p:sp>
    </p:spTree>
    <p:extLst>
      <p:ext uri="{BB962C8B-B14F-4D97-AF65-F5344CB8AC3E}">
        <p14:creationId xmlns:p14="http://schemas.microsoft.com/office/powerpoint/2010/main" val="42704091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restore balance, we implement the 3-Tier Reclamation Framework: </a:t>
            </a:r>
          </a:p>
          <a:p>
            <a:pPr lvl="0"/>
            <a:r>
              <a:rPr lang="en-US" sz="1200" b="1" kern="1200" dirty="0">
                <a:solidFill>
                  <a:schemeClr val="tx1"/>
                </a:solidFill>
                <a:effectLst/>
                <a:latin typeface="+mn-lt"/>
                <a:ea typeface="+mn-ea"/>
                <a:cs typeface="+mn-cs"/>
              </a:rPr>
              <a:t>Tier 1 (Base - Protect Sleep):</a:t>
            </a:r>
            <a:r>
              <a:rPr lang="en-US" sz="1200" kern="1200" dirty="0">
                <a:solidFill>
                  <a:schemeClr val="tx1"/>
                </a:solidFill>
                <a:effectLst/>
                <a:latin typeface="+mn-lt"/>
                <a:ea typeface="+mn-ea"/>
                <a:cs typeface="+mn-cs"/>
              </a:rPr>
              <a:t> No screens in bedrooms after 10 PM. Sleep deprivation magnifies anxiety, depression, and focus loss. </a:t>
            </a:r>
          </a:p>
          <a:p>
            <a:pPr lvl="0"/>
            <a:r>
              <a:rPr lang="en-US" sz="1200" b="1" kern="1200" dirty="0">
                <a:solidFill>
                  <a:schemeClr val="tx1"/>
                </a:solidFill>
                <a:effectLst/>
                <a:latin typeface="+mn-lt"/>
                <a:ea typeface="+mn-ea"/>
                <a:cs typeface="+mn-cs"/>
              </a:rPr>
              <a:t>Tier 2 (Middle - Protect Attention):</a:t>
            </a:r>
            <a:r>
              <a:rPr lang="en-US" sz="1200" kern="1200" dirty="0">
                <a:solidFill>
                  <a:schemeClr val="tx1"/>
                </a:solidFill>
                <a:effectLst/>
                <a:latin typeface="+mn-lt"/>
                <a:ea typeface="+mn-ea"/>
                <a:cs typeface="+mn-cs"/>
              </a:rPr>
              <a:t> Replace short-form scrolling with long-form storytelling. Schedule movie nights or deep reading to rebuild sustained attention span. </a:t>
            </a:r>
          </a:p>
          <a:p>
            <a:pPr lvl="0"/>
            <a:r>
              <a:rPr lang="en-US" sz="1200" b="1" kern="1200" dirty="0">
                <a:solidFill>
                  <a:schemeClr val="tx1"/>
                </a:solidFill>
                <a:effectLst/>
                <a:latin typeface="+mn-lt"/>
                <a:ea typeface="+mn-ea"/>
                <a:cs typeface="+mn-cs"/>
              </a:rPr>
              <a:t>Tier 3 (Top - Protect Development):</a:t>
            </a:r>
            <a:r>
              <a:rPr lang="en-US" sz="1200" kern="1200" dirty="0">
                <a:solidFill>
                  <a:schemeClr val="tx1"/>
                </a:solidFill>
                <a:effectLst/>
                <a:latin typeface="+mn-lt"/>
                <a:ea typeface="+mn-ea"/>
                <a:cs typeface="+mn-cs"/>
              </a:rPr>
              <a:t> No social media until age 16. Protect neurological development during vulnerable pubertal years. </a:t>
            </a:r>
          </a:p>
          <a:p>
            <a:endParaRPr lang="en-US" dirty="0"/>
          </a:p>
        </p:txBody>
      </p:sp>
      <p:sp>
        <p:nvSpPr>
          <p:cNvPr id="4" name="Slide Number Placeholder 3"/>
          <p:cNvSpPr>
            <a:spLocks noGrp="1"/>
          </p:cNvSpPr>
          <p:nvPr>
            <p:ph type="sldNum" sz="quarter" idx="5"/>
          </p:nvPr>
        </p:nvSpPr>
        <p:spPr/>
        <p:txBody>
          <a:bodyPr/>
          <a:lstStyle/>
          <a:p>
            <a:fld id="{AEC8DFF1-76EA-4F3A-8BCB-C306AC473334}" type="slidenum">
              <a:rPr lang="en-US" smtClean="0"/>
              <a:t>11</a:t>
            </a:fld>
            <a:endParaRPr lang="en-US"/>
          </a:p>
        </p:txBody>
      </p:sp>
    </p:spTree>
    <p:extLst>
      <p:ext uri="{BB962C8B-B14F-4D97-AF65-F5344CB8AC3E}">
        <p14:creationId xmlns:p14="http://schemas.microsoft.com/office/powerpoint/2010/main" val="21156860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are trying to help a young man who has lost drive and focus, follow this three-step protocol:  Step 1: Acknowledge the Trap. Don't call him lazy. Explain that tech engineers specifically targeted his brain architecture. Enlist him as an ally in regaining his autonomy.  Step 2: Structural Boundaries. Move apps off mobile devices onto desktop computers. Enforce night-time Wi-Fi shutoffs.  Step 3: Action-Oriented Habits. Boys are activity-motivated. Replace the dopamine void with real-world physical activities—sports leagues, building projects, or outdoors. </a:t>
            </a:r>
          </a:p>
        </p:txBody>
      </p:sp>
      <p:sp>
        <p:nvSpPr>
          <p:cNvPr id="4" name="Slide Number Placeholder 3"/>
          <p:cNvSpPr>
            <a:spLocks noGrp="1"/>
          </p:cNvSpPr>
          <p:nvPr>
            <p:ph type="sldNum" sz="quarter" idx="5"/>
          </p:nvPr>
        </p:nvSpPr>
        <p:spPr/>
        <p:txBody>
          <a:bodyPr/>
          <a:lstStyle/>
          <a:p>
            <a:fld id="{AEC8DFF1-76EA-4F3A-8BCB-C306AC473334}" type="slidenum">
              <a:rPr lang="en-US" smtClean="0"/>
              <a:t>12</a:t>
            </a:fld>
            <a:endParaRPr lang="en-US"/>
          </a:p>
        </p:txBody>
      </p:sp>
    </p:spTree>
    <p:extLst>
      <p:ext uri="{BB962C8B-B14F-4D97-AF65-F5344CB8AC3E}">
        <p14:creationId xmlns:p14="http://schemas.microsoft.com/office/powerpoint/2010/main" val="1974197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As Dr. Haidt reminds us: </a:t>
            </a:r>
            <a:r>
              <a:rPr lang="en-US" sz="1200" i="1" kern="1200" dirty="0">
                <a:solidFill>
                  <a:schemeClr val="tx1"/>
                </a:solidFill>
                <a:effectLst/>
                <a:latin typeface="+mn-lt"/>
                <a:ea typeface="+mn-ea"/>
                <a:cs typeface="+mn-cs"/>
              </a:rPr>
              <a:t>'No matter how rich you are, you cannot buy more attention.'</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Treat your attention as something sacred. When you try not to miss anything online, you end up missing real life entirely. </a:t>
            </a:r>
          </a:p>
          <a:p>
            <a:pPr lvl="0"/>
            <a:r>
              <a:rPr lang="en-US" sz="1200" kern="1200" dirty="0">
                <a:solidFill>
                  <a:schemeClr val="tx1"/>
                </a:solidFill>
                <a:effectLst/>
                <a:latin typeface="+mn-lt"/>
                <a:ea typeface="+mn-ea"/>
                <a:cs typeface="+mn-cs"/>
              </a:rPr>
              <a:t>We must focus on providing real-world autonomy, real-world play, and genuine human connection. Visit AnxiousGeneration.com and LetGrow.org for practical toolkits. </a:t>
            </a:r>
          </a:p>
          <a:p>
            <a:endParaRPr lang="en-US" dirty="0"/>
          </a:p>
        </p:txBody>
      </p:sp>
      <p:sp>
        <p:nvSpPr>
          <p:cNvPr id="4" name="Slide Number Placeholder 3"/>
          <p:cNvSpPr>
            <a:spLocks noGrp="1"/>
          </p:cNvSpPr>
          <p:nvPr>
            <p:ph type="sldNum" sz="quarter" idx="5"/>
          </p:nvPr>
        </p:nvSpPr>
        <p:spPr/>
        <p:txBody>
          <a:bodyPr/>
          <a:lstStyle/>
          <a:p>
            <a:fld id="{AEC8DFF1-76EA-4F3A-8BCB-C306AC473334}" type="slidenum">
              <a:rPr lang="en-US" smtClean="0"/>
              <a:t>13</a:t>
            </a:fld>
            <a:endParaRPr lang="en-US"/>
          </a:p>
        </p:txBody>
      </p:sp>
    </p:spTree>
    <p:extLst>
      <p:ext uri="{BB962C8B-B14F-4D97-AF65-F5344CB8AC3E}">
        <p14:creationId xmlns:p14="http://schemas.microsoft.com/office/powerpoint/2010/main" val="26032347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wrap up our discussion, let's review our complete action roadmap: </a:t>
            </a:r>
          </a:p>
          <a:p>
            <a:pPr lvl="0"/>
            <a:r>
              <a:rPr lang="en-US" sz="1200" b="1" kern="1200" dirty="0">
                <a:solidFill>
                  <a:schemeClr val="tx1"/>
                </a:solidFill>
                <a:effectLst/>
                <a:latin typeface="+mn-lt"/>
                <a:ea typeface="+mn-ea"/>
                <a:cs typeface="+mn-cs"/>
              </a:rPr>
              <a:t>The Core Reality:</a:t>
            </a:r>
            <a:r>
              <a:rPr lang="en-US" sz="1200" kern="1200" dirty="0">
                <a:solidFill>
                  <a:schemeClr val="tx1"/>
                </a:solidFill>
                <a:effectLst/>
                <a:latin typeface="+mn-lt"/>
                <a:ea typeface="+mn-ea"/>
                <a:cs typeface="+mn-cs"/>
              </a:rPr>
              <a:t> The 5-hour daily void and slot-machine software design have compromised human attention and executive function. </a:t>
            </a:r>
          </a:p>
          <a:p>
            <a:pPr lvl="0"/>
            <a:r>
              <a:rPr lang="en-US" sz="1200" b="1" kern="1200" dirty="0">
                <a:solidFill>
                  <a:schemeClr val="tx1"/>
                </a:solidFill>
                <a:effectLst/>
                <a:latin typeface="+mn-lt"/>
                <a:ea typeface="+mn-ea"/>
                <a:cs typeface="+mn-cs"/>
              </a:rPr>
              <a:t>The Action Plan:</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kern="1200" dirty="0">
                <a:solidFill>
                  <a:schemeClr val="tx1"/>
                </a:solidFill>
                <a:effectLst/>
                <a:latin typeface="+mn-lt"/>
                <a:ea typeface="+mn-ea"/>
                <a:cs typeface="+mn-cs"/>
              </a:rPr>
              <a:t>Institute a strict </a:t>
            </a:r>
            <a:r>
              <a:rPr lang="en-US" sz="1200" b="1" kern="1200" dirty="0">
                <a:solidFill>
                  <a:schemeClr val="tx1"/>
                </a:solidFill>
                <a:effectLst/>
                <a:latin typeface="+mn-lt"/>
                <a:ea typeface="+mn-ea"/>
                <a:cs typeface="+mn-cs"/>
              </a:rPr>
              <a:t>2-Week Reset</a:t>
            </a:r>
            <a:r>
              <a:rPr lang="en-US" sz="1200" kern="1200" dirty="0">
                <a:solidFill>
                  <a:schemeClr val="tx1"/>
                </a:solidFill>
                <a:effectLst/>
                <a:latin typeface="+mn-lt"/>
                <a:ea typeface="+mn-ea"/>
                <a:cs typeface="+mn-cs"/>
              </a:rPr>
              <a:t> to recalibrate baseline dopamine. </a:t>
            </a:r>
          </a:p>
          <a:p>
            <a:pPr marL="228600" lvl="0" indent="-228600">
              <a:buFont typeface="+mj-lt"/>
              <a:buAutoNum type="arabicPeriod"/>
            </a:pPr>
            <a:r>
              <a:rPr lang="en-US" sz="1200" kern="1200" dirty="0">
                <a:solidFill>
                  <a:schemeClr val="tx1"/>
                </a:solidFill>
                <a:effectLst/>
                <a:latin typeface="+mn-lt"/>
                <a:ea typeface="+mn-ea"/>
                <a:cs typeface="+mn-cs"/>
              </a:rPr>
              <a:t>Enforce </a:t>
            </a:r>
            <a:r>
              <a:rPr lang="en-US" sz="1200" b="1" kern="1200" dirty="0">
                <a:solidFill>
                  <a:schemeClr val="tx1"/>
                </a:solidFill>
                <a:effectLst/>
                <a:latin typeface="+mn-lt"/>
                <a:ea typeface="+mn-ea"/>
                <a:cs typeface="+mn-cs"/>
              </a:rPr>
              <a:t>No Social Media until 16</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kern="1200" dirty="0">
                <a:solidFill>
                  <a:schemeClr val="tx1"/>
                </a:solidFill>
                <a:effectLst/>
                <a:latin typeface="+mn-lt"/>
                <a:ea typeface="+mn-ea"/>
                <a:cs typeface="+mn-cs"/>
              </a:rPr>
              <a:t>Create </a:t>
            </a:r>
            <a:r>
              <a:rPr lang="en-US" sz="1200" b="1" kern="1200" dirty="0">
                <a:solidFill>
                  <a:schemeClr val="tx1"/>
                </a:solidFill>
                <a:effectLst/>
                <a:latin typeface="+mn-lt"/>
                <a:ea typeface="+mn-ea"/>
                <a:cs typeface="+mn-cs"/>
              </a:rPr>
              <a:t>Device-Free Zones</a:t>
            </a:r>
            <a:r>
              <a:rPr lang="en-US" sz="1200" kern="1200" dirty="0">
                <a:solidFill>
                  <a:schemeClr val="tx1"/>
                </a:solidFill>
                <a:effectLst/>
                <a:latin typeface="+mn-lt"/>
                <a:ea typeface="+mn-ea"/>
                <a:cs typeface="+mn-cs"/>
              </a:rPr>
              <a:t> in bedrooms and dining areas. </a:t>
            </a:r>
          </a:p>
          <a:p>
            <a:pPr lvl="0"/>
            <a:r>
              <a:rPr lang="en-US" sz="1200" kern="1200" dirty="0">
                <a:solidFill>
                  <a:schemeClr val="tx1"/>
                </a:solidFill>
                <a:effectLst/>
                <a:latin typeface="+mn-lt"/>
                <a:ea typeface="+mn-ea"/>
                <a:cs typeface="+mn-cs"/>
              </a:rPr>
              <a:t>By taking back control of our attention, we take back control of our lives.</a:t>
            </a:r>
          </a:p>
          <a:p>
            <a:endParaRPr lang="en-US" dirty="0"/>
          </a:p>
          <a:p>
            <a:endParaRPr lang="en-US" dirty="0"/>
          </a:p>
          <a:p>
            <a:endParaRPr lang="en-US" dirty="0"/>
          </a:p>
          <a:p>
            <a:r>
              <a:rPr lang="en-US" dirty="0"/>
              <a:t>https://www.youtube.com/watch?v=DFcndrm7ql4</a:t>
            </a:r>
          </a:p>
        </p:txBody>
      </p:sp>
      <p:sp>
        <p:nvSpPr>
          <p:cNvPr id="4" name="Slide Number Placeholder 3"/>
          <p:cNvSpPr>
            <a:spLocks noGrp="1"/>
          </p:cNvSpPr>
          <p:nvPr>
            <p:ph type="sldNum" sz="quarter" idx="5"/>
          </p:nvPr>
        </p:nvSpPr>
        <p:spPr/>
        <p:txBody>
          <a:bodyPr/>
          <a:lstStyle/>
          <a:p>
            <a:fld id="{AEC8DFF1-76EA-4F3A-8BCB-C306AC473334}" type="slidenum">
              <a:rPr lang="en-US" smtClean="0"/>
              <a:t>14</a:t>
            </a:fld>
            <a:endParaRPr lang="en-US"/>
          </a:p>
        </p:txBody>
      </p:sp>
    </p:spTree>
    <p:extLst>
      <p:ext uri="{BB962C8B-B14F-4D97-AF65-F5344CB8AC3E}">
        <p14:creationId xmlns:p14="http://schemas.microsoft.com/office/powerpoint/2010/main" val="17971691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DC2B25-A6C2-599B-3BE7-814C3764B6AE}"/>
              </a:ext>
            </a:extLst>
          </p:cNvPr>
          <p:cNvSpPr>
            <a:spLocks noGrp="1"/>
          </p:cNvSpPr>
          <p:nvPr>
            <p:ph type="dt" sz="half" idx="10"/>
          </p:nvPr>
        </p:nvSpPr>
        <p:spPr/>
        <p:txBody>
          <a:bodyPr/>
          <a:lstStyle/>
          <a:p>
            <a:fld id="{96CD8657-A331-49E9-AEFC-70A94E3376CB}" type="datetimeFigureOut">
              <a:rPr lang="en-US" smtClean="0"/>
              <a:t>10/21/2026</a:t>
            </a:fld>
            <a:endParaRPr lang="en-US"/>
          </a:p>
        </p:txBody>
      </p:sp>
      <p:sp>
        <p:nvSpPr>
          <p:cNvPr id="3" name="Footer Placeholder 2">
            <a:extLst>
              <a:ext uri="{FF2B5EF4-FFF2-40B4-BE49-F238E27FC236}">
                <a16:creationId xmlns:a16="http://schemas.microsoft.com/office/drawing/2014/main" id="{2A24A0E6-620D-0426-B832-EE4D01AC1F8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4BFCFAD-E1F4-BF35-AFD6-753BAB086D3B}"/>
              </a:ext>
            </a:extLst>
          </p:cNvPr>
          <p:cNvSpPr>
            <a:spLocks noGrp="1"/>
          </p:cNvSpPr>
          <p:nvPr>
            <p:ph type="sldNum" sz="quarter" idx="12"/>
          </p:nvPr>
        </p:nvSpPr>
        <p:spPr/>
        <p:txBody>
          <a:bodyPr/>
          <a:lstStyle/>
          <a:p>
            <a:fld id="{ED642962-FFE6-4131-ACDC-9B2C9A3F1196}" type="slidenum">
              <a:rPr lang="en-US" smtClean="0"/>
              <a:t>‹#›</a:t>
            </a:fld>
            <a:endParaRPr lang="en-US"/>
          </a:p>
        </p:txBody>
      </p:sp>
    </p:spTree>
    <p:extLst>
      <p:ext uri="{BB962C8B-B14F-4D97-AF65-F5344CB8AC3E}">
        <p14:creationId xmlns:p14="http://schemas.microsoft.com/office/powerpoint/2010/main" val="208991080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1D3DAB-6A0E-F16E-4AA2-8F47540B16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D6C23E5-3EBD-FEBD-B048-A3B83116EF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4E709E-C89E-FB38-CB57-1CA045A368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6CD8657-A331-49E9-AEFC-70A94E3376CB}" type="datetimeFigureOut">
              <a:rPr lang="en-US" smtClean="0"/>
              <a:t>10/21/2026</a:t>
            </a:fld>
            <a:endParaRPr lang="en-US"/>
          </a:p>
        </p:txBody>
      </p:sp>
      <p:sp>
        <p:nvSpPr>
          <p:cNvPr id="5" name="Footer Placeholder 4">
            <a:extLst>
              <a:ext uri="{FF2B5EF4-FFF2-40B4-BE49-F238E27FC236}">
                <a16:creationId xmlns:a16="http://schemas.microsoft.com/office/drawing/2014/main" id="{0811082D-2F86-639F-F542-FE85B5B756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21C6316-81DE-666C-FB10-986EA6029A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D642962-FFE6-4131-ACDC-9B2C9A3F1196}" type="slidenum">
              <a:rPr lang="en-US" smtClean="0"/>
              <a:t>‹#›</a:t>
            </a:fld>
            <a:endParaRPr lang="en-US"/>
          </a:p>
        </p:txBody>
      </p:sp>
    </p:spTree>
    <p:extLst>
      <p:ext uri="{BB962C8B-B14F-4D97-AF65-F5344CB8AC3E}">
        <p14:creationId xmlns:p14="http://schemas.microsoft.com/office/powerpoint/2010/main" val="2420254494"/>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CC62F5D-E945-216E-B7B0-7416B5DA39A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7BFAC2-CEA3-821B-8661-F47622D043E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C8285F-4478-F9E7-8504-39289457D15E}"/>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59AF01-B816-AD05-D321-FF4C8A4065B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F180BBE-D996-BC49-F999-23E726F8F3D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DE8C10B-5433-8C24-C299-DA3090A58E6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9F4C324-06A0-32AA-F456-FFED0AC05FF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3B0735D-E7BD-1E81-FC15-88C7D6C068C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C93058C-DA25-F0DE-6DD7-777CBCFD5EB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A11D2A9-2101-97F6-56ED-99499709DC0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0782573-EF51-388A-45D9-06367E7FB3A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C7AE3DA-EF3A-AF44-2057-2C4892AFD35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78BFFB-9BBC-872F-A34D-39DADA6954E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CAE3B7B-480E-9972-A87C-0464A901CC0D}"/>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40380227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1384</Words>
  <Application>Microsoft Office PowerPoint</Application>
  <PresentationFormat>寬螢幕</PresentationFormat>
  <Paragraphs>75</Paragraphs>
  <Slides>14</Slides>
  <Notes>14</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14</vt:i4>
      </vt:variant>
    </vt:vector>
  </HeadingPairs>
  <TitlesOfParts>
    <vt:vector size="18"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2026-09-16T10:41:29Z</dcterms:created>
  <dcterms:modified xsi:type="dcterms:W3CDTF">2026-10-21T02:46:41Z</dcterms:modified>
</cp:coreProperties>
</file>