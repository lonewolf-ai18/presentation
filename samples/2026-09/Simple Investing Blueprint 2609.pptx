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72"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3BF204-DE60-4B95-B97F-8C2B4585D5E9}" v="30" dt="2026-09-03T01:51:55.1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79772"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addSld delSld modSld">
      <pc:chgData name="Lai, Wilson" userId="2840974a-0d84-4886-90a9-9a3ed79f3a48" providerId="ADAL" clId="{9F23B798-9E84-4552-BA63-E776E805C424}" dt="2026-09-03T01:52:38.537" v="67" actId="22"/>
      <pc:docMkLst>
        <pc:docMk/>
      </pc:docMkLst>
      <pc:sldChg chg="addSp modSp mod modAnim modNotes modNotesTx">
        <pc:chgData name="Lai, Wilson" userId="2840974a-0d84-4886-90a9-9a3ed79f3a48" providerId="ADAL" clId="{9F23B798-9E84-4552-BA63-E776E805C424}" dt="2026-09-03T01:45:37.094" v="25" actId="166"/>
        <pc:sldMkLst>
          <pc:docMk/>
          <pc:sldMk cId="0" sldId="257"/>
        </pc:sldMkLst>
        <pc:spChg chg="add mod">
          <ac:chgData name="Lai, Wilson" userId="2840974a-0d84-4886-90a9-9a3ed79f3a48" providerId="ADAL" clId="{9F23B798-9E84-4552-BA63-E776E805C424}" dt="2026-09-03T01:21:54.603" v="10" actId="164"/>
          <ac:spMkLst>
            <pc:docMk/>
            <pc:sldMk cId="0" sldId="257"/>
            <ac:spMk id="5" creationId="{AF40AA84-FEFF-27CE-57B0-4240CF21F12C}"/>
          </ac:spMkLst>
        </pc:spChg>
        <pc:grpChg chg="add mod">
          <ac:chgData name="Lai, Wilson" userId="2840974a-0d84-4886-90a9-9a3ed79f3a48" providerId="ADAL" clId="{9F23B798-9E84-4552-BA63-E776E805C424}" dt="2026-09-03T01:22:04.722" v="13" actId="1076"/>
          <ac:grpSpMkLst>
            <pc:docMk/>
            <pc:sldMk cId="0" sldId="257"/>
            <ac:grpSpMk id="6" creationId="{C30337C9-88EA-169E-BB0C-34E318D8689B}"/>
          </ac:grpSpMkLst>
        </pc:grpChg>
        <pc:picChg chg="add mod">
          <ac:chgData name="Lai, Wilson" userId="2840974a-0d84-4886-90a9-9a3ed79f3a48" providerId="ADAL" clId="{9F23B798-9E84-4552-BA63-E776E805C424}" dt="2026-09-03T01:21:54.603" v="10" actId="164"/>
          <ac:picMkLst>
            <pc:docMk/>
            <pc:sldMk cId="0" sldId="257"/>
            <ac:picMk id="2" creationId="{3CB37245-38A4-4842-4D41-88D15E8CA363}"/>
          </ac:picMkLst>
        </pc:picChg>
        <pc:picChg chg="mod ord">
          <ac:chgData name="Lai, Wilson" userId="2840974a-0d84-4886-90a9-9a3ed79f3a48" providerId="ADAL" clId="{9F23B798-9E84-4552-BA63-E776E805C424}" dt="2026-09-03T01:45:37.094" v="25" actId="166"/>
          <ac:picMkLst>
            <pc:docMk/>
            <pc:sldMk cId="0" sldId="257"/>
            <ac:picMk id="4" creationId="{9977ABFA-397C-BFBD-45DE-96579D1A7E4A}"/>
          </ac:picMkLst>
        </pc:picChg>
      </pc:sldChg>
      <pc:sldChg chg="addSp delSp mod modNotes">
        <pc:chgData name="Lai, Wilson" userId="2840974a-0d84-4886-90a9-9a3ed79f3a48" providerId="ADAL" clId="{9F23B798-9E84-4552-BA63-E776E805C424}" dt="2026-09-03T01:46:10.430" v="27" actId="22"/>
        <pc:sldMkLst>
          <pc:docMk/>
          <pc:sldMk cId="0" sldId="258"/>
        </pc:sldMkLst>
        <pc:picChg chg="del">
          <ac:chgData name="Lai, Wilson" userId="2840974a-0d84-4886-90a9-9a3ed79f3a48" providerId="ADAL" clId="{9F23B798-9E84-4552-BA63-E776E805C424}" dt="2026-09-03T01:45:53.015" v="26" actId="21"/>
          <ac:picMkLst>
            <pc:docMk/>
            <pc:sldMk cId="0" sldId="258"/>
            <ac:picMk id="2" creationId="{00000000-0000-0000-0000-000000000000}"/>
          </ac:picMkLst>
        </pc:picChg>
        <pc:picChg chg="add">
          <ac:chgData name="Lai, Wilson" userId="2840974a-0d84-4886-90a9-9a3ed79f3a48" providerId="ADAL" clId="{9F23B798-9E84-4552-BA63-E776E805C424}" dt="2026-09-03T01:46:10.430" v="27" actId="22"/>
          <ac:picMkLst>
            <pc:docMk/>
            <pc:sldMk cId="0" sldId="258"/>
            <ac:picMk id="4" creationId="{E648CC4C-B550-CC12-9E23-C5961BB00C34}"/>
          </ac:picMkLst>
        </pc:picChg>
      </pc:sldChg>
      <pc:sldChg chg="addSp delSp mod modNotes">
        <pc:chgData name="Lai, Wilson" userId="2840974a-0d84-4886-90a9-9a3ed79f3a48" providerId="ADAL" clId="{9F23B798-9E84-4552-BA63-E776E805C424}" dt="2026-09-03T01:46:49.555" v="31" actId="22"/>
        <pc:sldMkLst>
          <pc:docMk/>
          <pc:sldMk cId="0" sldId="259"/>
        </pc:sldMkLst>
        <pc:picChg chg="del">
          <ac:chgData name="Lai, Wilson" userId="2840974a-0d84-4886-90a9-9a3ed79f3a48" providerId="ADAL" clId="{9F23B798-9E84-4552-BA63-E776E805C424}" dt="2026-09-03T01:46:22.047" v="30" actId="21"/>
          <ac:picMkLst>
            <pc:docMk/>
            <pc:sldMk cId="0" sldId="259"/>
            <ac:picMk id="2" creationId="{00000000-0000-0000-0000-000000000000}"/>
          </ac:picMkLst>
        </pc:picChg>
        <pc:picChg chg="add">
          <ac:chgData name="Lai, Wilson" userId="2840974a-0d84-4886-90a9-9a3ed79f3a48" providerId="ADAL" clId="{9F23B798-9E84-4552-BA63-E776E805C424}" dt="2026-09-03T01:46:49.555" v="31" actId="22"/>
          <ac:picMkLst>
            <pc:docMk/>
            <pc:sldMk cId="0" sldId="259"/>
            <ac:picMk id="4" creationId="{B2B0C68F-5E96-173B-BD71-FF3213D028EF}"/>
          </ac:picMkLst>
        </pc:picChg>
      </pc:sldChg>
      <pc:sldChg chg="addSp delSp mod modNotes">
        <pc:chgData name="Lai, Wilson" userId="2840974a-0d84-4886-90a9-9a3ed79f3a48" providerId="ADAL" clId="{9F23B798-9E84-4552-BA63-E776E805C424}" dt="2026-09-03T01:47:00.855" v="33" actId="22"/>
        <pc:sldMkLst>
          <pc:docMk/>
          <pc:sldMk cId="0" sldId="260"/>
        </pc:sldMkLst>
        <pc:picChg chg="del">
          <ac:chgData name="Lai, Wilson" userId="2840974a-0d84-4886-90a9-9a3ed79f3a48" providerId="ADAL" clId="{9F23B798-9E84-4552-BA63-E776E805C424}" dt="2026-09-03T01:46:50.800" v="32" actId="21"/>
          <ac:picMkLst>
            <pc:docMk/>
            <pc:sldMk cId="0" sldId="260"/>
            <ac:picMk id="2" creationId="{00000000-0000-0000-0000-000000000000}"/>
          </ac:picMkLst>
        </pc:picChg>
        <pc:picChg chg="add">
          <ac:chgData name="Lai, Wilson" userId="2840974a-0d84-4886-90a9-9a3ed79f3a48" providerId="ADAL" clId="{9F23B798-9E84-4552-BA63-E776E805C424}" dt="2026-09-03T01:47:00.855" v="33" actId="22"/>
          <ac:picMkLst>
            <pc:docMk/>
            <pc:sldMk cId="0" sldId="260"/>
            <ac:picMk id="4" creationId="{38FE3217-A6CA-3B78-BC22-49347CA6AA39}"/>
          </ac:picMkLst>
        </pc:picChg>
      </pc:sldChg>
      <pc:sldChg chg="addSp delSp mod modNotes">
        <pc:chgData name="Lai, Wilson" userId="2840974a-0d84-4886-90a9-9a3ed79f3a48" providerId="ADAL" clId="{9F23B798-9E84-4552-BA63-E776E805C424}" dt="2026-09-03T01:47:14.261" v="35" actId="22"/>
        <pc:sldMkLst>
          <pc:docMk/>
          <pc:sldMk cId="0" sldId="261"/>
        </pc:sldMkLst>
        <pc:picChg chg="del">
          <ac:chgData name="Lai, Wilson" userId="2840974a-0d84-4886-90a9-9a3ed79f3a48" providerId="ADAL" clId="{9F23B798-9E84-4552-BA63-E776E805C424}" dt="2026-09-03T01:47:03.791" v="34" actId="21"/>
          <ac:picMkLst>
            <pc:docMk/>
            <pc:sldMk cId="0" sldId="261"/>
            <ac:picMk id="2" creationId="{00000000-0000-0000-0000-000000000000}"/>
          </ac:picMkLst>
        </pc:picChg>
        <pc:picChg chg="add">
          <ac:chgData name="Lai, Wilson" userId="2840974a-0d84-4886-90a9-9a3ed79f3a48" providerId="ADAL" clId="{9F23B798-9E84-4552-BA63-E776E805C424}" dt="2026-09-03T01:47:14.261" v="35" actId="22"/>
          <ac:picMkLst>
            <pc:docMk/>
            <pc:sldMk cId="0" sldId="261"/>
            <ac:picMk id="4" creationId="{8984FD5C-A86D-D245-31C0-3C90FDAED2EF}"/>
          </ac:picMkLst>
        </pc:picChg>
      </pc:sldChg>
      <pc:sldChg chg="addSp delSp mod modNotes">
        <pc:chgData name="Lai, Wilson" userId="2840974a-0d84-4886-90a9-9a3ed79f3a48" providerId="ADAL" clId="{9F23B798-9E84-4552-BA63-E776E805C424}" dt="2026-09-03T01:48:04.124" v="37" actId="22"/>
        <pc:sldMkLst>
          <pc:docMk/>
          <pc:sldMk cId="0" sldId="262"/>
        </pc:sldMkLst>
        <pc:picChg chg="del">
          <ac:chgData name="Lai, Wilson" userId="2840974a-0d84-4886-90a9-9a3ed79f3a48" providerId="ADAL" clId="{9F23B798-9E84-4552-BA63-E776E805C424}" dt="2026-09-03T01:47:17.866" v="36" actId="21"/>
          <ac:picMkLst>
            <pc:docMk/>
            <pc:sldMk cId="0" sldId="262"/>
            <ac:picMk id="2" creationId="{00000000-0000-0000-0000-000000000000}"/>
          </ac:picMkLst>
        </pc:picChg>
        <pc:picChg chg="add">
          <ac:chgData name="Lai, Wilson" userId="2840974a-0d84-4886-90a9-9a3ed79f3a48" providerId="ADAL" clId="{9F23B798-9E84-4552-BA63-E776E805C424}" dt="2026-09-03T01:48:04.124" v="37" actId="22"/>
          <ac:picMkLst>
            <pc:docMk/>
            <pc:sldMk cId="0" sldId="262"/>
            <ac:picMk id="4" creationId="{606100B8-B527-7C3E-3283-2CC37E0CE304}"/>
          </ac:picMkLst>
        </pc:picChg>
      </pc:sldChg>
      <pc:sldChg chg="addSp delSp mod modNotes">
        <pc:chgData name="Lai, Wilson" userId="2840974a-0d84-4886-90a9-9a3ed79f3a48" providerId="ADAL" clId="{9F23B798-9E84-4552-BA63-E776E805C424}" dt="2026-09-03T01:48:14.244" v="39" actId="22"/>
        <pc:sldMkLst>
          <pc:docMk/>
          <pc:sldMk cId="0" sldId="263"/>
        </pc:sldMkLst>
        <pc:picChg chg="del">
          <ac:chgData name="Lai, Wilson" userId="2840974a-0d84-4886-90a9-9a3ed79f3a48" providerId="ADAL" clId="{9F23B798-9E84-4552-BA63-E776E805C424}" dt="2026-09-03T01:48:05.707" v="38" actId="21"/>
          <ac:picMkLst>
            <pc:docMk/>
            <pc:sldMk cId="0" sldId="263"/>
            <ac:picMk id="2" creationId="{00000000-0000-0000-0000-000000000000}"/>
          </ac:picMkLst>
        </pc:picChg>
        <pc:picChg chg="add">
          <ac:chgData name="Lai, Wilson" userId="2840974a-0d84-4886-90a9-9a3ed79f3a48" providerId="ADAL" clId="{9F23B798-9E84-4552-BA63-E776E805C424}" dt="2026-09-03T01:48:14.244" v="39" actId="22"/>
          <ac:picMkLst>
            <pc:docMk/>
            <pc:sldMk cId="0" sldId="263"/>
            <ac:picMk id="4" creationId="{A602E836-D33B-4ACE-33D1-1461074F477F}"/>
          </ac:picMkLst>
        </pc:picChg>
      </pc:sldChg>
      <pc:sldChg chg="addSp delSp modSp mod modNotes">
        <pc:chgData name="Lai, Wilson" userId="2840974a-0d84-4886-90a9-9a3ed79f3a48" providerId="ADAL" clId="{9F23B798-9E84-4552-BA63-E776E805C424}" dt="2026-09-03T01:49:13.296" v="42" actId="22"/>
        <pc:sldMkLst>
          <pc:docMk/>
          <pc:sldMk cId="0" sldId="264"/>
        </pc:sldMkLst>
        <pc:picChg chg="del mod">
          <ac:chgData name="Lai, Wilson" userId="2840974a-0d84-4886-90a9-9a3ed79f3a48" providerId="ADAL" clId="{9F23B798-9E84-4552-BA63-E776E805C424}" dt="2026-09-03T01:48:17.965" v="41" actId="21"/>
          <ac:picMkLst>
            <pc:docMk/>
            <pc:sldMk cId="0" sldId="264"/>
            <ac:picMk id="2" creationId="{00000000-0000-0000-0000-000000000000}"/>
          </ac:picMkLst>
        </pc:picChg>
        <pc:picChg chg="add">
          <ac:chgData name="Lai, Wilson" userId="2840974a-0d84-4886-90a9-9a3ed79f3a48" providerId="ADAL" clId="{9F23B798-9E84-4552-BA63-E776E805C424}" dt="2026-09-03T01:49:13.296" v="42" actId="22"/>
          <ac:picMkLst>
            <pc:docMk/>
            <pc:sldMk cId="0" sldId="264"/>
            <ac:picMk id="4" creationId="{593EA534-47A9-55BB-2D3C-1D1F4C4C8D46}"/>
          </ac:picMkLst>
        </pc:picChg>
      </pc:sldChg>
      <pc:sldChg chg="addSp delSp mod modNotes">
        <pc:chgData name="Lai, Wilson" userId="2840974a-0d84-4886-90a9-9a3ed79f3a48" providerId="ADAL" clId="{9F23B798-9E84-4552-BA63-E776E805C424}" dt="2026-09-03T01:49:16.438" v="44" actId="21"/>
        <pc:sldMkLst>
          <pc:docMk/>
          <pc:sldMk cId="0" sldId="265"/>
        </pc:sldMkLst>
        <pc:picChg chg="add del">
          <ac:chgData name="Lai, Wilson" userId="2840974a-0d84-4886-90a9-9a3ed79f3a48" providerId="ADAL" clId="{9F23B798-9E84-4552-BA63-E776E805C424}" dt="2026-09-03T01:49:16.438" v="44" actId="21"/>
          <ac:picMkLst>
            <pc:docMk/>
            <pc:sldMk cId="0" sldId="265"/>
            <ac:picMk id="4" creationId="{32208AA7-BC43-7C30-6E46-BF49508067FD}"/>
          </ac:picMkLst>
        </pc:picChg>
      </pc:sldChg>
      <pc:sldChg chg="addSp delSp mod modNotes">
        <pc:chgData name="Lai, Wilson" userId="2840974a-0d84-4886-90a9-9a3ed79f3a48" providerId="ADAL" clId="{9F23B798-9E84-4552-BA63-E776E805C424}" dt="2026-09-03T01:50:10.053" v="46" actId="22"/>
        <pc:sldMkLst>
          <pc:docMk/>
          <pc:sldMk cId="0" sldId="266"/>
        </pc:sldMkLst>
        <pc:picChg chg="del">
          <ac:chgData name="Lai, Wilson" userId="2840974a-0d84-4886-90a9-9a3ed79f3a48" providerId="ADAL" clId="{9F23B798-9E84-4552-BA63-E776E805C424}" dt="2026-09-03T01:49:18.724" v="45" actId="21"/>
          <ac:picMkLst>
            <pc:docMk/>
            <pc:sldMk cId="0" sldId="266"/>
            <ac:picMk id="2" creationId="{00000000-0000-0000-0000-000000000000}"/>
          </ac:picMkLst>
        </pc:picChg>
        <pc:picChg chg="add">
          <ac:chgData name="Lai, Wilson" userId="2840974a-0d84-4886-90a9-9a3ed79f3a48" providerId="ADAL" clId="{9F23B798-9E84-4552-BA63-E776E805C424}" dt="2026-09-03T01:50:10.053" v="46" actId="22"/>
          <ac:picMkLst>
            <pc:docMk/>
            <pc:sldMk cId="0" sldId="266"/>
            <ac:picMk id="4" creationId="{F971B229-4242-1FEB-5CF1-7F2DB58F1E01}"/>
          </ac:picMkLst>
        </pc:picChg>
      </pc:sldChg>
      <pc:sldChg chg="addSp delSp mod modNotes">
        <pc:chgData name="Lai, Wilson" userId="2840974a-0d84-4886-90a9-9a3ed79f3a48" providerId="ADAL" clId="{9F23B798-9E84-4552-BA63-E776E805C424}" dt="2026-09-03T01:50:20.579" v="48" actId="22"/>
        <pc:sldMkLst>
          <pc:docMk/>
          <pc:sldMk cId="0" sldId="267"/>
        </pc:sldMkLst>
        <pc:picChg chg="del">
          <ac:chgData name="Lai, Wilson" userId="2840974a-0d84-4886-90a9-9a3ed79f3a48" providerId="ADAL" clId="{9F23B798-9E84-4552-BA63-E776E805C424}" dt="2026-09-03T01:50:12.547" v="47" actId="21"/>
          <ac:picMkLst>
            <pc:docMk/>
            <pc:sldMk cId="0" sldId="267"/>
            <ac:picMk id="2" creationId="{00000000-0000-0000-0000-000000000000}"/>
          </ac:picMkLst>
        </pc:picChg>
        <pc:picChg chg="add">
          <ac:chgData name="Lai, Wilson" userId="2840974a-0d84-4886-90a9-9a3ed79f3a48" providerId="ADAL" clId="{9F23B798-9E84-4552-BA63-E776E805C424}" dt="2026-09-03T01:50:20.579" v="48" actId="22"/>
          <ac:picMkLst>
            <pc:docMk/>
            <pc:sldMk cId="0" sldId="267"/>
            <ac:picMk id="4" creationId="{D38F9F1D-C268-CDBB-2040-122576CE5D20}"/>
          </ac:picMkLst>
        </pc:picChg>
      </pc:sldChg>
      <pc:sldChg chg="addSp delSp mod modNotes">
        <pc:chgData name="Lai, Wilson" userId="2840974a-0d84-4886-90a9-9a3ed79f3a48" providerId="ADAL" clId="{9F23B798-9E84-4552-BA63-E776E805C424}" dt="2026-09-03T01:50:47.646" v="50" actId="22"/>
        <pc:sldMkLst>
          <pc:docMk/>
          <pc:sldMk cId="0" sldId="268"/>
        </pc:sldMkLst>
        <pc:picChg chg="del">
          <ac:chgData name="Lai, Wilson" userId="2840974a-0d84-4886-90a9-9a3ed79f3a48" providerId="ADAL" clId="{9F23B798-9E84-4552-BA63-E776E805C424}" dt="2026-09-03T01:50:22.308" v="49" actId="21"/>
          <ac:picMkLst>
            <pc:docMk/>
            <pc:sldMk cId="0" sldId="268"/>
            <ac:picMk id="2" creationId="{00000000-0000-0000-0000-000000000000}"/>
          </ac:picMkLst>
        </pc:picChg>
        <pc:picChg chg="add">
          <ac:chgData name="Lai, Wilson" userId="2840974a-0d84-4886-90a9-9a3ed79f3a48" providerId="ADAL" clId="{9F23B798-9E84-4552-BA63-E776E805C424}" dt="2026-09-03T01:50:47.646" v="50" actId="22"/>
          <ac:picMkLst>
            <pc:docMk/>
            <pc:sldMk cId="0" sldId="268"/>
            <ac:picMk id="4" creationId="{5466D384-626D-8BF5-DA25-511D69D3BCD5}"/>
          </ac:picMkLst>
        </pc:picChg>
      </pc:sldChg>
      <pc:sldChg chg="addSp delSp modSp mod modNotes">
        <pc:chgData name="Lai, Wilson" userId="2840974a-0d84-4886-90a9-9a3ed79f3a48" providerId="ADAL" clId="{9F23B798-9E84-4552-BA63-E776E805C424}" dt="2026-09-03T01:51:22.651" v="56"/>
        <pc:sldMkLst>
          <pc:docMk/>
          <pc:sldMk cId="0" sldId="269"/>
        </pc:sldMkLst>
        <pc:picChg chg="del mod">
          <ac:chgData name="Lai, Wilson" userId="2840974a-0d84-4886-90a9-9a3ed79f3a48" providerId="ADAL" clId="{9F23B798-9E84-4552-BA63-E776E805C424}" dt="2026-09-03T01:50:50.626" v="52" actId="21"/>
          <ac:picMkLst>
            <pc:docMk/>
            <pc:sldMk cId="0" sldId="269"/>
            <ac:picMk id="2" creationId="{00000000-0000-0000-0000-000000000000}"/>
          </ac:picMkLst>
        </pc:picChg>
        <pc:picChg chg="add mod">
          <ac:chgData name="Lai, Wilson" userId="2840974a-0d84-4886-90a9-9a3ed79f3a48" providerId="ADAL" clId="{9F23B798-9E84-4552-BA63-E776E805C424}" dt="2026-09-03T01:51:22.651" v="56"/>
          <ac:picMkLst>
            <pc:docMk/>
            <pc:sldMk cId="0" sldId="269"/>
            <ac:picMk id="4" creationId="{99B81E92-154E-1D13-B478-5C7BAB980705}"/>
          </ac:picMkLst>
        </pc:picChg>
      </pc:sldChg>
      <pc:sldChg chg="addSp delSp modSp mod modNotes modNotesTx">
        <pc:chgData name="Lai, Wilson" userId="2840974a-0d84-4886-90a9-9a3ed79f3a48" providerId="ADAL" clId="{9F23B798-9E84-4552-BA63-E776E805C424}" dt="2026-09-03T01:52:38.537" v="67" actId="22"/>
        <pc:sldMkLst>
          <pc:docMk/>
          <pc:sldMk cId="0" sldId="270"/>
        </pc:sldMkLst>
        <pc:picChg chg="del">
          <ac:chgData name="Lai, Wilson" userId="2840974a-0d84-4886-90a9-9a3ed79f3a48" providerId="ADAL" clId="{9F23B798-9E84-4552-BA63-E776E805C424}" dt="2026-09-03T01:51:28.258" v="57" actId="21"/>
          <ac:picMkLst>
            <pc:docMk/>
            <pc:sldMk cId="0" sldId="270"/>
            <ac:picMk id="2" creationId="{00000000-0000-0000-0000-000000000000}"/>
          </ac:picMkLst>
        </pc:picChg>
        <pc:picChg chg="add del mod">
          <ac:chgData name="Lai, Wilson" userId="2840974a-0d84-4886-90a9-9a3ed79f3a48" providerId="ADAL" clId="{9F23B798-9E84-4552-BA63-E776E805C424}" dt="2026-09-03T01:52:24.750" v="66" actId="21"/>
          <ac:picMkLst>
            <pc:docMk/>
            <pc:sldMk cId="0" sldId="270"/>
            <ac:picMk id="4" creationId="{F4BDFE8A-FFF6-CA0F-289F-A23B0D8CA10C}"/>
          </ac:picMkLst>
        </pc:picChg>
        <pc:picChg chg="add del">
          <ac:chgData name="Lai, Wilson" userId="2840974a-0d84-4886-90a9-9a3ed79f3a48" providerId="ADAL" clId="{9F23B798-9E84-4552-BA63-E776E805C424}" dt="2026-09-03T01:52:15.148" v="63" actId="22"/>
          <ac:picMkLst>
            <pc:docMk/>
            <pc:sldMk cId="0" sldId="270"/>
            <ac:picMk id="6" creationId="{CAEFC22A-4F9B-552D-D8F3-075E2B561C77}"/>
          </ac:picMkLst>
        </pc:picChg>
        <pc:picChg chg="add">
          <ac:chgData name="Lai, Wilson" userId="2840974a-0d84-4886-90a9-9a3ed79f3a48" providerId="ADAL" clId="{9F23B798-9E84-4552-BA63-E776E805C424}" dt="2026-09-03T01:52:38.537" v="67" actId="22"/>
          <ac:picMkLst>
            <pc:docMk/>
            <pc:sldMk cId="0" sldId="270"/>
            <ac:picMk id="8" creationId="{F2C7BE0E-5B70-2760-3CD0-6C205E45EFCF}"/>
          </ac:picMkLst>
        </pc:picChg>
      </pc:sldChg>
      <pc:sldChg chg="del">
        <pc:chgData name="Lai, Wilson" userId="2840974a-0d84-4886-90a9-9a3ed79f3a48" providerId="ADAL" clId="{9F23B798-9E84-4552-BA63-E776E805C424}" dt="2026-09-03T01:35:28.918" v="17" actId="47"/>
        <pc:sldMkLst>
          <pc:docMk/>
          <pc:sldMk cId="2845850786" sldId="271"/>
        </pc:sldMkLst>
      </pc:sldChg>
      <pc:sldChg chg="addSp delSp mod modNotes">
        <pc:chgData name="Lai, Wilson" userId="2840974a-0d84-4886-90a9-9a3ed79f3a48" providerId="ADAL" clId="{9F23B798-9E84-4552-BA63-E776E805C424}" dt="2026-09-03T01:46:20.063" v="29" actId="22"/>
        <pc:sldMkLst>
          <pc:docMk/>
          <pc:sldMk cId="0" sldId="272"/>
        </pc:sldMkLst>
        <pc:picChg chg="del">
          <ac:chgData name="Lai, Wilson" userId="2840974a-0d84-4886-90a9-9a3ed79f3a48" providerId="ADAL" clId="{9F23B798-9E84-4552-BA63-E776E805C424}" dt="2026-09-03T01:46:12.379" v="28" actId="21"/>
          <ac:picMkLst>
            <pc:docMk/>
            <pc:sldMk cId="0" sldId="272"/>
            <ac:picMk id="2" creationId="{00000000-0000-0000-0000-000000000000}"/>
          </ac:picMkLst>
        </pc:picChg>
        <pc:picChg chg="add">
          <ac:chgData name="Lai, Wilson" userId="2840974a-0d84-4886-90a9-9a3ed79f3a48" providerId="ADAL" clId="{9F23B798-9E84-4552-BA63-E776E805C424}" dt="2026-09-03T01:46:20.063" v="29" actId="22"/>
          <ac:picMkLst>
            <pc:docMk/>
            <pc:sldMk cId="0" sldId="272"/>
            <ac:picMk id="4" creationId="{8C557ECB-334C-ED14-AF22-4A9E5F6250A3}"/>
          </ac:picMkLst>
        </pc:picChg>
      </pc:sldChg>
      <pc:sldChg chg="addSp new mod">
        <pc:chgData name="Lai, Wilson" userId="2840974a-0d84-4886-90a9-9a3ed79f3a48" providerId="ADAL" clId="{9F23B798-9E84-4552-BA63-E776E805C424}" dt="2026-09-03T01:52:18.820" v="65" actId="22"/>
        <pc:sldMkLst>
          <pc:docMk/>
          <pc:sldMk cId="1610827677" sldId="273"/>
        </pc:sldMkLst>
        <pc:picChg chg="add">
          <ac:chgData name="Lai, Wilson" userId="2840974a-0d84-4886-90a9-9a3ed79f3a48" providerId="ADAL" clId="{9F23B798-9E84-4552-BA63-E776E805C424}" dt="2026-09-03T01:52:18.820" v="65" actId="22"/>
          <ac:picMkLst>
            <pc:docMk/>
            <pc:sldMk cId="1610827677" sldId="273"/>
            <ac:picMk id="3" creationId="{1C226CC6-2618-AD8A-54D6-3A936AA2E43F}"/>
          </ac:picMkLst>
        </pc:picChg>
      </pc:sldChg>
      <pc:sldChg chg="addSp modSp new del mod modNotes modNotesTx">
        <pc:chgData name="Lai, Wilson" userId="2840974a-0d84-4886-90a9-9a3ed79f3a48" providerId="ADAL" clId="{9F23B798-9E84-4552-BA63-E776E805C424}" dt="2026-09-03T01:51:58.670" v="61" actId="2696"/>
        <pc:sldMkLst>
          <pc:docMk/>
          <pc:sldMk cId="3245286871" sldId="273"/>
        </pc:sldMkLst>
        <pc:picChg chg="add mod">
          <ac:chgData name="Lai, Wilson" userId="2840974a-0d84-4886-90a9-9a3ed79f3a48" providerId="ADAL" clId="{9F23B798-9E84-4552-BA63-E776E805C424}" dt="2026-09-03T01:35:09.045" v="16"/>
          <ac:picMkLst>
            <pc:docMk/>
            <pc:sldMk cId="3245286871" sldId="273"/>
            <ac:picMk id="3" creationId="{8898213B-7F41-2DC3-8B25-877F44504F3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3E6153-C670-4A58-8745-9D46EFD3A8C1}"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2573DF-3428-4D43-A04C-B7232DE56261}" type="slidenum">
              <a:rPr lang="en-US" smtClean="0"/>
              <a:t>‹#›</a:t>
            </a:fld>
            <a:endParaRPr lang="en-US"/>
          </a:p>
        </p:txBody>
      </p:sp>
    </p:spTree>
    <p:extLst>
      <p:ext uri="{BB962C8B-B14F-4D97-AF65-F5344CB8AC3E}">
        <p14:creationId xmlns:p14="http://schemas.microsoft.com/office/powerpoint/2010/main" val="529201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Introduction:</a:t>
            </a:r>
            <a:r>
              <a:rPr lang="en-US" sz="1200" kern="1200" dirty="0">
                <a:solidFill>
                  <a:schemeClr val="tx1"/>
                </a:solidFill>
                <a:effectLst/>
                <a:latin typeface="+mn-lt"/>
                <a:ea typeface="+mn-ea"/>
                <a:cs typeface="+mn-cs"/>
              </a:rPr>
              <a:t> Welcome, everyone. Today, we're diving into </a:t>
            </a:r>
            <a:r>
              <a:rPr lang="en-US" sz="1200" i="1" kern="1200" dirty="0">
                <a:solidFill>
                  <a:schemeClr val="tx1"/>
                </a:solidFill>
                <a:effectLst/>
                <a:latin typeface="+mn-lt"/>
                <a:ea typeface="+mn-ea"/>
                <a:cs typeface="+mn-cs"/>
              </a:rPr>
              <a:t>The Art of Simple Investing</a:t>
            </a:r>
            <a:r>
              <a:rPr lang="en-US" sz="1200" kern="1200" dirty="0">
                <a:solidFill>
                  <a:schemeClr val="tx1"/>
                </a:solidFill>
                <a:effectLst/>
                <a:latin typeface="+mn-lt"/>
                <a:ea typeface="+mn-ea"/>
                <a:cs typeface="+mn-cs"/>
              </a:rPr>
              <a:t>, synthesized from the insights of Ben Carlson, CFA, author and co-host of </a:t>
            </a:r>
            <a:r>
              <a:rPr lang="en-US" sz="1200" i="1" kern="1200" dirty="0">
                <a:solidFill>
                  <a:schemeClr val="tx1"/>
                </a:solidFill>
                <a:effectLst/>
                <a:latin typeface="+mn-lt"/>
                <a:ea typeface="+mn-ea"/>
                <a:cs typeface="+mn-cs"/>
              </a:rPr>
              <a:t>Animal Spirits</a:t>
            </a:r>
            <a:r>
              <a:rPr lang="en-US" sz="1200" kern="1200" dirty="0">
                <a:solidFill>
                  <a:schemeClr val="tx1"/>
                </a:solidFill>
                <a:effectLst/>
                <a:latin typeface="+mn-lt"/>
                <a:ea typeface="+mn-ea"/>
                <a:cs typeface="+mn-cs"/>
              </a:rPr>
              <a:t>. Looking at the slide, you see two contrasting paradigms: on one side, a blueprint of a ornate Holy Grail representing noise and complexity; on the other, a solid anchor representing clarity and simplicity. </a:t>
            </a:r>
          </a:p>
          <a:p>
            <a:pPr lvl="0"/>
            <a:r>
              <a:rPr lang="en-US" sz="1200" b="1" kern="1200" dirty="0">
                <a:solidFill>
                  <a:schemeClr val="tx1"/>
                </a:solidFill>
                <a:effectLst/>
                <a:latin typeface="+mn-lt"/>
                <a:ea typeface="+mn-ea"/>
                <a:cs typeface="+mn-cs"/>
              </a:rPr>
              <a:t>Core Message:</a:t>
            </a:r>
            <a:r>
              <a:rPr lang="en-US" sz="1200" kern="1200" dirty="0">
                <a:solidFill>
                  <a:schemeClr val="tx1"/>
                </a:solidFill>
                <a:effectLst/>
                <a:latin typeface="+mn-lt"/>
                <a:ea typeface="+mn-ea"/>
                <a:cs typeface="+mn-cs"/>
              </a:rPr>
              <a:t> In finance, investors are constantly lured into searching for the 'Holy Grail'—a secret strategy that promises all of the upside with none of the downside. But as Ben Carlson notes, the greatest secret to investing is that </a:t>
            </a:r>
            <a:r>
              <a:rPr lang="en-US" sz="1200" i="1" kern="1200" dirty="0">
                <a:solidFill>
                  <a:schemeClr val="tx1"/>
                </a:solidFill>
                <a:effectLst/>
                <a:latin typeface="+mn-lt"/>
                <a:ea typeface="+mn-ea"/>
                <a:cs typeface="+mn-cs"/>
              </a:rPr>
              <a:t>there is no secret</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Key Takeaway &amp; Transition:</a:t>
            </a:r>
            <a:r>
              <a:rPr lang="en-US" sz="1200" kern="1200" dirty="0">
                <a:solidFill>
                  <a:schemeClr val="tx1"/>
                </a:solidFill>
                <a:effectLst/>
                <a:latin typeface="+mn-lt"/>
                <a:ea typeface="+mn-ea"/>
                <a:cs typeface="+mn-cs"/>
              </a:rPr>
              <a:t> Instead of trying to outsmart the market with opaque models, true long-term success comes from anchoring yourself to evidence-based discipline. Over the next 15 slides, we’ll break down how to trim away Wall Street’s noise and build a resilient, simple portfolio that actually works.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https://www.youtube.com/watch?v=7AvuMokBeDo</a:t>
            </a:r>
          </a:p>
          <a:p>
            <a:endParaRPr lang="en-US" dirty="0"/>
          </a:p>
        </p:txBody>
      </p:sp>
      <p:sp>
        <p:nvSpPr>
          <p:cNvPr id="4" name="Slide Number Placeholder 3"/>
          <p:cNvSpPr>
            <a:spLocks noGrp="1"/>
          </p:cNvSpPr>
          <p:nvPr>
            <p:ph type="sldNum" sz="quarter" idx="5"/>
          </p:nvPr>
        </p:nvSpPr>
        <p:spPr/>
        <p:txBody>
          <a:bodyPr/>
          <a:lstStyle/>
          <a:p>
            <a:fld id="{462573DF-3428-4D43-A04C-B7232DE56261}" type="slidenum">
              <a:rPr lang="en-US" smtClean="0"/>
              <a:t>1</a:t>
            </a:fld>
            <a:endParaRPr lang="en-US"/>
          </a:p>
        </p:txBody>
      </p:sp>
    </p:spTree>
    <p:extLst>
      <p:ext uri="{BB962C8B-B14F-4D97-AF65-F5344CB8AC3E}">
        <p14:creationId xmlns:p14="http://schemas.microsoft.com/office/powerpoint/2010/main" val="755827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Myth of the Cheat Code:</a:t>
            </a:r>
            <a:r>
              <a:rPr lang="en-US" sz="1200" kern="1200" dirty="0">
                <a:solidFill>
                  <a:schemeClr val="tx1"/>
                </a:solidFill>
                <a:effectLst/>
                <a:latin typeface="+mn-lt"/>
                <a:ea typeface="+mn-ea"/>
                <a:cs typeface="+mn-cs"/>
              </a:rPr>
              <a:t> Even sophisticated investors intuitively know there’s no magic formula. Yet, there’s a deeply ingrained psychological desire for a 'wink-wink' secret path—a way to sidestep every market crash and invest only when the dust has settled. </a:t>
            </a:r>
          </a:p>
          <a:p>
            <a:pPr lvl="0"/>
            <a:r>
              <a:rPr lang="en-US" sz="1200" b="1" kern="1200" dirty="0">
                <a:solidFill>
                  <a:schemeClr val="tx1"/>
                </a:solidFill>
                <a:effectLst/>
                <a:latin typeface="+mn-lt"/>
                <a:ea typeface="+mn-ea"/>
                <a:cs typeface="+mn-cs"/>
              </a:rPr>
              <a:t>Why It Fails:</a:t>
            </a:r>
            <a:r>
              <a:rPr lang="en-US" sz="1200" kern="1200" dirty="0">
                <a:solidFill>
                  <a:schemeClr val="tx1"/>
                </a:solidFill>
                <a:effectLst/>
                <a:latin typeface="+mn-lt"/>
                <a:ea typeface="+mn-ea"/>
                <a:cs typeface="+mn-cs"/>
              </a:rPr>
              <a:t> In his interview, Carlson highlights that waiting for 'the dust to settle' is a trap. By the time bad news stops making headlines, markets have already priced in the recovery. Trying to find a strategy that delivers market-beating returns with zero drawdown is chasing a phantom. </a:t>
            </a:r>
          </a:p>
          <a:p>
            <a:pPr lvl="0"/>
            <a:r>
              <a:rPr lang="en-US" sz="1200" b="1" kern="1200" dirty="0">
                <a:solidFill>
                  <a:schemeClr val="tx1"/>
                </a:solidFill>
                <a:effectLst/>
                <a:latin typeface="+mn-lt"/>
                <a:ea typeface="+mn-ea"/>
                <a:cs typeface="+mn-cs"/>
              </a:rPr>
              <a:t>The Mindset Shift:</a:t>
            </a:r>
            <a:r>
              <a:rPr lang="en-US" sz="1200" kern="1200" dirty="0">
                <a:solidFill>
                  <a:schemeClr val="tx1"/>
                </a:solidFill>
                <a:effectLst/>
                <a:latin typeface="+mn-lt"/>
                <a:ea typeface="+mn-ea"/>
                <a:cs typeface="+mn-cs"/>
              </a:rPr>
              <a:t> Success requires giving up the illusion of a financial cheat code. The real breakthrough isn't finding a complex, secret formula; it’s accepting that simplicity beats complexity once you commit to rules-based execution. </a:t>
            </a:r>
          </a:p>
          <a:p>
            <a:endParaRPr lang="en-US" dirty="0"/>
          </a:p>
        </p:txBody>
      </p:sp>
      <p:sp>
        <p:nvSpPr>
          <p:cNvPr id="4" name="Slide Number Placeholder 3"/>
          <p:cNvSpPr>
            <a:spLocks noGrp="1"/>
          </p:cNvSpPr>
          <p:nvPr>
            <p:ph type="sldNum" sz="quarter" idx="5"/>
          </p:nvPr>
        </p:nvSpPr>
        <p:spPr/>
        <p:txBody>
          <a:bodyPr/>
          <a:lstStyle/>
          <a:p>
            <a:fld id="{462573DF-3428-4D43-A04C-B7232DE56261}" type="slidenum">
              <a:rPr lang="en-US" smtClean="0"/>
              <a:t>2</a:t>
            </a:fld>
            <a:endParaRPr lang="en-US"/>
          </a:p>
        </p:txBody>
      </p:sp>
    </p:spTree>
    <p:extLst>
      <p:ext uri="{BB962C8B-B14F-4D97-AF65-F5344CB8AC3E}">
        <p14:creationId xmlns:p14="http://schemas.microsoft.com/office/powerpoint/2010/main" val="1802396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Comparing Strategy Types:</a:t>
            </a:r>
            <a:r>
              <a:rPr lang="en-US" sz="1200" kern="1200" dirty="0">
                <a:solidFill>
                  <a:schemeClr val="tx1"/>
                </a:solidFill>
                <a:effectLst/>
                <a:latin typeface="+mn-lt"/>
                <a:ea typeface="+mn-ea"/>
                <a:cs typeface="+mn-cs"/>
              </a:rPr>
              <a:t> Let’s look at the side-by-side comparison on this slide. Complex strategies are highly engineered, opaque, and constantly shifting. Simple strategies are transparent, rules-based, and static. </a:t>
            </a:r>
          </a:p>
          <a:p>
            <a:pPr lvl="0"/>
            <a:r>
              <a:rPr lang="en-US" sz="1200" b="1" kern="1200" dirty="0">
                <a:solidFill>
                  <a:schemeClr val="tx1"/>
                </a:solidFill>
                <a:effectLst/>
                <a:latin typeface="+mn-lt"/>
                <a:ea typeface="+mn-ea"/>
                <a:cs typeface="+mn-cs"/>
              </a:rPr>
              <a:t>Behavioral Breakdown in Downturns:</a:t>
            </a:r>
            <a:r>
              <a:rPr lang="en-US" sz="1200" kern="1200" dirty="0">
                <a:solidFill>
                  <a:schemeClr val="tx1"/>
                </a:solidFill>
                <a:effectLst/>
                <a:latin typeface="+mn-lt"/>
                <a:ea typeface="+mn-ea"/>
                <a:cs typeface="+mn-cs"/>
              </a:rPr>
              <a:t> Why does this matter? During a severe market crash, you face a critical question: </a:t>
            </a:r>
            <a:r>
              <a:rPr lang="en-US" sz="1200" i="1" kern="1200" dirty="0">
                <a:solidFill>
                  <a:schemeClr val="tx1"/>
                </a:solidFill>
                <a:effectLst/>
                <a:latin typeface="+mn-lt"/>
                <a:ea typeface="+mn-ea"/>
                <a:cs typeface="+mn-cs"/>
              </a:rPr>
              <a:t>Are you willing to double down on your assets when they are losing money?</a:t>
            </a:r>
            <a:r>
              <a:rPr lang="en-US" sz="1200" kern="1200" dirty="0">
                <a:solidFill>
                  <a:schemeClr val="tx1"/>
                </a:solidFill>
                <a:effectLst/>
                <a:latin typeface="+mn-lt"/>
                <a:ea typeface="+mn-ea"/>
                <a:cs typeface="+mn-cs"/>
              </a:rPr>
              <a:t> With complex investments, it's very hard to lean into the pain because you don't fully understand what’s inside. It becomes far too easy to panic and hit the 'eject' button. </a:t>
            </a:r>
          </a:p>
          <a:p>
            <a:pPr lvl="0"/>
            <a:r>
              <a:rPr lang="en-US" sz="1200" b="1" kern="1200" dirty="0">
                <a:solidFill>
                  <a:schemeClr val="tx1"/>
                </a:solidFill>
                <a:effectLst/>
                <a:latin typeface="+mn-lt"/>
                <a:ea typeface="+mn-ea"/>
                <a:cs typeface="+mn-cs"/>
              </a:rPr>
              <a:t>The Front-Loaded Effort of Simplicity:</a:t>
            </a:r>
            <a:r>
              <a:rPr lang="en-US" sz="1200" kern="1200" dirty="0">
                <a:solidFill>
                  <a:schemeClr val="tx1"/>
                </a:solidFill>
                <a:effectLst/>
                <a:latin typeface="+mn-lt"/>
                <a:ea typeface="+mn-ea"/>
                <a:cs typeface="+mn-cs"/>
              </a:rPr>
              <a:t> With simple index-based assets, you know exactly what you own and why you own it. While simple strategies require heavy lifting upfront to set up clear rules, they eliminate the game of 'musical chairs' and let long-term compounding work uninterrupted. </a:t>
            </a:r>
          </a:p>
          <a:p>
            <a:endParaRPr lang="en-US" dirty="0"/>
          </a:p>
        </p:txBody>
      </p:sp>
      <p:sp>
        <p:nvSpPr>
          <p:cNvPr id="4" name="Slide Number Placeholder 3"/>
          <p:cNvSpPr>
            <a:spLocks noGrp="1"/>
          </p:cNvSpPr>
          <p:nvPr>
            <p:ph type="sldNum" sz="quarter" idx="5"/>
          </p:nvPr>
        </p:nvSpPr>
        <p:spPr/>
        <p:txBody>
          <a:bodyPr/>
          <a:lstStyle/>
          <a:p>
            <a:fld id="{462573DF-3428-4D43-A04C-B7232DE56261}" type="slidenum">
              <a:rPr lang="en-US" smtClean="0"/>
              <a:t>3</a:t>
            </a:fld>
            <a:endParaRPr lang="en-US"/>
          </a:p>
        </p:txBody>
      </p:sp>
    </p:spTree>
    <p:extLst>
      <p:ext uri="{BB962C8B-B14F-4D97-AF65-F5344CB8AC3E}">
        <p14:creationId xmlns:p14="http://schemas.microsoft.com/office/powerpoint/2010/main" val="37908427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Pioneer Advantage:</a:t>
            </a:r>
            <a:r>
              <a:rPr lang="en-US" sz="1200" kern="1200" dirty="0">
                <a:solidFill>
                  <a:schemeClr val="tx1"/>
                </a:solidFill>
                <a:effectLst/>
                <a:latin typeface="+mn-lt"/>
                <a:ea typeface="+mn-ea"/>
                <a:cs typeface="+mn-cs"/>
              </a:rPr>
              <a:t> Private equity is often pitched as the ultimate high-return asset class. When David Swensen pioneered illiquid investments for the Yale Endowment, he was first to the buffet and got the 'lobster tails'. But as Dr. William Bernstein famously noted, retail followers today are left with 'tuna noodle casserole'. </a:t>
            </a:r>
          </a:p>
          <a:p>
            <a:pPr lvl="0"/>
            <a:r>
              <a:rPr lang="en-US" sz="1200" b="1" kern="1200" dirty="0">
                <a:solidFill>
                  <a:schemeClr val="tx1"/>
                </a:solidFill>
                <a:effectLst/>
                <a:latin typeface="+mn-lt"/>
                <a:ea typeface="+mn-ea"/>
                <a:cs typeface="+mn-cs"/>
              </a:rPr>
              <a:t>Schrödinger's Portfolio:</a:t>
            </a:r>
            <a:r>
              <a:rPr lang="en-US" sz="1200" kern="1200" dirty="0">
                <a:solidFill>
                  <a:schemeClr val="tx1"/>
                </a:solidFill>
                <a:effectLst/>
                <a:latin typeface="+mn-lt"/>
                <a:ea typeface="+mn-ea"/>
                <a:cs typeface="+mn-cs"/>
              </a:rPr>
              <a:t> Carlson describes private equity as 'Schrödinger’s portfolio'. Because private assets aren’t priced daily in public markets, managers mark their own valuations. Investors like private equity not because it eliminates volatility, but because illiquidity </a:t>
            </a:r>
            <a:r>
              <a:rPr lang="en-US" sz="1200" i="1" kern="1200" dirty="0">
                <a:solidFill>
                  <a:schemeClr val="tx1"/>
                </a:solidFill>
                <a:effectLst/>
                <a:latin typeface="+mn-lt"/>
                <a:ea typeface="+mn-ea"/>
                <a:cs typeface="+mn-cs"/>
              </a:rPr>
              <a:t>hides</a:t>
            </a:r>
            <a:r>
              <a:rPr lang="en-US" sz="1200" kern="1200" dirty="0">
                <a:solidFill>
                  <a:schemeClr val="tx1"/>
                </a:solidFill>
                <a:effectLst/>
                <a:latin typeface="+mn-lt"/>
                <a:ea typeface="+mn-ea"/>
                <a:cs typeface="+mn-cs"/>
              </a:rPr>
              <a:t> volatility. You never truly know if the asset is dead or alive until years later. </a:t>
            </a:r>
          </a:p>
          <a:p>
            <a:pPr lvl="0"/>
            <a:r>
              <a:rPr lang="en-US" sz="1200" b="1" kern="1200" dirty="0">
                <a:solidFill>
                  <a:schemeClr val="tx1"/>
                </a:solidFill>
                <a:effectLst/>
                <a:latin typeface="+mn-lt"/>
                <a:ea typeface="+mn-ea"/>
                <a:cs typeface="+mn-cs"/>
              </a:rPr>
              <a:t>Operational Friction:</a:t>
            </a:r>
            <a:r>
              <a:rPr lang="en-US" sz="1200" kern="1200" dirty="0">
                <a:solidFill>
                  <a:schemeClr val="tx1"/>
                </a:solidFill>
                <a:effectLst/>
                <a:latin typeface="+mn-lt"/>
                <a:ea typeface="+mn-ea"/>
                <a:cs typeface="+mn-cs"/>
              </a:rPr>
              <a:t> Your capital is locked up for 10 to 12 years with unpredictable capital calls. For individual investors, public index markets offer far greater transparency, liquidity, and control. </a:t>
            </a:r>
          </a:p>
          <a:p>
            <a:endParaRPr lang="en-US" dirty="0"/>
          </a:p>
        </p:txBody>
      </p:sp>
      <p:sp>
        <p:nvSpPr>
          <p:cNvPr id="4" name="Slide Number Placeholder 3"/>
          <p:cNvSpPr>
            <a:spLocks noGrp="1"/>
          </p:cNvSpPr>
          <p:nvPr>
            <p:ph type="sldNum" sz="quarter" idx="5"/>
          </p:nvPr>
        </p:nvSpPr>
        <p:spPr/>
        <p:txBody>
          <a:bodyPr/>
          <a:lstStyle/>
          <a:p>
            <a:fld id="{462573DF-3428-4D43-A04C-B7232DE56261}" type="slidenum">
              <a:rPr lang="en-US" smtClean="0"/>
              <a:t>4</a:t>
            </a:fld>
            <a:endParaRPr lang="en-US"/>
          </a:p>
        </p:txBody>
      </p:sp>
    </p:spTree>
    <p:extLst>
      <p:ext uri="{BB962C8B-B14F-4D97-AF65-F5344CB8AC3E}">
        <p14:creationId xmlns:p14="http://schemas.microsoft.com/office/powerpoint/2010/main" val="30072431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Historical Performance:</a:t>
            </a:r>
            <a:r>
              <a:rPr lang="en-US" sz="1200" kern="1200" dirty="0">
                <a:solidFill>
                  <a:schemeClr val="tx1"/>
                </a:solidFill>
                <a:effectLst/>
                <a:latin typeface="+mn-lt"/>
                <a:ea typeface="+mn-ea"/>
                <a:cs typeface="+mn-cs"/>
              </a:rPr>
              <a:t> For over 40 years, bonds were considered a 'one-decision asset class'. You bought a total bond market index fund and forgot about it. Historically, during 26 down-years for equities (where stocks dropped an average of -13.5%), high-quality bonds acted as ballast, gaining +4.3% on average. </a:t>
            </a:r>
          </a:p>
          <a:p>
            <a:pPr lvl="0"/>
            <a:r>
              <a:rPr lang="en-US" sz="1200" b="1" kern="1200" dirty="0">
                <a:solidFill>
                  <a:schemeClr val="tx1"/>
                </a:solidFill>
                <a:effectLst/>
                <a:latin typeface="+mn-lt"/>
                <a:ea typeface="+mn-ea"/>
                <a:cs typeface="+mn-cs"/>
              </a:rPr>
              <a:t>The 2022 Shock:</a:t>
            </a:r>
            <a:r>
              <a:rPr lang="en-US" sz="1200" kern="1200" dirty="0">
                <a:solidFill>
                  <a:schemeClr val="tx1"/>
                </a:solidFill>
                <a:effectLst/>
                <a:latin typeface="+mn-lt"/>
                <a:ea typeface="+mn-ea"/>
                <a:cs typeface="+mn-cs"/>
              </a:rPr>
              <a:t> Then came 2022. Driven by 9% inflation and aggressive rate hikes, bonds fell approximately 18% alongside a 25% drop in equities. Both asset classes cratered together.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Does this mean bonds are broken? No. But it proves that holding a single total bond fund leaves you exposed to duration risk when interest rates spike rapidly. Modern fixed-income portfolios require internal diversification. </a:t>
            </a:r>
          </a:p>
          <a:p>
            <a:endParaRPr lang="en-US" dirty="0"/>
          </a:p>
        </p:txBody>
      </p:sp>
      <p:sp>
        <p:nvSpPr>
          <p:cNvPr id="4" name="Slide Number Placeholder 3"/>
          <p:cNvSpPr>
            <a:spLocks noGrp="1"/>
          </p:cNvSpPr>
          <p:nvPr>
            <p:ph type="sldNum" sz="quarter" idx="5"/>
          </p:nvPr>
        </p:nvSpPr>
        <p:spPr/>
        <p:txBody>
          <a:bodyPr/>
          <a:lstStyle/>
          <a:p>
            <a:fld id="{462573DF-3428-4D43-A04C-B7232DE56261}" type="slidenum">
              <a:rPr lang="en-US" smtClean="0"/>
              <a:t>5</a:t>
            </a:fld>
            <a:endParaRPr lang="en-US"/>
          </a:p>
        </p:txBody>
      </p:sp>
    </p:spTree>
    <p:extLst>
      <p:ext uri="{BB962C8B-B14F-4D97-AF65-F5344CB8AC3E}">
        <p14:creationId xmlns:p14="http://schemas.microsoft.com/office/powerpoint/2010/main" val="12351492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Tier 1 - The Anchor (Total Bond Funds):</a:t>
            </a:r>
            <a:r>
              <a:rPr lang="en-US" sz="1200" kern="1200" dirty="0">
                <a:solidFill>
                  <a:schemeClr val="tx1"/>
                </a:solidFill>
                <a:effectLst/>
                <a:latin typeface="+mn-lt"/>
                <a:ea typeface="+mn-ea"/>
                <a:cs typeface="+mn-cs"/>
              </a:rPr>
              <a:t> At the base, total bond market funds remain foundational. Yields are now approaching 5%—offering the most attractive risk-reward setup in 15 years for long-term investors. </a:t>
            </a:r>
          </a:p>
          <a:p>
            <a:pPr lvl="0"/>
            <a:r>
              <a:rPr lang="en-US" sz="1200" b="1" kern="1200" dirty="0">
                <a:solidFill>
                  <a:schemeClr val="tx1"/>
                </a:solidFill>
                <a:effectLst/>
                <a:latin typeface="+mn-lt"/>
                <a:ea typeface="+mn-ea"/>
                <a:cs typeface="+mn-cs"/>
              </a:rPr>
              <a:t>Tier 2 - The Rate Hedge (Cash Equivalents):</a:t>
            </a:r>
            <a:r>
              <a:rPr lang="en-US" sz="1200" kern="1200" dirty="0">
                <a:solidFill>
                  <a:schemeClr val="tx1"/>
                </a:solidFill>
                <a:effectLst/>
                <a:latin typeface="+mn-lt"/>
                <a:ea typeface="+mn-ea"/>
                <a:cs typeface="+mn-cs"/>
              </a:rPr>
              <a:t> During low-rate eras, cash was dismissed as 'trash'. Today, T-Bills, CDs, and High-Yield Savings accounts carry near-zero interest-rate (duration) risk. When the Fed hikes rates aggressively, cash equivalents adjust quickly and protect capital. </a:t>
            </a:r>
          </a:p>
          <a:p>
            <a:pPr lvl="0"/>
            <a:r>
              <a:rPr lang="en-US" sz="1200" b="1" kern="1200" dirty="0">
                <a:solidFill>
                  <a:schemeClr val="tx1"/>
                </a:solidFill>
                <a:effectLst/>
                <a:latin typeface="+mn-lt"/>
                <a:ea typeface="+mn-ea"/>
                <a:cs typeface="+mn-cs"/>
              </a:rPr>
              <a:t>Tier 3 - The Inflation Hedge (Short-Duration TIPS):</a:t>
            </a:r>
            <a:r>
              <a:rPr lang="en-US" sz="1200" kern="1200" dirty="0">
                <a:solidFill>
                  <a:schemeClr val="tx1"/>
                </a:solidFill>
                <a:effectLst/>
                <a:latin typeface="+mn-lt"/>
                <a:ea typeface="+mn-ea"/>
                <a:cs typeface="+mn-cs"/>
              </a:rPr>
              <a:t> Standard TIPS funds still carry duration risk if interest rates rise. Switching to short-duration TIPS strips out duration risk, isolating a direct, 1:1 contractual hedge against inflation. </a:t>
            </a:r>
          </a:p>
          <a:p>
            <a:endParaRPr lang="en-US" dirty="0"/>
          </a:p>
        </p:txBody>
      </p:sp>
      <p:sp>
        <p:nvSpPr>
          <p:cNvPr id="4" name="Slide Number Placeholder 3"/>
          <p:cNvSpPr>
            <a:spLocks noGrp="1"/>
          </p:cNvSpPr>
          <p:nvPr>
            <p:ph type="sldNum" sz="quarter" idx="5"/>
          </p:nvPr>
        </p:nvSpPr>
        <p:spPr/>
        <p:txBody>
          <a:bodyPr/>
          <a:lstStyle/>
          <a:p>
            <a:fld id="{462573DF-3428-4D43-A04C-B7232DE56261}" type="slidenum">
              <a:rPr lang="en-US" smtClean="0"/>
              <a:t>6</a:t>
            </a:fld>
            <a:endParaRPr lang="en-US"/>
          </a:p>
        </p:txBody>
      </p:sp>
    </p:spTree>
    <p:extLst>
      <p:ext uri="{BB962C8B-B14F-4D97-AF65-F5344CB8AC3E}">
        <p14:creationId xmlns:p14="http://schemas.microsoft.com/office/powerpoint/2010/main" val="2737629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Math:</a:t>
            </a:r>
            <a:r>
              <a:rPr lang="en-US" sz="1200" kern="1200" dirty="0">
                <a:solidFill>
                  <a:schemeClr val="tx1"/>
                </a:solidFill>
                <a:effectLst/>
                <a:latin typeface="+mn-lt"/>
                <a:ea typeface="+mn-ea"/>
                <a:cs typeface="+mn-cs"/>
              </a:rPr>
              <a:t> There is a heated debate among investors regarding individual bond ladders versus bond funds. Mathematically, a bond fund is simply a portfolio of individual bonds targeting a specific duration. If interest rates jump, both individual bonds and bond funds experience the exact same underlying opportunity cost. </a:t>
            </a:r>
          </a:p>
          <a:p>
            <a:pPr lvl="0"/>
            <a:r>
              <a:rPr lang="en-US" sz="1200" b="1" kern="1200" dirty="0">
                <a:solidFill>
                  <a:schemeClr val="tx1"/>
                </a:solidFill>
                <a:effectLst/>
                <a:latin typeface="+mn-lt"/>
                <a:ea typeface="+mn-ea"/>
                <a:cs typeface="+mn-cs"/>
              </a:rPr>
              <a:t>The Psychology:</a:t>
            </a:r>
            <a:r>
              <a:rPr lang="en-US" sz="1200" kern="1200" dirty="0">
                <a:solidFill>
                  <a:schemeClr val="tx1"/>
                </a:solidFill>
                <a:effectLst/>
                <a:latin typeface="+mn-lt"/>
                <a:ea typeface="+mn-ea"/>
                <a:cs typeface="+mn-cs"/>
              </a:rPr>
              <a:t> Where they differ is in human behavior. Holding individual bonds to maturity provides a psychological release valve. Investors don't see a daily fluctuating ticker price, which prevents panic-selling. </a:t>
            </a:r>
          </a:p>
          <a:p>
            <a:pPr lvl="0"/>
            <a:r>
              <a:rPr lang="en-US" sz="1200" b="1" kern="1200" dirty="0">
                <a:solidFill>
                  <a:schemeClr val="tx1"/>
                </a:solidFill>
                <a:effectLst/>
                <a:latin typeface="+mn-lt"/>
                <a:ea typeface="+mn-ea"/>
                <a:cs typeface="+mn-cs"/>
              </a:rPr>
              <a:t>Verdict:</a:t>
            </a:r>
            <a:r>
              <a:rPr lang="en-US" sz="1200" kern="1200" dirty="0">
                <a:solidFill>
                  <a:schemeClr val="tx1"/>
                </a:solidFill>
                <a:effectLst/>
                <a:latin typeface="+mn-lt"/>
                <a:ea typeface="+mn-ea"/>
                <a:cs typeface="+mn-cs"/>
              </a:rPr>
              <a:t> Bond ladders aren't a mathematical cure for interest-rate risk; they are a behavioral tool. If hiding daily price fluctuations keeps you disciplined, a ladder is worthwhile. </a:t>
            </a:r>
          </a:p>
          <a:p>
            <a:endParaRPr lang="en-US" dirty="0"/>
          </a:p>
        </p:txBody>
      </p:sp>
      <p:sp>
        <p:nvSpPr>
          <p:cNvPr id="4" name="Slide Number Placeholder 3"/>
          <p:cNvSpPr>
            <a:spLocks noGrp="1"/>
          </p:cNvSpPr>
          <p:nvPr>
            <p:ph type="sldNum" sz="quarter" idx="5"/>
          </p:nvPr>
        </p:nvSpPr>
        <p:spPr/>
        <p:txBody>
          <a:bodyPr/>
          <a:lstStyle/>
          <a:p>
            <a:fld id="{462573DF-3428-4D43-A04C-B7232DE56261}" type="slidenum">
              <a:rPr lang="en-US" smtClean="0"/>
              <a:t>7</a:t>
            </a:fld>
            <a:endParaRPr lang="en-US"/>
          </a:p>
        </p:txBody>
      </p:sp>
    </p:spTree>
    <p:extLst>
      <p:ext uri="{BB962C8B-B14F-4D97-AF65-F5344CB8AC3E}">
        <p14:creationId xmlns:p14="http://schemas.microsoft.com/office/powerpoint/2010/main" val="17887989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Focus Beyond Financial Assets:</a:t>
            </a:r>
            <a:r>
              <a:rPr lang="en-US" sz="1200" kern="1200" dirty="0">
                <a:solidFill>
                  <a:schemeClr val="tx1"/>
                </a:solidFill>
                <a:effectLst/>
                <a:latin typeface="+mn-lt"/>
                <a:ea typeface="+mn-ea"/>
                <a:cs typeface="+mn-cs"/>
              </a:rPr>
              <a:t> Instead of buying obscure commodities, the best inflation hedges are rooted in foundational personal finance. </a:t>
            </a:r>
          </a:p>
          <a:p>
            <a:pPr lvl="0"/>
            <a:r>
              <a:rPr lang="en-US" sz="1200" b="1" kern="1200" dirty="0">
                <a:solidFill>
                  <a:schemeClr val="tx1"/>
                </a:solidFill>
                <a:effectLst/>
                <a:latin typeface="+mn-lt"/>
                <a:ea typeface="+mn-ea"/>
                <a:cs typeface="+mn-cs"/>
              </a:rPr>
              <a:t>1. Human Capital:</a:t>
            </a:r>
            <a:r>
              <a:rPr lang="en-US" sz="1200" kern="1200" dirty="0">
                <a:solidFill>
                  <a:schemeClr val="tx1"/>
                </a:solidFill>
                <a:effectLst/>
                <a:latin typeface="+mn-lt"/>
                <a:ea typeface="+mn-ea"/>
                <a:cs typeface="+mn-cs"/>
              </a:rPr>
              <a:t> Your single greatest asset is your ability to earn an income and negotiate salary increases that match or exceed inflation. </a:t>
            </a:r>
          </a:p>
          <a:p>
            <a:pPr lvl="0"/>
            <a:r>
              <a:rPr lang="en-US" sz="1200" b="1" kern="1200" dirty="0">
                <a:solidFill>
                  <a:schemeClr val="tx1"/>
                </a:solidFill>
                <a:effectLst/>
                <a:latin typeface="+mn-lt"/>
                <a:ea typeface="+mn-ea"/>
                <a:cs typeface="+mn-cs"/>
              </a:rPr>
              <a:t>2. 30-Year Fixed Mortgage:</a:t>
            </a:r>
            <a:r>
              <a:rPr lang="en-US" sz="1200" kern="1200" dirty="0">
                <a:solidFill>
                  <a:schemeClr val="tx1"/>
                </a:solidFill>
                <a:effectLst/>
                <a:latin typeface="+mn-lt"/>
                <a:ea typeface="+mn-ea"/>
                <a:cs typeface="+mn-cs"/>
              </a:rPr>
              <a:t> A fixed-rate mortgage is effectively a short position on the U.S. dollar. As inflation erodes purchasing power, the real value of your fixed debt shrinks over time while property value scales. </a:t>
            </a:r>
          </a:p>
          <a:p>
            <a:pPr lvl="0"/>
            <a:r>
              <a:rPr lang="en-US" sz="1200" b="1" kern="1200" dirty="0">
                <a:solidFill>
                  <a:schemeClr val="tx1"/>
                </a:solidFill>
                <a:effectLst/>
                <a:latin typeface="+mn-lt"/>
                <a:ea typeface="+mn-ea"/>
                <a:cs typeface="+mn-cs"/>
              </a:rPr>
              <a:t>3. Equities:</a:t>
            </a:r>
            <a:r>
              <a:rPr lang="en-US" sz="1200" kern="1200" dirty="0">
                <a:solidFill>
                  <a:schemeClr val="tx1"/>
                </a:solidFill>
                <a:effectLst/>
                <a:latin typeface="+mn-lt"/>
                <a:ea typeface="+mn-ea"/>
                <a:cs typeface="+mn-cs"/>
              </a:rPr>
              <a:t> Over the past century, stocks have delivered 6% to 7% real returns above inflation, outperforming gold, cash, and real estate over long horizons. </a:t>
            </a:r>
          </a:p>
          <a:p>
            <a:pPr lvl="0"/>
            <a:r>
              <a:rPr lang="en-US" sz="1200" b="1" kern="1200" dirty="0">
                <a:solidFill>
                  <a:schemeClr val="tx1"/>
                </a:solidFill>
                <a:effectLst/>
                <a:latin typeface="+mn-lt"/>
                <a:ea typeface="+mn-ea"/>
                <a:cs typeface="+mn-cs"/>
              </a:rPr>
              <a:t>4. TIPS:</a:t>
            </a:r>
            <a:r>
              <a:rPr lang="en-US" sz="1200" kern="1200" dirty="0">
                <a:solidFill>
                  <a:schemeClr val="tx1"/>
                </a:solidFill>
                <a:effectLst/>
                <a:latin typeface="+mn-lt"/>
                <a:ea typeface="+mn-ea"/>
                <a:cs typeface="+mn-cs"/>
              </a:rPr>
              <a:t> Treasury Inflation-Protected Securities stand as the only financial asset providing a direct contractual link to CPI. </a:t>
            </a:r>
          </a:p>
          <a:p>
            <a:endParaRPr lang="en-US" dirty="0"/>
          </a:p>
        </p:txBody>
      </p:sp>
      <p:sp>
        <p:nvSpPr>
          <p:cNvPr id="4" name="Slide Number Placeholder 3"/>
          <p:cNvSpPr>
            <a:spLocks noGrp="1"/>
          </p:cNvSpPr>
          <p:nvPr>
            <p:ph type="sldNum" sz="quarter" idx="5"/>
          </p:nvPr>
        </p:nvSpPr>
        <p:spPr/>
        <p:txBody>
          <a:bodyPr/>
          <a:lstStyle/>
          <a:p>
            <a:fld id="{462573DF-3428-4D43-A04C-B7232DE56261}" type="slidenum">
              <a:rPr lang="en-US" smtClean="0"/>
              <a:t>8</a:t>
            </a:fld>
            <a:endParaRPr lang="en-US"/>
          </a:p>
        </p:txBody>
      </p:sp>
    </p:spTree>
    <p:extLst>
      <p:ext uri="{BB962C8B-B14F-4D97-AF65-F5344CB8AC3E}">
        <p14:creationId xmlns:p14="http://schemas.microsoft.com/office/powerpoint/2010/main" val="41830706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Bad News is an Event:</a:t>
            </a:r>
            <a:r>
              <a:rPr lang="en-US" sz="1200" kern="1200" dirty="0">
                <a:solidFill>
                  <a:schemeClr val="tx1"/>
                </a:solidFill>
                <a:effectLst/>
                <a:latin typeface="+mn-lt"/>
                <a:ea typeface="+mn-ea"/>
                <a:cs typeface="+mn-cs"/>
              </a:rPr>
              <a:t> Crises—like wars, rate hikes, tariffs, and pandemics—happen abruptly. They trigger immediate, terrifying media headlines that demand your attention. </a:t>
            </a:r>
          </a:p>
          <a:p>
            <a:pPr lvl="0"/>
            <a:r>
              <a:rPr lang="en-US" sz="1200" b="1" kern="1200" dirty="0">
                <a:solidFill>
                  <a:schemeClr val="tx1"/>
                </a:solidFill>
                <a:effectLst/>
                <a:latin typeface="+mn-lt"/>
                <a:ea typeface="+mn-ea"/>
                <a:cs typeface="+mn-cs"/>
              </a:rPr>
              <a:t>Good News is a Process:</a:t>
            </a:r>
            <a:r>
              <a:rPr lang="en-US" sz="1200" kern="1200" dirty="0">
                <a:solidFill>
                  <a:schemeClr val="tx1"/>
                </a:solidFill>
                <a:effectLst/>
                <a:latin typeface="+mn-lt"/>
                <a:ea typeface="+mn-ea"/>
                <a:cs typeface="+mn-cs"/>
              </a:rPr>
              <a:t> In contrast, economic growth, human innovation, and corporate earnings compounding occur silently over decades. There are no dramatic breaking-news alerts for a 10-year bull market. </a:t>
            </a:r>
          </a:p>
          <a:p>
            <a:pPr lvl="0"/>
            <a:r>
              <a:rPr lang="en-US" sz="1200" b="1" kern="1200" dirty="0">
                <a:solidFill>
                  <a:schemeClr val="tx1"/>
                </a:solidFill>
                <a:effectLst/>
                <a:latin typeface="+mn-lt"/>
                <a:ea typeface="+mn-ea"/>
                <a:cs typeface="+mn-cs"/>
              </a:rPr>
              <a:t>The Market Paradox:</a:t>
            </a:r>
            <a:r>
              <a:rPr lang="en-US" sz="1200" kern="1200" dirty="0">
                <a:solidFill>
                  <a:schemeClr val="tx1"/>
                </a:solidFill>
                <a:effectLst/>
                <a:latin typeface="+mn-lt"/>
                <a:ea typeface="+mn-ea"/>
                <a:cs typeface="+mn-cs"/>
              </a:rPr>
              <a:t> Markets price in bad headlines long before economic data catches up. If you panic, move to cash, and wait for the 'dust to settle,' you invariably miss the sharpest market recoveries. </a:t>
            </a:r>
          </a:p>
          <a:p>
            <a:endParaRPr lang="en-US" dirty="0"/>
          </a:p>
        </p:txBody>
      </p:sp>
      <p:sp>
        <p:nvSpPr>
          <p:cNvPr id="4" name="Slide Number Placeholder 3"/>
          <p:cNvSpPr>
            <a:spLocks noGrp="1"/>
          </p:cNvSpPr>
          <p:nvPr>
            <p:ph type="sldNum" sz="quarter" idx="5"/>
          </p:nvPr>
        </p:nvSpPr>
        <p:spPr/>
        <p:txBody>
          <a:bodyPr/>
          <a:lstStyle/>
          <a:p>
            <a:fld id="{462573DF-3428-4D43-A04C-B7232DE56261}" type="slidenum">
              <a:rPr lang="en-US" smtClean="0"/>
              <a:t>9</a:t>
            </a:fld>
            <a:endParaRPr lang="en-US"/>
          </a:p>
        </p:txBody>
      </p:sp>
    </p:spTree>
    <p:extLst>
      <p:ext uri="{BB962C8B-B14F-4D97-AF65-F5344CB8AC3E}">
        <p14:creationId xmlns:p14="http://schemas.microsoft.com/office/powerpoint/2010/main" val="30807487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Daily Coin Flip:</a:t>
            </a:r>
            <a:r>
              <a:rPr lang="en-US" sz="1200" kern="1200" dirty="0">
                <a:solidFill>
                  <a:schemeClr val="tx1"/>
                </a:solidFill>
                <a:effectLst/>
                <a:latin typeface="+mn-lt"/>
                <a:ea typeface="+mn-ea"/>
                <a:cs typeface="+mn-cs"/>
              </a:rPr>
              <a:t> On a day-to-day basis, the stock market rises only ~54% of the time. Checking your portfolio daily guarantees you will experience loss roughly half the times you look. </a:t>
            </a:r>
          </a:p>
          <a:p>
            <a:pPr lvl="0"/>
            <a:r>
              <a:rPr lang="en-US" sz="1200" b="1" kern="1200" dirty="0">
                <a:solidFill>
                  <a:schemeClr val="tx1"/>
                </a:solidFill>
                <a:effectLst/>
                <a:latin typeface="+mn-lt"/>
                <a:ea typeface="+mn-ea"/>
                <a:cs typeface="+mn-cs"/>
              </a:rPr>
              <a:t>The 93% Rule:</a:t>
            </a:r>
            <a:r>
              <a:rPr lang="en-US" sz="1200" kern="1200" dirty="0">
                <a:solidFill>
                  <a:schemeClr val="tx1"/>
                </a:solidFill>
                <a:effectLst/>
                <a:latin typeface="+mn-lt"/>
                <a:ea typeface="+mn-ea"/>
                <a:cs typeface="+mn-cs"/>
              </a:rPr>
              <a:t> Since 1950, only 7% of trading days hit brand-new all-time highs. Inverting that stat means 93% of the time, your portfolio is technically in a state of drawdown relative to its peak. </a:t>
            </a:r>
          </a:p>
          <a:p>
            <a:pPr lvl="0"/>
            <a:r>
              <a:rPr lang="en-US" sz="1200" b="1" kern="1200" dirty="0">
                <a:solidFill>
                  <a:schemeClr val="tx1"/>
                </a:solidFill>
                <a:effectLst/>
                <a:latin typeface="+mn-lt"/>
                <a:ea typeface="+mn-ea"/>
                <a:cs typeface="+mn-cs"/>
              </a:rPr>
              <a:t>Behavioral Impact:</a:t>
            </a:r>
            <a:r>
              <a:rPr lang="en-US" sz="1200" kern="1200" dirty="0">
                <a:solidFill>
                  <a:schemeClr val="tx1"/>
                </a:solidFill>
                <a:effectLst/>
                <a:latin typeface="+mn-lt"/>
                <a:ea typeface="+mn-ea"/>
                <a:cs typeface="+mn-cs"/>
              </a:rPr>
              <a:t> Human beings feel the pain of a loss twice as intensely as the joy of a gain (loss aversion). Checking your investments too frequently exposes you to self-inflicted psychological distress. The best defense is distance. </a:t>
            </a:r>
          </a:p>
          <a:p>
            <a:endParaRPr lang="en-US" dirty="0"/>
          </a:p>
        </p:txBody>
      </p:sp>
      <p:sp>
        <p:nvSpPr>
          <p:cNvPr id="4" name="Slide Number Placeholder 3"/>
          <p:cNvSpPr>
            <a:spLocks noGrp="1"/>
          </p:cNvSpPr>
          <p:nvPr>
            <p:ph type="sldNum" sz="quarter" idx="5"/>
          </p:nvPr>
        </p:nvSpPr>
        <p:spPr/>
        <p:txBody>
          <a:bodyPr/>
          <a:lstStyle/>
          <a:p>
            <a:fld id="{462573DF-3428-4D43-A04C-B7232DE56261}" type="slidenum">
              <a:rPr lang="en-US" smtClean="0"/>
              <a:t>10</a:t>
            </a:fld>
            <a:endParaRPr lang="en-US"/>
          </a:p>
        </p:txBody>
      </p:sp>
    </p:spTree>
    <p:extLst>
      <p:ext uri="{BB962C8B-B14F-4D97-AF65-F5344CB8AC3E}">
        <p14:creationId xmlns:p14="http://schemas.microsoft.com/office/powerpoint/2010/main" val="42338658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Market Noise (No Path):</a:t>
            </a:r>
            <a:r>
              <a:rPr lang="en-US" sz="1200" kern="1200" dirty="0">
                <a:solidFill>
                  <a:schemeClr val="tx1"/>
                </a:solidFill>
                <a:effectLst/>
                <a:latin typeface="+mn-lt"/>
                <a:ea typeface="+mn-ea"/>
                <a:cs typeface="+mn-cs"/>
              </a:rPr>
              <a:t> When should you alter your portfolio? Valuations change, the Fed shifts rates, or geopolitical headlines erupt. The correct action to market events is almost always: </a:t>
            </a:r>
            <a:r>
              <a:rPr lang="en-US" sz="1200" b="1" kern="1200" dirty="0">
                <a:solidFill>
                  <a:schemeClr val="tx1"/>
                </a:solidFill>
                <a:effectLst/>
                <a:latin typeface="+mn-lt"/>
                <a:ea typeface="+mn-ea"/>
                <a:cs typeface="+mn-cs"/>
              </a:rPr>
              <a:t>Do Nothing</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Life Events (Yes Path):</a:t>
            </a:r>
            <a:r>
              <a:rPr lang="en-US" sz="1200" kern="1200" dirty="0">
                <a:solidFill>
                  <a:schemeClr val="tx1"/>
                </a:solidFill>
                <a:effectLst/>
                <a:latin typeface="+mn-lt"/>
                <a:ea typeface="+mn-ea"/>
                <a:cs typeface="+mn-cs"/>
              </a:rPr>
              <a:t> Portfolio modifications should be triggered by personal life events, not market movements. Approaching retirement, receiving an inheritance, or shifting your savings rate are valid reasons to adjust your plan. </a:t>
            </a:r>
          </a:p>
          <a:p>
            <a:pPr lvl="0"/>
            <a:r>
              <a:rPr lang="en-US" sz="1200" b="1" kern="1200" dirty="0">
                <a:solidFill>
                  <a:schemeClr val="tx1"/>
                </a:solidFill>
                <a:effectLst/>
                <a:latin typeface="+mn-lt"/>
                <a:ea typeface="+mn-ea"/>
                <a:cs typeface="+mn-cs"/>
              </a:rPr>
              <a:t>System Override:</a:t>
            </a:r>
            <a:r>
              <a:rPr lang="en-US" sz="1200" kern="1200" dirty="0">
                <a:solidFill>
                  <a:schemeClr val="tx1"/>
                </a:solidFill>
                <a:effectLst/>
                <a:latin typeface="+mn-lt"/>
                <a:ea typeface="+mn-ea"/>
                <a:cs typeface="+mn-cs"/>
              </a:rPr>
              <a:t> Establish quantitative rebalancing bands in advance. This forces portfolio adjustments to run mechanically rather than emotionally. </a:t>
            </a:r>
          </a:p>
          <a:p>
            <a:endParaRPr lang="en-US" dirty="0"/>
          </a:p>
        </p:txBody>
      </p:sp>
      <p:sp>
        <p:nvSpPr>
          <p:cNvPr id="4" name="Slide Number Placeholder 3"/>
          <p:cNvSpPr>
            <a:spLocks noGrp="1"/>
          </p:cNvSpPr>
          <p:nvPr>
            <p:ph type="sldNum" sz="quarter" idx="5"/>
          </p:nvPr>
        </p:nvSpPr>
        <p:spPr/>
        <p:txBody>
          <a:bodyPr/>
          <a:lstStyle/>
          <a:p>
            <a:fld id="{462573DF-3428-4D43-A04C-B7232DE56261}" type="slidenum">
              <a:rPr lang="en-US" smtClean="0"/>
              <a:t>11</a:t>
            </a:fld>
            <a:endParaRPr lang="en-US"/>
          </a:p>
        </p:txBody>
      </p:sp>
    </p:spTree>
    <p:extLst>
      <p:ext uri="{BB962C8B-B14F-4D97-AF65-F5344CB8AC3E}">
        <p14:creationId xmlns:p14="http://schemas.microsoft.com/office/powerpoint/2010/main" val="27679176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Problem:</a:t>
            </a:r>
            <a:r>
              <a:rPr lang="en-US" sz="1200" kern="1200" dirty="0">
                <a:solidFill>
                  <a:schemeClr val="tx1"/>
                </a:solidFill>
                <a:effectLst/>
                <a:latin typeface="+mn-lt"/>
                <a:ea typeface="+mn-ea"/>
                <a:cs typeface="+mn-cs"/>
              </a:rPr>
              <a:t> Not every investor is a disciplined 'spreadsheet robot' who can sit idle for decades without making trades. </a:t>
            </a:r>
          </a:p>
          <a:p>
            <a:pPr lvl="0"/>
            <a:r>
              <a:rPr lang="en-US" sz="1200" b="1" kern="1200" dirty="0">
                <a:solidFill>
                  <a:schemeClr val="tx1"/>
                </a:solidFill>
                <a:effectLst/>
                <a:latin typeface="+mn-lt"/>
                <a:ea typeface="+mn-ea"/>
                <a:cs typeface="+mn-cs"/>
              </a:rPr>
              <a:t>The Strategy:</a:t>
            </a:r>
            <a:r>
              <a:rPr lang="en-US" sz="1200" kern="1200" dirty="0">
                <a:solidFill>
                  <a:schemeClr val="tx1"/>
                </a:solidFill>
                <a:effectLst/>
                <a:latin typeface="+mn-lt"/>
                <a:ea typeface="+mn-ea"/>
                <a:cs typeface="+mn-cs"/>
              </a:rPr>
              <a:t> If you need market action, set up a dedicated 'Cowboy Account' containing 5% to 10% of your total portfolio. Use this fun money for stock picking, crypto, or tactical bets. </a:t>
            </a:r>
          </a:p>
          <a:p>
            <a:pPr lvl="0"/>
            <a:r>
              <a:rPr lang="en-US" sz="1200" b="1" kern="1200" dirty="0">
                <a:solidFill>
                  <a:schemeClr val="tx1"/>
                </a:solidFill>
                <a:effectLst/>
                <a:latin typeface="+mn-lt"/>
                <a:ea typeface="+mn-ea"/>
                <a:cs typeface="+mn-cs"/>
              </a:rPr>
              <a:t>The Goal:</a:t>
            </a:r>
            <a:r>
              <a:rPr lang="en-US" sz="1200" kern="1200" dirty="0">
                <a:solidFill>
                  <a:schemeClr val="tx1"/>
                </a:solidFill>
                <a:effectLst/>
                <a:latin typeface="+mn-lt"/>
                <a:ea typeface="+mn-ea"/>
                <a:cs typeface="+mn-cs"/>
              </a:rPr>
              <a:t> To quote Cliff </a:t>
            </a:r>
            <a:r>
              <a:rPr lang="en-US" sz="1200" kern="1200" dirty="0" err="1">
                <a:solidFill>
                  <a:schemeClr val="tx1"/>
                </a:solidFill>
                <a:effectLst/>
                <a:latin typeface="+mn-lt"/>
                <a:ea typeface="+mn-ea"/>
                <a:cs typeface="+mn-cs"/>
              </a:rPr>
              <a:t>Asness</a:t>
            </a:r>
            <a:r>
              <a:rPr lang="en-US" sz="1200" kern="1200" dirty="0">
                <a:solidFill>
                  <a:schemeClr val="tx1"/>
                </a:solidFill>
                <a:effectLst/>
                <a:latin typeface="+mn-lt"/>
                <a:ea typeface="+mn-ea"/>
                <a:cs typeface="+mn-cs"/>
              </a:rPr>
              <a:t>, the objective is to 'sin a little to save a lot.' Scratching your speculative itch with 10% of your capital keeps you from meddling with the core 90% that drives your retirement. </a:t>
            </a:r>
          </a:p>
          <a:p>
            <a:endParaRPr lang="en-US" dirty="0"/>
          </a:p>
        </p:txBody>
      </p:sp>
      <p:sp>
        <p:nvSpPr>
          <p:cNvPr id="4" name="Slide Number Placeholder 3"/>
          <p:cNvSpPr>
            <a:spLocks noGrp="1"/>
          </p:cNvSpPr>
          <p:nvPr>
            <p:ph type="sldNum" sz="quarter" idx="5"/>
          </p:nvPr>
        </p:nvSpPr>
        <p:spPr/>
        <p:txBody>
          <a:bodyPr/>
          <a:lstStyle/>
          <a:p>
            <a:fld id="{462573DF-3428-4D43-A04C-B7232DE56261}" type="slidenum">
              <a:rPr lang="en-US" smtClean="0"/>
              <a:t>12</a:t>
            </a:fld>
            <a:endParaRPr lang="en-US"/>
          </a:p>
        </p:txBody>
      </p:sp>
    </p:spTree>
    <p:extLst>
      <p:ext uri="{BB962C8B-B14F-4D97-AF65-F5344CB8AC3E}">
        <p14:creationId xmlns:p14="http://schemas.microsoft.com/office/powerpoint/2010/main" val="1620638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Pitch:</a:t>
            </a:r>
            <a:r>
              <a:rPr lang="en-US" sz="1200" kern="1200" dirty="0">
                <a:solidFill>
                  <a:schemeClr val="tx1"/>
                </a:solidFill>
                <a:effectLst/>
                <a:latin typeface="+mn-lt"/>
                <a:ea typeface="+mn-ea"/>
                <a:cs typeface="+mn-cs"/>
              </a:rPr>
              <a:t> Financial firms promote direct indexing and 130/30 long/short strategies, promising 'after-tax alpha' through tax-loss harvesting. </a:t>
            </a:r>
          </a:p>
          <a:p>
            <a:pPr lvl="0"/>
            <a:r>
              <a:rPr lang="en-US" sz="1200" b="1" kern="1200" dirty="0">
                <a:solidFill>
                  <a:schemeClr val="tx1"/>
                </a:solidFill>
                <a:effectLst/>
                <a:latin typeface="+mn-lt"/>
                <a:ea typeface="+mn-ea"/>
                <a:cs typeface="+mn-cs"/>
              </a:rPr>
              <a:t>The Reality:</a:t>
            </a:r>
            <a:r>
              <a:rPr lang="en-US" sz="1200" kern="1200" dirty="0">
                <a:solidFill>
                  <a:schemeClr val="tx1"/>
                </a:solidFill>
                <a:effectLst/>
                <a:latin typeface="+mn-lt"/>
                <a:ea typeface="+mn-ea"/>
                <a:cs typeface="+mn-cs"/>
              </a:rPr>
              <a:t> These strategies function like complex hedge funds. While tax savings are hypothetical, management fees and leverage risks are guaranteed. </a:t>
            </a:r>
          </a:p>
          <a:p>
            <a:pPr lvl="0"/>
            <a:r>
              <a:rPr lang="en-US" sz="1200" b="1" kern="1200" dirty="0">
                <a:solidFill>
                  <a:schemeClr val="tx1"/>
                </a:solidFill>
                <a:effectLst/>
                <a:latin typeface="+mn-lt"/>
                <a:ea typeface="+mn-ea"/>
                <a:cs typeface="+mn-cs"/>
              </a:rPr>
              <a:t>Verdict:</a:t>
            </a:r>
            <a:r>
              <a:rPr lang="en-US" sz="1200" kern="1200" dirty="0">
                <a:solidFill>
                  <a:schemeClr val="tx1"/>
                </a:solidFill>
                <a:effectLst/>
                <a:latin typeface="+mn-lt"/>
                <a:ea typeface="+mn-ea"/>
                <a:cs typeface="+mn-cs"/>
              </a:rPr>
              <a:t> As podcast host John Luskin points out, these complex tools are highly situational. They suit individuals managing large, concentrated windfalls (e.g., selling a business or tech options), but shouldn't replace baseline index strategies for regular investors. </a:t>
            </a:r>
          </a:p>
          <a:p>
            <a:endParaRPr lang="en-US" dirty="0"/>
          </a:p>
        </p:txBody>
      </p:sp>
      <p:sp>
        <p:nvSpPr>
          <p:cNvPr id="4" name="Slide Number Placeholder 3"/>
          <p:cNvSpPr>
            <a:spLocks noGrp="1"/>
          </p:cNvSpPr>
          <p:nvPr>
            <p:ph type="sldNum" sz="quarter" idx="5"/>
          </p:nvPr>
        </p:nvSpPr>
        <p:spPr/>
        <p:txBody>
          <a:bodyPr/>
          <a:lstStyle/>
          <a:p>
            <a:fld id="{462573DF-3428-4D43-A04C-B7232DE56261}" type="slidenum">
              <a:rPr lang="en-US" smtClean="0"/>
              <a:t>13</a:t>
            </a:fld>
            <a:endParaRPr lang="en-US"/>
          </a:p>
        </p:txBody>
      </p:sp>
    </p:spTree>
    <p:extLst>
      <p:ext uri="{BB962C8B-B14F-4D97-AF65-F5344CB8AC3E}">
        <p14:creationId xmlns:p14="http://schemas.microsoft.com/office/powerpoint/2010/main" val="1984482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Foundation:</a:t>
            </a:r>
            <a:r>
              <a:rPr lang="en-US" sz="1200" kern="1200" dirty="0">
                <a:solidFill>
                  <a:schemeClr val="tx1"/>
                </a:solidFill>
                <a:effectLst/>
                <a:latin typeface="+mn-lt"/>
                <a:ea typeface="+mn-ea"/>
                <a:cs typeface="+mn-cs"/>
              </a:rPr>
              <a:t> Built on transparent, low-cost index funds while rejecting the search for high-fee 'Holy Grail' strategies. </a:t>
            </a:r>
          </a:p>
          <a:p>
            <a:pPr lvl="0"/>
            <a:r>
              <a:rPr lang="en-US" sz="1200" b="1" kern="1200" dirty="0">
                <a:solidFill>
                  <a:schemeClr val="tx1"/>
                </a:solidFill>
                <a:effectLst/>
                <a:latin typeface="+mn-lt"/>
                <a:ea typeface="+mn-ea"/>
                <a:cs typeface="+mn-cs"/>
              </a:rPr>
              <a:t>The Walls (Diversification):</a:t>
            </a:r>
            <a:r>
              <a:rPr lang="en-US" sz="1200" kern="1200" dirty="0">
                <a:solidFill>
                  <a:schemeClr val="tx1"/>
                </a:solidFill>
                <a:effectLst/>
                <a:latin typeface="+mn-lt"/>
                <a:ea typeface="+mn-ea"/>
                <a:cs typeface="+mn-cs"/>
              </a:rPr>
              <a:t> Anchored by equities for real long-term capital growth, supported by a multi-tool fixed income strategy (Core Bonds, Cash Equivalents, and TIPS) for stability. </a:t>
            </a:r>
          </a:p>
          <a:p>
            <a:pPr lvl="0"/>
            <a:r>
              <a:rPr lang="en-US" sz="1200" b="1" kern="1200" dirty="0">
                <a:solidFill>
                  <a:schemeClr val="tx1"/>
                </a:solidFill>
                <a:effectLst/>
                <a:latin typeface="+mn-lt"/>
                <a:ea typeface="+mn-ea"/>
                <a:cs typeface="+mn-cs"/>
              </a:rPr>
              <a:t>The Roof (Behavioral Defenses):</a:t>
            </a:r>
            <a:r>
              <a:rPr lang="en-US" sz="1200" kern="1200" dirty="0">
                <a:solidFill>
                  <a:schemeClr val="tx1"/>
                </a:solidFill>
                <a:effectLst/>
                <a:latin typeface="+mn-lt"/>
                <a:ea typeface="+mn-ea"/>
                <a:cs typeface="+mn-cs"/>
              </a:rPr>
              <a:t> Protected by personal inflation hedges (fixed mortgage, human capital), low portfolio checking frequency, and an isolated 5–10% Cowboy Account if needed to maintain discipline. </a:t>
            </a:r>
          </a:p>
          <a:p>
            <a:endParaRPr lang="en-US" dirty="0"/>
          </a:p>
        </p:txBody>
      </p:sp>
      <p:sp>
        <p:nvSpPr>
          <p:cNvPr id="4" name="Slide Number Placeholder 3"/>
          <p:cNvSpPr>
            <a:spLocks noGrp="1"/>
          </p:cNvSpPr>
          <p:nvPr>
            <p:ph type="sldNum" sz="quarter" idx="5"/>
          </p:nvPr>
        </p:nvSpPr>
        <p:spPr/>
        <p:txBody>
          <a:bodyPr/>
          <a:lstStyle/>
          <a:p>
            <a:fld id="{462573DF-3428-4D43-A04C-B7232DE56261}" type="slidenum">
              <a:rPr lang="en-US" smtClean="0"/>
              <a:t>14</a:t>
            </a:fld>
            <a:endParaRPr lang="en-US"/>
          </a:p>
        </p:txBody>
      </p:sp>
    </p:spTree>
    <p:extLst>
      <p:ext uri="{BB962C8B-B14F-4D97-AF65-F5344CB8AC3E}">
        <p14:creationId xmlns:p14="http://schemas.microsoft.com/office/powerpoint/2010/main" val="36779114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Core Takeaways:</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kern="1200" dirty="0">
                <a:solidFill>
                  <a:schemeClr val="tx1"/>
                </a:solidFill>
                <a:effectLst/>
                <a:latin typeface="+mn-lt"/>
                <a:ea typeface="+mn-ea"/>
                <a:cs typeface="+mn-cs"/>
              </a:rPr>
              <a:t>Complex strategies multiply variables, management fees, tax complications, and personal stress. </a:t>
            </a:r>
          </a:p>
          <a:p>
            <a:pPr marL="228600" lvl="0" indent="-228600">
              <a:buFont typeface="+mj-lt"/>
              <a:buAutoNum type="arabicPeriod"/>
            </a:pPr>
            <a:r>
              <a:rPr lang="en-US" sz="1200" kern="1200" dirty="0">
                <a:solidFill>
                  <a:schemeClr val="tx1"/>
                </a:solidFill>
                <a:effectLst/>
                <a:latin typeface="+mn-lt"/>
                <a:ea typeface="+mn-ea"/>
                <a:cs typeface="+mn-cs"/>
              </a:rPr>
              <a:t>Simple strategies multiply time, peace of mind, and long-term wealth. </a:t>
            </a:r>
          </a:p>
          <a:p>
            <a:pPr marL="228600" lvl="0" indent="-228600">
              <a:buFont typeface="+mj-lt"/>
              <a:buAutoNum type="arabicPeriod"/>
            </a:pPr>
            <a:r>
              <a:rPr lang="en-US" sz="1200" kern="1200" dirty="0">
                <a:solidFill>
                  <a:schemeClr val="tx1"/>
                </a:solidFill>
                <a:effectLst/>
                <a:latin typeface="+mn-lt"/>
                <a:ea typeface="+mn-ea"/>
                <a:cs typeface="+mn-cs"/>
              </a:rPr>
              <a:t>Formulate your investment rules during periods of market calm so you don't make impulsive decisions during moments of panic. </a:t>
            </a:r>
          </a:p>
          <a:p>
            <a:pPr lvl="0"/>
            <a:r>
              <a:rPr lang="en-US" sz="1200" b="1" kern="1200" dirty="0">
                <a:solidFill>
                  <a:schemeClr val="tx1"/>
                </a:solidFill>
                <a:effectLst/>
                <a:latin typeface="+mn-lt"/>
                <a:ea typeface="+mn-ea"/>
                <a:cs typeface="+mn-cs"/>
              </a:rPr>
              <a:t>Closing Phrase:</a:t>
            </a:r>
            <a:r>
              <a:rPr lang="en-US" sz="1200" kern="1200" dirty="0">
                <a:solidFill>
                  <a:schemeClr val="tx1"/>
                </a:solidFill>
                <a:effectLst/>
                <a:latin typeface="+mn-lt"/>
                <a:ea typeface="+mn-ea"/>
                <a:cs typeface="+mn-cs"/>
              </a:rPr>
              <a:t> In the words Ben Carlson leaves us with: </a:t>
            </a:r>
            <a:r>
              <a:rPr lang="en-US" sz="1200" i="1" kern="1200" dirty="0">
                <a:solidFill>
                  <a:schemeClr val="tx1"/>
                </a:solidFill>
                <a:effectLst/>
                <a:latin typeface="+mn-lt"/>
                <a:ea typeface="+mn-ea"/>
                <a:cs typeface="+mn-cs"/>
              </a:rPr>
              <a:t>Less is more</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462573DF-3428-4D43-A04C-B7232DE56261}" type="slidenum">
              <a:rPr lang="en-US" smtClean="0"/>
              <a:t>15</a:t>
            </a:fld>
            <a:endParaRPr lang="en-US"/>
          </a:p>
        </p:txBody>
      </p:sp>
    </p:spTree>
    <p:extLst>
      <p:ext uri="{BB962C8B-B14F-4D97-AF65-F5344CB8AC3E}">
        <p14:creationId xmlns:p14="http://schemas.microsoft.com/office/powerpoint/2010/main" val="99385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61CF9F-AE58-D9A4-3DBE-E115345FACC3}"/>
              </a:ext>
            </a:extLst>
          </p:cNvPr>
          <p:cNvSpPr>
            <a:spLocks noGrp="1"/>
          </p:cNvSpPr>
          <p:nvPr>
            <p:ph type="dt" sz="half" idx="10"/>
          </p:nvPr>
        </p:nvSpPr>
        <p:spPr/>
        <p:txBody>
          <a:bodyPr/>
          <a:lstStyle/>
          <a:p>
            <a:fld id="{50974F1A-F8BB-436B-ADD0-FD3B3D4A362C}" type="datetimeFigureOut">
              <a:rPr lang="en-US" smtClean="0"/>
              <a:t>10/21/2026</a:t>
            </a:fld>
            <a:endParaRPr lang="en-US"/>
          </a:p>
        </p:txBody>
      </p:sp>
      <p:sp>
        <p:nvSpPr>
          <p:cNvPr id="3" name="Footer Placeholder 2">
            <a:extLst>
              <a:ext uri="{FF2B5EF4-FFF2-40B4-BE49-F238E27FC236}">
                <a16:creationId xmlns:a16="http://schemas.microsoft.com/office/drawing/2014/main" id="{4B7969EB-F3BA-4F6B-42F1-49B59185FE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EEE8F4-FC4E-40CB-10D1-2ADBCB507EFC}"/>
              </a:ext>
            </a:extLst>
          </p:cNvPr>
          <p:cNvSpPr>
            <a:spLocks noGrp="1"/>
          </p:cNvSpPr>
          <p:nvPr>
            <p:ph type="sldNum" sz="quarter" idx="12"/>
          </p:nvPr>
        </p:nvSpPr>
        <p:spPr/>
        <p:txBody>
          <a:bodyPr/>
          <a:lstStyle/>
          <a:p>
            <a:fld id="{5ECFA54D-5A48-4437-88F5-EDC5C1E52CED}" type="slidenum">
              <a:rPr lang="en-US" smtClean="0"/>
              <a:t>‹#›</a:t>
            </a:fld>
            <a:endParaRPr lang="en-US"/>
          </a:p>
        </p:txBody>
      </p:sp>
    </p:spTree>
    <p:extLst>
      <p:ext uri="{BB962C8B-B14F-4D97-AF65-F5344CB8AC3E}">
        <p14:creationId xmlns:p14="http://schemas.microsoft.com/office/powerpoint/2010/main" val="197552759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8420E5-0A39-7296-7505-488CF226AD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9099A6E-5696-ECC1-8F82-0F50E9EAAF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65545C-83CB-9C83-67E3-CEFFD457BF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0974F1A-F8BB-436B-ADD0-FD3B3D4A362C}" type="datetimeFigureOut">
              <a:rPr lang="en-US" smtClean="0"/>
              <a:t>10/21/2026</a:t>
            </a:fld>
            <a:endParaRPr lang="en-US"/>
          </a:p>
        </p:txBody>
      </p:sp>
      <p:sp>
        <p:nvSpPr>
          <p:cNvPr id="5" name="Footer Placeholder 4">
            <a:extLst>
              <a:ext uri="{FF2B5EF4-FFF2-40B4-BE49-F238E27FC236}">
                <a16:creationId xmlns:a16="http://schemas.microsoft.com/office/drawing/2014/main" id="{26AC8078-FE0C-D2C3-93B8-E7D4451135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CB9A839-8C87-525A-B13C-9894E2B34C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ECFA54D-5A48-4437-88F5-EDC5C1E52CED}" type="slidenum">
              <a:rPr lang="en-US" smtClean="0"/>
              <a:t>‹#›</a:t>
            </a:fld>
            <a:endParaRPr lang="en-US"/>
          </a:p>
        </p:txBody>
      </p:sp>
    </p:spTree>
    <p:extLst>
      <p:ext uri="{BB962C8B-B14F-4D97-AF65-F5344CB8AC3E}">
        <p14:creationId xmlns:p14="http://schemas.microsoft.com/office/powerpoint/2010/main" val="1551888993"/>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77ABFA-397C-BFBD-45DE-96579D1A7E4A}"/>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48CC4C-B550-CC12-9E23-C5961BB00C3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557ECB-334C-ED14-AF22-4A9E5F6250A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B0C68F-5E96-173B-BD71-FF3213D028E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FE3217-A6CA-3B78-BC22-49347CA6AA3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84FD5C-A86D-D245-31C0-3C90FDAED2E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6100B8-B527-7C3E-3283-2CC37E0CE30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02E836-D33B-4ACE-33D1-1461074F477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3EA534-47A9-55BB-2D3C-1D1F4C4C8D4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208AA7-BC43-7C30-6E46-BF49508067FD}"/>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71B229-4242-1FEB-5CF1-7F2DB58F1E0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8F9F1D-C268-CDBB-2040-122576CE5D2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66D384-626D-8BF5-DA25-511D69D3BCD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B81E92-154E-1D13-B478-5C7BAB980705}"/>
              </a:ext>
            </a:extLst>
          </p:cNvPr>
          <p:cNvPicPr>
            <a:picLocks noChangeAspect="1"/>
          </p:cNvPicPr>
          <p:nvPr/>
        </p:nvPicPr>
        <p:blipFill>
          <a:blip r:embed="rId3">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2C7BE0E-5B70-2760-3CD0-6C205E45EFC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226CC6-2618-AD8A-54D6-3A936AA2E43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108276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1888</Words>
  <Application>Microsoft Office PowerPoint</Application>
  <PresentationFormat>寬螢幕</PresentationFormat>
  <Paragraphs>68</Paragraphs>
  <Slides>16</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2026-09-03T01:18:06Z</dcterms:created>
  <dcterms:modified xsi:type="dcterms:W3CDTF">2026-10-21T02:39:36Z</dcterms:modified>
</cp:coreProperties>
</file>