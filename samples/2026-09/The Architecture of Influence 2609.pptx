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434FBF-C472-4EDA-AACB-F6B7833938F5}" v="24" dt="2026-09-25T01:18:51.4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9316"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modMainMaster">
      <pc:chgData name="Lai, Wilson" userId="2840974a-0d84-4886-90a9-9a3ed79f3a48" providerId="ADAL" clId="{9F23B798-9E84-4552-BA63-E776E805C424}" dt="2026-09-25T01:19:08.496" v="64" actId="166"/>
      <pc:docMkLst>
        <pc:docMk/>
      </pc:docMkLst>
      <pc:sldChg chg="addSp delSp modSp mod modAnim modNotes modNotesTx">
        <pc:chgData name="Lai, Wilson" userId="2840974a-0d84-4886-90a9-9a3ed79f3a48" providerId="ADAL" clId="{9F23B798-9E84-4552-BA63-E776E805C424}" dt="2026-09-25T01:19:08.496" v="64" actId="166"/>
        <pc:sldMkLst>
          <pc:docMk/>
          <pc:sldMk cId="0" sldId="257"/>
        </pc:sldMkLst>
        <pc:spChg chg="add mod ord">
          <ac:chgData name="Lai, Wilson" userId="2840974a-0d84-4886-90a9-9a3ed79f3a48" providerId="ADAL" clId="{9F23B798-9E84-4552-BA63-E776E805C424}" dt="2026-09-24T22:17:16.031" v="10" actId="167"/>
          <ac:spMkLst>
            <pc:docMk/>
            <pc:sldMk cId="0" sldId="257"/>
            <ac:spMk id="5" creationId="{279B68B4-5604-4883-CE4A-0FB6C3EB076C}"/>
          </ac:spMkLst>
        </pc:spChg>
        <pc:grpChg chg="add mod">
          <ac:chgData name="Lai, Wilson" userId="2840974a-0d84-4886-90a9-9a3ed79f3a48" providerId="ADAL" clId="{9F23B798-9E84-4552-BA63-E776E805C424}" dt="2026-09-24T22:17:07.267" v="9" actId="164"/>
          <ac:grpSpMkLst>
            <pc:docMk/>
            <pc:sldMk cId="0" sldId="257"/>
            <ac:grpSpMk id="6" creationId="{008412BB-5786-5722-E5F2-44A0DB7107BF}"/>
          </ac:grpSpMkLst>
        </pc:grpChg>
        <pc:picChg chg="del ord">
          <ac:chgData name="Lai, Wilson" userId="2840974a-0d84-4886-90a9-9a3ed79f3a48" providerId="ADAL" clId="{9F23B798-9E84-4552-BA63-E776E805C424}" dt="2026-09-24T22:32:56.026" v="12" actId="21"/>
          <ac:picMkLst>
            <pc:docMk/>
            <pc:sldMk cId="0" sldId="257"/>
            <ac:picMk id="2" creationId="{00000000-0000-0000-0000-000000000000}"/>
          </ac:picMkLst>
        </pc:picChg>
        <pc:picChg chg="add mod">
          <ac:chgData name="Lai, Wilson" userId="2840974a-0d84-4886-90a9-9a3ed79f3a48" providerId="ADAL" clId="{9F23B798-9E84-4552-BA63-E776E805C424}" dt="2026-09-24T22:17:07.267" v="9" actId="164"/>
          <ac:picMkLst>
            <pc:docMk/>
            <pc:sldMk cId="0" sldId="257"/>
            <ac:picMk id="3" creationId="{FDF84FC9-DB85-0810-9312-E104222773B3}"/>
          </ac:picMkLst>
        </pc:picChg>
        <pc:picChg chg="add ord">
          <ac:chgData name="Lai, Wilson" userId="2840974a-0d84-4886-90a9-9a3ed79f3a48" providerId="ADAL" clId="{9F23B798-9E84-4552-BA63-E776E805C424}" dt="2026-09-25T01:19:08.496" v="64" actId="166"/>
          <ac:picMkLst>
            <pc:docMk/>
            <pc:sldMk cId="0" sldId="257"/>
            <ac:picMk id="7" creationId="{8F61D516-493F-1EA9-8758-1CD54B55E636}"/>
          </ac:picMkLst>
        </pc:picChg>
      </pc:sldChg>
      <pc:sldChg chg="addSp delSp mod modNotes">
        <pc:chgData name="Lai, Wilson" userId="2840974a-0d84-4886-90a9-9a3ed79f3a48" providerId="ADAL" clId="{9F23B798-9E84-4552-BA63-E776E805C424}" dt="2026-09-25T01:18:45.556" v="62"/>
        <pc:sldMkLst>
          <pc:docMk/>
          <pc:sldMk cId="0" sldId="258"/>
        </pc:sldMkLst>
        <pc:picChg chg="del">
          <ac:chgData name="Lai, Wilson" userId="2840974a-0d84-4886-90a9-9a3ed79f3a48" providerId="ADAL" clId="{9F23B798-9E84-4552-BA63-E776E805C424}" dt="2026-09-24T22:33:09.645" v="14" actId="21"/>
          <ac:picMkLst>
            <pc:docMk/>
            <pc:sldMk cId="0" sldId="258"/>
            <ac:picMk id="2" creationId="{00000000-0000-0000-0000-000000000000}"/>
          </ac:picMkLst>
        </pc:picChg>
        <pc:picChg chg="add">
          <ac:chgData name="Lai, Wilson" userId="2840974a-0d84-4886-90a9-9a3ed79f3a48" providerId="ADAL" clId="{9F23B798-9E84-4552-BA63-E776E805C424}" dt="2026-09-24T22:33:57.653" v="15" actId="22"/>
          <ac:picMkLst>
            <pc:docMk/>
            <pc:sldMk cId="0" sldId="258"/>
            <ac:picMk id="4" creationId="{19192C7E-D88C-CA89-40CA-96032A73D953}"/>
          </ac:picMkLst>
        </pc:picChg>
      </pc:sldChg>
      <pc:sldChg chg="addSp delSp mod modNotes">
        <pc:chgData name="Lai, Wilson" userId="2840974a-0d84-4886-90a9-9a3ed79f3a48" providerId="ADAL" clId="{9F23B798-9E84-4552-BA63-E776E805C424}" dt="2026-09-25T01:18:41.025" v="61"/>
        <pc:sldMkLst>
          <pc:docMk/>
          <pc:sldMk cId="0" sldId="259"/>
        </pc:sldMkLst>
        <pc:picChg chg="del">
          <ac:chgData name="Lai, Wilson" userId="2840974a-0d84-4886-90a9-9a3ed79f3a48" providerId="ADAL" clId="{9F23B798-9E84-4552-BA63-E776E805C424}" dt="2026-09-24T22:34:01.895" v="16" actId="21"/>
          <ac:picMkLst>
            <pc:docMk/>
            <pc:sldMk cId="0" sldId="259"/>
            <ac:picMk id="2" creationId="{00000000-0000-0000-0000-000000000000}"/>
          </ac:picMkLst>
        </pc:picChg>
        <pc:picChg chg="add">
          <ac:chgData name="Lai, Wilson" userId="2840974a-0d84-4886-90a9-9a3ed79f3a48" providerId="ADAL" clId="{9F23B798-9E84-4552-BA63-E776E805C424}" dt="2026-09-24T22:34:09.391" v="17" actId="22"/>
          <ac:picMkLst>
            <pc:docMk/>
            <pc:sldMk cId="0" sldId="259"/>
            <ac:picMk id="4" creationId="{A12E6699-E3C5-A791-0943-E0B07D19FE2B}"/>
          </ac:picMkLst>
        </pc:picChg>
      </pc:sldChg>
      <pc:sldChg chg="addSp delSp mod modNotes">
        <pc:chgData name="Lai, Wilson" userId="2840974a-0d84-4886-90a9-9a3ed79f3a48" providerId="ADAL" clId="{9F23B798-9E84-4552-BA63-E776E805C424}" dt="2026-09-25T01:18:51.439" v="63"/>
        <pc:sldMkLst>
          <pc:docMk/>
          <pc:sldMk cId="0" sldId="260"/>
        </pc:sldMkLst>
        <pc:picChg chg="del">
          <ac:chgData name="Lai, Wilson" userId="2840974a-0d84-4886-90a9-9a3ed79f3a48" providerId="ADAL" clId="{9F23B798-9E84-4552-BA63-E776E805C424}" dt="2026-09-24T22:34:12.913" v="18" actId="21"/>
          <ac:picMkLst>
            <pc:docMk/>
            <pc:sldMk cId="0" sldId="260"/>
            <ac:picMk id="2" creationId="{00000000-0000-0000-0000-000000000000}"/>
          </ac:picMkLst>
        </pc:picChg>
        <pc:picChg chg="add">
          <ac:chgData name="Lai, Wilson" userId="2840974a-0d84-4886-90a9-9a3ed79f3a48" providerId="ADAL" clId="{9F23B798-9E84-4552-BA63-E776E805C424}" dt="2026-09-24T22:34:22.982" v="19" actId="22"/>
          <ac:picMkLst>
            <pc:docMk/>
            <pc:sldMk cId="0" sldId="260"/>
            <ac:picMk id="4" creationId="{B2534F77-AF4F-2FBD-EF6A-CCFDA3FFE054}"/>
          </ac:picMkLst>
        </pc:picChg>
      </pc:sldChg>
      <pc:sldChg chg="addSp delSp mod modNotes">
        <pc:chgData name="Lai, Wilson" userId="2840974a-0d84-4886-90a9-9a3ed79f3a48" providerId="ADAL" clId="{9F23B798-9E84-4552-BA63-E776E805C424}" dt="2026-09-25T01:18:51.439" v="63"/>
        <pc:sldMkLst>
          <pc:docMk/>
          <pc:sldMk cId="0" sldId="261"/>
        </pc:sldMkLst>
        <pc:picChg chg="del">
          <ac:chgData name="Lai, Wilson" userId="2840974a-0d84-4886-90a9-9a3ed79f3a48" providerId="ADAL" clId="{9F23B798-9E84-4552-BA63-E776E805C424}" dt="2026-09-24T22:34:24.839" v="20" actId="21"/>
          <ac:picMkLst>
            <pc:docMk/>
            <pc:sldMk cId="0" sldId="261"/>
            <ac:picMk id="2" creationId="{00000000-0000-0000-0000-000000000000}"/>
          </ac:picMkLst>
        </pc:picChg>
        <pc:picChg chg="add">
          <ac:chgData name="Lai, Wilson" userId="2840974a-0d84-4886-90a9-9a3ed79f3a48" providerId="ADAL" clId="{9F23B798-9E84-4552-BA63-E776E805C424}" dt="2026-09-24T22:34:33.802" v="21" actId="22"/>
          <ac:picMkLst>
            <pc:docMk/>
            <pc:sldMk cId="0" sldId="261"/>
            <ac:picMk id="4" creationId="{846BD6A9-D052-C367-136C-58A83763BF0D}"/>
          </ac:picMkLst>
        </pc:picChg>
      </pc:sldChg>
      <pc:sldChg chg="addSp delSp mod modNotes modNotesTx">
        <pc:chgData name="Lai, Wilson" userId="2840974a-0d84-4886-90a9-9a3ed79f3a48" providerId="ADAL" clId="{9F23B798-9E84-4552-BA63-E776E805C424}" dt="2026-09-25T01:18:51.439" v="63"/>
        <pc:sldMkLst>
          <pc:docMk/>
          <pc:sldMk cId="0" sldId="262"/>
        </pc:sldMkLst>
        <pc:picChg chg="del">
          <ac:chgData name="Lai, Wilson" userId="2840974a-0d84-4886-90a9-9a3ed79f3a48" providerId="ADAL" clId="{9F23B798-9E84-4552-BA63-E776E805C424}" dt="2026-09-24T22:34:37.553" v="22" actId="21"/>
          <ac:picMkLst>
            <pc:docMk/>
            <pc:sldMk cId="0" sldId="262"/>
            <ac:picMk id="2" creationId="{00000000-0000-0000-0000-000000000000}"/>
          </ac:picMkLst>
        </pc:picChg>
        <pc:picChg chg="add">
          <ac:chgData name="Lai, Wilson" userId="2840974a-0d84-4886-90a9-9a3ed79f3a48" providerId="ADAL" clId="{9F23B798-9E84-4552-BA63-E776E805C424}" dt="2026-09-24T22:34:45.299" v="23" actId="22"/>
          <ac:picMkLst>
            <pc:docMk/>
            <pc:sldMk cId="0" sldId="262"/>
            <ac:picMk id="4" creationId="{CC2E6B68-9C7D-EDBD-1BE6-BC6CC23BBCE9}"/>
          </ac:picMkLst>
        </pc:picChg>
      </pc:sldChg>
      <pc:sldChg chg="addSp delSp mod modNotes">
        <pc:chgData name="Lai, Wilson" userId="2840974a-0d84-4886-90a9-9a3ed79f3a48" providerId="ADAL" clId="{9F23B798-9E84-4552-BA63-E776E805C424}" dt="2026-09-25T01:18:51.439" v="63"/>
        <pc:sldMkLst>
          <pc:docMk/>
          <pc:sldMk cId="0" sldId="263"/>
        </pc:sldMkLst>
        <pc:picChg chg="del">
          <ac:chgData name="Lai, Wilson" userId="2840974a-0d84-4886-90a9-9a3ed79f3a48" providerId="ADAL" clId="{9F23B798-9E84-4552-BA63-E776E805C424}" dt="2026-09-24T22:34:46.758" v="24" actId="21"/>
          <ac:picMkLst>
            <pc:docMk/>
            <pc:sldMk cId="0" sldId="263"/>
            <ac:picMk id="2" creationId="{00000000-0000-0000-0000-000000000000}"/>
          </ac:picMkLst>
        </pc:picChg>
        <pc:picChg chg="add">
          <ac:chgData name="Lai, Wilson" userId="2840974a-0d84-4886-90a9-9a3ed79f3a48" providerId="ADAL" clId="{9F23B798-9E84-4552-BA63-E776E805C424}" dt="2026-09-24T22:34:55.521" v="25" actId="22"/>
          <ac:picMkLst>
            <pc:docMk/>
            <pc:sldMk cId="0" sldId="263"/>
            <ac:picMk id="4" creationId="{C2D978AC-6EB5-98E9-248D-7BD6F49C41D4}"/>
          </ac:picMkLst>
        </pc:picChg>
      </pc:sldChg>
      <pc:sldChg chg="addSp delSp mod modNotes modNotesTx">
        <pc:chgData name="Lai, Wilson" userId="2840974a-0d84-4886-90a9-9a3ed79f3a48" providerId="ADAL" clId="{9F23B798-9E84-4552-BA63-E776E805C424}" dt="2026-09-25T01:18:51.439" v="63"/>
        <pc:sldMkLst>
          <pc:docMk/>
          <pc:sldMk cId="0" sldId="264"/>
        </pc:sldMkLst>
        <pc:picChg chg="del">
          <ac:chgData name="Lai, Wilson" userId="2840974a-0d84-4886-90a9-9a3ed79f3a48" providerId="ADAL" clId="{9F23B798-9E84-4552-BA63-E776E805C424}" dt="2026-09-24T22:34:57.303" v="26" actId="21"/>
          <ac:picMkLst>
            <pc:docMk/>
            <pc:sldMk cId="0" sldId="264"/>
            <ac:picMk id="2" creationId="{00000000-0000-0000-0000-000000000000}"/>
          </ac:picMkLst>
        </pc:picChg>
        <pc:picChg chg="add">
          <ac:chgData name="Lai, Wilson" userId="2840974a-0d84-4886-90a9-9a3ed79f3a48" providerId="ADAL" clId="{9F23B798-9E84-4552-BA63-E776E805C424}" dt="2026-09-24T22:35:06.134" v="27" actId="22"/>
          <ac:picMkLst>
            <pc:docMk/>
            <pc:sldMk cId="0" sldId="264"/>
            <ac:picMk id="4" creationId="{023B924E-013B-C09E-72E3-652C09B89775}"/>
          </ac:picMkLst>
        </pc:picChg>
      </pc:sldChg>
      <pc:sldChg chg="addSp delSp mod modNotes">
        <pc:chgData name="Lai, Wilson" userId="2840974a-0d84-4886-90a9-9a3ed79f3a48" providerId="ADAL" clId="{9F23B798-9E84-4552-BA63-E776E805C424}" dt="2026-09-25T01:18:51.439" v="63"/>
        <pc:sldMkLst>
          <pc:docMk/>
          <pc:sldMk cId="0" sldId="265"/>
        </pc:sldMkLst>
        <pc:picChg chg="del">
          <ac:chgData name="Lai, Wilson" userId="2840974a-0d84-4886-90a9-9a3ed79f3a48" providerId="ADAL" clId="{9F23B798-9E84-4552-BA63-E776E805C424}" dt="2026-09-24T22:35:07.955" v="28" actId="21"/>
          <ac:picMkLst>
            <pc:docMk/>
            <pc:sldMk cId="0" sldId="265"/>
            <ac:picMk id="2" creationId="{00000000-0000-0000-0000-000000000000}"/>
          </ac:picMkLst>
        </pc:picChg>
        <pc:picChg chg="add">
          <ac:chgData name="Lai, Wilson" userId="2840974a-0d84-4886-90a9-9a3ed79f3a48" providerId="ADAL" clId="{9F23B798-9E84-4552-BA63-E776E805C424}" dt="2026-09-24T22:35:14.824" v="29" actId="22"/>
          <ac:picMkLst>
            <pc:docMk/>
            <pc:sldMk cId="0" sldId="265"/>
            <ac:picMk id="4" creationId="{60CB806B-EDA8-AA36-8277-88CD0A270877}"/>
          </ac:picMkLst>
        </pc:picChg>
      </pc:sldChg>
      <pc:sldChg chg="addSp delSp mod modNotes modNotesTx">
        <pc:chgData name="Lai, Wilson" userId="2840974a-0d84-4886-90a9-9a3ed79f3a48" providerId="ADAL" clId="{9F23B798-9E84-4552-BA63-E776E805C424}" dt="2026-09-25T01:18:51.439" v="63"/>
        <pc:sldMkLst>
          <pc:docMk/>
          <pc:sldMk cId="0" sldId="266"/>
        </pc:sldMkLst>
        <pc:picChg chg="del">
          <ac:chgData name="Lai, Wilson" userId="2840974a-0d84-4886-90a9-9a3ed79f3a48" providerId="ADAL" clId="{9F23B798-9E84-4552-BA63-E776E805C424}" dt="2026-09-24T22:35:16.068" v="30" actId="21"/>
          <ac:picMkLst>
            <pc:docMk/>
            <pc:sldMk cId="0" sldId="266"/>
            <ac:picMk id="2" creationId="{00000000-0000-0000-0000-000000000000}"/>
          </ac:picMkLst>
        </pc:picChg>
        <pc:picChg chg="add">
          <ac:chgData name="Lai, Wilson" userId="2840974a-0d84-4886-90a9-9a3ed79f3a48" providerId="ADAL" clId="{9F23B798-9E84-4552-BA63-E776E805C424}" dt="2026-09-24T22:35:23.152" v="31" actId="22"/>
          <ac:picMkLst>
            <pc:docMk/>
            <pc:sldMk cId="0" sldId="266"/>
            <ac:picMk id="4" creationId="{33E56D91-CA07-D124-958D-FD88FFDA737C}"/>
          </ac:picMkLst>
        </pc:picChg>
      </pc:sldChg>
      <pc:sldChg chg="addSp delSp mod modNotes">
        <pc:chgData name="Lai, Wilson" userId="2840974a-0d84-4886-90a9-9a3ed79f3a48" providerId="ADAL" clId="{9F23B798-9E84-4552-BA63-E776E805C424}" dt="2026-09-25T01:18:51.439" v="63"/>
        <pc:sldMkLst>
          <pc:docMk/>
          <pc:sldMk cId="0" sldId="267"/>
        </pc:sldMkLst>
        <pc:picChg chg="del">
          <ac:chgData name="Lai, Wilson" userId="2840974a-0d84-4886-90a9-9a3ed79f3a48" providerId="ADAL" clId="{9F23B798-9E84-4552-BA63-E776E805C424}" dt="2026-09-24T22:35:24.343" v="32" actId="21"/>
          <ac:picMkLst>
            <pc:docMk/>
            <pc:sldMk cId="0" sldId="267"/>
            <ac:picMk id="2" creationId="{00000000-0000-0000-0000-000000000000}"/>
          </ac:picMkLst>
        </pc:picChg>
        <pc:picChg chg="add">
          <ac:chgData name="Lai, Wilson" userId="2840974a-0d84-4886-90a9-9a3ed79f3a48" providerId="ADAL" clId="{9F23B798-9E84-4552-BA63-E776E805C424}" dt="2026-09-24T22:35:33.079" v="33" actId="22"/>
          <ac:picMkLst>
            <pc:docMk/>
            <pc:sldMk cId="0" sldId="267"/>
            <ac:picMk id="4" creationId="{FAD63BC7-30CA-CB02-7A44-0ADEDB3284E1}"/>
          </ac:picMkLst>
        </pc:picChg>
      </pc:sldChg>
      <pc:sldChg chg="addSp delSp mod modNotes modNotesTx">
        <pc:chgData name="Lai, Wilson" userId="2840974a-0d84-4886-90a9-9a3ed79f3a48" providerId="ADAL" clId="{9F23B798-9E84-4552-BA63-E776E805C424}" dt="2026-09-25T01:18:51.439" v="63"/>
        <pc:sldMkLst>
          <pc:docMk/>
          <pc:sldMk cId="0" sldId="268"/>
        </pc:sldMkLst>
        <pc:picChg chg="del">
          <ac:chgData name="Lai, Wilson" userId="2840974a-0d84-4886-90a9-9a3ed79f3a48" providerId="ADAL" clId="{9F23B798-9E84-4552-BA63-E776E805C424}" dt="2026-09-24T22:35:34.846" v="34" actId="21"/>
          <ac:picMkLst>
            <pc:docMk/>
            <pc:sldMk cId="0" sldId="268"/>
            <ac:picMk id="2" creationId="{00000000-0000-0000-0000-000000000000}"/>
          </ac:picMkLst>
        </pc:picChg>
        <pc:picChg chg="add">
          <ac:chgData name="Lai, Wilson" userId="2840974a-0d84-4886-90a9-9a3ed79f3a48" providerId="ADAL" clId="{9F23B798-9E84-4552-BA63-E776E805C424}" dt="2026-09-24T22:35:46.315" v="35" actId="22"/>
          <ac:picMkLst>
            <pc:docMk/>
            <pc:sldMk cId="0" sldId="268"/>
            <ac:picMk id="4" creationId="{9B503A63-2610-63FE-8E2D-DE1702056FA2}"/>
          </ac:picMkLst>
        </pc:picChg>
      </pc:sldChg>
      <pc:sldChg chg="addSp delSp mod modNotes modNotesTx">
        <pc:chgData name="Lai, Wilson" userId="2840974a-0d84-4886-90a9-9a3ed79f3a48" providerId="ADAL" clId="{9F23B798-9E84-4552-BA63-E776E805C424}" dt="2026-09-25T01:18:51.439" v="63"/>
        <pc:sldMkLst>
          <pc:docMk/>
          <pc:sldMk cId="0" sldId="269"/>
        </pc:sldMkLst>
        <pc:picChg chg="del">
          <ac:chgData name="Lai, Wilson" userId="2840974a-0d84-4886-90a9-9a3ed79f3a48" providerId="ADAL" clId="{9F23B798-9E84-4552-BA63-E776E805C424}" dt="2026-09-24T22:35:47.755" v="36" actId="21"/>
          <ac:picMkLst>
            <pc:docMk/>
            <pc:sldMk cId="0" sldId="269"/>
            <ac:picMk id="2" creationId="{00000000-0000-0000-0000-000000000000}"/>
          </ac:picMkLst>
        </pc:picChg>
        <pc:picChg chg="add">
          <ac:chgData name="Lai, Wilson" userId="2840974a-0d84-4886-90a9-9a3ed79f3a48" providerId="ADAL" clId="{9F23B798-9E84-4552-BA63-E776E805C424}" dt="2026-09-24T22:35:54.239" v="37" actId="22"/>
          <ac:picMkLst>
            <pc:docMk/>
            <pc:sldMk cId="0" sldId="269"/>
            <ac:picMk id="4" creationId="{D65A24F8-1F0A-007D-AC9C-6C4E31673F52}"/>
          </ac:picMkLst>
        </pc:picChg>
      </pc:sldChg>
      <pc:sldChg chg="addSp delSp mod modNotes modNotesTx">
        <pc:chgData name="Lai, Wilson" userId="2840974a-0d84-4886-90a9-9a3ed79f3a48" providerId="ADAL" clId="{9F23B798-9E84-4552-BA63-E776E805C424}" dt="2026-09-25T01:18:51.439" v="63"/>
        <pc:sldMkLst>
          <pc:docMk/>
          <pc:sldMk cId="0" sldId="270"/>
        </pc:sldMkLst>
        <pc:picChg chg="del">
          <ac:chgData name="Lai, Wilson" userId="2840974a-0d84-4886-90a9-9a3ed79f3a48" providerId="ADAL" clId="{9F23B798-9E84-4552-BA63-E776E805C424}" dt="2026-09-24T22:35:55.719" v="38" actId="21"/>
          <ac:picMkLst>
            <pc:docMk/>
            <pc:sldMk cId="0" sldId="270"/>
            <ac:picMk id="2" creationId="{00000000-0000-0000-0000-000000000000}"/>
          </ac:picMkLst>
        </pc:picChg>
        <pc:picChg chg="add">
          <ac:chgData name="Lai, Wilson" userId="2840974a-0d84-4886-90a9-9a3ed79f3a48" providerId="ADAL" clId="{9F23B798-9E84-4552-BA63-E776E805C424}" dt="2026-09-24T22:36:03.174" v="39" actId="22"/>
          <ac:picMkLst>
            <pc:docMk/>
            <pc:sldMk cId="0" sldId="270"/>
            <ac:picMk id="4" creationId="{0B20A352-68EC-0809-6133-65F7359153B8}"/>
          </ac:picMkLst>
        </pc:picChg>
      </pc:sldChg>
      <pc:sldChg chg="addSp delSp mod modNotes">
        <pc:chgData name="Lai, Wilson" userId="2840974a-0d84-4886-90a9-9a3ed79f3a48" providerId="ADAL" clId="{9F23B798-9E84-4552-BA63-E776E805C424}" dt="2026-09-25T01:18:51.439" v="63"/>
        <pc:sldMkLst>
          <pc:docMk/>
          <pc:sldMk cId="0" sldId="271"/>
        </pc:sldMkLst>
        <pc:picChg chg="del">
          <ac:chgData name="Lai, Wilson" userId="2840974a-0d84-4886-90a9-9a3ed79f3a48" providerId="ADAL" clId="{9F23B798-9E84-4552-BA63-E776E805C424}" dt="2026-09-24T22:36:04.718" v="40" actId="21"/>
          <ac:picMkLst>
            <pc:docMk/>
            <pc:sldMk cId="0" sldId="271"/>
            <ac:picMk id="2" creationId="{00000000-0000-0000-0000-000000000000}"/>
          </ac:picMkLst>
        </pc:picChg>
        <pc:picChg chg="add">
          <ac:chgData name="Lai, Wilson" userId="2840974a-0d84-4886-90a9-9a3ed79f3a48" providerId="ADAL" clId="{9F23B798-9E84-4552-BA63-E776E805C424}" dt="2026-09-24T22:36:12.242" v="41" actId="22"/>
          <ac:picMkLst>
            <pc:docMk/>
            <pc:sldMk cId="0" sldId="271"/>
            <ac:picMk id="4" creationId="{4962A511-1C81-291B-EF3F-ED4F02D747C0}"/>
          </ac:picMkLst>
        </pc:picChg>
      </pc:sldChg>
      <pc:sldChg chg="addSp delSp mod modNotes modNotesTx">
        <pc:chgData name="Lai, Wilson" userId="2840974a-0d84-4886-90a9-9a3ed79f3a48" providerId="ADAL" clId="{9F23B798-9E84-4552-BA63-E776E805C424}" dt="2026-09-25T01:18:51.439" v="63"/>
        <pc:sldMkLst>
          <pc:docMk/>
          <pc:sldMk cId="901416892" sldId="272"/>
        </pc:sldMkLst>
        <pc:picChg chg="del">
          <ac:chgData name="Lai, Wilson" userId="2840974a-0d84-4886-90a9-9a3ed79f3a48" providerId="ADAL" clId="{9F23B798-9E84-4552-BA63-E776E805C424}" dt="2026-09-24T22:36:13.931" v="42" actId="21"/>
          <ac:picMkLst>
            <pc:docMk/>
            <pc:sldMk cId="901416892" sldId="272"/>
            <ac:picMk id="3" creationId="{12EA468F-D585-2AD5-98A7-6677A44145AB}"/>
          </ac:picMkLst>
        </pc:picChg>
        <pc:picChg chg="add">
          <ac:chgData name="Lai, Wilson" userId="2840974a-0d84-4886-90a9-9a3ed79f3a48" providerId="ADAL" clId="{9F23B798-9E84-4552-BA63-E776E805C424}" dt="2026-09-24T22:36:31.920" v="43" actId="22"/>
          <ac:picMkLst>
            <pc:docMk/>
            <pc:sldMk cId="901416892" sldId="272"/>
            <ac:picMk id="4" creationId="{283712B6-8FEF-03B1-05E8-26F67AB5454D}"/>
          </ac:picMkLst>
        </pc:picChg>
      </pc:sldChg>
      <pc:sldMasterChg chg="setBg">
        <pc:chgData name="Lai, Wilson" userId="2840974a-0d84-4886-90a9-9a3ed79f3a48" providerId="ADAL" clId="{9F23B798-9E84-4552-BA63-E776E805C424}" dt="2026-09-24T21:43:11.308" v="0"/>
        <pc:sldMasterMkLst>
          <pc:docMk/>
          <pc:sldMasterMk cId="2949376780"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4FCBD7-02A5-4BCE-AA52-EC25B36B3A6C}"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6BEBAB-7060-4548-8FFE-F98C7913A8BC}" type="slidenum">
              <a:rPr lang="en-US" smtClean="0"/>
              <a:t>‹#›</a:t>
            </a:fld>
            <a:endParaRPr lang="en-US"/>
          </a:p>
        </p:txBody>
      </p:sp>
    </p:spTree>
    <p:extLst>
      <p:ext uri="{BB962C8B-B14F-4D97-AF65-F5344CB8AC3E}">
        <p14:creationId xmlns:p14="http://schemas.microsoft.com/office/powerpoint/2010/main" val="2445557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are diving into a subject that quietly dictates career growth, leadership effectiveness, and personal presence: </a:t>
            </a:r>
            <a:r>
              <a:rPr lang="en-US" b="1" dirty="0"/>
              <a:t>The Architecture of Influence</a:t>
            </a:r>
            <a:r>
              <a:rPr lang="en-US" dirty="0"/>
              <a:t>.</a:t>
            </a:r>
          </a:p>
          <a:p>
            <a:r>
              <a:rPr lang="en-US" dirty="0"/>
              <a:t>There is a fundamental truth that most professionals avoid facing: </a:t>
            </a:r>
            <a:r>
              <a:rPr lang="en-US" i="1" dirty="0"/>
              <a:t>If people do not feel clarity, strength, and certainty in your voice, they will not trust you, they will not follow you, and they will not take action because of you</a:t>
            </a:r>
            <a:r>
              <a:rPr lang="en-US" dirty="0"/>
              <a:t>. You can possess brilliant ideas, deep technical expertise, and years of experience, but if your delivery fails to reflect that internal value, the world will never recognize your full potential.</a:t>
            </a:r>
          </a:p>
          <a:p>
            <a:r>
              <a:rPr lang="en-US" dirty="0"/>
              <a:t>Most people operate under the misconception that communication is about being 'smooth' or performing with artificial charisma. But real influence isn't theatrical—it stems from </a:t>
            </a:r>
            <a:r>
              <a:rPr lang="en-US" b="1" dirty="0"/>
              <a:t>calm authority</a:t>
            </a:r>
            <a:r>
              <a:rPr lang="en-US" dirty="0"/>
              <a:t>. It comes from organized thinking, precise word selection, and mastering your physiological pacing—knowing exactly when to speak and when to hold silence. Over the next section of this deck, we are going to unpack how to transition from reactive talking to intentional leadership.</a:t>
            </a:r>
          </a:p>
          <a:p>
            <a:endParaRPr lang="en-US" dirty="0"/>
          </a:p>
          <a:p>
            <a:endParaRPr lang="en-US" dirty="0"/>
          </a:p>
          <a:p>
            <a:endParaRPr lang="en-US" dirty="0"/>
          </a:p>
          <a:p>
            <a:endParaRPr lang="en-US" dirty="0"/>
          </a:p>
          <a:p>
            <a:r>
              <a:rPr lang="en-US" b="1" dirty="0"/>
              <a:t>How to Think, Speak, and Influence Like a Pro | Best Audiobooks</a:t>
            </a:r>
          </a:p>
          <a:p>
            <a:r>
              <a:rPr lang="en-US" dirty="0"/>
              <a:t>https://www.youtube.com/watch?v=EScIzEExWWE</a:t>
            </a:r>
          </a:p>
        </p:txBody>
      </p:sp>
      <p:sp>
        <p:nvSpPr>
          <p:cNvPr id="4" name="Slide Number Placeholder 3"/>
          <p:cNvSpPr>
            <a:spLocks noGrp="1"/>
          </p:cNvSpPr>
          <p:nvPr>
            <p:ph type="sldNum" sz="quarter" idx="5"/>
          </p:nvPr>
        </p:nvSpPr>
        <p:spPr/>
        <p:txBody>
          <a:bodyPr/>
          <a:lstStyle/>
          <a:p>
            <a:fld id="{7E6BEBAB-7060-4548-8FFE-F98C7913A8BC}" type="slidenum">
              <a:rPr lang="en-US" smtClean="0"/>
              <a:t>1</a:t>
            </a:fld>
            <a:endParaRPr lang="en-US"/>
          </a:p>
        </p:txBody>
      </p:sp>
    </p:spTree>
    <p:extLst>
      <p:ext uri="{BB962C8B-B14F-4D97-AF65-F5344CB8AC3E}">
        <p14:creationId xmlns:p14="http://schemas.microsoft.com/office/powerpoint/2010/main" val="519586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moment to look at this image. It represents what happens inside the mind of an uncalibrated communicator.</a:t>
            </a:r>
          </a:p>
          <a:p>
            <a:r>
              <a:rPr lang="en-US" dirty="0"/>
              <a:t>Many professionals fall into an exhausting cycle: they begin talking before their thoughts are fully formed. Because they weren't clear from the start, they over-explain. Because they sense the room slipping away, they add even more words, hoping that sheer volume or speed will bridge the gap. This mental tangle isn't an intelligence issue; it's a structural issue. The human brain is simply not wired to filter, organize, refine, and articulate complex ideas simultaneously in real-time.</a:t>
            </a:r>
          </a:p>
          <a:p>
            <a:r>
              <a:rPr lang="en-US" dirty="0"/>
              <a:t>When your mental 'desk' looks like this scribbled mess, your spoken output becomes equally foggy. Before we can expect an audience to follow our direction, we must settle the internal noise and extract the single signal that matters.</a:t>
            </a:r>
          </a:p>
          <a:p>
            <a:endParaRPr lang="en-US" dirty="0"/>
          </a:p>
        </p:txBody>
      </p:sp>
      <p:sp>
        <p:nvSpPr>
          <p:cNvPr id="4" name="Slide Number Placeholder 3"/>
          <p:cNvSpPr>
            <a:spLocks noGrp="1"/>
          </p:cNvSpPr>
          <p:nvPr>
            <p:ph type="sldNum" sz="quarter" idx="5"/>
          </p:nvPr>
        </p:nvSpPr>
        <p:spPr/>
        <p:txBody>
          <a:bodyPr/>
          <a:lstStyle/>
          <a:p>
            <a:fld id="{7E6BEBAB-7060-4548-8FFE-F98C7913A8BC}" type="slidenum">
              <a:rPr lang="en-US" smtClean="0"/>
              <a:t>2</a:t>
            </a:fld>
            <a:endParaRPr lang="en-US"/>
          </a:p>
        </p:txBody>
      </p:sp>
    </p:spTree>
    <p:extLst>
      <p:ext uri="{BB962C8B-B14F-4D97-AF65-F5344CB8AC3E}">
        <p14:creationId xmlns:p14="http://schemas.microsoft.com/office/powerpoint/2010/main" val="8566834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contrast the two types of communicators you encounter in every meeting, negotiation, or board room.</a:t>
            </a:r>
          </a:p>
          <a:p>
            <a:r>
              <a:rPr lang="en-US" dirty="0"/>
              <a:t>On the left, we have </a:t>
            </a:r>
            <a:r>
              <a:rPr lang="en-US" b="1" dirty="0"/>
              <a:t>The Reactive Talker</a:t>
            </a:r>
            <a:r>
              <a:rPr lang="en-US" dirty="0"/>
              <a:t>. This person speaks fast to mask underlying insecurity. They view silence as awkward or dangerous, so they fill every micro-second with filler words or extra detail. When challenged or misunderstood, their instinct is to explain more and louder. The result? The audience experiences anxiety, senses defensiveness, and trust gradually fades.</a:t>
            </a:r>
          </a:p>
          <a:p>
            <a:r>
              <a:rPr lang="en-US" dirty="0"/>
              <a:t>On the right is </a:t>
            </a:r>
            <a:r>
              <a:rPr lang="en-US" b="1" dirty="0"/>
              <a:t>The Calm Leader</a:t>
            </a:r>
            <a:r>
              <a:rPr lang="en-US" dirty="0"/>
              <a:t>. The Calm Leader understands that communication begins in the silence </a:t>
            </a:r>
            <a:r>
              <a:rPr lang="en-US" i="1" dirty="0"/>
              <a:t>before</a:t>
            </a:r>
            <a:r>
              <a:rPr lang="en-US" dirty="0"/>
              <a:t> the first word is uttered. They process internally, select sharp, un-watered-down words, and use silence intentionally as a structural tool. The result is a grounded presence, magnetic trust, and immediate alignment from listeners.</a:t>
            </a:r>
          </a:p>
          <a:p>
            <a:r>
              <a:rPr lang="en-US" dirty="0"/>
              <a:t>Our objective today is to systematically dismantle 'reactive talking' and install the habits of the calm leader.</a:t>
            </a:r>
          </a:p>
          <a:p>
            <a:endParaRPr lang="en-US" dirty="0"/>
          </a:p>
        </p:txBody>
      </p:sp>
      <p:sp>
        <p:nvSpPr>
          <p:cNvPr id="4" name="Slide Number Placeholder 3"/>
          <p:cNvSpPr>
            <a:spLocks noGrp="1"/>
          </p:cNvSpPr>
          <p:nvPr>
            <p:ph type="sldNum" sz="quarter" idx="5"/>
          </p:nvPr>
        </p:nvSpPr>
        <p:spPr/>
        <p:txBody>
          <a:bodyPr/>
          <a:lstStyle/>
          <a:p>
            <a:fld id="{7E6BEBAB-7060-4548-8FFE-F98C7913A8BC}" type="slidenum">
              <a:rPr lang="en-US" smtClean="0"/>
              <a:t>3</a:t>
            </a:fld>
            <a:endParaRPr lang="en-US"/>
          </a:p>
        </p:txBody>
      </p:sp>
    </p:spTree>
    <p:extLst>
      <p:ext uri="{BB962C8B-B14F-4D97-AF65-F5344CB8AC3E}">
        <p14:creationId xmlns:p14="http://schemas.microsoft.com/office/powerpoint/2010/main" val="39561424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build a powerful professional voice, we rely on a multi-pillar foundation. These two symbols represent the first two pillars of our framework.</a:t>
            </a:r>
          </a:p>
          <a:p>
            <a:r>
              <a:rPr lang="en-US" dirty="0"/>
              <a:t>The </a:t>
            </a:r>
            <a:r>
              <a:rPr lang="en-US" b="1" dirty="0"/>
              <a:t>Cube</a:t>
            </a:r>
            <a:r>
              <a:rPr lang="en-US" dirty="0"/>
              <a:t> represents </a:t>
            </a:r>
            <a:r>
              <a:rPr lang="en-US" b="1" dirty="0"/>
              <a:t>Clarity in Thinking</a:t>
            </a:r>
            <a:r>
              <a:rPr lang="en-US" dirty="0"/>
              <a:t>. It symbolizes structure, solid geometry, and internal organization. It’s the discipline of building a solid framework inside your mind before you build an argument out loud.</a:t>
            </a:r>
          </a:p>
          <a:p>
            <a:r>
              <a:rPr lang="en-US" dirty="0"/>
              <a:t>The </a:t>
            </a:r>
            <a:r>
              <a:rPr lang="en-US" b="1" dirty="0"/>
              <a:t>Scalpel</a:t>
            </a:r>
            <a:r>
              <a:rPr lang="en-US" dirty="0"/>
              <a:t> represents </a:t>
            </a:r>
            <a:r>
              <a:rPr lang="en-US" b="1" dirty="0"/>
              <a:t>Precision in Language</a:t>
            </a:r>
            <a:r>
              <a:rPr lang="en-US" dirty="0"/>
              <a:t>. Words are not just decor; they are operational tools. A dull blade leaves ragged, messy cuts, while a sharp scalpel performs precise work with minimal effort. In communication, sharp, intentional vocabulary cuts through confusion instantly.</a:t>
            </a:r>
          </a:p>
          <a:p>
            <a:endParaRPr lang="en-US" dirty="0"/>
          </a:p>
        </p:txBody>
      </p:sp>
      <p:sp>
        <p:nvSpPr>
          <p:cNvPr id="4" name="Slide Number Placeholder 3"/>
          <p:cNvSpPr>
            <a:spLocks noGrp="1"/>
          </p:cNvSpPr>
          <p:nvPr>
            <p:ph type="sldNum" sz="quarter" idx="5"/>
          </p:nvPr>
        </p:nvSpPr>
        <p:spPr/>
        <p:txBody>
          <a:bodyPr/>
          <a:lstStyle/>
          <a:p>
            <a:fld id="{7E6BEBAB-7060-4548-8FFE-F98C7913A8BC}" type="slidenum">
              <a:rPr lang="en-US" smtClean="0"/>
              <a:t>4</a:t>
            </a:fld>
            <a:endParaRPr lang="en-US"/>
          </a:p>
        </p:txBody>
      </p:sp>
    </p:spTree>
    <p:extLst>
      <p:ext uri="{BB962C8B-B14F-4D97-AF65-F5344CB8AC3E}">
        <p14:creationId xmlns:p14="http://schemas.microsoft.com/office/powerpoint/2010/main" val="2784842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our framework, these two symbols represent our third and fourth pillars.</a:t>
            </a:r>
          </a:p>
          <a:p>
            <a:r>
              <a:rPr lang="en-US" dirty="0"/>
              <a:t>The </a:t>
            </a:r>
            <a:r>
              <a:rPr lang="en-US" b="1" dirty="0"/>
              <a:t>Metronome</a:t>
            </a:r>
            <a:r>
              <a:rPr lang="en-US" dirty="0"/>
              <a:t> signifies </a:t>
            </a:r>
            <a:r>
              <a:rPr lang="en-US" b="1" dirty="0"/>
              <a:t>Authority in Tone</a:t>
            </a:r>
            <a:r>
              <a:rPr lang="en-US" dirty="0"/>
              <a:t>. It reflects rhythm, steady breathing, and emotional equilibrium. Your voice acts as a direct broadcast of your nervous system. If your tempo is erratic, the audience feels your internal tension. A metronome-like steadiness signals absolute self-control.</a:t>
            </a:r>
          </a:p>
          <a:p>
            <a:r>
              <a:rPr lang="en-US" dirty="0"/>
              <a:t>The </a:t>
            </a:r>
            <a:r>
              <a:rPr lang="en-US" b="1" dirty="0"/>
              <a:t>Hourglass</a:t>
            </a:r>
            <a:r>
              <a:rPr lang="en-US" dirty="0"/>
              <a:t> represents </a:t>
            </a:r>
            <a:r>
              <a:rPr lang="en-US" b="1" dirty="0"/>
              <a:t>Timing in Delivery and the Strategic Use of Silence</a:t>
            </a:r>
            <a:r>
              <a:rPr lang="en-US" dirty="0"/>
              <a:t>. Hourglasses remind us that time and silence flow with purpose. It's about knowing how to pause, reading the emotional temperature of the room, and landing your message at the exact moment it carries maximum impact.</a:t>
            </a:r>
          </a:p>
          <a:p>
            <a:endParaRPr lang="en-US" dirty="0"/>
          </a:p>
        </p:txBody>
      </p:sp>
      <p:sp>
        <p:nvSpPr>
          <p:cNvPr id="4" name="Slide Number Placeholder 3"/>
          <p:cNvSpPr>
            <a:spLocks noGrp="1"/>
          </p:cNvSpPr>
          <p:nvPr>
            <p:ph type="sldNum" sz="quarter" idx="5"/>
          </p:nvPr>
        </p:nvSpPr>
        <p:spPr/>
        <p:txBody>
          <a:bodyPr/>
          <a:lstStyle/>
          <a:p>
            <a:fld id="{7E6BEBAB-7060-4548-8FFE-F98C7913A8BC}" type="slidenum">
              <a:rPr lang="en-US" smtClean="0"/>
              <a:t>5</a:t>
            </a:fld>
            <a:endParaRPr lang="en-US"/>
          </a:p>
        </p:txBody>
      </p:sp>
    </p:spTree>
    <p:extLst>
      <p:ext uri="{BB962C8B-B14F-4D97-AF65-F5344CB8AC3E}">
        <p14:creationId xmlns:p14="http://schemas.microsoft.com/office/powerpoint/2010/main" val="4066735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complete blueprint: </a:t>
            </a:r>
            <a:r>
              <a:rPr lang="en-US" b="1" dirty="0"/>
              <a:t>The 4 Pillars of the Professional Voice</a:t>
            </a:r>
            <a:r>
              <a:rPr lang="en-US" dirty="0"/>
              <a:t>.</a:t>
            </a:r>
          </a:p>
          <a:p>
            <a:pPr marL="228600" lvl="0" indent="-228600">
              <a:buFont typeface="+mj-lt"/>
              <a:buAutoNum type="arabicPeriod"/>
            </a:pPr>
            <a:r>
              <a:rPr lang="en-US" b="1" dirty="0"/>
              <a:t>Clarity in Thinking (The Foundation):</a:t>
            </a:r>
            <a:r>
              <a:rPr lang="en-US" dirty="0"/>
              <a:t> Organize your message internally before speaking externally. Remember, real communication starts in the silence before you open your mouth.</a:t>
            </a:r>
          </a:p>
          <a:p>
            <a:pPr marL="228600" lvl="0" indent="-228600">
              <a:buFont typeface="+mj-lt"/>
              <a:buAutoNum type="arabicPeriod"/>
            </a:pPr>
            <a:r>
              <a:rPr lang="en-US" b="1" dirty="0"/>
              <a:t>Precision in Language (The Tools):</a:t>
            </a:r>
            <a:r>
              <a:rPr lang="en-US" dirty="0"/>
              <a:t> Eliminate fluff. Your vocabulary acts as the thermostat of your personal authority—if you use watered-down words, you lower your perceived power.</a:t>
            </a:r>
          </a:p>
          <a:p>
            <a:pPr marL="228600" lvl="0" indent="-228600">
              <a:buFont typeface="+mj-lt"/>
              <a:buAutoNum type="arabicPeriod"/>
            </a:pPr>
            <a:r>
              <a:rPr lang="en-US" b="1" dirty="0"/>
              <a:t>Authority in Tone (The Presence):</a:t>
            </a:r>
            <a:r>
              <a:rPr lang="en-US" dirty="0"/>
              <a:t> Control your breath, lower your pitch, and regulate your cadence. Calmness signals to the room that you are in total command.</a:t>
            </a:r>
          </a:p>
          <a:p>
            <a:pPr marL="228600" lvl="0" indent="-228600">
              <a:buFont typeface="+mj-lt"/>
              <a:buAutoNum type="arabicPeriod"/>
            </a:pPr>
            <a:r>
              <a:rPr lang="en-US" b="1" dirty="0"/>
              <a:t>Timing in Delivery (The Strategy):</a:t>
            </a:r>
            <a:r>
              <a:rPr lang="en-US" dirty="0"/>
              <a:t> Master the pause, adapt to the room's energy, and lead people toward action.</a:t>
            </a:r>
          </a:p>
          <a:p>
            <a:r>
              <a:rPr lang="en-US" dirty="0"/>
              <a:t>When all four pillars align, your message becomes undeniable. If even one pillar is missing, your words lose weight immediately.</a:t>
            </a:r>
          </a:p>
          <a:p>
            <a:endParaRPr lang="en-US" dirty="0"/>
          </a:p>
        </p:txBody>
      </p:sp>
      <p:sp>
        <p:nvSpPr>
          <p:cNvPr id="4" name="Slide Number Placeholder 3"/>
          <p:cNvSpPr>
            <a:spLocks noGrp="1"/>
          </p:cNvSpPr>
          <p:nvPr>
            <p:ph type="sldNum" sz="quarter" idx="5"/>
          </p:nvPr>
        </p:nvSpPr>
        <p:spPr/>
        <p:txBody>
          <a:bodyPr/>
          <a:lstStyle/>
          <a:p>
            <a:fld id="{7E6BEBAB-7060-4548-8FFE-F98C7913A8BC}" type="slidenum">
              <a:rPr lang="en-US" smtClean="0"/>
              <a:t>6</a:t>
            </a:fld>
            <a:endParaRPr lang="en-US"/>
          </a:p>
        </p:txBody>
      </p:sp>
    </p:spTree>
    <p:extLst>
      <p:ext uri="{BB962C8B-B14F-4D97-AF65-F5344CB8AC3E}">
        <p14:creationId xmlns:p14="http://schemas.microsoft.com/office/powerpoint/2010/main" val="6753416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examine </a:t>
            </a:r>
            <a:r>
              <a:rPr lang="en-US" b="1" dirty="0"/>
              <a:t>Pillar 1</a:t>
            </a:r>
            <a:r>
              <a:rPr lang="en-US" dirty="0"/>
              <a:t> in detail.</a:t>
            </a:r>
          </a:p>
          <a:p>
            <a:r>
              <a:rPr lang="en-US" dirty="0"/>
              <a:t>As we established, trying to organize thoughts while actively speaking causes rambling and over-explaining. To fix this, you must apply a benchmark rule: </a:t>
            </a:r>
            <a:r>
              <a:rPr lang="en-US" i="1" dirty="0"/>
              <a:t>If you cannot express your core point in one clean sentence, your mind hasn't finished thinking yet</a:t>
            </a:r>
            <a:r>
              <a:rPr lang="en-US" dirty="0"/>
              <a:t>.</a:t>
            </a:r>
          </a:p>
          <a:p>
            <a:r>
              <a:rPr lang="en-US" dirty="0"/>
              <a:t>Think of your ideas like murky water. When water is constantly stirred up by panic or speed, it stays cloudy. When you pause and let it settle, the mud sinks to the bottom, leaving crystal-clear water.</a:t>
            </a:r>
          </a:p>
          <a:p>
            <a:r>
              <a:rPr lang="en-US" dirty="0"/>
              <a:t>When asked a tough question in a meeting, resist the urge to fill the air instantly. Take a breath, let the water settle, isolate the core message in one clean sentence, and then deliver it from that centered clarity.</a:t>
            </a:r>
          </a:p>
          <a:p>
            <a:endParaRPr lang="en-US" dirty="0"/>
          </a:p>
        </p:txBody>
      </p:sp>
      <p:sp>
        <p:nvSpPr>
          <p:cNvPr id="4" name="Slide Number Placeholder 3"/>
          <p:cNvSpPr>
            <a:spLocks noGrp="1"/>
          </p:cNvSpPr>
          <p:nvPr>
            <p:ph type="sldNum" sz="quarter" idx="5"/>
          </p:nvPr>
        </p:nvSpPr>
        <p:spPr/>
        <p:txBody>
          <a:bodyPr/>
          <a:lstStyle/>
          <a:p>
            <a:fld id="{7E6BEBAB-7060-4548-8FFE-F98C7913A8BC}" type="slidenum">
              <a:rPr lang="en-US" smtClean="0"/>
              <a:t>7</a:t>
            </a:fld>
            <a:endParaRPr lang="en-US"/>
          </a:p>
        </p:txBody>
      </p:sp>
    </p:spTree>
    <p:extLst>
      <p:ext uri="{BB962C8B-B14F-4D97-AF65-F5344CB8AC3E}">
        <p14:creationId xmlns:p14="http://schemas.microsoft.com/office/powerpoint/2010/main" val="3363641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speak, do not take your listener on a meandering trail; give them a clear roadmap. Use this </a:t>
            </a:r>
            <a:r>
              <a:rPr lang="en-US" b="1" dirty="0"/>
              <a:t>4-Step Message Spine</a:t>
            </a:r>
            <a:r>
              <a:rPr lang="en-US" dirty="0"/>
              <a:t>:</a:t>
            </a:r>
          </a:p>
          <a:p>
            <a:pPr marL="228600" lvl="0" indent="-228600">
              <a:buFont typeface="+mj-lt"/>
              <a:buAutoNum type="arabicPeriod"/>
            </a:pPr>
            <a:r>
              <a:rPr lang="en-US" b="1" dirty="0"/>
              <a:t>Step 1: The Point:</a:t>
            </a:r>
            <a:r>
              <a:rPr lang="en-US" dirty="0"/>
              <a:t> Anchor the audience immediately. Lead with your core idea right away rather than building up with a long backstory.</a:t>
            </a:r>
          </a:p>
          <a:p>
            <a:pPr marL="228600" lvl="0" indent="-228600">
              <a:buFont typeface="+mj-lt"/>
              <a:buAutoNum type="arabicPeriod"/>
            </a:pPr>
            <a:r>
              <a:rPr lang="en-US" b="1" dirty="0"/>
              <a:t>Step 2: The Support:</a:t>
            </a:r>
            <a:r>
              <a:rPr lang="en-US" dirty="0"/>
              <a:t> Provide one strong example or key context piece. Restraint is crucial here—loading on too many details overwhelms the listener and dilutes the thesis.</a:t>
            </a:r>
          </a:p>
          <a:p>
            <a:pPr marL="228600" lvl="0" indent="-228600">
              <a:buFont typeface="+mj-lt"/>
              <a:buAutoNum type="arabicPeriod"/>
            </a:pPr>
            <a:r>
              <a:rPr lang="en-US" b="1" dirty="0"/>
              <a:t>Step 3: The Pause:</a:t>
            </a:r>
            <a:r>
              <a:rPr lang="en-US" dirty="0"/>
              <a:t> Once the point and support are delivered, stop speaking for 1 to 2 seconds. This lets the weight of your thought sink in.</a:t>
            </a:r>
          </a:p>
          <a:p>
            <a:pPr marL="228600" lvl="0" indent="-228600">
              <a:buFont typeface="+mj-lt"/>
              <a:buAutoNum type="arabicPeriod"/>
            </a:pPr>
            <a:r>
              <a:rPr lang="en-US" b="1" dirty="0"/>
              <a:t>Step 4: The Direction:</a:t>
            </a:r>
            <a:r>
              <a:rPr lang="en-US" dirty="0"/>
              <a:t> Move understanding into concrete momentum. State clearly what happens next or what action needs to be taken.</a:t>
            </a:r>
          </a:p>
          <a:p>
            <a:endParaRPr lang="en-US" dirty="0"/>
          </a:p>
        </p:txBody>
      </p:sp>
      <p:sp>
        <p:nvSpPr>
          <p:cNvPr id="4" name="Slide Number Placeholder 3"/>
          <p:cNvSpPr>
            <a:spLocks noGrp="1"/>
          </p:cNvSpPr>
          <p:nvPr>
            <p:ph type="sldNum" sz="quarter" idx="5"/>
          </p:nvPr>
        </p:nvSpPr>
        <p:spPr/>
        <p:txBody>
          <a:bodyPr/>
          <a:lstStyle/>
          <a:p>
            <a:fld id="{7E6BEBAB-7060-4548-8FFE-F98C7913A8BC}" type="slidenum">
              <a:rPr lang="en-US" smtClean="0"/>
              <a:t>8</a:t>
            </a:fld>
            <a:endParaRPr lang="en-US"/>
          </a:p>
        </p:txBody>
      </p:sp>
    </p:spTree>
    <p:extLst>
      <p:ext uri="{BB962C8B-B14F-4D97-AF65-F5344CB8AC3E}">
        <p14:creationId xmlns:p14="http://schemas.microsoft.com/office/powerpoint/2010/main" val="21199179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a:t>
            </a:r>
            <a:r>
              <a:rPr lang="en-US" b="1" dirty="0"/>
              <a:t>Pillar 2</a:t>
            </a:r>
            <a:r>
              <a:rPr lang="en-US" dirty="0"/>
              <a:t>, let's audit our day-to-day vocabulary. Soft, hedged words force you to work twice as hard to build credibility.</a:t>
            </a:r>
          </a:p>
          <a:p>
            <a:r>
              <a:rPr lang="en-US" dirty="0"/>
              <a:t>Look at the </a:t>
            </a:r>
            <a:r>
              <a:rPr lang="en-US" b="1" dirty="0"/>
              <a:t>Weak Crutches</a:t>
            </a:r>
            <a:r>
              <a:rPr lang="en-US" dirty="0"/>
              <a:t> on the left: </a:t>
            </a:r>
            <a:r>
              <a:rPr lang="en-US" i="1" dirty="0"/>
              <a:t>'I think we might...', 'Maybe sort of...', 'I guess basically...'</a:t>
            </a:r>
            <a:r>
              <a:rPr lang="en-US" dirty="0"/>
              <a:t>. These phrases leak hesitation, invite pushback, and signal that you are second-guessing yourself.</a:t>
            </a:r>
          </a:p>
          <a:p>
            <a:r>
              <a:rPr lang="en-US" dirty="0"/>
              <a:t>Now examine the </a:t>
            </a:r>
            <a:r>
              <a:rPr lang="en-US" b="1" dirty="0"/>
              <a:t>Sharp Tools</a:t>
            </a:r>
            <a:r>
              <a:rPr lang="en-US" dirty="0"/>
              <a:t> on the right: </a:t>
            </a:r>
            <a:r>
              <a:rPr lang="en-US" i="1" dirty="0"/>
              <a:t>'Here is the direction.', 'This is what matters.', 'Let's decide.'</a:t>
            </a:r>
            <a:r>
              <a:rPr lang="en-US" dirty="0"/>
              <a:t>.</a:t>
            </a:r>
          </a:p>
          <a:p>
            <a:r>
              <a:rPr lang="en-US" dirty="0"/>
              <a:t>Directness is not aggressiveness; directness is clarity. When you strip away filler words and state your intent cleanly, you lower cognitive friction for the listener and naturally step into a position of leadership.</a:t>
            </a:r>
          </a:p>
          <a:p>
            <a:endParaRPr lang="en-US" dirty="0"/>
          </a:p>
        </p:txBody>
      </p:sp>
      <p:sp>
        <p:nvSpPr>
          <p:cNvPr id="4" name="Slide Number Placeholder 3"/>
          <p:cNvSpPr>
            <a:spLocks noGrp="1"/>
          </p:cNvSpPr>
          <p:nvPr>
            <p:ph type="sldNum" sz="quarter" idx="5"/>
          </p:nvPr>
        </p:nvSpPr>
        <p:spPr/>
        <p:txBody>
          <a:bodyPr/>
          <a:lstStyle/>
          <a:p>
            <a:fld id="{7E6BEBAB-7060-4548-8FFE-F98C7913A8BC}" type="slidenum">
              <a:rPr lang="en-US" smtClean="0"/>
              <a:t>9</a:t>
            </a:fld>
            <a:endParaRPr lang="en-US"/>
          </a:p>
        </p:txBody>
      </p:sp>
    </p:spTree>
    <p:extLst>
      <p:ext uri="{BB962C8B-B14F-4D97-AF65-F5344CB8AC3E}">
        <p14:creationId xmlns:p14="http://schemas.microsoft.com/office/powerpoint/2010/main" val="24034594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trust, no amount of vocal technique or executive presence will move an audience. Trust is built through three key behaviors outlined here:</a:t>
            </a:r>
          </a:p>
          <a:p>
            <a:pPr marL="171450" lvl="0" indent="-171450">
              <a:buFont typeface="Arial" panose="020B0604020202020204" pitchFamily="34" charset="0"/>
              <a:buChar char="•"/>
            </a:pPr>
            <a:r>
              <a:rPr lang="en-US" b="1" dirty="0"/>
              <a:t>A. Extreme Precision:</a:t>
            </a:r>
            <a:r>
              <a:rPr lang="en-US" dirty="0"/>
              <a:t> Vagueness makes people uncomfortable and defensive. Specificity makes people feel secure because they know exactly where things stand.</a:t>
            </a:r>
          </a:p>
          <a:p>
            <a:pPr marL="171450" lvl="0" indent="-171450">
              <a:buFont typeface="Arial" panose="020B0604020202020204" pitchFamily="34" charset="0"/>
              <a:buChar char="•"/>
            </a:pPr>
            <a:r>
              <a:rPr lang="en-US" b="1" dirty="0"/>
              <a:t>B. Unfiltered Honesty:</a:t>
            </a:r>
            <a:r>
              <a:rPr lang="en-US" dirty="0"/>
              <a:t> Only say what you can stand behind. Never exaggerate metrics or inflate claims to sound impressive. People detect exaggeration quickly, and once credibility cracks, it's hard to repair.</a:t>
            </a:r>
          </a:p>
          <a:p>
            <a:pPr marL="171450" lvl="0" indent="-171450">
              <a:buFont typeface="Arial" panose="020B0604020202020204" pitchFamily="34" charset="0"/>
              <a:buChar char="•"/>
            </a:pPr>
            <a:r>
              <a:rPr lang="en-US" b="1" dirty="0"/>
              <a:t>C. The Ultimate Trust Hack—I don't know:</a:t>
            </a:r>
            <a:r>
              <a:rPr lang="en-US" dirty="0"/>
              <a:t> Saying 'I don't know' demonstrates that you don't perform or pretend. When you freely admit what you don't know, people place far greater trust in the things you </a:t>
            </a:r>
            <a:r>
              <a:rPr lang="en-US" i="1" dirty="0"/>
              <a:t>do</a:t>
            </a:r>
            <a:r>
              <a:rPr lang="en-US" dirty="0"/>
              <a:t> state as fact.</a:t>
            </a:r>
          </a:p>
          <a:p>
            <a:endParaRPr lang="en-US" dirty="0"/>
          </a:p>
        </p:txBody>
      </p:sp>
      <p:sp>
        <p:nvSpPr>
          <p:cNvPr id="4" name="Slide Number Placeholder 3"/>
          <p:cNvSpPr>
            <a:spLocks noGrp="1"/>
          </p:cNvSpPr>
          <p:nvPr>
            <p:ph type="sldNum" sz="quarter" idx="5"/>
          </p:nvPr>
        </p:nvSpPr>
        <p:spPr/>
        <p:txBody>
          <a:bodyPr/>
          <a:lstStyle/>
          <a:p>
            <a:fld id="{7E6BEBAB-7060-4548-8FFE-F98C7913A8BC}" type="slidenum">
              <a:rPr lang="en-US" smtClean="0"/>
              <a:t>10</a:t>
            </a:fld>
            <a:endParaRPr lang="en-US"/>
          </a:p>
        </p:txBody>
      </p:sp>
    </p:spTree>
    <p:extLst>
      <p:ext uri="{BB962C8B-B14F-4D97-AF65-F5344CB8AC3E}">
        <p14:creationId xmlns:p14="http://schemas.microsoft.com/office/powerpoint/2010/main" val="549724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Visualizing the physics of sound helps illustrate how tension impacts an audience.</a:t>
            </a:r>
          </a:p>
          <a:p>
            <a:r>
              <a:rPr lang="en-US" dirty="0"/>
              <a:t>Look at the erratic grey waveform at the top. That represents high speed and vocal tension. When a speaker is anxious, their vocal cords tighten, their pitch rises, and their speed accelerates. This erratic wave transmits anxiety straight into the room, causing listeners to feel pressured or tune out entirely.</a:t>
            </a:r>
          </a:p>
          <a:p>
            <a:r>
              <a:rPr lang="en-US" dirty="0"/>
              <a:t>Contrast that with the smooth, gold sine wave running underneath. That represents a slow, steady, grounded delivery. A controlled, low-frequency tone absorbs tension in high-stakes environments and creates emotional stability for everyone listening.</a:t>
            </a:r>
          </a:p>
          <a:p>
            <a:endParaRPr lang="en-US" dirty="0"/>
          </a:p>
        </p:txBody>
      </p:sp>
      <p:sp>
        <p:nvSpPr>
          <p:cNvPr id="4" name="Slide Number Placeholder 3"/>
          <p:cNvSpPr>
            <a:spLocks noGrp="1"/>
          </p:cNvSpPr>
          <p:nvPr>
            <p:ph type="sldNum" sz="quarter" idx="5"/>
          </p:nvPr>
        </p:nvSpPr>
        <p:spPr/>
        <p:txBody>
          <a:bodyPr/>
          <a:lstStyle/>
          <a:p>
            <a:fld id="{7E6BEBAB-7060-4548-8FFE-F98C7913A8BC}" type="slidenum">
              <a:rPr lang="en-US" smtClean="0"/>
              <a:t>11</a:t>
            </a:fld>
            <a:endParaRPr lang="en-US"/>
          </a:p>
        </p:txBody>
      </p:sp>
    </p:spTree>
    <p:extLst>
      <p:ext uri="{BB962C8B-B14F-4D97-AF65-F5344CB8AC3E}">
        <p14:creationId xmlns:p14="http://schemas.microsoft.com/office/powerpoint/2010/main" val="20772615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a:t>
            </a:r>
            <a:r>
              <a:rPr lang="en-US" b="1" dirty="0"/>
              <a:t>Pillar 3</a:t>
            </a:r>
            <a:r>
              <a:rPr lang="en-US" dirty="0"/>
              <a:t>, we recognize that </a:t>
            </a:r>
            <a:r>
              <a:rPr lang="en-US" b="1" dirty="0"/>
              <a:t>your voice is your nervous system made audible</a:t>
            </a:r>
            <a:r>
              <a:rPr lang="en-US" dirty="0"/>
              <a:t>. You cannot deliver a stable message from an unstable physiological state.</a:t>
            </a:r>
          </a:p>
          <a:p>
            <a:r>
              <a:rPr lang="en-US" dirty="0"/>
              <a:t>Let's trace the physical chain reaction:</a:t>
            </a:r>
          </a:p>
          <a:p>
            <a:pPr marL="228600" lvl="0" indent="-228600">
              <a:buFont typeface="+mj-lt"/>
              <a:buAutoNum type="arabicPeriod"/>
            </a:pPr>
            <a:r>
              <a:rPr lang="en-US" b="1" dirty="0"/>
              <a:t>Breath:</a:t>
            </a:r>
            <a:r>
              <a:rPr lang="en-US" dirty="0"/>
              <a:t> Shallow chest breathing leads to thin, shaky delivery. Deep, diaphragmatic breathing creates a grounded, resonant voice.</a:t>
            </a:r>
          </a:p>
          <a:p>
            <a:pPr marL="228600" lvl="0" indent="-228600">
              <a:buFont typeface="+mj-lt"/>
              <a:buAutoNum type="arabicPeriod"/>
            </a:pPr>
            <a:r>
              <a:rPr lang="en-US" b="1" dirty="0"/>
              <a:t>Pace &amp; Pitch:</a:t>
            </a:r>
            <a:r>
              <a:rPr lang="en-US" dirty="0"/>
              <a:t> High stress causes frantic pacing and rising pitch. Intentional grounding lowers pitch and slows the cadence.</a:t>
            </a:r>
          </a:p>
          <a:p>
            <a:pPr marL="228600" lvl="0" indent="-228600">
              <a:buFont typeface="+mj-lt"/>
              <a:buAutoNum type="arabicPeriod"/>
            </a:pPr>
            <a:r>
              <a:rPr lang="en-US" b="1" dirty="0"/>
              <a:t>External Sound:</a:t>
            </a:r>
            <a:r>
              <a:rPr lang="en-US" dirty="0"/>
              <a:t> Unchecked tension creates defensive, tight speech. Mastered physiology yields steady, intentional resonance.</a:t>
            </a:r>
          </a:p>
          <a:p>
            <a:pPr marL="228600" lvl="0" indent="-228600">
              <a:buFont typeface="+mj-lt"/>
              <a:buAutoNum type="arabicPeriod"/>
            </a:pPr>
            <a:r>
              <a:rPr lang="en-US" b="1" dirty="0"/>
              <a:t>Audience Reaction:</a:t>
            </a:r>
            <a:r>
              <a:rPr lang="en-US" dirty="0"/>
              <a:t> A tense delivery causes the audience to disengage, whereas a calm tone makes them feel safe and receptive.</a:t>
            </a:r>
          </a:p>
          <a:p>
            <a:endParaRPr lang="en-US" dirty="0"/>
          </a:p>
        </p:txBody>
      </p:sp>
      <p:sp>
        <p:nvSpPr>
          <p:cNvPr id="4" name="Slide Number Placeholder 3"/>
          <p:cNvSpPr>
            <a:spLocks noGrp="1"/>
          </p:cNvSpPr>
          <p:nvPr>
            <p:ph type="sldNum" sz="quarter" idx="5"/>
          </p:nvPr>
        </p:nvSpPr>
        <p:spPr/>
        <p:txBody>
          <a:bodyPr/>
          <a:lstStyle/>
          <a:p>
            <a:fld id="{7E6BEBAB-7060-4548-8FFE-F98C7913A8BC}" type="slidenum">
              <a:rPr lang="en-US" smtClean="0"/>
              <a:t>12</a:t>
            </a:fld>
            <a:endParaRPr lang="en-US"/>
          </a:p>
        </p:txBody>
      </p:sp>
    </p:spTree>
    <p:extLst>
      <p:ext uri="{BB962C8B-B14F-4D97-AF65-F5344CB8AC3E}">
        <p14:creationId xmlns:p14="http://schemas.microsoft.com/office/powerpoint/2010/main" val="34947146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explore </a:t>
            </a:r>
            <a:r>
              <a:rPr lang="en-US" b="1" dirty="0"/>
              <a:t>Pillar 4</a:t>
            </a:r>
            <a:r>
              <a:rPr lang="en-US" dirty="0"/>
              <a:t>: the strategic application of silence. Most people treat silence as an awkward gap that needs filling, but strong leaders recognize that </a:t>
            </a:r>
            <a:r>
              <a:rPr lang="en-US" b="1" dirty="0"/>
              <a:t>the person who controls the silence controls the room</a:t>
            </a:r>
            <a:r>
              <a:rPr lang="en-US" dirty="0"/>
              <a:t>.</a:t>
            </a:r>
          </a:p>
          <a:p>
            <a:r>
              <a:rPr lang="en-US" dirty="0"/>
              <a:t>Silence acts like a visual frame placed around a picture:</a:t>
            </a:r>
          </a:p>
          <a:p>
            <a:pPr marL="171450" lvl="0" indent="-171450">
              <a:buFont typeface="Arial" panose="020B0604020202020204" pitchFamily="34" charset="0"/>
              <a:buChar char="•"/>
            </a:pPr>
            <a:r>
              <a:rPr lang="en-US" b="1" dirty="0"/>
              <a:t>Before a point:</a:t>
            </a:r>
            <a:r>
              <a:rPr lang="en-US" dirty="0"/>
              <a:t> A pause creates anticipation and focuses the room's attention.</a:t>
            </a:r>
          </a:p>
          <a:p>
            <a:pPr marL="171450" lvl="0" indent="-171450">
              <a:buFont typeface="Arial" panose="020B0604020202020204" pitchFamily="34" charset="0"/>
              <a:buChar char="•"/>
            </a:pPr>
            <a:r>
              <a:rPr lang="en-US" b="1" dirty="0"/>
              <a:t>After a point:</a:t>
            </a:r>
            <a:r>
              <a:rPr lang="en-US" dirty="0"/>
              <a:t> A pause provides gravity, letting a critical statement sink in.</a:t>
            </a:r>
          </a:p>
          <a:p>
            <a:pPr marL="171450" lvl="0" indent="-171450">
              <a:buFont typeface="Arial" panose="020B0604020202020204" pitchFamily="34" charset="0"/>
              <a:buChar char="•"/>
            </a:pPr>
            <a:r>
              <a:rPr lang="en-US" b="1" dirty="0"/>
              <a:t>During conflict:</a:t>
            </a:r>
            <a:r>
              <a:rPr lang="en-US" dirty="0"/>
              <a:t> Staying silent when tension spikes prevents emotional escalation. It shifts power away from the reactive party and anchors it with the grounded speaker.</a:t>
            </a:r>
          </a:p>
          <a:p>
            <a:endParaRPr lang="en-US" dirty="0"/>
          </a:p>
        </p:txBody>
      </p:sp>
      <p:sp>
        <p:nvSpPr>
          <p:cNvPr id="4" name="Slide Number Placeholder 3"/>
          <p:cNvSpPr>
            <a:spLocks noGrp="1"/>
          </p:cNvSpPr>
          <p:nvPr>
            <p:ph type="sldNum" sz="quarter" idx="5"/>
          </p:nvPr>
        </p:nvSpPr>
        <p:spPr/>
        <p:txBody>
          <a:bodyPr/>
          <a:lstStyle/>
          <a:p>
            <a:fld id="{7E6BEBAB-7060-4548-8FFE-F98C7913A8BC}" type="slidenum">
              <a:rPr lang="en-US" smtClean="0"/>
              <a:t>13</a:t>
            </a:fld>
            <a:endParaRPr lang="en-US"/>
          </a:p>
        </p:txBody>
      </p:sp>
    </p:spTree>
    <p:extLst>
      <p:ext uri="{BB962C8B-B14F-4D97-AF65-F5344CB8AC3E}">
        <p14:creationId xmlns:p14="http://schemas.microsoft.com/office/powerpoint/2010/main" val="15688870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Delivering a great speech isn't enough if it's completely disconnected from the audience's current energy. True influence requires real-time adaptation.</a:t>
            </a:r>
          </a:p>
          <a:p>
            <a:r>
              <a:rPr lang="en-US" dirty="0"/>
              <a:t>Shift your internal question from </a:t>
            </a:r>
            <a:r>
              <a:rPr lang="en-US" i="1" dirty="0"/>
              <a:t>'How do I sound?'</a:t>
            </a:r>
            <a:r>
              <a:rPr lang="en-US" dirty="0"/>
              <a:t> to </a:t>
            </a:r>
            <a:r>
              <a:rPr lang="en-US" b="1" i="1" dirty="0"/>
              <a:t>'What are they feeling?'</a:t>
            </a:r>
            <a:r>
              <a:rPr lang="en-US" dirty="0"/>
              <a:t>. Before speaking, observe body language, breathing patterns, and eye contact.</a:t>
            </a:r>
          </a:p>
          <a:p>
            <a:r>
              <a:rPr lang="en-US" dirty="0"/>
              <a:t>Apply these real-time adjustments:</a:t>
            </a:r>
          </a:p>
          <a:p>
            <a:pPr marL="171450" lvl="0" indent="-171450">
              <a:buFont typeface="Arial" panose="020B0604020202020204" pitchFamily="34" charset="0"/>
              <a:buChar char="•"/>
            </a:pPr>
            <a:r>
              <a:rPr lang="en-US" dirty="0"/>
              <a:t>If the audience seems </a:t>
            </a:r>
            <a:r>
              <a:rPr lang="en-US" b="1" dirty="0"/>
              <a:t>restless</a:t>
            </a:r>
            <a:r>
              <a:rPr lang="en-US" dirty="0"/>
              <a:t> → Tighten your message and cut minor details.</a:t>
            </a:r>
          </a:p>
          <a:p>
            <a:pPr marL="171450" lvl="0" indent="-171450">
              <a:buFont typeface="Arial" panose="020B0604020202020204" pitchFamily="34" charset="0"/>
              <a:buChar char="•"/>
            </a:pPr>
            <a:r>
              <a:rPr lang="en-US" dirty="0"/>
              <a:t>If the room is </a:t>
            </a:r>
            <a:r>
              <a:rPr lang="en-US" b="1" dirty="0"/>
              <a:t>quiet or unengaged</a:t>
            </a:r>
            <a:r>
              <a:rPr lang="en-US" dirty="0"/>
              <a:t> → Slow down your pace to let ideas register.</a:t>
            </a:r>
          </a:p>
          <a:p>
            <a:pPr marL="171450" lvl="0" indent="-171450">
              <a:buFont typeface="Arial" panose="020B0604020202020204" pitchFamily="34" charset="0"/>
              <a:buChar char="•"/>
            </a:pPr>
            <a:r>
              <a:rPr lang="en-US" dirty="0"/>
              <a:t>If you encounter </a:t>
            </a:r>
            <a:r>
              <a:rPr lang="en-US" b="1" dirty="0"/>
              <a:t>resistance</a:t>
            </a:r>
            <a:r>
              <a:rPr lang="en-US" dirty="0"/>
              <a:t> → Soften your tone rather than pushing harder.</a:t>
            </a:r>
          </a:p>
          <a:p>
            <a:r>
              <a:rPr lang="en-US" dirty="0"/>
              <a:t>Think of communication like surfing: you don't fight the wave; you ride the energy that already exists in the room.</a:t>
            </a:r>
          </a:p>
          <a:p>
            <a:endParaRPr lang="en-US" dirty="0"/>
          </a:p>
        </p:txBody>
      </p:sp>
      <p:sp>
        <p:nvSpPr>
          <p:cNvPr id="4" name="Slide Number Placeholder 3"/>
          <p:cNvSpPr>
            <a:spLocks noGrp="1"/>
          </p:cNvSpPr>
          <p:nvPr>
            <p:ph type="sldNum" sz="quarter" idx="5"/>
          </p:nvPr>
        </p:nvSpPr>
        <p:spPr/>
        <p:txBody>
          <a:bodyPr/>
          <a:lstStyle/>
          <a:p>
            <a:fld id="{7E6BEBAB-7060-4548-8FFE-F98C7913A8BC}" type="slidenum">
              <a:rPr lang="en-US" smtClean="0"/>
              <a:t>14</a:t>
            </a:fld>
            <a:endParaRPr lang="en-US"/>
          </a:p>
        </p:txBody>
      </p:sp>
    </p:spTree>
    <p:extLst>
      <p:ext uri="{BB962C8B-B14F-4D97-AF65-F5344CB8AC3E}">
        <p14:creationId xmlns:p14="http://schemas.microsoft.com/office/powerpoint/2010/main" val="37866366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illustrates the divergence between passive communication and strategic direction.</a:t>
            </a:r>
          </a:p>
          <a:p>
            <a:r>
              <a:rPr lang="en-US" dirty="0"/>
              <a:t>The top line represents passing along information for passive agreement. Head nods and polite agreement do not equal actual commitment. Simply sharing facts rarely changes behavior.</a:t>
            </a:r>
          </a:p>
          <a:p>
            <a:r>
              <a:rPr lang="en-US" dirty="0"/>
              <a:t>The lower gold arrow represents </a:t>
            </a:r>
            <a:r>
              <a:rPr lang="en-US" b="1" dirty="0"/>
              <a:t>Directional Leadership</a:t>
            </a:r>
            <a:r>
              <a:rPr lang="en-US" dirty="0"/>
              <a:t>. To drive real progress, end your points by shrinking the next step until action feels effortless. Use decisive language such as: </a:t>
            </a:r>
            <a:r>
              <a:rPr lang="en-US" i="1" dirty="0"/>
              <a:t>'This is what we do next'</a:t>
            </a:r>
            <a:r>
              <a:rPr lang="en-US" dirty="0"/>
              <a:t> or </a:t>
            </a:r>
            <a:r>
              <a:rPr lang="en-US" i="1" dirty="0"/>
              <a:t>'Here is our next move.'</a:t>
            </a:r>
            <a:r>
              <a:rPr lang="en-US" dirty="0"/>
              <a:t> Guidance removes ambiguity so people can act with confidence.</a:t>
            </a:r>
          </a:p>
          <a:p>
            <a:endParaRPr lang="en-US" dirty="0"/>
          </a:p>
        </p:txBody>
      </p:sp>
      <p:sp>
        <p:nvSpPr>
          <p:cNvPr id="4" name="Slide Number Placeholder 3"/>
          <p:cNvSpPr>
            <a:spLocks noGrp="1"/>
          </p:cNvSpPr>
          <p:nvPr>
            <p:ph type="sldNum" sz="quarter" idx="5"/>
          </p:nvPr>
        </p:nvSpPr>
        <p:spPr/>
        <p:txBody>
          <a:bodyPr/>
          <a:lstStyle/>
          <a:p>
            <a:fld id="{7E6BEBAB-7060-4548-8FFE-F98C7913A8BC}" type="slidenum">
              <a:rPr lang="en-US" smtClean="0"/>
              <a:t>15</a:t>
            </a:fld>
            <a:endParaRPr lang="en-US"/>
          </a:p>
        </p:txBody>
      </p:sp>
    </p:spTree>
    <p:extLst>
      <p:ext uri="{BB962C8B-B14F-4D97-AF65-F5344CB8AC3E}">
        <p14:creationId xmlns:p14="http://schemas.microsoft.com/office/powerpoint/2010/main" val="18563811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this core section, let's look at </a:t>
            </a:r>
            <a:r>
              <a:rPr lang="en-US" b="1" dirty="0"/>
              <a:t>The Influence Diagnostic Matrix</a:t>
            </a:r>
            <a:r>
              <a:rPr lang="en-US" dirty="0"/>
              <a:t>. You can use this operational tool to troubleshoot communication challenges in real-time:</a:t>
            </a:r>
          </a:p>
          <a:p>
            <a:pPr marL="228600" lvl="0" indent="-228600">
              <a:buFont typeface="+mj-lt"/>
              <a:buAutoNum type="arabicPeriod"/>
            </a:pPr>
            <a:r>
              <a:rPr lang="en-US" b="1" dirty="0"/>
              <a:t>If the audience is confused or lost in details:</a:t>
            </a:r>
            <a:r>
              <a:rPr lang="en-US" dirty="0"/>
              <a:t> Add Structure immediately. Lead with the main Point and cut out technical fluff.</a:t>
            </a:r>
          </a:p>
          <a:p>
            <a:pPr marL="228600" lvl="0" indent="-228600">
              <a:buFont typeface="+mj-lt"/>
              <a:buAutoNum type="arabicPeriod"/>
            </a:pPr>
            <a:r>
              <a:rPr lang="en-US" b="1" dirty="0"/>
              <a:t>If stakeholders agree but take no action:</a:t>
            </a:r>
            <a:r>
              <a:rPr lang="en-US" dirty="0"/>
              <a:t> Provide Clear Direction. Break the immediate next step down into a small, friction-free action.</a:t>
            </a:r>
          </a:p>
          <a:p>
            <a:pPr marL="228600" lvl="0" indent="-228600">
              <a:buFont typeface="+mj-lt"/>
              <a:buAutoNum type="arabicPeriod"/>
            </a:pPr>
            <a:r>
              <a:rPr lang="en-US" b="1" dirty="0"/>
              <a:t>If the room becomes tense or defensive:</a:t>
            </a:r>
            <a:r>
              <a:rPr lang="en-US" dirty="0"/>
              <a:t> Ground Your Tone. Lower your pitch, slow your cadence, and introduce deliberate pauses.</a:t>
            </a:r>
          </a:p>
          <a:p>
            <a:pPr marL="228600" lvl="0" indent="-228600">
              <a:buFont typeface="+mj-lt"/>
              <a:buAutoNum type="arabicPeriod"/>
            </a:pPr>
            <a:r>
              <a:rPr lang="en-US" b="1" dirty="0"/>
              <a:t>If listeners are skeptical or disengaged:</a:t>
            </a:r>
            <a:r>
              <a:rPr lang="en-US" dirty="0"/>
              <a:t> Increase Precision. Eliminate filler crutches, present exact data, and openly state what you don't know.</a:t>
            </a:r>
          </a:p>
          <a:p>
            <a:pPr marL="228600" indent="-228600">
              <a:buFont typeface="+mj-lt"/>
              <a:buAutoNum type="arabicPeriod"/>
            </a:pPr>
            <a:endParaRPr lang="en-US" dirty="0"/>
          </a:p>
          <a:p>
            <a:endParaRPr lang="en-US" dirty="0"/>
          </a:p>
          <a:p>
            <a:endParaRPr lang="en-US" dirty="0"/>
          </a:p>
          <a:p>
            <a:endParaRPr lang="en-US" dirty="0"/>
          </a:p>
          <a:p>
            <a:endParaRPr lang="en-US" dirty="0"/>
          </a:p>
          <a:p>
            <a:r>
              <a:rPr lang="en-US" dirty="0"/>
              <a:t>How to Think, Speak, and Influence Like a Pro | Best Audiobooks</a:t>
            </a:r>
          </a:p>
          <a:p>
            <a:r>
              <a:rPr lang="en-US" dirty="0"/>
              <a:t>https://www.youtube.com/watch?v=EScIzEExWWE</a:t>
            </a:r>
          </a:p>
        </p:txBody>
      </p:sp>
      <p:sp>
        <p:nvSpPr>
          <p:cNvPr id="4" name="Slide Number Placeholder 3"/>
          <p:cNvSpPr>
            <a:spLocks noGrp="1"/>
          </p:cNvSpPr>
          <p:nvPr>
            <p:ph type="sldNum" sz="quarter" idx="5"/>
          </p:nvPr>
        </p:nvSpPr>
        <p:spPr/>
        <p:txBody>
          <a:bodyPr/>
          <a:lstStyle/>
          <a:p>
            <a:fld id="{7E6BEBAB-7060-4548-8FFE-F98C7913A8BC}" type="slidenum">
              <a:rPr lang="en-US" smtClean="0"/>
              <a:t>16</a:t>
            </a:fld>
            <a:endParaRPr lang="en-US"/>
          </a:p>
        </p:txBody>
      </p:sp>
    </p:spTree>
    <p:extLst>
      <p:ext uri="{BB962C8B-B14F-4D97-AF65-F5344CB8AC3E}">
        <p14:creationId xmlns:p14="http://schemas.microsoft.com/office/powerpoint/2010/main" val="2950950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139E68-4BE6-7D16-16FD-09B9B3FB19CA}"/>
              </a:ext>
            </a:extLst>
          </p:cNvPr>
          <p:cNvSpPr>
            <a:spLocks noGrp="1"/>
          </p:cNvSpPr>
          <p:nvPr>
            <p:ph type="dt" sz="half" idx="10"/>
          </p:nvPr>
        </p:nvSpPr>
        <p:spPr/>
        <p:txBody>
          <a:bodyPr/>
          <a:lstStyle/>
          <a:p>
            <a:fld id="{66BC0078-A3F4-49BC-BEF8-093063353C89}" type="datetimeFigureOut">
              <a:rPr lang="en-US" smtClean="0"/>
              <a:t>10/21/2026</a:t>
            </a:fld>
            <a:endParaRPr lang="en-US"/>
          </a:p>
        </p:txBody>
      </p:sp>
      <p:sp>
        <p:nvSpPr>
          <p:cNvPr id="3" name="Footer Placeholder 2">
            <a:extLst>
              <a:ext uri="{FF2B5EF4-FFF2-40B4-BE49-F238E27FC236}">
                <a16:creationId xmlns:a16="http://schemas.microsoft.com/office/drawing/2014/main" id="{86F61059-51F7-B11F-50A9-C22B06C06B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BE5BEF-A7CC-AB98-4024-ADB506CFBD8D}"/>
              </a:ext>
            </a:extLst>
          </p:cNvPr>
          <p:cNvSpPr>
            <a:spLocks noGrp="1"/>
          </p:cNvSpPr>
          <p:nvPr>
            <p:ph type="sldNum" sz="quarter" idx="12"/>
          </p:nvPr>
        </p:nvSpPr>
        <p:spPr/>
        <p:txBody>
          <a:bodyPr/>
          <a:lstStyle/>
          <a:p>
            <a:fld id="{2094EB9F-38FF-4EA9-840E-A9FAAD395150}" type="slidenum">
              <a:rPr lang="en-US" smtClean="0"/>
              <a:t>‹#›</a:t>
            </a:fld>
            <a:endParaRPr lang="en-US"/>
          </a:p>
        </p:txBody>
      </p:sp>
    </p:spTree>
    <p:extLst>
      <p:ext uri="{BB962C8B-B14F-4D97-AF65-F5344CB8AC3E}">
        <p14:creationId xmlns:p14="http://schemas.microsoft.com/office/powerpoint/2010/main" val="425611084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0C4485-0C08-6703-C660-F5B5CD29B0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35B3BF-2AFD-FE43-E796-4A36DC265D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AC808A-FF12-DA13-FF71-EDF3ABD973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6BC0078-A3F4-49BC-BEF8-093063353C89}" type="datetimeFigureOut">
              <a:rPr lang="en-US" smtClean="0"/>
              <a:t>10/21/2026</a:t>
            </a:fld>
            <a:endParaRPr lang="en-US"/>
          </a:p>
        </p:txBody>
      </p:sp>
      <p:sp>
        <p:nvSpPr>
          <p:cNvPr id="5" name="Footer Placeholder 4">
            <a:extLst>
              <a:ext uri="{FF2B5EF4-FFF2-40B4-BE49-F238E27FC236}">
                <a16:creationId xmlns:a16="http://schemas.microsoft.com/office/drawing/2014/main" id="{9064DE40-B58D-C103-ACC9-A51649CF3F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ECBC55E-0BB8-2504-BB41-721D8479CE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094EB9F-38FF-4EA9-840E-A9FAAD395150}" type="slidenum">
              <a:rPr lang="en-US" smtClean="0"/>
              <a:t>‹#›</a:t>
            </a:fld>
            <a:endParaRPr lang="en-US"/>
          </a:p>
        </p:txBody>
      </p:sp>
    </p:spTree>
    <p:extLst>
      <p:ext uri="{BB962C8B-B14F-4D97-AF65-F5344CB8AC3E}">
        <p14:creationId xmlns:p14="http://schemas.microsoft.com/office/powerpoint/2010/main" val="2949376780"/>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F61D516-493F-1EA9-8758-1CD54B55E63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9192C7E-D88C-CA89-40CA-96032A73D95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2E6699-E3C5-A791-0943-E0B07D19FE2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534F77-AF4F-2FBD-EF6A-CCFDA3FFE05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46BD6A9-D052-C367-136C-58A83763BF0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2E6B68-9C7D-EDBD-1BE6-BC6CC23BBCE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D978AC-6EB5-98E9-248D-7BD6F49C41D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23B924E-013B-C09E-72E3-652C09B8977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CB806B-EDA8-AA36-8277-88CD0A27087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E56D91-CA07-D124-958D-FD88FFDA737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D63BC7-30CA-CB02-7A44-0ADEDB3284E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503A63-2610-63FE-8E2D-DE1702056FA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65A24F8-1F0A-007D-AC9C-6C4E31673F5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20A352-68EC-0809-6133-65F7359153B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962A511-1C81-291B-EF3F-ED4F02D747C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3712B6-8FEF-03B1-05E8-26F67AB5454D}"/>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9014168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2198</Words>
  <Application>Microsoft Office PowerPoint</Application>
  <PresentationFormat>寬螢幕</PresentationFormat>
  <Paragraphs>97</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2026-09-24T21:42:16Z</dcterms:created>
  <dcterms:modified xsi:type="dcterms:W3CDTF">2026-10-21T02:43:14Z</dcterms:modified>
</cp:coreProperties>
</file>