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DEF2D2-03AB-4F4E-88A2-CB4017CEF194}" v="20" dt="2026-09-16T15:42:30.9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5328"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16T15:42:44.827" v="60" actId="166"/>
      <pc:docMkLst>
        <pc:docMk/>
      </pc:docMkLst>
      <pc:sldChg chg="addSp delSp modSp mod modNotes modNotesTx">
        <pc:chgData name="Lai, Wilson" userId="2840974a-0d84-4886-90a9-9a3ed79f3a48" providerId="ADAL" clId="{9F23B798-9E84-4552-BA63-E776E805C424}" dt="2026-09-16T15:42:44.827" v="60" actId="166"/>
        <pc:sldMkLst>
          <pc:docMk/>
          <pc:sldMk cId="0" sldId="257"/>
        </pc:sldMkLst>
        <pc:picChg chg="del">
          <ac:chgData name="Lai, Wilson" userId="2840974a-0d84-4886-90a9-9a3ed79f3a48" providerId="ADAL" clId="{9F23B798-9E84-4552-BA63-E776E805C424}" dt="2026-09-16T14:02:35.456" v="0" actId="21"/>
          <ac:picMkLst>
            <pc:docMk/>
            <pc:sldMk cId="0" sldId="257"/>
            <ac:picMk id="2" creationId="{00000000-0000-0000-0000-000000000000}"/>
          </ac:picMkLst>
        </pc:picChg>
        <pc:picChg chg="add ord">
          <ac:chgData name="Lai, Wilson" userId="2840974a-0d84-4886-90a9-9a3ed79f3a48" providerId="ADAL" clId="{9F23B798-9E84-4552-BA63-E776E805C424}" dt="2026-09-16T15:42:44.827" v="60" actId="166"/>
          <ac:picMkLst>
            <pc:docMk/>
            <pc:sldMk cId="0" sldId="257"/>
            <ac:picMk id="7" creationId="{C55EA809-6EB8-6B74-637F-0BF7226EBF89}"/>
          </ac:picMkLst>
        </pc:picChg>
      </pc:sldChg>
      <pc:sldChg chg="addSp delSp mod modNotes">
        <pc:chgData name="Lai, Wilson" userId="2840974a-0d84-4886-90a9-9a3ed79f3a48" providerId="ADAL" clId="{9F23B798-9E84-4552-BA63-E776E805C424}" dt="2026-09-16T15:42:30.960" v="59"/>
        <pc:sldMkLst>
          <pc:docMk/>
          <pc:sldMk cId="0" sldId="258"/>
        </pc:sldMkLst>
        <pc:picChg chg="del">
          <ac:chgData name="Lai, Wilson" userId="2840974a-0d84-4886-90a9-9a3ed79f3a48" providerId="ADAL" clId="{9F23B798-9E84-4552-BA63-E776E805C424}" dt="2026-09-16T14:02:49.787" v="2" actId="21"/>
          <ac:picMkLst>
            <pc:docMk/>
            <pc:sldMk cId="0" sldId="258"/>
            <ac:picMk id="2" creationId="{00000000-0000-0000-0000-000000000000}"/>
          </ac:picMkLst>
        </pc:picChg>
        <pc:picChg chg="add">
          <ac:chgData name="Lai, Wilson" userId="2840974a-0d84-4886-90a9-9a3ed79f3a48" providerId="ADAL" clId="{9F23B798-9E84-4552-BA63-E776E805C424}" dt="2026-09-16T14:02:59.475" v="3" actId="22"/>
          <ac:picMkLst>
            <pc:docMk/>
            <pc:sldMk cId="0" sldId="258"/>
            <ac:picMk id="4" creationId="{1603264A-BD07-0443-EFF5-9E85057C85DE}"/>
          </ac:picMkLst>
        </pc:picChg>
      </pc:sldChg>
      <pc:sldChg chg="addSp delSp mod modNotes">
        <pc:chgData name="Lai, Wilson" userId="2840974a-0d84-4886-90a9-9a3ed79f3a48" providerId="ADAL" clId="{9F23B798-9E84-4552-BA63-E776E805C424}" dt="2026-09-16T15:42:30.960" v="59"/>
        <pc:sldMkLst>
          <pc:docMk/>
          <pc:sldMk cId="0" sldId="259"/>
        </pc:sldMkLst>
        <pc:picChg chg="del">
          <ac:chgData name="Lai, Wilson" userId="2840974a-0d84-4886-90a9-9a3ed79f3a48" providerId="ADAL" clId="{9F23B798-9E84-4552-BA63-E776E805C424}" dt="2026-09-16T14:03:01.284" v="4" actId="21"/>
          <ac:picMkLst>
            <pc:docMk/>
            <pc:sldMk cId="0" sldId="259"/>
            <ac:picMk id="2" creationId="{00000000-0000-0000-0000-000000000000}"/>
          </ac:picMkLst>
        </pc:picChg>
        <pc:picChg chg="add">
          <ac:chgData name="Lai, Wilson" userId="2840974a-0d84-4886-90a9-9a3ed79f3a48" providerId="ADAL" clId="{9F23B798-9E84-4552-BA63-E776E805C424}" dt="2026-09-16T14:03:09.528" v="5" actId="22"/>
          <ac:picMkLst>
            <pc:docMk/>
            <pc:sldMk cId="0" sldId="259"/>
            <ac:picMk id="4" creationId="{5106066F-D034-EEA7-0F4A-3537FF91CC05}"/>
          </ac:picMkLst>
        </pc:picChg>
      </pc:sldChg>
      <pc:sldChg chg="addSp delSp mod modNotes modNotesTx">
        <pc:chgData name="Lai, Wilson" userId="2840974a-0d84-4886-90a9-9a3ed79f3a48" providerId="ADAL" clId="{9F23B798-9E84-4552-BA63-E776E805C424}" dt="2026-09-16T15:42:30.960" v="59"/>
        <pc:sldMkLst>
          <pc:docMk/>
          <pc:sldMk cId="0" sldId="260"/>
        </pc:sldMkLst>
        <pc:picChg chg="del">
          <ac:chgData name="Lai, Wilson" userId="2840974a-0d84-4886-90a9-9a3ed79f3a48" providerId="ADAL" clId="{9F23B798-9E84-4552-BA63-E776E805C424}" dt="2026-09-16T14:03:10.556" v="6" actId="21"/>
          <ac:picMkLst>
            <pc:docMk/>
            <pc:sldMk cId="0" sldId="260"/>
            <ac:picMk id="2" creationId="{00000000-0000-0000-0000-000000000000}"/>
          </ac:picMkLst>
        </pc:picChg>
        <pc:picChg chg="add">
          <ac:chgData name="Lai, Wilson" userId="2840974a-0d84-4886-90a9-9a3ed79f3a48" providerId="ADAL" clId="{9F23B798-9E84-4552-BA63-E776E805C424}" dt="2026-09-16T14:03:18.696" v="7" actId="22"/>
          <ac:picMkLst>
            <pc:docMk/>
            <pc:sldMk cId="0" sldId="260"/>
            <ac:picMk id="4" creationId="{FAB9C93A-DD23-7345-C11E-632C3DC03335}"/>
          </ac:picMkLst>
        </pc:picChg>
      </pc:sldChg>
      <pc:sldChg chg="addSp delSp mod modNotes">
        <pc:chgData name="Lai, Wilson" userId="2840974a-0d84-4886-90a9-9a3ed79f3a48" providerId="ADAL" clId="{9F23B798-9E84-4552-BA63-E776E805C424}" dt="2026-09-16T15:42:30.960" v="59"/>
        <pc:sldMkLst>
          <pc:docMk/>
          <pc:sldMk cId="0" sldId="261"/>
        </pc:sldMkLst>
        <pc:picChg chg="del">
          <ac:chgData name="Lai, Wilson" userId="2840974a-0d84-4886-90a9-9a3ed79f3a48" providerId="ADAL" clId="{9F23B798-9E84-4552-BA63-E776E805C424}" dt="2026-09-16T14:03:19.812" v="8" actId="21"/>
          <ac:picMkLst>
            <pc:docMk/>
            <pc:sldMk cId="0" sldId="261"/>
            <ac:picMk id="2" creationId="{00000000-0000-0000-0000-000000000000}"/>
          </ac:picMkLst>
        </pc:picChg>
        <pc:picChg chg="add del">
          <ac:chgData name="Lai, Wilson" userId="2840974a-0d84-4886-90a9-9a3ed79f3a48" providerId="ADAL" clId="{9F23B798-9E84-4552-BA63-E776E805C424}" dt="2026-09-16T14:03:34.668" v="10" actId="22"/>
          <ac:picMkLst>
            <pc:docMk/>
            <pc:sldMk cId="0" sldId="261"/>
            <ac:picMk id="4" creationId="{7D98D6F6-8F34-38D2-912D-AFDAB5F56E0C}"/>
          </ac:picMkLst>
        </pc:picChg>
        <pc:picChg chg="add">
          <ac:chgData name="Lai, Wilson" userId="2840974a-0d84-4886-90a9-9a3ed79f3a48" providerId="ADAL" clId="{9F23B798-9E84-4552-BA63-E776E805C424}" dt="2026-09-16T14:03:38.206" v="11" actId="22"/>
          <ac:picMkLst>
            <pc:docMk/>
            <pc:sldMk cId="0" sldId="261"/>
            <ac:picMk id="6" creationId="{010C3BD7-FFFD-6F11-1FF9-69D3C07B439F}"/>
          </ac:picMkLst>
        </pc:picChg>
      </pc:sldChg>
      <pc:sldChg chg="addSp delSp mod modNotes modNotesTx">
        <pc:chgData name="Lai, Wilson" userId="2840974a-0d84-4886-90a9-9a3ed79f3a48" providerId="ADAL" clId="{9F23B798-9E84-4552-BA63-E776E805C424}" dt="2026-09-16T15:42:30.960" v="59"/>
        <pc:sldMkLst>
          <pc:docMk/>
          <pc:sldMk cId="0" sldId="262"/>
        </pc:sldMkLst>
        <pc:picChg chg="del">
          <ac:chgData name="Lai, Wilson" userId="2840974a-0d84-4886-90a9-9a3ed79f3a48" providerId="ADAL" clId="{9F23B798-9E84-4552-BA63-E776E805C424}" dt="2026-09-16T14:03:40.870" v="12" actId="21"/>
          <ac:picMkLst>
            <pc:docMk/>
            <pc:sldMk cId="0" sldId="262"/>
            <ac:picMk id="2" creationId="{00000000-0000-0000-0000-000000000000}"/>
          </ac:picMkLst>
        </pc:picChg>
        <pc:picChg chg="add">
          <ac:chgData name="Lai, Wilson" userId="2840974a-0d84-4886-90a9-9a3ed79f3a48" providerId="ADAL" clId="{9F23B798-9E84-4552-BA63-E776E805C424}" dt="2026-09-16T14:03:50.627" v="13" actId="22"/>
          <ac:picMkLst>
            <pc:docMk/>
            <pc:sldMk cId="0" sldId="262"/>
            <ac:picMk id="4" creationId="{161A8C51-7D27-B517-CCCC-FEA3F052E92E}"/>
          </ac:picMkLst>
        </pc:picChg>
      </pc:sldChg>
      <pc:sldChg chg="addSp delSp mod modNotes">
        <pc:chgData name="Lai, Wilson" userId="2840974a-0d84-4886-90a9-9a3ed79f3a48" providerId="ADAL" clId="{9F23B798-9E84-4552-BA63-E776E805C424}" dt="2026-09-16T15:42:30.960" v="59"/>
        <pc:sldMkLst>
          <pc:docMk/>
          <pc:sldMk cId="0" sldId="263"/>
        </pc:sldMkLst>
        <pc:picChg chg="del">
          <ac:chgData name="Lai, Wilson" userId="2840974a-0d84-4886-90a9-9a3ed79f3a48" providerId="ADAL" clId="{9F23B798-9E84-4552-BA63-E776E805C424}" dt="2026-09-16T14:03:51.766" v="14" actId="21"/>
          <ac:picMkLst>
            <pc:docMk/>
            <pc:sldMk cId="0" sldId="263"/>
            <ac:picMk id="2" creationId="{00000000-0000-0000-0000-000000000000}"/>
          </ac:picMkLst>
        </pc:picChg>
        <pc:picChg chg="add">
          <ac:chgData name="Lai, Wilson" userId="2840974a-0d84-4886-90a9-9a3ed79f3a48" providerId="ADAL" clId="{9F23B798-9E84-4552-BA63-E776E805C424}" dt="2026-09-16T14:04:01.577" v="15" actId="22"/>
          <ac:picMkLst>
            <pc:docMk/>
            <pc:sldMk cId="0" sldId="263"/>
            <ac:picMk id="4" creationId="{FA0B5BA8-B242-AD55-1C39-6B1A406D2A94}"/>
          </ac:picMkLst>
        </pc:picChg>
      </pc:sldChg>
      <pc:sldChg chg="addSp delSp mod modNotes">
        <pc:chgData name="Lai, Wilson" userId="2840974a-0d84-4886-90a9-9a3ed79f3a48" providerId="ADAL" clId="{9F23B798-9E84-4552-BA63-E776E805C424}" dt="2026-09-16T15:42:30.960" v="59"/>
        <pc:sldMkLst>
          <pc:docMk/>
          <pc:sldMk cId="0" sldId="264"/>
        </pc:sldMkLst>
        <pc:picChg chg="del">
          <ac:chgData name="Lai, Wilson" userId="2840974a-0d84-4886-90a9-9a3ed79f3a48" providerId="ADAL" clId="{9F23B798-9E84-4552-BA63-E776E805C424}" dt="2026-09-16T14:04:03.464" v="16" actId="21"/>
          <ac:picMkLst>
            <pc:docMk/>
            <pc:sldMk cId="0" sldId="264"/>
            <ac:picMk id="2" creationId="{00000000-0000-0000-0000-000000000000}"/>
          </ac:picMkLst>
        </pc:picChg>
        <pc:picChg chg="add">
          <ac:chgData name="Lai, Wilson" userId="2840974a-0d84-4886-90a9-9a3ed79f3a48" providerId="ADAL" clId="{9F23B798-9E84-4552-BA63-E776E805C424}" dt="2026-09-16T14:04:13.187" v="17" actId="22"/>
          <ac:picMkLst>
            <pc:docMk/>
            <pc:sldMk cId="0" sldId="264"/>
            <ac:picMk id="4" creationId="{EB45DC55-7837-98AA-2BB1-55F3F4A7A071}"/>
          </ac:picMkLst>
        </pc:picChg>
      </pc:sldChg>
      <pc:sldChg chg="addSp delSp mod modNotes modNotesTx">
        <pc:chgData name="Lai, Wilson" userId="2840974a-0d84-4886-90a9-9a3ed79f3a48" providerId="ADAL" clId="{9F23B798-9E84-4552-BA63-E776E805C424}" dt="2026-09-16T15:42:30.960" v="59"/>
        <pc:sldMkLst>
          <pc:docMk/>
          <pc:sldMk cId="0" sldId="265"/>
        </pc:sldMkLst>
        <pc:picChg chg="del">
          <ac:chgData name="Lai, Wilson" userId="2840974a-0d84-4886-90a9-9a3ed79f3a48" providerId="ADAL" clId="{9F23B798-9E84-4552-BA63-E776E805C424}" dt="2026-09-16T14:04:14.738" v="18" actId="21"/>
          <ac:picMkLst>
            <pc:docMk/>
            <pc:sldMk cId="0" sldId="265"/>
            <ac:picMk id="2" creationId="{00000000-0000-0000-0000-000000000000}"/>
          </ac:picMkLst>
        </pc:picChg>
        <pc:picChg chg="add">
          <ac:chgData name="Lai, Wilson" userId="2840974a-0d84-4886-90a9-9a3ed79f3a48" providerId="ADAL" clId="{9F23B798-9E84-4552-BA63-E776E805C424}" dt="2026-09-16T14:05:24.720" v="19" actId="22"/>
          <ac:picMkLst>
            <pc:docMk/>
            <pc:sldMk cId="0" sldId="265"/>
            <ac:picMk id="4" creationId="{CCC5D7E4-C479-B6D8-CFDF-2F71C9537972}"/>
          </ac:picMkLst>
        </pc:picChg>
      </pc:sldChg>
      <pc:sldChg chg="addSp delSp mod modNotes modNotesTx">
        <pc:chgData name="Lai, Wilson" userId="2840974a-0d84-4886-90a9-9a3ed79f3a48" providerId="ADAL" clId="{9F23B798-9E84-4552-BA63-E776E805C424}" dt="2026-09-16T15:42:30.960" v="59"/>
        <pc:sldMkLst>
          <pc:docMk/>
          <pc:sldMk cId="0" sldId="266"/>
        </pc:sldMkLst>
        <pc:picChg chg="del">
          <ac:chgData name="Lai, Wilson" userId="2840974a-0d84-4886-90a9-9a3ed79f3a48" providerId="ADAL" clId="{9F23B798-9E84-4552-BA63-E776E805C424}" dt="2026-09-16T14:05:29.154" v="20" actId="21"/>
          <ac:picMkLst>
            <pc:docMk/>
            <pc:sldMk cId="0" sldId="266"/>
            <ac:picMk id="2" creationId="{00000000-0000-0000-0000-000000000000}"/>
          </ac:picMkLst>
        </pc:picChg>
        <pc:picChg chg="add">
          <ac:chgData name="Lai, Wilson" userId="2840974a-0d84-4886-90a9-9a3ed79f3a48" providerId="ADAL" clId="{9F23B798-9E84-4552-BA63-E776E805C424}" dt="2026-09-16T14:05:37.551" v="21" actId="22"/>
          <ac:picMkLst>
            <pc:docMk/>
            <pc:sldMk cId="0" sldId="266"/>
            <ac:picMk id="4" creationId="{8B27B60B-89B0-8E36-F0D1-693EEC871765}"/>
          </ac:picMkLst>
        </pc:picChg>
      </pc:sldChg>
      <pc:sldChg chg="addSp delSp mod modNotes modNotesTx">
        <pc:chgData name="Lai, Wilson" userId="2840974a-0d84-4886-90a9-9a3ed79f3a48" providerId="ADAL" clId="{9F23B798-9E84-4552-BA63-E776E805C424}" dt="2026-09-16T15:42:30.960" v="59"/>
        <pc:sldMkLst>
          <pc:docMk/>
          <pc:sldMk cId="0" sldId="267"/>
        </pc:sldMkLst>
        <pc:picChg chg="del">
          <ac:chgData name="Lai, Wilson" userId="2840974a-0d84-4886-90a9-9a3ed79f3a48" providerId="ADAL" clId="{9F23B798-9E84-4552-BA63-E776E805C424}" dt="2026-09-16T14:05:39.258" v="22" actId="21"/>
          <ac:picMkLst>
            <pc:docMk/>
            <pc:sldMk cId="0" sldId="267"/>
            <ac:picMk id="2" creationId="{00000000-0000-0000-0000-000000000000}"/>
          </ac:picMkLst>
        </pc:picChg>
        <pc:picChg chg="add">
          <ac:chgData name="Lai, Wilson" userId="2840974a-0d84-4886-90a9-9a3ed79f3a48" providerId="ADAL" clId="{9F23B798-9E84-4552-BA63-E776E805C424}" dt="2026-09-16T14:06:09.524" v="23" actId="22"/>
          <ac:picMkLst>
            <pc:docMk/>
            <pc:sldMk cId="0" sldId="267"/>
            <ac:picMk id="4" creationId="{853E5071-1C14-8261-5FAC-25FD0DAEABB3}"/>
          </ac:picMkLst>
        </pc:picChg>
      </pc:sldChg>
      <pc:sldChg chg="addSp delSp mod modNotes modNotesTx">
        <pc:chgData name="Lai, Wilson" userId="2840974a-0d84-4886-90a9-9a3ed79f3a48" providerId="ADAL" clId="{9F23B798-9E84-4552-BA63-E776E805C424}" dt="2026-09-16T15:42:30.960" v="59"/>
        <pc:sldMkLst>
          <pc:docMk/>
          <pc:sldMk cId="0" sldId="268"/>
        </pc:sldMkLst>
        <pc:picChg chg="del">
          <ac:chgData name="Lai, Wilson" userId="2840974a-0d84-4886-90a9-9a3ed79f3a48" providerId="ADAL" clId="{9F23B798-9E84-4552-BA63-E776E805C424}" dt="2026-09-16T14:06:11.222" v="24" actId="21"/>
          <ac:picMkLst>
            <pc:docMk/>
            <pc:sldMk cId="0" sldId="268"/>
            <ac:picMk id="2" creationId="{00000000-0000-0000-0000-000000000000}"/>
          </ac:picMkLst>
        </pc:picChg>
        <pc:picChg chg="add">
          <ac:chgData name="Lai, Wilson" userId="2840974a-0d84-4886-90a9-9a3ed79f3a48" providerId="ADAL" clId="{9F23B798-9E84-4552-BA63-E776E805C424}" dt="2026-09-16T14:06:41.951" v="25" actId="22"/>
          <ac:picMkLst>
            <pc:docMk/>
            <pc:sldMk cId="0" sldId="268"/>
            <ac:picMk id="4" creationId="{56FA8B38-6506-EF5C-D97D-2399D1244371}"/>
          </ac:picMkLst>
        </pc:picChg>
      </pc:sldChg>
      <pc:sldChg chg="addSp delSp mod modNotes modNotesTx">
        <pc:chgData name="Lai, Wilson" userId="2840974a-0d84-4886-90a9-9a3ed79f3a48" providerId="ADAL" clId="{9F23B798-9E84-4552-BA63-E776E805C424}" dt="2026-09-16T15:42:30.960" v="59"/>
        <pc:sldMkLst>
          <pc:docMk/>
          <pc:sldMk cId="0" sldId="269"/>
        </pc:sldMkLst>
        <pc:picChg chg="del">
          <ac:chgData name="Lai, Wilson" userId="2840974a-0d84-4886-90a9-9a3ed79f3a48" providerId="ADAL" clId="{9F23B798-9E84-4552-BA63-E776E805C424}" dt="2026-09-16T14:06:44.074" v="26" actId="21"/>
          <ac:picMkLst>
            <pc:docMk/>
            <pc:sldMk cId="0" sldId="269"/>
            <ac:picMk id="2" creationId="{00000000-0000-0000-0000-000000000000}"/>
          </ac:picMkLst>
        </pc:picChg>
        <pc:picChg chg="add">
          <ac:chgData name="Lai, Wilson" userId="2840974a-0d84-4886-90a9-9a3ed79f3a48" providerId="ADAL" clId="{9F23B798-9E84-4552-BA63-E776E805C424}" dt="2026-09-16T14:07:22.419" v="27" actId="22"/>
          <ac:picMkLst>
            <pc:docMk/>
            <pc:sldMk cId="0" sldId="269"/>
            <ac:picMk id="4" creationId="{2E9F6755-A5F6-FE63-72B3-C7FB99F992A9}"/>
          </ac:picMkLst>
        </pc:picChg>
      </pc:sldChg>
      <pc:sldChg chg="addSp delSp mod modNotes modNotesTx">
        <pc:chgData name="Lai, Wilson" userId="2840974a-0d84-4886-90a9-9a3ed79f3a48" providerId="ADAL" clId="{9F23B798-9E84-4552-BA63-E776E805C424}" dt="2026-09-16T15:42:30.960" v="59"/>
        <pc:sldMkLst>
          <pc:docMk/>
          <pc:sldMk cId="0" sldId="270"/>
        </pc:sldMkLst>
        <pc:picChg chg="del">
          <ac:chgData name="Lai, Wilson" userId="2840974a-0d84-4886-90a9-9a3ed79f3a48" providerId="ADAL" clId="{9F23B798-9E84-4552-BA63-E776E805C424}" dt="2026-09-16T14:07:24.604" v="28" actId="21"/>
          <ac:picMkLst>
            <pc:docMk/>
            <pc:sldMk cId="0" sldId="270"/>
            <ac:picMk id="2" creationId="{00000000-0000-0000-0000-000000000000}"/>
          </ac:picMkLst>
        </pc:picChg>
        <pc:picChg chg="add">
          <ac:chgData name="Lai, Wilson" userId="2840974a-0d84-4886-90a9-9a3ed79f3a48" providerId="ADAL" clId="{9F23B798-9E84-4552-BA63-E776E805C424}" dt="2026-09-16T14:07:49.741" v="29" actId="22"/>
          <ac:picMkLst>
            <pc:docMk/>
            <pc:sldMk cId="0" sldId="270"/>
            <ac:picMk id="4" creationId="{192AA77B-727A-0D49-243F-5B779F50E7B9}"/>
          </ac:picMkLst>
        </pc:picChg>
      </pc:sldChg>
      <pc:sldChg chg="addSp delSp mod modNotes">
        <pc:chgData name="Lai, Wilson" userId="2840974a-0d84-4886-90a9-9a3ed79f3a48" providerId="ADAL" clId="{9F23B798-9E84-4552-BA63-E776E805C424}" dt="2026-09-16T15:42:30.960" v="59"/>
        <pc:sldMkLst>
          <pc:docMk/>
          <pc:sldMk cId="0" sldId="271"/>
        </pc:sldMkLst>
        <pc:picChg chg="del">
          <ac:chgData name="Lai, Wilson" userId="2840974a-0d84-4886-90a9-9a3ed79f3a48" providerId="ADAL" clId="{9F23B798-9E84-4552-BA63-E776E805C424}" dt="2026-09-16T14:07:53.196" v="30" actId="21"/>
          <ac:picMkLst>
            <pc:docMk/>
            <pc:sldMk cId="0" sldId="271"/>
            <ac:picMk id="2" creationId="{00000000-0000-0000-0000-000000000000}"/>
          </ac:picMkLst>
        </pc:picChg>
        <pc:picChg chg="add">
          <ac:chgData name="Lai, Wilson" userId="2840974a-0d84-4886-90a9-9a3ed79f3a48" providerId="ADAL" clId="{9F23B798-9E84-4552-BA63-E776E805C424}" dt="2026-09-16T14:08:24.241" v="31" actId="22"/>
          <ac:picMkLst>
            <pc:docMk/>
            <pc:sldMk cId="0" sldId="271"/>
            <ac:picMk id="4" creationId="{5EBECE3C-BCA2-41CE-8B2A-B06DB9821246}"/>
          </ac:picMkLst>
        </pc:picChg>
      </pc:sldChg>
      <pc:sldChg chg="modNotes modNotesTx">
        <pc:chgData name="Lai, Wilson" userId="2840974a-0d84-4886-90a9-9a3ed79f3a48" providerId="ADAL" clId="{9F23B798-9E84-4552-BA63-E776E805C424}" dt="2026-09-16T15:42:30.960" v="59"/>
        <pc:sldMkLst>
          <pc:docMk/>
          <pc:sldMk cId="3986780007"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E6D5F9-8E09-41B9-96A1-9BD628E9157F}"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AEF71-D33E-4639-8ECE-B651F4A97A7A}" type="slidenum">
              <a:rPr lang="en-US" smtClean="0"/>
              <a:t>‹#›</a:t>
            </a:fld>
            <a:endParaRPr lang="en-US"/>
          </a:p>
        </p:txBody>
      </p:sp>
    </p:spTree>
    <p:extLst>
      <p:ext uri="{BB962C8B-B14F-4D97-AF65-F5344CB8AC3E}">
        <p14:creationId xmlns:p14="http://schemas.microsoft.com/office/powerpoint/2010/main" val="3544026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Welcome, everyone. Today, I’m going to walk you through an operational blueprint for B2B service businesses that we call 'The $1.4B Sales Machine'.</a:t>
            </a:r>
          </a:p>
          <a:p>
            <a:pPr lvl="0"/>
            <a:r>
              <a:rPr lang="en-US" dirty="0"/>
              <a:t>This methodology isn't theoretical. Over the past 12 years, we’ve used this exact framework across more than 1,100 business owners to generate over $1.4 Billion in net new revenue.</a:t>
            </a:r>
          </a:p>
          <a:p>
            <a:pPr lvl="0"/>
            <a:r>
              <a:rPr lang="en-US" dirty="0"/>
              <a:t>If you look at the diagram on the left, notice how the gears interlock—that is intentional. The core objective of today’s session is to take revenue creation out of the realm of luck or manual grind, and engineer it for three things: </a:t>
            </a:r>
            <a:r>
              <a:rPr lang="en-US" b="1" dirty="0"/>
              <a:t>predictability, automation, and delegation</a:t>
            </a:r>
            <a:r>
              <a:rPr lang="en-US" dirty="0"/>
              <a:t>.</a:t>
            </a:r>
          </a:p>
          <a:p>
            <a:pPr lvl="0"/>
            <a:r>
              <a:rPr lang="en-US" i="1" dirty="0"/>
              <a:t>By the time we finish, you'll see how to systematically build a machine that produces sales reliably, regardless of how busy you get delivering client work. Let's dive in.</a:t>
            </a:r>
            <a:endParaRPr lang="en-US" dirty="0"/>
          </a:p>
          <a:p>
            <a:endParaRPr lang="en-US" dirty="0"/>
          </a:p>
          <a:p>
            <a:endParaRPr lang="en-US" dirty="0"/>
          </a:p>
          <a:p>
            <a:endParaRPr lang="en-US" dirty="0"/>
          </a:p>
          <a:p>
            <a:r>
              <a:rPr lang="en-US" dirty="0"/>
              <a:t>https://www.youtube.com/watch?v=_6oWVTKGtJw</a:t>
            </a:r>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1</a:t>
            </a:fld>
            <a:endParaRPr lang="en-US"/>
          </a:p>
        </p:txBody>
      </p:sp>
    </p:spTree>
    <p:extLst>
      <p:ext uri="{BB962C8B-B14F-4D97-AF65-F5344CB8AC3E}">
        <p14:creationId xmlns:p14="http://schemas.microsoft.com/office/powerpoint/2010/main" val="3335753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Let's talk about the single biggest growth barrier in B2B service businesses: </a:t>
            </a:r>
            <a:r>
              <a:rPr lang="en-US" b="1" dirty="0"/>
              <a:t>The Founder Bottleneck</a:t>
            </a:r>
            <a:r>
              <a:rPr lang="en-US" dirty="0"/>
              <a:t>.</a:t>
            </a:r>
          </a:p>
          <a:p>
            <a:pPr lvl="0"/>
            <a:r>
              <a:rPr lang="en-US" dirty="0"/>
              <a:t>On the left, look at 'The Problem' funnel. Right now, most founders run their business on manual heroics. When you need clients, you hustle, make calls, network, and close deals.</a:t>
            </a:r>
          </a:p>
          <a:p>
            <a:pPr lvl="0"/>
            <a:r>
              <a:rPr lang="en-US" dirty="0"/>
              <a:t>But what happens next? You close those deals, you get busy delivering the work, and sales completely halt. The pipeline dries up. You hit an endless roller-coaster revenue cycle.</a:t>
            </a:r>
          </a:p>
          <a:p>
            <a:pPr lvl="0"/>
            <a:r>
              <a:rPr lang="en-US" dirty="0"/>
              <a:t>Now look at the right: 'The Paradigm Shift'. We need to convert revenue creation into a mechanical, predictable system.</a:t>
            </a:r>
          </a:p>
          <a:p>
            <a:pPr lvl="0"/>
            <a:r>
              <a:rPr lang="en-US" dirty="0"/>
              <a:t>Growth cannot depend on your personal calendar or daily energy levels. The system—not you—must dictate revenue. When you transition to a machine, delivery busywork no longer halts client acquisition.</a:t>
            </a:r>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2</a:t>
            </a:fld>
            <a:endParaRPr lang="en-US"/>
          </a:p>
        </p:txBody>
      </p:sp>
    </p:spTree>
    <p:extLst>
      <p:ext uri="{BB962C8B-B14F-4D97-AF65-F5344CB8AC3E}">
        <p14:creationId xmlns:p14="http://schemas.microsoft.com/office/powerpoint/2010/main" val="1879751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To break free from founder dependency, we structure our sales machine into three distinct, interconnected subsystems:</a:t>
            </a:r>
          </a:p>
          <a:p>
            <a:pPr lvl="0"/>
            <a:r>
              <a:rPr lang="en-US" b="1" dirty="0"/>
              <a:t>System 1: Prospect Identification</a:t>
            </a:r>
            <a:r>
              <a:rPr lang="en-US" dirty="0"/>
              <a:t> — Pinpointing the exact buyers who are ready to buy right now, avoiding wasted effort on unmotivated leads.</a:t>
            </a:r>
          </a:p>
          <a:p>
            <a:pPr lvl="0"/>
            <a:r>
              <a:rPr lang="en-US" b="1" dirty="0"/>
              <a:t>System 2: Meeting Booking</a:t>
            </a:r>
            <a:r>
              <a:rPr lang="en-US" dirty="0"/>
              <a:t> — Engineering radical focus through a single, highly leveraged outreach channel to fill your calendar.</a:t>
            </a:r>
          </a:p>
          <a:p>
            <a:pPr lvl="0"/>
            <a:r>
              <a:rPr lang="en-US" b="1" dirty="0"/>
              <a:t>System 3: Sales Conversion</a:t>
            </a:r>
            <a:r>
              <a:rPr lang="en-US" dirty="0"/>
              <a:t> — Replacing outdated 12-step closing tactics with a sleek, 3-step consultative loop.</a:t>
            </a:r>
          </a:p>
          <a:p>
            <a:pPr lvl="0"/>
            <a:r>
              <a:rPr lang="en-US" dirty="0"/>
              <a:t>When these three systems function together, prospect data flows seamlessly into booked meetings, which then convert into signed clients on repeat.</a:t>
            </a:r>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3</a:t>
            </a:fld>
            <a:endParaRPr lang="en-US"/>
          </a:p>
        </p:txBody>
      </p:sp>
    </p:spTree>
    <p:extLst>
      <p:ext uri="{BB962C8B-B14F-4D97-AF65-F5344CB8AC3E}">
        <p14:creationId xmlns:p14="http://schemas.microsoft.com/office/powerpoint/2010/main" val="4025225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Let's break down </a:t>
            </a:r>
            <a:r>
              <a:rPr lang="en-US" b="1" dirty="0"/>
              <a:t>System 1: Prospect Identification</a:t>
            </a:r>
            <a:r>
              <a:rPr lang="en-US" dirty="0"/>
              <a:t>.</a:t>
            </a:r>
          </a:p>
          <a:p>
            <a:pPr lvl="0"/>
            <a:r>
              <a:rPr lang="en-US" dirty="0"/>
              <a:t>Before we begin, remember the Golden Rule at the top right: Do not over-engineer this. You don't need complex tools or dedicated research teams sitting with spreadsheets. This can be built in a single afternoon.</a:t>
            </a:r>
          </a:p>
          <a:p>
            <a:pPr lvl="0"/>
            <a:r>
              <a:rPr lang="en-US" dirty="0"/>
              <a:t>The system relies on three steps:</a:t>
            </a:r>
          </a:p>
          <a:p>
            <a:pPr marL="228600" lvl="0" indent="-228600">
              <a:buFont typeface="+mj-lt"/>
              <a:buAutoNum type="arabicPeriod"/>
            </a:pPr>
            <a:r>
              <a:rPr lang="en-US" b="1" dirty="0"/>
              <a:t>Ideal Customer Persona (ICP):</a:t>
            </a:r>
            <a:r>
              <a:rPr lang="en-US" dirty="0"/>
              <a:t> Review your past 3 to 5 years of client data. Identify who closed fast, paid easily, got maximum value, and gave you high lifetime value.</a:t>
            </a:r>
          </a:p>
          <a:p>
            <a:pPr marL="228600" lvl="0" indent="-228600">
              <a:buFont typeface="+mj-lt"/>
              <a:buAutoNum type="arabicPeriod"/>
            </a:pPr>
            <a:r>
              <a:rPr lang="en-US" b="1" dirty="0"/>
              <a:t>Trigger Event:</a:t>
            </a:r>
            <a:r>
              <a:rPr lang="en-US" dirty="0"/>
              <a:t> Identify the exact external indicator that forces their operational pain past their action threshold.</a:t>
            </a:r>
          </a:p>
          <a:p>
            <a:pPr marL="228600" lvl="0" indent="-228600">
              <a:buFont typeface="+mj-lt"/>
              <a:buAutoNum type="arabicPeriod"/>
            </a:pPr>
            <a:r>
              <a:rPr lang="en-US" b="1" dirty="0"/>
              <a:t>Automated List Building:</a:t>
            </a:r>
            <a:r>
              <a:rPr lang="en-US" dirty="0"/>
              <a:t> Use modern data aggregation tools to pull these targeted prospects automatically.*</a:t>
            </a:r>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4</a:t>
            </a:fld>
            <a:endParaRPr lang="en-US"/>
          </a:p>
        </p:txBody>
      </p:sp>
    </p:spTree>
    <p:extLst>
      <p:ext uri="{BB962C8B-B14F-4D97-AF65-F5344CB8AC3E}">
        <p14:creationId xmlns:p14="http://schemas.microsoft.com/office/powerpoint/2010/main" val="2383343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Understanding prospect psychology comes down to the 'Physics of Buying Pain'.</a:t>
            </a:r>
          </a:p>
          <a:p>
            <a:pPr lvl="0"/>
            <a:r>
              <a:rPr lang="en-US" dirty="0"/>
              <a:t>Look at the graph: Pain runs along the vertical axis, Time along the horizontal axis.</a:t>
            </a:r>
          </a:p>
          <a:p>
            <a:pPr lvl="0"/>
            <a:r>
              <a:rPr lang="en-US" dirty="0"/>
              <a:t>Most sales teams attempt 'The Hard Way': reaching out to prospects when their pain is low and trying to artificially build urgency. It’s exhausting and inefficient.</a:t>
            </a:r>
          </a:p>
          <a:p>
            <a:pPr lvl="0"/>
            <a:r>
              <a:rPr lang="en-US" dirty="0"/>
              <a:t>The 'Profitable Way' relies on identifying the </a:t>
            </a:r>
            <a:r>
              <a:rPr lang="en-US" b="1" dirty="0"/>
              <a:t>Trigger Event</a:t>
            </a:r>
            <a:r>
              <a:rPr lang="en-US" dirty="0"/>
              <a:t>. This is an external indicator—like hiring or firing a sales team, raising a funding round, or facing new compliance rules—that spikes their internal pain above their 'Action Threshold'.</a:t>
            </a:r>
          </a:p>
          <a:p>
            <a:pPr lvl="0"/>
            <a:r>
              <a:rPr lang="en-US" i="1" dirty="0"/>
              <a:t>When you contact prospects at peak pain, sales calls shift from convincing them to helping them solve a real, active problem.</a:t>
            </a:r>
            <a:endParaRPr lang="en-US" dirty="0"/>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5</a:t>
            </a:fld>
            <a:endParaRPr lang="en-US"/>
          </a:p>
        </p:txBody>
      </p:sp>
    </p:spTree>
    <p:extLst>
      <p:ext uri="{BB962C8B-B14F-4D97-AF65-F5344CB8AC3E}">
        <p14:creationId xmlns:p14="http://schemas.microsoft.com/office/powerpoint/2010/main" val="1731787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Manually scraping contacts and building lists is obsolete.</a:t>
            </a:r>
          </a:p>
          <a:p>
            <a:pPr lvl="0"/>
            <a:r>
              <a:rPr lang="en-US" dirty="0"/>
              <a:t>Today, contact data is a commodity. Tools like Apollo and Clay allow you to access thousands of contact details instantly.</a:t>
            </a:r>
          </a:p>
          <a:p>
            <a:pPr lvl="0"/>
            <a:r>
              <a:rPr lang="en-US" dirty="0"/>
              <a:t>The real power lies in the </a:t>
            </a:r>
            <a:r>
              <a:rPr lang="en-US" b="1" dirty="0"/>
              <a:t>Automation Loop</a:t>
            </a:r>
            <a:r>
              <a:rPr lang="en-US" dirty="0"/>
              <a:t> shown here:</a:t>
            </a:r>
          </a:p>
          <a:p>
            <a:pPr marL="171450" lvl="0" indent="-171450">
              <a:buFont typeface="Arial" panose="020B0604020202020204" pitchFamily="34" charset="0"/>
              <a:buChar char="•"/>
            </a:pPr>
            <a:r>
              <a:rPr lang="en-US" dirty="0"/>
              <a:t>You input your ICP parameters alongside specific Trigger Event monitors.</a:t>
            </a:r>
          </a:p>
          <a:p>
            <a:pPr marL="171450" lvl="0" indent="-171450">
              <a:buFont typeface="Arial" panose="020B0604020202020204" pitchFamily="34" charset="0"/>
              <a:buChar char="•"/>
            </a:pPr>
            <a:r>
              <a:rPr lang="en-US" dirty="0"/>
              <a:t>The system processes the market data and outputs pristine lists of 50 to 1,000 highly motivated prospects in just 15 minutes a month.</a:t>
            </a:r>
          </a:p>
          <a:p>
            <a:pPr lvl="0"/>
            <a:r>
              <a:rPr lang="en-US" i="1" dirty="0"/>
              <a:t>Once set up, high-intent lead data flows into your pipeline automatically.</a:t>
            </a:r>
            <a:endParaRPr lang="en-US" dirty="0"/>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6</a:t>
            </a:fld>
            <a:endParaRPr lang="en-US"/>
          </a:p>
        </p:txBody>
      </p:sp>
    </p:spTree>
    <p:extLst>
      <p:ext uri="{BB962C8B-B14F-4D97-AF65-F5344CB8AC3E}">
        <p14:creationId xmlns:p14="http://schemas.microsoft.com/office/powerpoint/2010/main" val="4149756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Once you know who to target, you need </a:t>
            </a:r>
            <a:r>
              <a:rPr lang="en-US" b="1" dirty="0"/>
              <a:t>System 2: The Meeting Booking System</a:t>
            </a:r>
            <a:r>
              <a:rPr lang="en-US" dirty="0"/>
              <a:t>.</a:t>
            </a:r>
          </a:p>
          <a:p>
            <a:pPr lvl="0"/>
            <a:r>
              <a:rPr lang="en-US" dirty="0"/>
              <a:t>If your B2B service generates under $2M to $5M annually, obey </a:t>
            </a:r>
            <a:r>
              <a:rPr lang="en-US" b="1" dirty="0"/>
              <a:t>The Absolute Rule</a:t>
            </a:r>
            <a:r>
              <a:rPr lang="en-US" dirty="0"/>
              <a:t>: </a:t>
            </a:r>
            <a:r>
              <a:rPr lang="en-US" b="1" dirty="0"/>
              <a:t>Pick ONE channel</a:t>
            </a:r>
            <a:r>
              <a:rPr lang="en-US" dirty="0"/>
              <a:t>.</a:t>
            </a:r>
          </a:p>
          <a:p>
            <a:pPr lvl="0"/>
            <a:r>
              <a:rPr lang="en-US" dirty="0"/>
              <a:t>Avoid the trap of trying to run a podcast, post across four social channels, manage PPC ads, and attend networking events all at once.</a:t>
            </a:r>
          </a:p>
          <a:p>
            <a:pPr lvl="0"/>
            <a:r>
              <a:rPr lang="en-US" dirty="0"/>
              <a:t>Focus all energy on mastering a single channel. Sticking to one pathway builds momentum and consistently fills your calendar.</a:t>
            </a:r>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7</a:t>
            </a:fld>
            <a:endParaRPr lang="en-US"/>
          </a:p>
        </p:txBody>
      </p:sp>
    </p:spTree>
    <p:extLst>
      <p:ext uri="{BB962C8B-B14F-4D97-AF65-F5344CB8AC3E}">
        <p14:creationId xmlns:p14="http://schemas.microsoft.com/office/powerpoint/2010/main" val="1334565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Why is single-channel focus so crucial? Consider 'The Escape Velocity Barrier'.</a:t>
            </a:r>
          </a:p>
          <a:p>
            <a:pPr lvl="0"/>
            <a:r>
              <a:rPr lang="en-US" dirty="0"/>
              <a:t>On the left, 'Omnichannel Failure' shows scattered efforts across multiple channels. Splitting energy across cold outreach, content, ads, and events leaves you trapped under the market noise barrier.</a:t>
            </a:r>
          </a:p>
          <a:p>
            <a:pPr lvl="0"/>
            <a:r>
              <a:rPr lang="en-US" dirty="0"/>
              <a:t>On the right, 'Single-Channel Success' shows focused execution. Channeling 100% of your energy into one method breaks through the booking barrier—achieving escape velocity.</a:t>
            </a:r>
          </a:p>
          <a:p>
            <a:pPr lvl="0"/>
            <a:r>
              <a:rPr lang="en-US" i="1" dirty="0"/>
              <a:t>Commit to one channel until it consistently produces meeting volumes before scaling elsewhere.</a:t>
            </a:r>
            <a:endParaRPr lang="en-US" dirty="0"/>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8</a:t>
            </a:fld>
            <a:endParaRPr lang="en-US"/>
          </a:p>
        </p:txBody>
      </p:sp>
    </p:spTree>
    <p:extLst>
      <p:ext uri="{BB962C8B-B14F-4D97-AF65-F5344CB8AC3E}">
        <p14:creationId xmlns:p14="http://schemas.microsoft.com/office/powerpoint/2010/main" val="447256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How do you choose your single channel? Use this matrix comparing Cold Outreach, Content, and Pay-Per-Click (PPC):</a:t>
            </a:r>
          </a:p>
          <a:p>
            <a:pPr marL="171450" lvl="0" indent="-171450">
              <a:buFont typeface="Arial" panose="020B0604020202020204" pitchFamily="34" charset="0"/>
              <a:buChar char="•"/>
            </a:pPr>
            <a:r>
              <a:rPr lang="en-US" b="1" dirty="0"/>
              <a:t>Cold Outreach (Email/LinkedIn):</a:t>
            </a:r>
            <a:r>
              <a:rPr lang="en-US" dirty="0"/>
              <a:t> Fast speed, high scalability, low setup effort. Requires a crisp, low-friction offer phrase like: </a:t>
            </a:r>
            <a:r>
              <a:rPr lang="en-US" i="1" dirty="0"/>
              <a:t>'Would it make sense to...'</a:t>
            </a:r>
            <a:r>
              <a:rPr lang="en-US" dirty="0"/>
              <a:t>.</a:t>
            </a:r>
          </a:p>
          <a:p>
            <a:pPr marL="171450" lvl="0" indent="-171450">
              <a:buFont typeface="Arial" panose="020B0604020202020204" pitchFamily="34" charset="0"/>
              <a:buChar char="•"/>
            </a:pPr>
            <a:r>
              <a:rPr lang="en-US" b="1" dirty="0"/>
              <a:t>Content (Talking-Head Videos):</a:t>
            </a:r>
            <a:r>
              <a:rPr lang="en-US" dirty="0"/>
              <a:t> Medium speed, high scalability, builds deep trust. Requires just 1–2 hours per week to script and record simple, value-rich videos.</a:t>
            </a:r>
          </a:p>
          <a:p>
            <a:pPr marL="171450" lvl="0" indent="-171450">
              <a:buFont typeface="Arial" panose="020B0604020202020204" pitchFamily="34" charset="0"/>
              <a:buChar char="•"/>
            </a:pPr>
            <a:r>
              <a:rPr lang="en-US" b="1" dirty="0"/>
              <a:t>Pay-Per-Click (PPC):</a:t>
            </a:r>
            <a:r>
              <a:rPr lang="en-US" dirty="0"/>
              <a:t> Instant speed, infinite scale. Requires capital up-front, but operates on auto-pilot once dialed in.</a:t>
            </a:r>
          </a:p>
          <a:p>
            <a:pPr lvl="0"/>
            <a:r>
              <a:rPr lang="en-US" i="1" dirty="0"/>
              <a:t>Select the channel that best matches your immediate capital, time, and strengths, and commit to it fully.</a:t>
            </a:r>
            <a:endParaRPr lang="en-US" dirty="0"/>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9</a:t>
            </a:fld>
            <a:endParaRPr lang="en-US"/>
          </a:p>
        </p:txBody>
      </p:sp>
    </p:spTree>
    <p:extLst>
      <p:ext uri="{BB962C8B-B14F-4D97-AF65-F5344CB8AC3E}">
        <p14:creationId xmlns:p14="http://schemas.microsoft.com/office/powerpoint/2010/main" val="2406123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Now that meetings are booked, let's explore </a:t>
            </a:r>
            <a:r>
              <a:rPr lang="en-US" b="1" dirty="0"/>
              <a:t>System 3: Sales Conversion</a:t>
            </a:r>
            <a:r>
              <a:rPr lang="en-US" dirty="0"/>
              <a:t>.</a:t>
            </a:r>
          </a:p>
          <a:p>
            <a:pPr lvl="0"/>
            <a:r>
              <a:rPr lang="en-US" dirty="0"/>
              <a:t>Complex 12-step sales playbooks are unnecessary for B2B services. Closing deals effectively comes down to mastering three elements:</a:t>
            </a:r>
          </a:p>
          <a:p>
            <a:pPr marL="171450" lvl="0" indent="-171450">
              <a:buFont typeface="Arial" panose="020B0604020202020204" pitchFamily="34" charset="0"/>
              <a:buChar char="•"/>
            </a:pPr>
            <a:r>
              <a:rPr lang="en-US" b="1" dirty="0"/>
              <a:t>Discovery Call:</a:t>
            </a:r>
            <a:r>
              <a:rPr lang="en-US" dirty="0"/>
              <a:t> Structuring the conversation as a consulting exercise rather than a aggressive pitch.</a:t>
            </a:r>
          </a:p>
          <a:p>
            <a:pPr marL="171450" lvl="0" indent="-171450">
              <a:buFont typeface="Arial" panose="020B0604020202020204" pitchFamily="34" charset="0"/>
              <a:buChar char="•"/>
            </a:pPr>
            <a:r>
              <a:rPr lang="en-US" b="1" dirty="0"/>
              <a:t>The Offer:</a:t>
            </a:r>
            <a:r>
              <a:rPr lang="en-US" dirty="0"/>
              <a:t> Designing a clear proposition that minimizes friction.</a:t>
            </a:r>
          </a:p>
          <a:p>
            <a:pPr marL="171450" lvl="0" indent="-171450">
              <a:buFont typeface="Arial" panose="020B0604020202020204" pitchFamily="34" charset="0"/>
              <a:buChar char="•"/>
            </a:pPr>
            <a:r>
              <a:rPr lang="en-US" b="1" dirty="0" err="1"/>
              <a:t>Microclosing</a:t>
            </a:r>
            <a:r>
              <a:rPr lang="en-US" b="1" dirty="0"/>
              <a:t>:</a:t>
            </a:r>
            <a:r>
              <a:rPr lang="en-US" dirty="0"/>
              <a:t> Using logical questions to guide prospects forward naturally.*</a:t>
            </a:r>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10</a:t>
            </a:fld>
            <a:endParaRPr lang="en-US"/>
          </a:p>
        </p:txBody>
      </p:sp>
    </p:spTree>
    <p:extLst>
      <p:ext uri="{BB962C8B-B14F-4D97-AF65-F5344CB8AC3E}">
        <p14:creationId xmlns:p14="http://schemas.microsoft.com/office/powerpoint/2010/main" val="16530545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The discovery call operates on a simple visual concept: </a:t>
            </a:r>
            <a:r>
              <a:rPr lang="en-US" b="1" dirty="0"/>
              <a:t>The Bridge</a:t>
            </a:r>
            <a:r>
              <a:rPr lang="en-US" dirty="0"/>
              <a:t>.</a:t>
            </a:r>
          </a:p>
          <a:p>
            <a:pPr lvl="0"/>
            <a:r>
              <a:rPr lang="en-US" dirty="0"/>
              <a:t>Your goal is not to pitch immediately, but to map two environments:</a:t>
            </a:r>
          </a:p>
          <a:p>
            <a:pPr marL="171450" lvl="0" indent="-171450">
              <a:buFont typeface="Arial" panose="020B0604020202020204" pitchFamily="34" charset="0"/>
              <a:buChar char="•"/>
            </a:pPr>
            <a:r>
              <a:rPr lang="en-US" b="1" dirty="0"/>
              <a:t>Current Reality:</a:t>
            </a:r>
            <a:r>
              <a:rPr lang="en-US" dirty="0"/>
              <a:t> Where are they struggling right now?</a:t>
            </a:r>
          </a:p>
          <a:p>
            <a:pPr marL="171450" lvl="0" indent="-171450">
              <a:buFont typeface="Arial" panose="020B0604020202020204" pitchFamily="34" charset="0"/>
              <a:buChar char="•"/>
            </a:pPr>
            <a:r>
              <a:rPr lang="en-US" b="1" dirty="0"/>
              <a:t>Brighter Future:</a:t>
            </a:r>
            <a:r>
              <a:rPr lang="en-US" dirty="0"/>
              <a:t> What exact business outcomes do they want to achieve?</a:t>
            </a:r>
          </a:p>
          <a:p>
            <a:pPr lvl="0"/>
            <a:r>
              <a:rPr lang="en-US" b="1" dirty="0"/>
              <a:t>Execution:</a:t>
            </a:r>
            <a:r>
              <a:rPr lang="en-US" dirty="0"/>
              <a:t> Ask linear diagnostic questions. When a question uncovers pain, dig deeper before stepping back.</a:t>
            </a:r>
          </a:p>
          <a:p>
            <a:pPr lvl="0"/>
            <a:r>
              <a:rPr lang="en-US" b="1" dirty="0"/>
              <a:t>Result:</a:t>
            </a:r>
            <a:r>
              <a:rPr lang="en-US" dirty="0"/>
              <a:t> Once both sides are mapped, position your service as the exclusive bridge connecting them. The prospect will naturally ask: </a:t>
            </a:r>
            <a:r>
              <a:rPr lang="en-US" i="1" dirty="0"/>
              <a:t>'How can you help us build this?'</a:t>
            </a:r>
            <a:endParaRPr lang="en-US" dirty="0"/>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11</a:t>
            </a:fld>
            <a:endParaRPr lang="en-US"/>
          </a:p>
        </p:txBody>
      </p:sp>
    </p:spTree>
    <p:extLst>
      <p:ext uri="{BB962C8B-B14F-4D97-AF65-F5344CB8AC3E}">
        <p14:creationId xmlns:p14="http://schemas.microsoft.com/office/powerpoint/2010/main" val="19091894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To make your offer compelling, construct it using the </a:t>
            </a:r>
            <a:r>
              <a:rPr lang="en-US" b="1" dirty="0"/>
              <a:t>N.F.S.E. Framework</a:t>
            </a:r>
            <a:r>
              <a:rPr lang="en-US" dirty="0"/>
              <a:t>:</a:t>
            </a:r>
          </a:p>
          <a:p>
            <a:pPr marL="171450" lvl="0" indent="-171450">
              <a:buFont typeface="Arial" panose="020B0604020202020204" pitchFamily="34" charset="0"/>
              <a:buChar char="•"/>
            </a:pPr>
            <a:r>
              <a:rPr lang="en-US" b="1" dirty="0"/>
              <a:t>N – New:</a:t>
            </a:r>
            <a:r>
              <a:rPr lang="en-US" dirty="0"/>
              <a:t> Present a counter-intuitive twist or fresh perspective compared to traditional market approaches.</a:t>
            </a:r>
          </a:p>
          <a:p>
            <a:pPr marL="171450" lvl="0" indent="-171450">
              <a:buFont typeface="Arial" panose="020B0604020202020204" pitchFamily="34" charset="0"/>
              <a:buChar char="•"/>
            </a:pPr>
            <a:r>
              <a:rPr lang="en-US" b="1" dirty="0"/>
              <a:t>F – Fast:</a:t>
            </a:r>
            <a:r>
              <a:rPr lang="en-US" dirty="0"/>
              <a:t> Deliver an initial win within the first 3 to 7 days, even if full engagement takes 90 days.</a:t>
            </a:r>
          </a:p>
          <a:p>
            <a:pPr marL="171450" lvl="0" indent="-171450">
              <a:buFont typeface="Arial" panose="020B0604020202020204" pitchFamily="34" charset="0"/>
              <a:buChar char="•"/>
            </a:pPr>
            <a:r>
              <a:rPr lang="en-US" b="1" dirty="0"/>
              <a:t>S – Safe:</a:t>
            </a:r>
            <a:r>
              <a:rPr lang="en-US" dirty="0"/>
              <a:t> Remove perceived risk through performance guarantees, trials, or risk-reversal terms.</a:t>
            </a:r>
          </a:p>
          <a:p>
            <a:pPr marL="171450" lvl="0" indent="-171450">
              <a:buFont typeface="Arial" panose="020B0604020202020204" pitchFamily="34" charset="0"/>
              <a:buChar char="•"/>
            </a:pPr>
            <a:r>
              <a:rPr lang="en-US" b="1" dirty="0"/>
              <a:t>E – Easy:</a:t>
            </a:r>
            <a:r>
              <a:rPr lang="en-US" dirty="0"/>
              <a:t> Eliminate operational friction so onboard steps feel effortless for busy clients.</a:t>
            </a:r>
          </a:p>
          <a:p>
            <a:pPr lvl="0"/>
            <a:r>
              <a:rPr lang="en-US" dirty="0"/>
              <a:t>Structuring your proposition this way minimizes hesitation and speeds up decision-making.</a:t>
            </a:r>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12</a:t>
            </a:fld>
            <a:endParaRPr lang="en-US"/>
          </a:p>
        </p:txBody>
      </p:sp>
    </p:spTree>
    <p:extLst>
      <p:ext uri="{BB962C8B-B14F-4D97-AF65-F5344CB8AC3E}">
        <p14:creationId xmlns:p14="http://schemas.microsoft.com/office/powerpoint/2010/main" val="16746990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High-pressure closing tactics often backfire. </a:t>
            </a:r>
            <a:r>
              <a:rPr lang="en-US" dirty="0" err="1"/>
              <a:t>Microclosing</a:t>
            </a:r>
            <a:r>
              <a:rPr lang="en-US" dirty="0"/>
              <a:t> uses small, logical steps to maintain momentum throughout the sales process.</a:t>
            </a:r>
          </a:p>
          <a:p>
            <a:pPr lvl="0"/>
            <a:r>
              <a:rPr lang="en-US" dirty="0"/>
              <a:t>At every stage, ask a simple question: </a:t>
            </a:r>
            <a:r>
              <a:rPr lang="en-US" b="1" dirty="0"/>
              <a:t>'Does it make sense to [logical next step]?'</a:t>
            </a:r>
            <a:endParaRPr lang="en-US" dirty="0"/>
          </a:p>
          <a:p>
            <a:pPr marL="171450" lvl="0" indent="-171450">
              <a:buFont typeface="Arial" panose="020B0604020202020204" pitchFamily="34" charset="0"/>
              <a:buChar char="•"/>
            </a:pPr>
            <a:r>
              <a:rPr lang="en-US" b="1" dirty="0"/>
              <a:t>If Yes:</a:t>
            </a:r>
            <a:r>
              <a:rPr lang="en-US" dirty="0"/>
              <a:t> Advance seamlessly to the next stage.</a:t>
            </a:r>
          </a:p>
          <a:p>
            <a:pPr marL="171450" lvl="0" indent="-171450">
              <a:buFont typeface="Arial" panose="020B0604020202020204" pitchFamily="34" charset="0"/>
              <a:buChar char="•"/>
            </a:pPr>
            <a:r>
              <a:rPr lang="en-US" b="1" dirty="0"/>
              <a:t>If No:</a:t>
            </a:r>
            <a:r>
              <a:rPr lang="en-US" dirty="0"/>
              <a:t> Avoid arguing. Instead, ask: </a:t>
            </a:r>
            <a:r>
              <a:rPr lang="en-US" b="1" dirty="0"/>
              <a:t>'What does make sense?'</a:t>
            </a:r>
            <a:endParaRPr lang="en-US" dirty="0"/>
          </a:p>
          <a:p>
            <a:pPr lvl="0"/>
            <a:r>
              <a:rPr lang="en-US" dirty="0"/>
              <a:t>This prompts the prospect to explain their internal process (e.g., </a:t>
            </a:r>
            <a:r>
              <a:rPr lang="en-US" i="1" dirty="0"/>
              <a:t>'I need to review this with my partner first'</a:t>
            </a:r>
            <a:r>
              <a:rPr lang="en-US" dirty="0"/>
              <a:t>). You can then set the next logical micro-step: </a:t>
            </a:r>
            <a:r>
              <a:rPr lang="en-US" i="1" dirty="0"/>
              <a:t>'Does it make sense to connect tomorrow after you've spoken?'</a:t>
            </a:r>
            <a:endParaRPr lang="en-US" dirty="0"/>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13</a:t>
            </a:fld>
            <a:endParaRPr lang="en-US"/>
          </a:p>
        </p:txBody>
      </p:sp>
    </p:spTree>
    <p:extLst>
      <p:ext uri="{BB962C8B-B14F-4D97-AF65-F5344CB8AC3E}">
        <p14:creationId xmlns:p14="http://schemas.microsoft.com/office/powerpoint/2010/main" val="884542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To build a business that runs independently, map every sales function into three categories using the </a:t>
            </a:r>
            <a:r>
              <a:rPr lang="en-US" b="1" dirty="0"/>
              <a:t>Founder Extraction Matrix</a:t>
            </a:r>
            <a:r>
              <a:rPr lang="en-US" dirty="0"/>
              <a:t>:</a:t>
            </a:r>
          </a:p>
          <a:p>
            <a:pPr marL="228600" lvl="0" indent="-228600">
              <a:buFont typeface="+mj-lt"/>
              <a:buAutoNum type="arabicPeriod"/>
            </a:pPr>
            <a:r>
              <a:rPr lang="en-US" b="1" dirty="0"/>
              <a:t>Do It Once:</a:t>
            </a:r>
            <a:r>
              <a:rPr lang="en-US" dirty="0"/>
              <a:t> Set strategy up-front—define the ICP, set trigger event conditions, and build the N.F.S.E. offer.</a:t>
            </a:r>
          </a:p>
          <a:p>
            <a:pPr marL="228600" lvl="0" indent="-228600">
              <a:buFont typeface="+mj-lt"/>
              <a:buAutoNum type="arabicPeriod"/>
            </a:pPr>
            <a:r>
              <a:rPr lang="en-US" b="1" dirty="0"/>
              <a:t>Automate:</a:t>
            </a:r>
            <a:r>
              <a:rPr lang="en-US" dirty="0"/>
              <a:t> Use software for list creation, trigger monitoring, and ad delivery.</a:t>
            </a:r>
          </a:p>
          <a:p>
            <a:pPr marL="228600" lvl="0" indent="-228600">
              <a:buFont typeface="+mj-lt"/>
              <a:buAutoNum type="arabicPeriod"/>
            </a:pPr>
            <a:r>
              <a:rPr lang="en-US" b="1" dirty="0"/>
              <a:t>Delegate:</a:t>
            </a:r>
            <a:r>
              <a:rPr lang="en-US" dirty="0"/>
              <a:t> Hand off routine execution—such as cold outreach cadences, media editing, discovery calls, and </a:t>
            </a:r>
            <a:r>
              <a:rPr lang="en-US" dirty="0" err="1"/>
              <a:t>microclosing</a:t>
            </a:r>
            <a:r>
              <a:rPr lang="en-US" dirty="0"/>
              <a:t>—to specialized team members or account executives.</a:t>
            </a:r>
          </a:p>
          <a:p>
            <a:pPr lvl="0"/>
            <a:r>
              <a:rPr lang="en-US" dirty="0"/>
              <a:t>Categorizing tasks this way helps systematically remove the founder from daily sales tasks.</a:t>
            </a:r>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14</a:t>
            </a:fld>
            <a:endParaRPr lang="en-US"/>
          </a:p>
        </p:txBody>
      </p:sp>
    </p:spTree>
    <p:extLst>
      <p:ext uri="{BB962C8B-B14F-4D97-AF65-F5344CB8AC3E}">
        <p14:creationId xmlns:p14="http://schemas.microsoft.com/office/powerpoint/2010/main" val="13483144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Once all three modules are deployed, your sales process transitions from manual effort to an automated operational model.</a:t>
            </a:r>
          </a:p>
          <a:p>
            <a:pPr lvl="0"/>
            <a:r>
              <a:rPr lang="en-US" dirty="0"/>
              <a:t>You are no longer the bottleneck limiting revenue growth.</a:t>
            </a:r>
          </a:p>
          <a:p>
            <a:pPr lvl="0"/>
            <a:r>
              <a:rPr lang="en-US" dirty="0"/>
              <a:t>Instead, throughput is determined by system capacity—how many targeted prospects flow into the pipeline.</a:t>
            </a:r>
          </a:p>
          <a:p>
            <a:pPr lvl="0"/>
            <a:r>
              <a:rPr lang="en-US" dirty="0"/>
              <a:t>Your main focus shifts from chasing sales to expanding service capacity to meet incoming client demand.</a:t>
            </a:r>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15</a:t>
            </a:fld>
            <a:endParaRPr lang="en-US"/>
          </a:p>
        </p:txBody>
      </p:sp>
    </p:spTree>
    <p:extLst>
      <p:ext uri="{BB962C8B-B14F-4D97-AF65-F5344CB8AC3E}">
        <p14:creationId xmlns:p14="http://schemas.microsoft.com/office/powerpoint/2010/main" val="357065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To conclude, let's review the complete end-to-end blueprint:</a:t>
            </a:r>
          </a:p>
          <a:p>
            <a:pPr marL="171450" lvl="0" indent="-171450">
              <a:buFont typeface="Arial" panose="020B0604020202020204" pitchFamily="34" charset="0"/>
              <a:buChar char="•"/>
            </a:pPr>
            <a:r>
              <a:rPr lang="en-US" b="1" dirty="0"/>
              <a:t>Stage 1: Pipeline Generation (Identify &amp; Book)</a:t>
            </a:r>
            <a:endParaRPr lang="en-US" dirty="0"/>
          </a:p>
          <a:p>
            <a:pPr marL="628650" lvl="1" indent="-171450">
              <a:buFont typeface="Arial" panose="020B0604020202020204" pitchFamily="34" charset="0"/>
              <a:buChar char="•"/>
            </a:pPr>
            <a:r>
              <a:rPr lang="en-US" dirty="0"/>
              <a:t>Define your ICP around fast-paying, high-value accounts.</a:t>
            </a:r>
          </a:p>
          <a:p>
            <a:pPr marL="628650" lvl="1" indent="-171450">
              <a:buFont typeface="Arial" panose="020B0604020202020204" pitchFamily="34" charset="0"/>
              <a:buChar char="•"/>
            </a:pPr>
            <a:r>
              <a:rPr lang="en-US" dirty="0"/>
              <a:t>Track specific Trigger Events that indicate high urgency.</a:t>
            </a:r>
          </a:p>
          <a:p>
            <a:pPr marL="628650" lvl="1" indent="-171450">
              <a:buFont typeface="Arial" panose="020B0604020202020204" pitchFamily="34" charset="0"/>
              <a:buChar char="•"/>
            </a:pPr>
            <a:r>
              <a:rPr lang="en-US" dirty="0"/>
              <a:t>Focus on one primary outreach channel to break through market noise.</a:t>
            </a:r>
          </a:p>
          <a:p>
            <a:pPr marL="171450" lvl="0" indent="-171450">
              <a:buFont typeface="Arial" panose="020B0604020202020204" pitchFamily="34" charset="0"/>
              <a:buChar char="•"/>
            </a:pPr>
            <a:r>
              <a:rPr lang="en-US" b="1" dirty="0"/>
              <a:t>Stage 2: Revenue Conversion (Close &amp; Scale)</a:t>
            </a:r>
            <a:endParaRPr lang="en-US" dirty="0"/>
          </a:p>
          <a:p>
            <a:pPr marL="628650" lvl="1" indent="-171450">
              <a:buFont typeface="Arial" panose="020B0604020202020204" pitchFamily="34" charset="0"/>
              <a:buChar char="•"/>
            </a:pPr>
            <a:r>
              <a:rPr lang="en-US" dirty="0"/>
              <a:t>Conduct discovery calls using the Discovery Bridge framework.</a:t>
            </a:r>
          </a:p>
          <a:p>
            <a:pPr marL="628650" lvl="1" indent="-171450">
              <a:buFont typeface="Arial" panose="020B0604020202020204" pitchFamily="34" charset="0"/>
              <a:buChar char="•"/>
            </a:pPr>
            <a:r>
              <a:rPr lang="en-US" dirty="0"/>
              <a:t>Package your solution into a clear N.F.S.E. offer.</a:t>
            </a:r>
          </a:p>
          <a:p>
            <a:pPr marL="628650" lvl="1" indent="-171450">
              <a:buFont typeface="Arial" panose="020B0604020202020204" pitchFamily="34" charset="0"/>
              <a:buChar char="•"/>
            </a:pPr>
            <a:r>
              <a:rPr lang="en-US" dirty="0"/>
              <a:t>Guide deals forward using incremental </a:t>
            </a:r>
            <a:r>
              <a:rPr lang="en-US" dirty="0" err="1"/>
              <a:t>microclosing</a:t>
            </a:r>
            <a:r>
              <a:rPr lang="en-US" dirty="0"/>
              <a:t> steps.</a:t>
            </a:r>
          </a:p>
          <a:p>
            <a:pPr marL="628650" lvl="1" indent="-171450">
              <a:buFont typeface="Arial" panose="020B0604020202020204" pitchFamily="34" charset="0"/>
              <a:buChar char="•"/>
            </a:pPr>
            <a:r>
              <a:rPr lang="en-US" dirty="0"/>
              <a:t>Systematically automate and delegate execution tasks.</a:t>
            </a:r>
          </a:p>
          <a:p>
            <a:pPr lvl="0"/>
            <a:r>
              <a:rPr lang="en-US" i="1" dirty="0"/>
              <a:t>Implement these components step-by-step to build a reliable, scalable sales engine for your business. Thank you!</a:t>
            </a:r>
            <a:endParaRPr lang="en-US" dirty="0"/>
          </a:p>
          <a:p>
            <a:endParaRPr lang="en-US" dirty="0"/>
          </a:p>
          <a:p>
            <a:endParaRPr lang="en-US" dirty="0"/>
          </a:p>
          <a:p>
            <a:endParaRPr lang="en-US" dirty="0"/>
          </a:p>
          <a:p>
            <a:r>
              <a:rPr lang="en-US" dirty="0"/>
              <a:t>https://www.youtube.com/watch?v=_6oWVTKGtJw</a:t>
            </a:r>
          </a:p>
          <a:p>
            <a:endParaRPr lang="en-US" dirty="0"/>
          </a:p>
        </p:txBody>
      </p:sp>
      <p:sp>
        <p:nvSpPr>
          <p:cNvPr id="4" name="Slide Number Placeholder 3"/>
          <p:cNvSpPr>
            <a:spLocks noGrp="1"/>
          </p:cNvSpPr>
          <p:nvPr>
            <p:ph type="sldNum" sz="quarter" idx="5"/>
          </p:nvPr>
        </p:nvSpPr>
        <p:spPr/>
        <p:txBody>
          <a:bodyPr/>
          <a:lstStyle/>
          <a:p>
            <a:fld id="{230AEF71-D33E-4639-8ECE-B651F4A97A7A}" type="slidenum">
              <a:rPr lang="en-US" smtClean="0"/>
              <a:t>16</a:t>
            </a:fld>
            <a:endParaRPr lang="en-US"/>
          </a:p>
        </p:txBody>
      </p:sp>
    </p:spTree>
    <p:extLst>
      <p:ext uri="{BB962C8B-B14F-4D97-AF65-F5344CB8AC3E}">
        <p14:creationId xmlns:p14="http://schemas.microsoft.com/office/powerpoint/2010/main" val="1978113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0880AF-458F-00B2-F2AE-6092F1D196EA}"/>
              </a:ext>
            </a:extLst>
          </p:cNvPr>
          <p:cNvSpPr>
            <a:spLocks noGrp="1"/>
          </p:cNvSpPr>
          <p:nvPr>
            <p:ph type="dt" sz="half" idx="10"/>
          </p:nvPr>
        </p:nvSpPr>
        <p:spPr/>
        <p:txBody>
          <a:bodyPr/>
          <a:lstStyle/>
          <a:p>
            <a:fld id="{3F9408F5-772C-4E81-979C-50C412AA93DA}" type="datetimeFigureOut">
              <a:rPr lang="en-US" smtClean="0"/>
              <a:t>10/21/2026</a:t>
            </a:fld>
            <a:endParaRPr lang="en-US"/>
          </a:p>
        </p:txBody>
      </p:sp>
      <p:sp>
        <p:nvSpPr>
          <p:cNvPr id="3" name="Footer Placeholder 2">
            <a:extLst>
              <a:ext uri="{FF2B5EF4-FFF2-40B4-BE49-F238E27FC236}">
                <a16:creationId xmlns:a16="http://schemas.microsoft.com/office/drawing/2014/main" id="{FAD554B8-D983-956A-375E-DE9BDAD848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D08261-7D1C-E900-8673-87F54557815A}"/>
              </a:ext>
            </a:extLst>
          </p:cNvPr>
          <p:cNvSpPr>
            <a:spLocks noGrp="1"/>
          </p:cNvSpPr>
          <p:nvPr>
            <p:ph type="sldNum" sz="quarter" idx="12"/>
          </p:nvPr>
        </p:nvSpPr>
        <p:spPr/>
        <p:txBody>
          <a:bodyPr/>
          <a:lstStyle/>
          <a:p>
            <a:fld id="{8D5ACF53-1777-45F8-A69A-5B0A17E42077}" type="slidenum">
              <a:rPr lang="en-US" smtClean="0"/>
              <a:t>‹#›</a:t>
            </a:fld>
            <a:endParaRPr lang="en-US"/>
          </a:p>
        </p:txBody>
      </p:sp>
    </p:spTree>
    <p:extLst>
      <p:ext uri="{BB962C8B-B14F-4D97-AF65-F5344CB8AC3E}">
        <p14:creationId xmlns:p14="http://schemas.microsoft.com/office/powerpoint/2010/main" val="144084851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7452B1-0BD7-BBC3-BF23-2D849FCE44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193A99-EA9B-25BE-3591-DB940D3F7A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AFBD9C-6287-38AB-CCDC-FE7D6F9AC8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9408F5-772C-4E81-979C-50C412AA93DA}" type="datetimeFigureOut">
              <a:rPr lang="en-US" smtClean="0"/>
              <a:t>10/21/2026</a:t>
            </a:fld>
            <a:endParaRPr lang="en-US"/>
          </a:p>
        </p:txBody>
      </p:sp>
      <p:sp>
        <p:nvSpPr>
          <p:cNvPr id="5" name="Footer Placeholder 4">
            <a:extLst>
              <a:ext uri="{FF2B5EF4-FFF2-40B4-BE49-F238E27FC236}">
                <a16:creationId xmlns:a16="http://schemas.microsoft.com/office/drawing/2014/main" id="{307A24CD-EA9B-57E9-620A-4ED6C62396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81D100-3883-D7AA-5F51-176FD6D75F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5ACF53-1777-45F8-A69A-5B0A17E42077}" type="slidenum">
              <a:rPr lang="en-US" smtClean="0"/>
              <a:t>‹#›</a:t>
            </a:fld>
            <a:endParaRPr lang="en-US"/>
          </a:p>
        </p:txBody>
      </p:sp>
    </p:spTree>
    <p:extLst>
      <p:ext uri="{BB962C8B-B14F-4D97-AF65-F5344CB8AC3E}">
        <p14:creationId xmlns:p14="http://schemas.microsoft.com/office/powerpoint/2010/main" val="271570118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55EA809-6EB8-6B74-637F-0BF7226EBF8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03264A-BD07-0443-EFF5-9E85057C85D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06066F-D034-EEA7-0F4A-3537FF91CC0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B9C93A-DD23-7345-C11E-632C3DC0333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10C3BD7-FFFD-6F11-1FF9-69D3C07B439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1A8C51-7D27-B517-CCCC-FEA3F052E9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0B5BA8-B242-AD55-1C39-6B1A406D2A9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45DC55-7837-98AA-2BB1-55F3F4A7A07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C5D7E4-C479-B6D8-CFDF-2F71C95379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27B60B-89B0-8E36-F0D1-693EEC87176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3E5071-1C14-8261-5FAC-25FD0DAEAB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FA8B38-6506-EF5C-D97D-2399D124437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9F6755-A5F6-FE63-72B3-C7FB99F992A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2AA77B-727A-0D49-243F-5B779F50E7B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BECE3C-BCA2-41CE-8B2A-B06DB98212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D2AB20-188D-2EF0-9DF3-CE2C8F19D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986780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1786</Words>
  <Application>Microsoft Office PowerPoint</Application>
  <PresentationFormat>寬螢幕</PresentationFormat>
  <Paragraphs>110</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2026-09-16T10:51:35Z</dcterms:created>
  <dcterms:modified xsi:type="dcterms:W3CDTF">2026-10-21T02:40:40Z</dcterms:modified>
</cp:coreProperties>
</file>