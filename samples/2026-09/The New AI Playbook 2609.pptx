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DEB201-C61A-4364-AE04-A40EBC2F0243}" v="20" dt="2026-09-17T07:03:31.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575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modSld">
      <pc:chgData name="Lai, Wilson" userId="2840974a-0d84-4886-90a9-9a3ed79f3a48" providerId="ADAL" clId="{9F23B798-9E84-4552-BA63-E776E805C424}" dt="2026-09-17T07:03:54.077" v="63" actId="166"/>
      <pc:docMkLst>
        <pc:docMk/>
      </pc:docMkLst>
      <pc:sldChg chg="addSp delSp modSp mod modNotesTx">
        <pc:chgData name="Lai, Wilson" userId="2840974a-0d84-4886-90a9-9a3ed79f3a48" providerId="ADAL" clId="{9F23B798-9E84-4552-BA63-E776E805C424}" dt="2026-09-17T07:03:54.077" v="63" actId="166"/>
        <pc:sldMkLst>
          <pc:docMk/>
          <pc:sldMk cId="0" sldId="257"/>
        </pc:sldMkLst>
        <pc:picChg chg="add del">
          <ac:chgData name="Lai, Wilson" userId="2840974a-0d84-4886-90a9-9a3ed79f3a48" providerId="ADAL" clId="{9F23B798-9E84-4552-BA63-E776E805C424}" dt="2026-09-17T05:42:45.362" v="7" actId="478"/>
          <ac:picMkLst>
            <pc:docMk/>
            <pc:sldMk cId="0" sldId="257"/>
            <ac:picMk id="2" creationId="{00000000-0000-0000-0000-000000000000}"/>
          </ac:picMkLst>
        </pc:picChg>
        <pc:picChg chg="add del">
          <ac:chgData name="Lai, Wilson" userId="2840974a-0d84-4886-90a9-9a3ed79f3a48" providerId="ADAL" clId="{9F23B798-9E84-4552-BA63-E776E805C424}" dt="2026-09-17T05:42:31.896" v="5" actId="22"/>
          <ac:picMkLst>
            <pc:docMk/>
            <pc:sldMk cId="0" sldId="257"/>
            <ac:picMk id="7" creationId="{70C5B054-4172-4D49-F30F-85BE30185370}"/>
          </ac:picMkLst>
        </pc:picChg>
        <pc:picChg chg="add ord">
          <ac:chgData name="Lai, Wilson" userId="2840974a-0d84-4886-90a9-9a3ed79f3a48" providerId="ADAL" clId="{9F23B798-9E84-4552-BA63-E776E805C424}" dt="2026-09-17T07:03:54.077" v="63" actId="166"/>
          <ac:picMkLst>
            <pc:docMk/>
            <pc:sldMk cId="0" sldId="257"/>
            <ac:picMk id="9" creationId="{7383F2F3-EDC2-0FD7-BBE0-1B487CE846D6}"/>
          </ac:picMkLst>
        </pc:picChg>
      </pc:sldChg>
      <pc:sldChg chg="addSp delSp mod">
        <pc:chgData name="Lai, Wilson" userId="2840974a-0d84-4886-90a9-9a3ed79f3a48" providerId="ADAL" clId="{9F23B798-9E84-4552-BA63-E776E805C424}" dt="2026-09-17T05:43:02.827" v="10" actId="22"/>
        <pc:sldMkLst>
          <pc:docMk/>
          <pc:sldMk cId="0" sldId="258"/>
        </pc:sldMkLst>
        <pc:picChg chg="del">
          <ac:chgData name="Lai, Wilson" userId="2840974a-0d84-4886-90a9-9a3ed79f3a48" providerId="ADAL" clId="{9F23B798-9E84-4552-BA63-E776E805C424}" dt="2026-09-17T05:42:50.467" v="9" actId="21"/>
          <ac:picMkLst>
            <pc:docMk/>
            <pc:sldMk cId="0" sldId="258"/>
            <ac:picMk id="2" creationId="{00000000-0000-0000-0000-000000000000}"/>
          </ac:picMkLst>
        </pc:picChg>
        <pc:picChg chg="add">
          <ac:chgData name="Lai, Wilson" userId="2840974a-0d84-4886-90a9-9a3ed79f3a48" providerId="ADAL" clId="{9F23B798-9E84-4552-BA63-E776E805C424}" dt="2026-09-17T05:43:02.827" v="10" actId="22"/>
          <ac:picMkLst>
            <pc:docMk/>
            <pc:sldMk cId="0" sldId="258"/>
            <ac:picMk id="4" creationId="{2377CDFC-ECAA-E34C-4D7B-F5DFDFDC7DE0}"/>
          </ac:picMkLst>
        </pc:picChg>
      </pc:sldChg>
      <pc:sldChg chg="addSp delSp mod">
        <pc:chgData name="Lai, Wilson" userId="2840974a-0d84-4886-90a9-9a3ed79f3a48" providerId="ADAL" clId="{9F23B798-9E84-4552-BA63-E776E805C424}" dt="2026-09-17T05:43:13.409" v="12" actId="22"/>
        <pc:sldMkLst>
          <pc:docMk/>
          <pc:sldMk cId="0" sldId="259"/>
        </pc:sldMkLst>
        <pc:picChg chg="del">
          <ac:chgData name="Lai, Wilson" userId="2840974a-0d84-4886-90a9-9a3ed79f3a48" providerId="ADAL" clId="{9F23B798-9E84-4552-BA63-E776E805C424}" dt="2026-09-17T05:43:04.784" v="11" actId="21"/>
          <ac:picMkLst>
            <pc:docMk/>
            <pc:sldMk cId="0" sldId="259"/>
            <ac:picMk id="2" creationId="{00000000-0000-0000-0000-000000000000}"/>
          </ac:picMkLst>
        </pc:picChg>
        <pc:picChg chg="add">
          <ac:chgData name="Lai, Wilson" userId="2840974a-0d84-4886-90a9-9a3ed79f3a48" providerId="ADAL" clId="{9F23B798-9E84-4552-BA63-E776E805C424}" dt="2026-09-17T05:43:13.409" v="12" actId="22"/>
          <ac:picMkLst>
            <pc:docMk/>
            <pc:sldMk cId="0" sldId="259"/>
            <ac:picMk id="4" creationId="{A3D96BC6-D0BC-C5A8-8A9B-764CD7ECBE2A}"/>
          </ac:picMkLst>
        </pc:picChg>
      </pc:sldChg>
      <pc:sldChg chg="addSp delSp mod modNotesTx">
        <pc:chgData name="Lai, Wilson" userId="2840974a-0d84-4886-90a9-9a3ed79f3a48" providerId="ADAL" clId="{9F23B798-9E84-4552-BA63-E776E805C424}" dt="2026-09-17T06:59:40.688" v="40" actId="20577"/>
        <pc:sldMkLst>
          <pc:docMk/>
          <pc:sldMk cId="0" sldId="260"/>
        </pc:sldMkLst>
        <pc:picChg chg="del">
          <ac:chgData name="Lai, Wilson" userId="2840974a-0d84-4886-90a9-9a3ed79f3a48" providerId="ADAL" clId="{9F23B798-9E84-4552-BA63-E776E805C424}" dt="2026-09-17T05:43:15.100" v="13" actId="21"/>
          <ac:picMkLst>
            <pc:docMk/>
            <pc:sldMk cId="0" sldId="260"/>
            <ac:picMk id="2" creationId="{00000000-0000-0000-0000-000000000000}"/>
          </ac:picMkLst>
        </pc:picChg>
        <pc:picChg chg="add">
          <ac:chgData name="Lai, Wilson" userId="2840974a-0d84-4886-90a9-9a3ed79f3a48" providerId="ADAL" clId="{9F23B798-9E84-4552-BA63-E776E805C424}" dt="2026-09-17T05:43:23.624" v="14" actId="22"/>
          <ac:picMkLst>
            <pc:docMk/>
            <pc:sldMk cId="0" sldId="260"/>
            <ac:picMk id="4" creationId="{24901D37-1866-B372-6B2A-1448C38B4E19}"/>
          </ac:picMkLst>
        </pc:picChg>
      </pc:sldChg>
      <pc:sldChg chg="addSp delSp mod">
        <pc:chgData name="Lai, Wilson" userId="2840974a-0d84-4886-90a9-9a3ed79f3a48" providerId="ADAL" clId="{9F23B798-9E84-4552-BA63-E776E805C424}" dt="2026-09-17T05:43:35.852" v="16" actId="22"/>
        <pc:sldMkLst>
          <pc:docMk/>
          <pc:sldMk cId="0" sldId="261"/>
        </pc:sldMkLst>
        <pc:picChg chg="del">
          <ac:chgData name="Lai, Wilson" userId="2840974a-0d84-4886-90a9-9a3ed79f3a48" providerId="ADAL" clId="{9F23B798-9E84-4552-BA63-E776E805C424}" dt="2026-09-17T05:43:25.435" v="15" actId="21"/>
          <ac:picMkLst>
            <pc:docMk/>
            <pc:sldMk cId="0" sldId="261"/>
            <ac:picMk id="2" creationId="{00000000-0000-0000-0000-000000000000}"/>
          </ac:picMkLst>
        </pc:picChg>
        <pc:picChg chg="add">
          <ac:chgData name="Lai, Wilson" userId="2840974a-0d84-4886-90a9-9a3ed79f3a48" providerId="ADAL" clId="{9F23B798-9E84-4552-BA63-E776E805C424}" dt="2026-09-17T05:43:35.852" v="16" actId="22"/>
          <ac:picMkLst>
            <pc:docMk/>
            <pc:sldMk cId="0" sldId="261"/>
            <ac:picMk id="4" creationId="{BAAF1A74-5321-69A1-6D8B-D886349A1ABB}"/>
          </ac:picMkLst>
        </pc:picChg>
      </pc:sldChg>
      <pc:sldChg chg="addSp delSp mod modNotesTx">
        <pc:chgData name="Lai, Wilson" userId="2840974a-0d84-4886-90a9-9a3ed79f3a48" providerId="ADAL" clId="{9F23B798-9E84-4552-BA63-E776E805C424}" dt="2026-09-17T07:00:28.904" v="41" actId="12"/>
        <pc:sldMkLst>
          <pc:docMk/>
          <pc:sldMk cId="0" sldId="262"/>
        </pc:sldMkLst>
        <pc:picChg chg="del">
          <ac:chgData name="Lai, Wilson" userId="2840974a-0d84-4886-90a9-9a3ed79f3a48" providerId="ADAL" clId="{9F23B798-9E84-4552-BA63-E776E805C424}" dt="2026-09-17T05:43:37.579" v="17" actId="21"/>
          <ac:picMkLst>
            <pc:docMk/>
            <pc:sldMk cId="0" sldId="262"/>
            <ac:picMk id="2" creationId="{00000000-0000-0000-0000-000000000000}"/>
          </ac:picMkLst>
        </pc:picChg>
        <pc:picChg chg="add">
          <ac:chgData name="Lai, Wilson" userId="2840974a-0d84-4886-90a9-9a3ed79f3a48" providerId="ADAL" clId="{9F23B798-9E84-4552-BA63-E776E805C424}" dt="2026-09-17T05:43:46.968" v="18" actId="22"/>
          <ac:picMkLst>
            <pc:docMk/>
            <pc:sldMk cId="0" sldId="262"/>
            <ac:picMk id="4" creationId="{0C44A555-8E33-A6A2-061C-97A432F77E8A}"/>
          </ac:picMkLst>
        </pc:picChg>
      </pc:sldChg>
      <pc:sldChg chg="addSp delSp mod modNotesTx">
        <pc:chgData name="Lai, Wilson" userId="2840974a-0d84-4886-90a9-9a3ed79f3a48" providerId="ADAL" clId="{9F23B798-9E84-4552-BA63-E776E805C424}" dt="2026-09-17T07:00:40.099" v="42" actId="12"/>
        <pc:sldMkLst>
          <pc:docMk/>
          <pc:sldMk cId="0" sldId="263"/>
        </pc:sldMkLst>
        <pc:picChg chg="del">
          <ac:chgData name="Lai, Wilson" userId="2840974a-0d84-4886-90a9-9a3ed79f3a48" providerId="ADAL" clId="{9F23B798-9E84-4552-BA63-E776E805C424}" dt="2026-09-17T05:43:48.522" v="19" actId="21"/>
          <ac:picMkLst>
            <pc:docMk/>
            <pc:sldMk cId="0" sldId="263"/>
            <ac:picMk id="2" creationId="{00000000-0000-0000-0000-000000000000}"/>
          </ac:picMkLst>
        </pc:picChg>
        <pc:picChg chg="add">
          <ac:chgData name="Lai, Wilson" userId="2840974a-0d84-4886-90a9-9a3ed79f3a48" providerId="ADAL" clId="{9F23B798-9E84-4552-BA63-E776E805C424}" dt="2026-09-17T05:43:57.044" v="20" actId="22"/>
          <ac:picMkLst>
            <pc:docMk/>
            <pc:sldMk cId="0" sldId="263"/>
            <ac:picMk id="4" creationId="{29AC7585-4447-9FEB-094F-2276133BE25C}"/>
          </ac:picMkLst>
        </pc:picChg>
      </pc:sldChg>
      <pc:sldChg chg="addSp delSp mod modNotesTx">
        <pc:chgData name="Lai, Wilson" userId="2840974a-0d84-4886-90a9-9a3ed79f3a48" providerId="ADAL" clId="{9F23B798-9E84-4552-BA63-E776E805C424}" dt="2026-09-17T07:01:21.448" v="54" actId="20577"/>
        <pc:sldMkLst>
          <pc:docMk/>
          <pc:sldMk cId="0" sldId="264"/>
        </pc:sldMkLst>
        <pc:picChg chg="del">
          <ac:chgData name="Lai, Wilson" userId="2840974a-0d84-4886-90a9-9a3ed79f3a48" providerId="ADAL" clId="{9F23B798-9E84-4552-BA63-E776E805C424}" dt="2026-09-17T05:43:59.093" v="21" actId="21"/>
          <ac:picMkLst>
            <pc:docMk/>
            <pc:sldMk cId="0" sldId="264"/>
            <ac:picMk id="2" creationId="{00000000-0000-0000-0000-000000000000}"/>
          </ac:picMkLst>
        </pc:picChg>
        <pc:picChg chg="add">
          <ac:chgData name="Lai, Wilson" userId="2840974a-0d84-4886-90a9-9a3ed79f3a48" providerId="ADAL" clId="{9F23B798-9E84-4552-BA63-E776E805C424}" dt="2026-09-17T05:44:09.109" v="22" actId="22"/>
          <ac:picMkLst>
            <pc:docMk/>
            <pc:sldMk cId="0" sldId="264"/>
            <ac:picMk id="4" creationId="{1C5F0D17-91AF-1277-472A-907E81AD6753}"/>
          </ac:picMkLst>
        </pc:picChg>
      </pc:sldChg>
      <pc:sldChg chg="addSp delSp mod modNotesTx">
        <pc:chgData name="Lai, Wilson" userId="2840974a-0d84-4886-90a9-9a3ed79f3a48" providerId="ADAL" clId="{9F23B798-9E84-4552-BA63-E776E805C424}" dt="2026-09-17T07:01:54.979" v="55" actId="12"/>
        <pc:sldMkLst>
          <pc:docMk/>
          <pc:sldMk cId="0" sldId="265"/>
        </pc:sldMkLst>
        <pc:picChg chg="del">
          <ac:chgData name="Lai, Wilson" userId="2840974a-0d84-4886-90a9-9a3ed79f3a48" providerId="ADAL" clId="{9F23B798-9E84-4552-BA63-E776E805C424}" dt="2026-09-17T05:44:10.666" v="23" actId="21"/>
          <ac:picMkLst>
            <pc:docMk/>
            <pc:sldMk cId="0" sldId="265"/>
            <ac:picMk id="2" creationId="{00000000-0000-0000-0000-000000000000}"/>
          </ac:picMkLst>
        </pc:picChg>
        <pc:picChg chg="add">
          <ac:chgData name="Lai, Wilson" userId="2840974a-0d84-4886-90a9-9a3ed79f3a48" providerId="ADAL" clId="{9F23B798-9E84-4552-BA63-E776E805C424}" dt="2026-09-17T05:44:18.964" v="24" actId="22"/>
          <ac:picMkLst>
            <pc:docMk/>
            <pc:sldMk cId="0" sldId="265"/>
            <ac:picMk id="4" creationId="{D857C710-65B7-A39A-396C-3C36CCDC0200}"/>
          </ac:picMkLst>
        </pc:picChg>
      </pc:sldChg>
      <pc:sldChg chg="addSp delSp mod">
        <pc:chgData name="Lai, Wilson" userId="2840974a-0d84-4886-90a9-9a3ed79f3a48" providerId="ADAL" clId="{9F23B798-9E84-4552-BA63-E776E805C424}" dt="2026-09-17T05:44:45.491" v="26" actId="22"/>
        <pc:sldMkLst>
          <pc:docMk/>
          <pc:sldMk cId="0" sldId="266"/>
        </pc:sldMkLst>
        <pc:picChg chg="del">
          <ac:chgData name="Lai, Wilson" userId="2840974a-0d84-4886-90a9-9a3ed79f3a48" providerId="ADAL" clId="{9F23B798-9E84-4552-BA63-E776E805C424}" dt="2026-09-17T05:44:21.095" v="25" actId="21"/>
          <ac:picMkLst>
            <pc:docMk/>
            <pc:sldMk cId="0" sldId="266"/>
            <ac:picMk id="2" creationId="{00000000-0000-0000-0000-000000000000}"/>
          </ac:picMkLst>
        </pc:picChg>
        <pc:picChg chg="add">
          <ac:chgData name="Lai, Wilson" userId="2840974a-0d84-4886-90a9-9a3ed79f3a48" providerId="ADAL" clId="{9F23B798-9E84-4552-BA63-E776E805C424}" dt="2026-09-17T05:44:45.491" v="26" actId="22"/>
          <ac:picMkLst>
            <pc:docMk/>
            <pc:sldMk cId="0" sldId="266"/>
            <ac:picMk id="4" creationId="{E1CE6BC8-F358-1A04-CCCD-A6368E9A3B1C}"/>
          </ac:picMkLst>
        </pc:picChg>
      </pc:sldChg>
      <pc:sldChg chg="addSp delSp mod modNotesTx">
        <pc:chgData name="Lai, Wilson" userId="2840974a-0d84-4886-90a9-9a3ed79f3a48" providerId="ADAL" clId="{9F23B798-9E84-4552-BA63-E776E805C424}" dt="2026-09-17T07:02:26.346" v="56" actId="12"/>
        <pc:sldMkLst>
          <pc:docMk/>
          <pc:sldMk cId="0" sldId="267"/>
        </pc:sldMkLst>
        <pc:picChg chg="del">
          <ac:chgData name="Lai, Wilson" userId="2840974a-0d84-4886-90a9-9a3ed79f3a48" providerId="ADAL" clId="{9F23B798-9E84-4552-BA63-E776E805C424}" dt="2026-09-17T05:44:47.274" v="27" actId="21"/>
          <ac:picMkLst>
            <pc:docMk/>
            <pc:sldMk cId="0" sldId="267"/>
            <ac:picMk id="2" creationId="{00000000-0000-0000-0000-000000000000}"/>
          </ac:picMkLst>
        </pc:picChg>
        <pc:picChg chg="add">
          <ac:chgData name="Lai, Wilson" userId="2840974a-0d84-4886-90a9-9a3ed79f3a48" providerId="ADAL" clId="{9F23B798-9E84-4552-BA63-E776E805C424}" dt="2026-09-17T05:45:00.089" v="28" actId="22"/>
          <ac:picMkLst>
            <pc:docMk/>
            <pc:sldMk cId="0" sldId="267"/>
            <ac:picMk id="4" creationId="{20657A79-7EA8-13BB-BD0A-9F698F1B597A}"/>
          </ac:picMkLst>
        </pc:picChg>
      </pc:sldChg>
      <pc:sldChg chg="addSp delSp mod">
        <pc:chgData name="Lai, Wilson" userId="2840974a-0d84-4886-90a9-9a3ed79f3a48" providerId="ADAL" clId="{9F23B798-9E84-4552-BA63-E776E805C424}" dt="2026-09-17T05:45:12.435" v="30" actId="22"/>
        <pc:sldMkLst>
          <pc:docMk/>
          <pc:sldMk cId="0" sldId="268"/>
        </pc:sldMkLst>
        <pc:picChg chg="del">
          <ac:chgData name="Lai, Wilson" userId="2840974a-0d84-4886-90a9-9a3ed79f3a48" providerId="ADAL" clId="{9F23B798-9E84-4552-BA63-E776E805C424}" dt="2026-09-17T05:45:01.400" v="29" actId="21"/>
          <ac:picMkLst>
            <pc:docMk/>
            <pc:sldMk cId="0" sldId="268"/>
            <ac:picMk id="2" creationId="{00000000-0000-0000-0000-000000000000}"/>
          </ac:picMkLst>
        </pc:picChg>
        <pc:picChg chg="add">
          <ac:chgData name="Lai, Wilson" userId="2840974a-0d84-4886-90a9-9a3ed79f3a48" providerId="ADAL" clId="{9F23B798-9E84-4552-BA63-E776E805C424}" dt="2026-09-17T05:45:12.435" v="30" actId="22"/>
          <ac:picMkLst>
            <pc:docMk/>
            <pc:sldMk cId="0" sldId="268"/>
            <ac:picMk id="4" creationId="{C8826CA7-4E4B-652F-397A-295E6EDB8D89}"/>
          </ac:picMkLst>
        </pc:picChg>
      </pc:sldChg>
      <pc:sldChg chg="addSp delSp mod modNotesTx">
        <pc:chgData name="Lai, Wilson" userId="2840974a-0d84-4886-90a9-9a3ed79f3a48" providerId="ADAL" clId="{9F23B798-9E84-4552-BA63-E776E805C424}" dt="2026-09-17T07:02:48.799" v="57" actId="12"/>
        <pc:sldMkLst>
          <pc:docMk/>
          <pc:sldMk cId="0" sldId="269"/>
        </pc:sldMkLst>
        <pc:picChg chg="del">
          <ac:chgData name="Lai, Wilson" userId="2840974a-0d84-4886-90a9-9a3ed79f3a48" providerId="ADAL" clId="{9F23B798-9E84-4552-BA63-E776E805C424}" dt="2026-09-17T05:45:14.383" v="31" actId="21"/>
          <ac:picMkLst>
            <pc:docMk/>
            <pc:sldMk cId="0" sldId="269"/>
            <ac:picMk id="2" creationId="{00000000-0000-0000-0000-000000000000}"/>
          </ac:picMkLst>
        </pc:picChg>
        <pc:picChg chg="add">
          <ac:chgData name="Lai, Wilson" userId="2840974a-0d84-4886-90a9-9a3ed79f3a48" providerId="ADAL" clId="{9F23B798-9E84-4552-BA63-E776E805C424}" dt="2026-09-17T05:45:24.661" v="32" actId="22"/>
          <ac:picMkLst>
            <pc:docMk/>
            <pc:sldMk cId="0" sldId="269"/>
            <ac:picMk id="4" creationId="{E363869A-B64F-0408-8899-DA235C4A5625}"/>
          </ac:picMkLst>
        </pc:picChg>
      </pc:sldChg>
      <pc:sldChg chg="addSp delSp mod modNotesTx">
        <pc:chgData name="Lai, Wilson" userId="2840974a-0d84-4886-90a9-9a3ed79f3a48" providerId="ADAL" clId="{9F23B798-9E84-4552-BA63-E776E805C424}" dt="2026-09-17T07:03:05.982" v="58" actId="12"/>
        <pc:sldMkLst>
          <pc:docMk/>
          <pc:sldMk cId="0" sldId="270"/>
        </pc:sldMkLst>
        <pc:picChg chg="del">
          <ac:chgData name="Lai, Wilson" userId="2840974a-0d84-4886-90a9-9a3ed79f3a48" providerId="ADAL" clId="{9F23B798-9E84-4552-BA63-E776E805C424}" dt="2026-09-17T05:45:26.356" v="33" actId="21"/>
          <ac:picMkLst>
            <pc:docMk/>
            <pc:sldMk cId="0" sldId="270"/>
            <ac:picMk id="2" creationId="{00000000-0000-0000-0000-000000000000}"/>
          </ac:picMkLst>
        </pc:picChg>
        <pc:picChg chg="add">
          <ac:chgData name="Lai, Wilson" userId="2840974a-0d84-4886-90a9-9a3ed79f3a48" providerId="ADAL" clId="{9F23B798-9E84-4552-BA63-E776E805C424}" dt="2026-09-17T05:45:35.138" v="34" actId="22"/>
          <ac:picMkLst>
            <pc:docMk/>
            <pc:sldMk cId="0" sldId="270"/>
            <ac:picMk id="4" creationId="{72A01AC5-F757-126C-1000-60F6293385B7}"/>
          </ac:picMkLst>
        </pc:picChg>
      </pc:sldChg>
      <pc:sldChg chg="addSp delSp modSp new mod modNotesTx">
        <pc:chgData name="Lai, Wilson" userId="2840974a-0d84-4886-90a9-9a3ed79f3a48" providerId="ADAL" clId="{9F23B798-9E84-4552-BA63-E776E805C424}" dt="2026-09-17T07:03:36.349" v="61" actId="12"/>
        <pc:sldMkLst>
          <pc:docMk/>
          <pc:sldMk cId="1177200488" sldId="271"/>
        </pc:sldMkLst>
        <pc:picChg chg="add del mod">
          <ac:chgData name="Lai, Wilson" userId="2840974a-0d84-4886-90a9-9a3ed79f3a48" providerId="ADAL" clId="{9F23B798-9E84-4552-BA63-E776E805C424}" dt="2026-09-17T05:45:38.287" v="35" actId="21"/>
          <ac:picMkLst>
            <pc:docMk/>
            <pc:sldMk cId="1177200488" sldId="271"/>
            <ac:picMk id="3" creationId="{A201C5DE-492F-847C-D329-D757E0A7B00E}"/>
          </ac:picMkLst>
        </pc:picChg>
        <pc:picChg chg="add">
          <ac:chgData name="Lai, Wilson" userId="2840974a-0d84-4886-90a9-9a3ed79f3a48" providerId="ADAL" clId="{9F23B798-9E84-4552-BA63-E776E805C424}" dt="2026-09-17T05:46:02.692" v="36" actId="22"/>
          <ac:picMkLst>
            <pc:docMk/>
            <pc:sldMk cId="1177200488" sldId="271"/>
            <ac:picMk id="4" creationId="{6939CD27-4610-FB23-AEE7-EFA149A1489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DF9BD6-E2E0-4DC5-89D4-76ABC6E2AB7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92B618-7D1C-4031-A4F8-DDA957BC490A}" type="slidenum">
              <a:rPr lang="en-US" smtClean="0"/>
              <a:t>‹#›</a:t>
            </a:fld>
            <a:endParaRPr lang="en-US"/>
          </a:p>
        </p:txBody>
      </p:sp>
    </p:spTree>
    <p:extLst>
      <p:ext uri="{BB962C8B-B14F-4D97-AF65-F5344CB8AC3E}">
        <p14:creationId xmlns:p14="http://schemas.microsoft.com/office/powerpoint/2010/main" val="2247562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discussing a fundamental shift in technology investing and asset allocation. </a:t>
            </a:r>
          </a:p>
          <a:p>
            <a:r>
              <a:rPr lang="en-US" sz="1200" kern="1200" dirty="0">
                <a:solidFill>
                  <a:schemeClr val="tx1"/>
                </a:solidFill>
                <a:effectLst/>
                <a:latin typeface="+mn-lt"/>
                <a:ea typeface="+mn-ea"/>
                <a:cs typeface="+mn-cs"/>
              </a:rPr>
              <a:t>Over the past two decades, venture capital, private equity, and institutional portfolio construction followed a predictable playbook. However, as technology transitions from a niche, specialized asset class into a systemic driver impacting over $30 trillion in global GDP, those historical models are no longer just outdated—they are structurally obsolete. </a:t>
            </a:r>
          </a:p>
          <a:p>
            <a:r>
              <a:rPr lang="en-US" sz="1200" kern="1200" dirty="0">
                <a:solidFill>
                  <a:schemeClr val="tx1"/>
                </a:solidFill>
                <a:effectLst/>
                <a:latin typeface="+mn-lt"/>
                <a:ea typeface="+mn-ea"/>
                <a:cs typeface="+mn-cs"/>
              </a:rPr>
              <a:t>Drawing on data and insights from Andreessen Horowitz (a16z), this presentation breaks down why traditional VC structures are failing, why the dynamics of scaling startups have fundamentally flipped, and how institutional allocators must adapt their strategy to survive and thrive in the AI era.</a:t>
            </a:r>
          </a:p>
          <a:p>
            <a:endParaRPr lang="en-US" dirty="0"/>
          </a:p>
          <a:p>
            <a:endParaRPr lang="en-US" dirty="0"/>
          </a:p>
          <a:p>
            <a:endParaRPr lang="en-US" dirty="0"/>
          </a:p>
          <a:p>
            <a:r>
              <a:rPr lang="en-US" dirty="0"/>
              <a:t>https://www.youtube.com/watch?v=bsdJd2VeLvg</a:t>
            </a:r>
          </a:p>
        </p:txBody>
      </p:sp>
      <p:sp>
        <p:nvSpPr>
          <p:cNvPr id="4" name="Slide Number Placeholder 3"/>
          <p:cNvSpPr>
            <a:spLocks noGrp="1"/>
          </p:cNvSpPr>
          <p:nvPr>
            <p:ph type="sldNum" sz="quarter" idx="5"/>
          </p:nvPr>
        </p:nvSpPr>
        <p:spPr/>
        <p:txBody>
          <a:bodyPr/>
          <a:lstStyle/>
          <a:p>
            <a:fld id="{2D92B618-7D1C-4031-A4F8-DDA957BC490A}" type="slidenum">
              <a:rPr lang="en-US" smtClean="0"/>
              <a:t>1</a:t>
            </a:fld>
            <a:endParaRPr lang="en-US"/>
          </a:p>
        </p:txBody>
      </p:sp>
    </p:spTree>
    <p:extLst>
      <p:ext uri="{BB962C8B-B14F-4D97-AF65-F5344CB8AC3E}">
        <p14:creationId xmlns:p14="http://schemas.microsoft.com/office/powerpoint/2010/main" val="3032588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the chart on this slide. During the SaaS boom, it took roughly 15 years for the software sector to scale toward $40B–$100B in market potential. AI, by comparison, reached $90B+ run-rates in roughly 4 years. </a:t>
            </a:r>
          </a:p>
          <a:p>
            <a:r>
              <a:rPr lang="en-US" sz="1200" kern="1200" dirty="0">
                <a:solidFill>
                  <a:schemeClr val="tx1"/>
                </a:solidFill>
                <a:effectLst/>
                <a:latin typeface="+mn-lt"/>
                <a:ea typeface="+mn-ea"/>
                <a:cs typeface="+mn-cs"/>
              </a:rPr>
              <a:t>Why is this growth curve so drastically steep? Traditional SaaS optimized specific back-office workflows—think CRM, billing, or HR software—selling into enterprise IT budgets that capped out at tens of billions of dollars. </a:t>
            </a:r>
          </a:p>
          <a:p>
            <a:r>
              <a:rPr lang="en-US" sz="1200" kern="1200" dirty="0">
                <a:solidFill>
                  <a:schemeClr val="tx1"/>
                </a:solidFill>
                <a:effectLst/>
                <a:latin typeface="+mn-lt"/>
                <a:ea typeface="+mn-ea"/>
                <a:cs typeface="+mn-cs"/>
              </a:rPr>
              <a:t>AI is fundamentally different. It does not merely sell software licenses; it directly attacks human labor and service costs across every sector of the GDP—transportation, legal services, healthcare, and financial coordination. Fueled by an almost unlimited demand for inference, AI expands the Total Addressable Market (TAM) from standard IT budgets to the multi-trillion-dollar global labor market.</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2</a:t>
            </a:fld>
            <a:endParaRPr lang="en-US"/>
          </a:p>
        </p:txBody>
      </p:sp>
    </p:spTree>
    <p:extLst>
      <p:ext uri="{BB962C8B-B14F-4D97-AF65-F5344CB8AC3E}">
        <p14:creationId xmlns:p14="http://schemas.microsoft.com/office/powerpoint/2010/main" val="3906113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Historically, scaling a technology startup suffered from severe operational friction. In the Legacy Era, when you injected $100 million into a company, the playbook mandated hiring 1,000+ employees. This inevitably created organizational chaos, competing priorities, and operational overhead, causing growth to stall due to diminishing returns on capital. </a:t>
            </a:r>
          </a:p>
          <a:p>
            <a:r>
              <a:rPr lang="en-US" sz="1200" kern="1200" dirty="0">
                <a:solidFill>
                  <a:schemeClr val="tx1"/>
                </a:solidFill>
                <a:effectLst/>
                <a:latin typeface="+mn-lt"/>
                <a:ea typeface="+mn-ea"/>
                <a:cs typeface="+mn-cs"/>
              </a:rPr>
              <a:t>In the AI Era, the physics of startup growth have completely inverted. </a:t>
            </a:r>
          </a:p>
          <a:p>
            <a:r>
              <a:rPr lang="en-US" sz="1200" kern="1200" dirty="0">
                <a:solidFill>
                  <a:schemeClr val="tx1"/>
                </a:solidFill>
                <a:effectLst/>
                <a:latin typeface="+mn-lt"/>
                <a:ea typeface="+mn-ea"/>
                <a:cs typeface="+mn-cs"/>
              </a:rPr>
              <a:t>When capital is injected today, it is converted directly into compute and inference rather than bloated headcount. Modern AI startups achieve massive revenue per employee because compute mechanically improves the product. For the first time in technology history, capital directly compounds into product intelligence and competitive advantage, enabling infinite scaling and increasing returns.</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3</a:t>
            </a:fld>
            <a:endParaRPr lang="en-US"/>
          </a:p>
        </p:txBody>
      </p:sp>
    </p:spTree>
    <p:extLst>
      <p:ext uri="{BB962C8B-B14F-4D97-AF65-F5344CB8AC3E}">
        <p14:creationId xmlns:p14="http://schemas.microsoft.com/office/powerpoint/2010/main" val="339859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power law has always been a key characteristic of venture capital, but today it operates on an unprecedented scale. </a:t>
            </a:r>
          </a:p>
          <a:p>
            <a:r>
              <a:rPr lang="en-US" sz="1200" kern="1200" dirty="0">
                <a:solidFill>
                  <a:schemeClr val="tx1"/>
                </a:solidFill>
                <a:effectLst/>
                <a:latin typeface="+mn-lt"/>
                <a:ea typeface="+mn-ea"/>
                <a:cs typeface="+mn-cs"/>
              </a:rPr>
              <a:t>In previous cycles, a generational outlier outcome was capped at around $10 billion. Today, category leaders like OpenAI, SpaceX, and Anthropic are reaching $40B to $100B+ valuations while remaining private. Together, the top three frontier AI models are projected to command between $3.5T and $5 trillion in enterprise value. </a:t>
            </a:r>
          </a:p>
          <a:p>
            <a:r>
              <a:rPr lang="en-US" sz="1200" kern="1200" dirty="0">
                <a:solidFill>
                  <a:schemeClr val="tx1"/>
                </a:solidFill>
                <a:effectLst/>
                <a:latin typeface="+mn-lt"/>
                <a:ea typeface="+mn-ea"/>
                <a:cs typeface="+mn-cs"/>
              </a:rPr>
              <a:t>This creates a stark economic reality: the market is hyper-consolidating at the top. Second place is playing for scraps, and winning a share of these mega-winners is no longer optional for achieving fund-returning results—it is mandatory.</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4</a:t>
            </a:fld>
            <a:endParaRPr lang="en-US"/>
          </a:p>
        </p:txBody>
      </p:sp>
    </p:spTree>
    <p:extLst>
      <p:ext uri="{BB962C8B-B14F-4D97-AF65-F5344CB8AC3E}">
        <p14:creationId xmlns:p14="http://schemas.microsoft.com/office/powerpoint/2010/main" val="422993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uncomfortable truth for institutional allocators: average venture capital performance is broken. </a:t>
            </a:r>
          </a:p>
          <a:p>
            <a:r>
              <a:rPr lang="en-US" sz="1200" kern="1200" dirty="0">
                <a:solidFill>
                  <a:schemeClr val="tx1"/>
                </a:solidFill>
                <a:effectLst/>
                <a:latin typeface="+mn-lt"/>
                <a:ea typeface="+mn-ea"/>
                <a:cs typeface="+mn-cs"/>
              </a:rPr>
              <a:t>An evaluation of over 3,000 US venture capital firms across two decades reveals that fewer than 20 firms—less than 1%—consistently achieved 3x net TVPI. The average venture fund over the last 10 years returned between 1x and 2x. </a:t>
            </a:r>
          </a:p>
          <a:p>
            <a:r>
              <a:rPr lang="en-US" sz="1200" kern="1200" dirty="0">
                <a:solidFill>
                  <a:schemeClr val="tx1"/>
                </a:solidFill>
                <a:effectLst/>
                <a:latin typeface="+mn-lt"/>
                <a:ea typeface="+mn-ea"/>
                <a:cs typeface="+mn-cs"/>
              </a:rPr>
              <a:t>Given 10-to-12-year lockup periods, a 1.5x TVPI underperforms liquid public markets and private credit on a risk-adjusted basis. Allocators who spread capital across 50+ mid-tier VC funds are effectively guaranteeing sub-par returns. To outperform, institutional investors must hold heavily concentrated positions in the top 1% of managers.</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5</a:t>
            </a:fld>
            <a:endParaRPr lang="en-US"/>
          </a:p>
        </p:txBody>
      </p:sp>
    </p:spTree>
    <p:extLst>
      <p:ext uri="{BB962C8B-B14F-4D97-AF65-F5344CB8AC3E}">
        <p14:creationId xmlns:p14="http://schemas.microsoft.com/office/powerpoint/2010/main" val="1386919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average returns are under pressure, the market for venture capital firms is bifurcating, creating a 'Dead Zone' in the middle.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Specialized Seed Funds (&lt;$150M):</a:t>
            </a:r>
            <a:r>
              <a:rPr lang="en-US" sz="1200" kern="1200" dirty="0">
                <a:solidFill>
                  <a:schemeClr val="tx1"/>
                </a:solidFill>
                <a:effectLst/>
                <a:latin typeface="+mn-lt"/>
                <a:ea typeface="+mn-ea"/>
                <a:cs typeface="+mn-cs"/>
              </a:rPr>
              <a:t> Highly viable. Domain-expert angels and seed funds win early access by making specialized bets before market consensus forms.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Life-Cycle Mega-Firms (Dominant):</a:t>
            </a:r>
            <a:r>
              <a:rPr lang="en-US" sz="1200" kern="1200" dirty="0">
                <a:solidFill>
                  <a:schemeClr val="tx1"/>
                </a:solidFill>
                <a:effectLst/>
                <a:latin typeface="+mn-lt"/>
                <a:ea typeface="+mn-ea"/>
                <a:cs typeface="+mn-cs"/>
              </a:rPr>
              <a:t> Armed with 700+ employees and vast operating infrastructure, mega-firms provide the capital required to support category leaders from inception to IPO.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Messy Middle (Dead Zone):</a:t>
            </a:r>
            <a:r>
              <a:rPr lang="en-US" sz="1200" kern="1200" dirty="0">
                <a:solidFill>
                  <a:schemeClr val="tx1"/>
                </a:solidFill>
                <a:effectLst/>
                <a:latin typeface="+mn-lt"/>
                <a:ea typeface="+mn-ea"/>
                <a:cs typeface="+mn-cs"/>
              </a:rPr>
              <a:t> Mid-sized, generalist growth funds ($300M–$800M) are trapped in the middle. They lack the early conviction of seed funds and the capital firepower of mega-firms, making them unable to secure allocation in winning deals.</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6</a:t>
            </a:fld>
            <a:endParaRPr lang="en-US"/>
          </a:p>
        </p:txBody>
      </p:sp>
    </p:spTree>
    <p:extLst>
      <p:ext uri="{BB962C8B-B14F-4D97-AF65-F5344CB8AC3E}">
        <p14:creationId xmlns:p14="http://schemas.microsoft.com/office/powerpoint/2010/main" val="2102115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how top firms maintain dominance, we look at 'Ball Control'—a self-reinforcing flywheel: </a:t>
            </a:r>
          </a:p>
          <a:p>
            <a:pPr marL="228600" lvl="0" indent="-228600">
              <a:buFont typeface="+mj-lt"/>
              <a:buAutoNum type="arabicPeriod"/>
            </a:pPr>
            <a:r>
              <a:rPr lang="en-US" sz="1200" b="1" kern="1200" dirty="0">
                <a:solidFill>
                  <a:schemeClr val="tx1"/>
                </a:solidFill>
                <a:effectLst/>
                <a:latin typeface="+mn-lt"/>
                <a:ea typeface="+mn-ea"/>
                <a:cs typeface="+mn-cs"/>
              </a:rPr>
              <a:t>Deep Early-Stage Expertise:</a:t>
            </a:r>
            <a:r>
              <a:rPr lang="en-US" sz="1200" kern="1200" dirty="0">
                <a:solidFill>
                  <a:schemeClr val="tx1"/>
                </a:solidFill>
                <a:effectLst/>
                <a:latin typeface="+mn-lt"/>
                <a:ea typeface="+mn-ea"/>
                <a:cs typeface="+mn-cs"/>
              </a:rPr>
              <a:t> Deep domain expertise earns founder trust at the seed stage. </a:t>
            </a:r>
          </a:p>
          <a:p>
            <a:pPr marL="228600" lvl="0" indent="-228600">
              <a:buFont typeface="+mj-lt"/>
              <a:buAutoNum type="arabicPeriod"/>
            </a:pPr>
            <a:r>
              <a:rPr lang="en-US" sz="1200" b="1" kern="1200" dirty="0">
                <a:solidFill>
                  <a:schemeClr val="tx1"/>
                </a:solidFill>
                <a:effectLst/>
                <a:latin typeface="+mn-lt"/>
                <a:ea typeface="+mn-ea"/>
                <a:cs typeface="+mn-cs"/>
              </a:rPr>
              <a:t>Pro-Rata Rights &amp; Information Asymmetry:</a:t>
            </a:r>
            <a:r>
              <a:rPr lang="en-US" sz="1200" kern="1200" dirty="0">
                <a:solidFill>
                  <a:schemeClr val="tx1"/>
                </a:solidFill>
                <a:effectLst/>
                <a:latin typeface="+mn-lt"/>
                <a:ea typeface="+mn-ea"/>
                <a:cs typeface="+mn-cs"/>
              </a:rPr>
              <a:t> Early entry secures pro-rata rights and unmatched insight into real product usage. </a:t>
            </a:r>
          </a:p>
          <a:p>
            <a:pPr marL="228600" lvl="0" indent="-228600">
              <a:buFont typeface="+mj-lt"/>
              <a:buAutoNum type="arabicPeriod"/>
            </a:pPr>
            <a:r>
              <a:rPr lang="en-US" sz="1200" b="1" kern="1200" dirty="0">
                <a:solidFill>
                  <a:schemeClr val="tx1"/>
                </a:solidFill>
                <a:effectLst/>
                <a:latin typeface="+mn-lt"/>
                <a:ea typeface="+mn-ea"/>
                <a:cs typeface="+mn-cs"/>
              </a:rPr>
              <a:t>Massive Capital Deployment:</a:t>
            </a:r>
            <a:r>
              <a:rPr lang="en-US" sz="1200" kern="1200" dirty="0">
                <a:solidFill>
                  <a:schemeClr val="tx1"/>
                </a:solidFill>
                <a:effectLst/>
                <a:latin typeface="+mn-lt"/>
                <a:ea typeface="+mn-ea"/>
                <a:cs typeface="+mn-cs"/>
              </a:rPr>
              <a:t> When a clear winner emerges, the firm deploys massive growth capital (5–10% of a fund) into the de-risked winner. </a:t>
            </a:r>
          </a:p>
          <a:p>
            <a:pPr marL="228600" lvl="0" indent="-228600">
              <a:buFont typeface="+mj-lt"/>
              <a:buAutoNum type="arabicPeriod"/>
            </a:pPr>
            <a:r>
              <a:rPr lang="en-US" sz="1200" b="1" kern="1200" dirty="0">
                <a:solidFill>
                  <a:schemeClr val="tx1"/>
                </a:solidFill>
                <a:effectLst/>
                <a:latin typeface="+mn-lt"/>
                <a:ea typeface="+mn-ea"/>
                <a:cs typeface="+mn-cs"/>
              </a:rPr>
              <a:t>Brand Ascension:</a:t>
            </a:r>
            <a:r>
              <a:rPr lang="en-US" sz="1200" kern="1200" dirty="0">
                <a:solidFill>
                  <a:schemeClr val="tx1"/>
                </a:solidFill>
                <a:effectLst/>
                <a:latin typeface="+mn-lt"/>
                <a:ea typeface="+mn-ea"/>
                <a:cs typeface="+mn-cs"/>
              </a:rPr>
              <a:t> Late-stage success feeds the firm's brand, attracting the next generation of top founders. </a:t>
            </a:r>
          </a:p>
          <a:p>
            <a:r>
              <a:rPr lang="en-US" sz="1200" b="1" kern="1200" dirty="0">
                <a:solidFill>
                  <a:schemeClr val="tx1"/>
                </a:solidFill>
                <a:effectLst/>
                <a:latin typeface="+mn-lt"/>
                <a:ea typeface="+mn-ea"/>
                <a:cs typeface="+mn-cs"/>
              </a:rPr>
              <a:t>Core Insight:</a:t>
            </a:r>
            <a:r>
              <a:rPr lang="en-US" sz="1200" kern="1200" dirty="0">
                <a:solidFill>
                  <a:schemeClr val="tx1"/>
                </a:solidFill>
                <a:effectLst/>
                <a:latin typeface="+mn-lt"/>
                <a:ea typeface="+mn-ea"/>
                <a:cs typeface="+mn-cs"/>
              </a:rPr>
              <a:t> You cannot build a standalone late-stage growth fund today. Late-stage allocation is earned through early-stage deal flow.</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7</a:t>
            </a:fld>
            <a:endParaRPr lang="en-US"/>
          </a:p>
        </p:txBody>
      </p:sp>
    </p:spTree>
    <p:extLst>
      <p:ext uri="{BB962C8B-B14F-4D97-AF65-F5344CB8AC3E}">
        <p14:creationId xmlns:p14="http://schemas.microsoft.com/office/powerpoint/2010/main" val="4111822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AI startups requires looking beyond top-line revenue growth. Many AI startups exhibit high initial growth that masks underlying churn. </a:t>
            </a:r>
          </a:p>
          <a:p>
            <a:pPr marL="171450" indent="-171450">
              <a:buFont typeface="Arial" panose="020B0604020202020204" pitchFamily="34" charset="0"/>
              <a:buChar char="•"/>
            </a:pPr>
            <a:r>
              <a:rPr lang="en-US" dirty="0"/>
              <a:t>Ephemeral Revenue (The Trap): A company growing from $0 to $5M ARR in weeks by selling to fellow YC/accelerator startups. These churn quickly once trial budgets run out.</a:t>
            </a:r>
          </a:p>
          <a:p>
            <a:pPr marL="171450" indent="-171450">
              <a:buFont typeface="Arial" panose="020B0604020202020204" pitchFamily="34" charset="0"/>
              <a:buChar char="•"/>
            </a:pPr>
            <a:r>
              <a:rPr lang="en-US" dirty="0"/>
              <a:t>Real Utility (The Signal): True durability is signaled by sustained engagement after initial deployment.</a:t>
            </a:r>
          </a:p>
          <a:p>
            <a:pPr marL="0" indent="0">
              <a:buFont typeface="Arial" panose="020B0604020202020204" pitchFamily="34" charset="0"/>
              <a:buNone/>
            </a:pPr>
            <a:r>
              <a:rPr lang="en-US" dirty="0"/>
              <a:t>Take legal AI platform Harvey as an example: Initial adoption was muted due to fear of model hallucinations. Once reasoning capabilities improved, enterprise usage expanded, turning client demand into a pull market where corporate buyers insisted their legal counsel adopt the tool.</a:t>
            </a:r>
          </a:p>
        </p:txBody>
      </p:sp>
      <p:sp>
        <p:nvSpPr>
          <p:cNvPr id="4" name="Slide Number Placeholder 3"/>
          <p:cNvSpPr>
            <a:spLocks noGrp="1"/>
          </p:cNvSpPr>
          <p:nvPr>
            <p:ph type="sldNum" sz="quarter" idx="5"/>
          </p:nvPr>
        </p:nvSpPr>
        <p:spPr/>
        <p:txBody>
          <a:bodyPr/>
          <a:lstStyle/>
          <a:p>
            <a:fld id="{2D92B618-7D1C-4031-A4F8-DDA957BC490A}" type="slidenum">
              <a:rPr lang="en-US" smtClean="0"/>
              <a:t>8</a:t>
            </a:fld>
            <a:endParaRPr lang="en-US"/>
          </a:p>
        </p:txBody>
      </p:sp>
    </p:spTree>
    <p:extLst>
      <p:ext uri="{BB962C8B-B14F-4D97-AF65-F5344CB8AC3E}">
        <p14:creationId xmlns:p14="http://schemas.microsoft.com/office/powerpoint/2010/main" val="539695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rise of AI presents significant structural risk to traditional Private Equity software buyouts.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Organic Growth:</a:t>
            </a:r>
            <a:r>
              <a:rPr lang="en-US" sz="1200" kern="1200" dirty="0">
                <a:solidFill>
                  <a:schemeClr val="tx1"/>
                </a:solidFill>
                <a:effectLst/>
                <a:latin typeface="+mn-lt"/>
                <a:ea typeface="+mn-ea"/>
                <a:cs typeface="+mn-cs"/>
              </a:rPr>
              <a:t> Legacy SaaS organic growth is slowing to 10–20%, while AI-native companies accelerate and create net-new TAM.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Capital Structure:</a:t>
            </a:r>
            <a:r>
              <a:rPr lang="en-US" sz="1200" kern="1200" dirty="0">
                <a:solidFill>
                  <a:schemeClr val="tx1"/>
                </a:solidFill>
                <a:effectLst/>
                <a:latin typeface="+mn-lt"/>
                <a:ea typeface="+mn-ea"/>
                <a:cs typeface="+mn-cs"/>
              </a:rPr>
              <a:t> Many 2021/2022 LBOs were acquired at 25x–32x EBITDA and loaded with over $200B in debt. As public software multiples adjust downward (~2x revenue), these debt loads create severe refinancing risks.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Terminal Value Risk:</a:t>
            </a:r>
            <a:r>
              <a:rPr lang="en-US" sz="1200" kern="1200" dirty="0">
                <a:solidFill>
                  <a:schemeClr val="tx1"/>
                </a:solidFill>
                <a:effectLst/>
                <a:latin typeface="+mn-lt"/>
                <a:ea typeface="+mn-ea"/>
                <a:cs typeface="+mn-cs"/>
              </a:rPr>
              <a:t> Traditional B2B software workflows risk disruption from AI-native systems built from the ground up.</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9</a:t>
            </a:fld>
            <a:endParaRPr lang="en-US"/>
          </a:p>
        </p:txBody>
      </p:sp>
    </p:spTree>
    <p:extLst>
      <p:ext uri="{BB962C8B-B14F-4D97-AF65-F5344CB8AC3E}">
        <p14:creationId xmlns:p14="http://schemas.microsoft.com/office/powerpoint/2010/main" val="944049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Many PE firms attempt to protect portfolio companies by deploying operating partners to add AI features onto legacy software. </a:t>
            </a:r>
          </a:p>
          <a:p>
            <a:r>
              <a:rPr lang="en-US" sz="1200" kern="1200" dirty="0">
                <a:solidFill>
                  <a:schemeClr val="tx1"/>
                </a:solidFill>
                <a:effectLst/>
                <a:latin typeface="+mn-lt"/>
                <a:ea typeface="+mn-ea"/>
                <a:cs typeface="+mn-cs"/>
              </a:rPr>
              <a:t>This superficial approach often fails. Bolting an AI chatbot onto legacy software creates user friction, harms customer satisfaction, and degrades net revenue retention. </a:t>
            </a:r>
          </a:p>
          <a:p>
            <a:r>
              <a:rPr lang="en-US" sz="1200" kern="1200" dirty="0">
                <a:solidFill>
                  <a:schemeClr val="tx1"/>
                </a:solidFill>
                <a:effectLst/>
                <a:latin typeface="+mn-lt"/>
                <a:ea typeface="+mn-ea"/>
                <a:cs typeface="+mn-cs"/>
              </a:rPr>
              <a:t>Building an AI-resilient business requires re-engineering core architecture and business models from scratch. For example, customer support platform </a:t>
            </a:r>
            <a:r>
              <a:rPr lang="en-US" sz="1200" b="1" kern="1200" dirty="0">
                <a:solidFill>
                  <a:schemeClr val="tx1"/>
                </a:solidFill>
                <a:effectLst/>
                <a:latin typeface="+mn-lt"/>
                <a:ea typeface="+mn-ea"/>
                <a:cs typeface="+mn-cs"/>
              </a:rPr>
              <a:t>Intercom</a:t>
            </a:r>
            <a:r>
              <a:rPr lang="en-US" sz="1200" kern="1200" dirty="0">
                <a:solidFill>
                  <a:schemeClr val="tx1"/>
                </a:solidFill>
                <a:effectLst/>
                <a:latin typeface="+mn-lt"/>
                <a:ea typeface="+mn-ea"/>
                <a:cs typeface="+mn-cs"/>
              </a:rPr>
              <a:t> executed a complete product pivot to become AI-native—a high-risk transition that highly leveraged PE portfolio companies rarely have the financial flexibility to pursue.</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10</a:t>
            </a:fld>
            <a:endParaRPr lang="en-US"/>
          </a:p>
        </p:txBody>
      </p:sp>
    </p:spTree>
    <p:extLst>
      <p:ext uri="{BB962C8B-B14F-4D97-AF65-F5344CB8AC3E}">
        <p14:creationId xmlns:p14="http://schemas.microsoft.com/office/powerpoint/2010/main" val="2170478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Despite widespread AI coverage, market adoption remains in its early stages.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Spend Per Employee:</a:t>
            </a:r>
            <a:r>
              <a:rPr lang="en-US" sz="1200" kern="1200" dirty="0">
                <a:solidFill>
                  <a:schemeClr val="tx1"/>
                </a:solidFill>
                <a:effectLst/>
                <a:latin typeface="+mn-lt"/>
                <a:ea typeface="+mn-ea"/>
                <a:cs typeface="+mn-cs"/>
              </a:rPr>
              <a:t> The median US enterprise spends ~$12 per employee per month on AI tools, whereas power-user organizations spend up to $7,000 per employee monthly.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Coding Head-Fake:</a:t>
            </a:r>
            <a:r>
              <a:rPr lang="en-US" sz="1200" kern="1200" dirty="0">
                <a:solidFill>
                  <a:schemeClr val="tx1"/>
                </a:solidFill>
                <a:effectLst/>
                <a:latin typeface="+mn-lt"/>
                <a:ea typeface="+mn-ea"/>
                <a:cs typeface="+mn-cs"/>
              </a:rPr>
              <a:t> AI made rapid initial progress in software engineering because code is structured, well-documented, and easily verifiable. This led some observers to assume AI integration was near saturation.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Unclaimed Horizon:</a:t>
            </a:r>
            <a:r>
              <a:rPr lang="en-US" sz="1200" kern="1200" dirty="0">
                <a:solidFill>
                  <a:schemeClr val="tx1"/>
                </a:solidFill>
                <a:effectLst/>
                <a:latin typeface="+mn-lt"/>
                <a:ea typeface="+mn-ea"/>
                <a:cs typeface="+mn-cs"/>
              </a:rPr>
              <a:t> Broad knowledge work—comprising over 1.5 billion workers globally—is only beginning to adopt AI tools.</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11</a:t>
            </a:fld>
            <a:endParaRPr lang="en-US"/>
          </a:p>
        </p:txBody>
      </p:sp>
    </p:spTree>
    <p:extLst>
      <p:ext uri="{BB962C8B-B14F-4D97-AF65-F5344CB8AC3E}">
        <p14:creationId xmlns:p14="http://schemas.microsoft.com/office/powerpoint/2010/main" val="1906616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Unlike past tech bubbles driven by speculative demand, AI demand is real and supply-constrained. The primary bottleneck for AI expansion is physical infrastructure. </a:t>
            </a:r>
          </a:p>
          <a:p>
            <a:r>
              <a:rPr lang="en-US" sz="1200" kern="1200" dirty="0">
                <a:solidFill>
                  <a:schemeClr val="tx1"/>
                </a:solidFill>
                <a:effectLst/>
                <a:latin typeface="+mn-lt"/>
                <a:ea typeface="+mn-ea"/>
                <a:cs typeface="+mn-cs"/>
              </a:rPr>
              <a:t>The supply chain moves from Power Generation → Grid Interconnection → Data Centers → Chips → Frontier Models. </a:t>
            </a:r>
          </a:p>
          <a:p>
            <a:r>
              <a:rPr lang="en-US" sz="1200" kern="1200" dirty="0">
                <a:solidFill>
                  <a:schemeClr val="tx1"/>
                </a:solidFill>
                <a:effectLst/>
                <a:latin typeface="+mn-lt"/>
                <a:ea typeface="+mn-ea"/>
                <a:cs typeface="+mn-cs"/>
              </a:rPr>
              <a:t>The main chokepoint is </a:t>
            </a:r>
            <a:r>
              <a:rPr lang="en-US" sz="1200" b="1" kern="1200" dirty="0">
                <a:solidFill>
                  <a:schemeClr val="tx1"/>
                </a:solidFill>
                <a:effectLst/>
                <a:latin typeface="+mn-lt"/>
                <a:ea typeface="+mn-ea"/>
                <a:cs typeface="+mn-cs"/>
              </a:rPr>
              <a:t>Speed to Power</a:t>
            </a:r>
            <a:r>
              <a:rPr lang="en-US" sz="1200" kern="1200" dirty="0">
                <a:solidFill>
                  <a:schemeClr val="tx1"/>
                </a:solidFill>
                <a:effectLst/>
                <a:latin typeface="+mn-lt"/>
                <a:ea typeface="+mn-ea"/>
                <a:cs typeface="+mn-cs"/>
              </a:rPr>
              <a:t>. Bringing new power generation and high-voltage transmission online requires navigating long regulatory approval timelines. Scaling modern data centers requires retrofitting facilities for up to 10x higher power density, representing a major infrastructure investment opportunity.</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12</a:t>
            </a:fld>
            <a:endParaRPr lang="en-US"/>
          </a:p>
        </p:txBody>
      </p:sp>
    </p:spTree>
    <p:extLst>
      <p:ext uri="{BB962C8B-B14F-4D97-AF65-F5344CB8AC3E}">
        <p14:creationId xmlns:p14="http://schemas.microsoft.com/office/powerpoint/2010/main" val="2461081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chat interfaces marked the first phase of consumer AI, future expansion lies in autonomous execution across several key frontiers: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Proactive Consumer Agents:</a:t>
            </a:r>
            <a:r>
              <a:rPr lang="en-US" sz="1200" kern="1200" dirty="0">
                <a:solidFill>
                  <a:schemeClr val="tx1"/>
                </a:solidFill>
                <a:effectLst/>
                <a:latin typeface="+mn-lt"/>
                <a:ea typeface="+mn-ea"/>
                <a:cs typeface="+mn-cs"/>
              </a:rPr>
              <a:t> Shifting from basic search queries to autonomous agents that handle complex workflows end-to-end.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Robotics &amp; Physical Autonomy:</a:t>
            </a:r>
            <a:r>
              <a:rPr lang="en-US" sz="1200" kern="1200" dirty="0">
                <a:solidFill>
                  <a:schemeClr val="tx1"/>
                </a:solidFill>
                <a:effectLst/>
                <a:latin typeface="+mn-lt"/>
                <a:ea typeface="+mn-ea"/>
                <a:cs typeface="+mn-cs"/>
              </a:rPr>
              <a:t> Physical labor represents a vast market opportunity compared to software alone.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Healthcare Transformation:</a:t>
            </a:r>
            <a:r>
              <a:rPr lang="en-US" sz="1200" kern="1200" dirty="0">
                <a:solidFill>
                  <a:schemeClr val="tx1"/>
                </a:solidFill>
                <a:effectLst/>
                <a:latin typeface="+mn-lt"/>
                <a:ea typeface="+mn-ea"/>
                <a:cs typeface="+mn-cs"/>
              </a:rPr>
              <a:t> Healthcare represents 18% of US GDP. AI applications span automated administrative operations, clinical decision support, and accelerated drug discovery.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Industrial &amp; Defense:</a:t>
            </a:r>
            <a:r>
              <a:rPr lang="en-US" sz="1200" kern="1200" dirty="0">
                <a:solidFill>
                  <a:schemeClr val="tx1"/>
                </a:solidFill>
                <a:effectLst/>
                <a:latin typeface="+mn-lt"/>
                <a:ea typeface="+mn-ea"/>
                <a:cs typeface="+mn-cs"/>
              </a:rPr>
              <a:t> Rebuilding manufacturing, supply chains, and defense logistics on autonomous architectures.</a:t>
            </a:r>
          </a:p>
          <a:p>
            <a:endParaRPr lang="en-US" dirty="0"/>
          </a:p>
        </p:txBody>
      </p:sp>
      <p:sp>
        <p:nvSpPr>
          <p:cNvPr id="4" name="Slide Number Placeholder 3"/>
          <p:cNvSpPr>
            <a:spLocks noGrp="1"/>
          </p:cNvSpPr>
          <p:nvPr>
            <p:ph type="sldNum" sz="quarter" idx="5"/>
          </p:nvPr>
        </p:nvSpPr>
        <p:spPr/>
        <p:txBody>
          <a:bodyPr/>
          <a:lstStyle/>
          <a:p>
            <a:fld id="{2D92B618-7D1C-4031-A4F8-DDA957BC490A}" type="slidenum">
              <a:rPr lang="en-US" smtClean="0"/>
              <a:t>13</a:t>
            </a:fld>
            <a:endParaRPr lang="en-US"/>
          </a:p>
        </p:txBody>
      </p:sp>
    </p:spTree>
    <p:extLst>
      <p:ext uri="{BB962C8B-B14F-4D97-AF65-F5344CB8AC3E}">
        <p14:creationId xmlns:p14="http://schemas.microsoft.com/office/powerpoint/2010/main" val="2198534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institutional allocators should consider three strategic adjustments in response to these market shifts: </a:t>
            </a:r>
          </a:p>
          <a:p>
            <a:pPr marL="228600" lvl="0" indent="-228600">
              <a:buFont typeface="+mj-lt"/>
              <a:buAutoNum type="arabicPeriod"/>
            </a:pPr>
            <a:r>
              <a:rPr lang="en-US" sz="1200" b="1" kern="1200" dirty="0">
                <a:solidFill>
                  <a:schemeClr val="tx1"/>
                </a:solidFill>
                <a:effectLst/>
                <a:latin typeface="+mn-lt"/>
                <a:ea typeface="+mn-ea"/>
                <a:cs typeface="+mn-cs"/>
              </a:rPr>
              <a:t>Brutal Selection (Target the &lt;1%):</a:t>
            </a:r>
            <a:r>
              <a:rPr lang="en-US" sz="1200" kern="1200" dirty="0">
                <a:solidFill>
                  <a:schemeClr val="tx1"/>
                </a:solidFill>
                <a:effectLst/>
                <a:latin typeface="+mn-lt"/>
                <a:ea typeface="+mn-ea"/>
                <a:cs typeface="+mn-cs"/>
              </a:rPr>
              <a:t> Avoid middle-tier generalist funds yielding 1x–2x TVPI. Focus allocation on top-tier life-cycle firms and specialized seed managers. </a:t>
            </a:r>
          </a:p>
          <a:p>
            <a:pPr marL="228600" lvl="0" indent="-228600">
              <a:buFont typeface="+mj-lt"/>
              <a:buAutoNum type="arabicPeriod"/>
            </a:pPr>
            <a:r>
              <a:rPr lang="en-US" sz="1200" b="1" kern="1200" dirty="0">
                <a:solidFill>
                  <a:schemeClr val="tx1"/>
                </a:solidFill>
                <a:effectLst/>
                <a:latin typeface="+mn-lt"/>
                <a:ea typeface="+mn-ea"/>
                <a:cs typeface="+mn-cs"/>
              </a:rPr>
              <a:t>Super-Sized Concentration:</a:t>
            </a:r>
            <a:r>
              <a:rPr lang="en-US" sz="1200" kern="1200" dirty="0">
                <a:solidFill>
                  <a:schemeClr val="tx1"/>
                </a:solidFill>
                <a:effectLst/>
                <a:latin typeface="+mn-lt"/>
                <a:ea typeface="+mn-ea"/>
                <a:cs typeface="+mn-cs"/>
              </a:rPr>
              <a:t> Ensure growth-stage funds hold concentrated positions (5–10%+ of fund capital) in category-defining AI leaders. </a:t>
            </a:r>
          </a:p>
          <a:p>
            <a:pPr marL="228600" lvl="0" indent="-228600">
              <a:buFont typeface="+mj-lt"/>
              <a:buAutoNum type="arabicPeriod"/>
            </a:pPr>
            <a:r>
              <a:rPr lang="en-US" sz="1200" b="1" kern="1200" dirty="0">
                <a:solidFill>
                  <a:schemeClr val="tx1"/>
                </a:solidFill>
                <a:effectLst/>
                <a:latin typeface="+mn-lt"/>
                <a:ea typeface="+mn-ea"/>
                <a:cs typeface="+mn-cs"/>
              </a:rPr>
              <a:t>Audit Legacy PE &amp; Credit Exposure:</a:t>
            </a:r>
            <a:r>
              <a:rPr lang="en-US" sz="1200" kern="1200" dirty="0">
                <a:solidFill>
                  <a:schemeClr val="tx1"/>
                </a:solidFill>
                <a:effectLst/>
                <a:latin typeface="+mn-lt"/>
                <a:ea typeface="+mn-ea"/>
                <a:cs typeface="+mn-cs"/>
              </a:rPr>
              <a:t> Evaluate private credit and software buyout portfolios for exposure to legacy SaaS companies vulnerable to AI-native disruption.</a:t>
            </a:r>
          </a:p>
        </p:txBody>
      </p:sp>
      <p:sp>
        <p:nvSpPr>
          <p:cNvPr id="4" name="Slide Number Placeholder 3"/>
          <p:cNvSpPr>
            <a:spLocks noGrp="1"/>
          </p:cNvSpPr>
          <p:nvPr>
            <p:ph type="sldNum" sz="quarter" idx="5"/>
          </p:nvPr>
        </p:nvSpPr>
        <p:spPr/>
        <p:txBody>
          <a:bodyPr/>
          <a:lstStyle/>
          <a:p>
            <a:fld id="{2D92B618-7D1C-4031-A4F8-DDA957BC490A}" type="slidenum">
              <a:rPr lang="en-US" smtClean="0"/>
              <a:t>14</a:t>
            </a:fld>
            <a:endParaRPr lang="en-US"/>
          </a:p>
        </p:txBody>
      </p:sp>
    </p:spTree>
    <p:extLst>
      <p:ext uri="{BB962C8B-B14F-4D97-AF65-F5344CB8AC3E}">
        <p14:creationId xmlns:p14="http://schemas.microsoft.com/office/powerpoint/2010/main" val="1086396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15 synthesizes the core themes of this presentation: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Velocity &amp; Scale:</a:t>
            </a:r>
            <a:r>
              <a:rPr lang="en-US" sz="1200" kern="1200" dirty="0">
                <a:solidFill>
                  <a:schemeClr val="tx1"/>
                </a:solidFill>
                <a:effectLst/>
                <a:latin typeface="+mn-lt"/>
                <a:ea typeface="+mn-ea"/>
                <a:cs typeface="+mn-cs"/>
              </a:rPr>
              <a:t> Transitioning from 15-year SaaS adoption cycles to 4-year AI expansion cycles.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Capital Compounding via Compute:</a:t>
            </a:r>
            <a:r>
              <a:rPr lang="en-US" sz="1200" kern="1200" dirty="0">
                <a:solidFill>
                  <a:schemeClr val="tx1"/>
                </a:solidFill>
                <a:effectLst/>
                <a:latin typeface="+mn-lt"/>
                <a:ea typeface="+mn-ea"/>
                <a:cs typeface="+mn-cs"/>
              </a:rPr>
              <a:t> Converting capital into compute to systematically improve product capabilities.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Attacking $30T in GDP:</a:t>
            </a:r>
            <a:r>
              <a:rPr lang="en-US" sz="1200" kern="1200" dirty="0">
                <a:solidFill>
                  <a:schemeClr val="tx1"/>
                </a:solidFill>
                <a:effectLst/>
                <a:latin typeface="+mn-lt"/>
                <a:ea typeface="+mn-ea"/>
                <a:cs typeface="+mn-cs"/>
              </a:rPr>
              <a:t> Expanding addressable markets from IT software budgets into global service and labor markets.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Bifurcated Market Dynamics:</a:t>
            </a:r>
            <a:r>
              <a:rPr lang="en-US" sz="1200" kern="1200" dirty="0">
                <a:solidFill>
                  <a:schemeClr val="tx1"/>
                </a:solidFill>
                <a:effectLst/>
                <a:latin typeface="+mn-lt"/>
                <a:ea typeface="+mn-ea"/>
                <a:cs typeface="+mn-cs"/>
              </a:rPr>
              <a:t> Value creation is concentrated at the extremes—large full-stack platforms and hyper-specialized niche providers.</a:t>
            </a:r>
          </a:p>
          <a:p>
            <a:endParaRPr lang="en-US" dirty="0"/>
          </a:p>
          <a:p>
            <a:endParaRPr lang="en-US" dirty="0"/>
          </a:p>
          <a:p>
            <a:r>
              <a:rPr lang="en-US" dirty="0"/>
              <a:t>https://www.youtube.com/watch?v=bsdJd2VeLvg</a:t>
            </a:r>
          </a:p>
        </p:txBody>
      </p:sp>
      <p:sp>
        <p:nvSpPr>
          <p:cNvPr id="4" name="Slide Number Placeholder 3"/>
          <p:cNvSpPr>
            <a:spLocks noGrp="1"/>
          </p:cNvSpPr>
          <p:nvPr>
            <p:ph type="sldNum" sz="quarter" idx="5"/>
          </p:nvPr>
        </p:nvSpPr>
        <p:spPr/>
        <p:txBody>
          <a:bodyPr/>
          <a:lstStyle/>
          <a:p>
            <a:fld id="{2D92B618-7D1C-4031-A4F8-DDA957BC490A}" type="slidenum">
              <a:rPr lang="en-US" smtClean="0"/>
              <a:t>15</a:t>
            </a:fld>
            <a:endParaRPr lang="en-US"/>
          </a:p>
        </p:txBody>
      </p:sp>
    </p:spTree>
    <p:extLst>
      <p:ext uri="{BB962C8B-B14F-4D97-AF65-F5344CB8AC3E}">
        <p14:creationId xmlns:p14="http://schemas.microsoft.com/office/powerpoint/2010/main" val="1821108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1E928B-A6AE-CFA5-E22F-57D93F89452E}"/>
              </a:ext>
            </a:extLst>
          </p:cNvPr>
          <p:cNvSpPr>
            <a:spLocks noGrp="1"/>
          </p:cNvSpPr>
          <p:nvPr>
            <p:ph type="dt" sz="half" idx="10"/>
          </p:nvPr>
        </p:nvSpPr>
        <p:spPr/>
        <p:txBody>
          <a:bodyPr/>
          <a:lstStyle/>
          <a:p>
            <a:fld id="{8A2FD6CC-FEC9-4592-B9F2-94409C34E35F}" type="datetimeFigureOut">
              <a:rPr lang="en-US" smtClean="0"/>
              <a:t>10/21/2026</a:t>
            </a:fld>
            <a:endParaRPr lang="en-US"/>
          </a:p>
        </p:txBody>
      </p:sp>
      <p:sp>
        <p:nvSpPr>
          <p:cNvPr id="3" name="Footer Placeholder 2">
            <a:extLst>
              <a:ext uri="{FF2B5EF4-FFF2-40B4-BE49-F238E27FC236}">
                <a16:creationId xmlns:a16="http://schemas.microsoft.com/office/drawing/2014/main" id="{8C0C07EF-C383-4197-D1D6-5E9F55280D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D5D0C8-DCF6-1DA2-25FC-B0040FDAAB1F}"/>
              </a:ext>
            </a:extLst>
          </p:cNvPr>
          <p:cNvSpPr>
            <a:spLocks noGrp="1"/>
          </p:cNvSpPr>
          <p:nvPr>
            <p:ph type="sldNum" sz="quarter" idx="12"/>
          </p:nvPr>
        </p:nvSpPr>
        <p:spPr/>
        <p:txBody>
          <a:bodyPr/>
          <a:lstStyle/>
          <a:p>
            <a:fld id="{43604FD7-9BAF-4AFA-9AF1-AE362D44EC71}" type="slidenum">
              <a:rPr lang="en-US" smtClean="0"/>
              <a:t>‹#›</a:t>
            </a:fld>
            <a:endParaRPr lang="en-US"/>
          </a:p>
        </p:txBody>
      </p:sp>
    </p:spTree>
    <p:extLst>
      <p:ext uri="{BB962C8B-B14F-4D97-AF65-F5344CB8AC3E}">
        <p14:creationId xmlns:p14="http://schemas.microsoft.com/office/powerpoint/2010/main" val="354492422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05E542-5684-D3F1-506B-A96B9431C2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B087B6-2387-DACF-2D00-4225DB4B5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0F463-0F3C-482A-2866-30BF0032C4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2FD6CC-FEC9-4592-B9F2-94409C34E35F}" type="datetimeFigureOut">
              <a:rPr lang="en-US" smtClean="0"/>
              <a:t>10/21/2026</a:t>
            </a:fld>
            <a:endParaRPr lang="en-US"/>
          </a:p>
        </p:txBody>
      </p:sp>
      <p:sp>
        <p:nvSpPr>
          <p:cNvPr id="5" name="Footer Placeholder 4">
            <a:extLst>
              <a:ext uri="{FF2B5EF4-FFF2-40B4-BE49-F238E27FC236}">
                <a16:creationId xmlns:a16="http://schemas.microsoft.com/office/drawing/2014/main" id="{ED2E4ACE-7652-109C-A193-B205080371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32CAAA-ABA2-3665-CB16-9754F268F2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604FD7-9BAF-4AFA-9AF1-AE362D44EC71}" type="slidenum">
              <a:rPr lang="en-US" smtClean="0"/>
              <a:t>‹#›</a:t>
            </a:fld>
            <a:endParaRPr lang="en-US"/>
          </a:p>
        </p:txBody>
      </p:sp>
    </p:spTree>
    <p:extLst>
      <p:ext uri="{BB962C8B-B14F-4D97-AF65-F5344CB8AC3E}">
        <p14:creationId xmlns:p14="http://schemas.microsoft.com/office/powerpoint/2010/main" val="175610620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83F2F3-EDC2-0FD7-BBE0-1B487CE846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77CDFC-ECAA-E34C-4D7B-F5DFDFDC7D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D96BC6-D0BC-C5A8-8A9B-764CD7ECBE2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901D37-1866-B372-6B2A-1448C38B4E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AF1A74-5321-69A1-6D8B-D886349A1A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44A555-8E33-A6A2-061C-97A432F77E8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AC7585-4447-9FEB-094F-2276133BE2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5F0D17-91AF-1277-472A-907E81AD67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57C710-65B7-A39A-396C-3C36CCDC02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CE6BC8-F358-1A04-CCCD-A6368E9A3B1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657A79-7EA8-13BB-BD0A-9F698F1B597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826CA7-4E4B-652F-397A-295E6EDB8D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63869A-B64F-0408-8899-DA235C4A56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A01AC5-F757-126C-1000-60F6293385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39CD27-4610-FB23-AEE7-EFA149A14890}"/>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177200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1724</Words>
  <Application>Microsoft Office PowerPoint</Application>
  <PresentationFormat>寬螢幕</PresentationFormat>
  <Paragraphs>79</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2026-09-17T05:23:06Z</dcterms:created>
  <dcterms:modified xsi:type="dcterms:W3CDTF">2026-10-21T02:49:14Z</dcterms:modified>
</cp:coreProperties>
</file>