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9F1F57-9943-495C-A186-880E0A4328AC}" v="23" dt="2026-09-06T13:09:35.4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0313"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addSld modSld">
      <pc:chgData name="Lai, Wilson" userId="2840974a-0d84-4886-90a9-9a3ed79f3a48" providerId="ADAL" clId="{9F23B798-9E84-4552-BA63-E776E805C424}" dt="2026-09-06T14:45:05.739" v="65" actId="166"/>
      <pc:docMkLst>
        <pc:docMk/>
      </pc:docMkLst>
      <pc:sldChg chg="addSp delSp modSp mod modAnim modNotes modNotesTx">
        <pc:chgData name="Lai, Wilson" userId="2840974a-0d84-4886-90a9-9a3ed79f3a48" providerId="ADAL" clId="{9F23B798-9E84-4552-BA63-E776E805C424}" dt="2026-09-06T14:45:05.739" v="65" actId="166"/>
        <pc:sldMkLst>
          <pc:docMk/>
          <pc:sldMk cId="0" sldId="257"/>
        </pc:sldMkLst>
        <pc:spChg chg="add mod">
          <ac:chgData name="Lai, Wilson" userId="2840974a-0d84-4886-90a9-9a3ed79f3a48" providerId="ADAL" clId="{9F23B798-9E84-4552-BA63-E776E805C424}" dt="2026-09-06T11:33:22.270" v="8" actId="164"/>
          <ac:spMkLst>
            <pc:docMk/>
            <pc:sldMk cId="0" sldId="257"/>
            <ac:spMk id="5" creationId="{5054865C-67F2-281F-D01E-8FE0AC176B01}"/>
          </ac:spMkLst>
        </pc:spChg>
        <pc:grpChg chg="add mod">
          <ac:chgData name="Lai, Wilson" userId="2840974a-0d84-4886-90a9-9a3ed79f3a48" providerId="ADAL" clId="{9F23B798-9E84-4552-BA63-E776E805C424}" dt="2026-09-06T11:33:22.270" v="8" actId="164"/>
          <ac:grpSpMkLst>
            <pc:docMk/>
            <pc:sldMk cId="0" sldId="257"/>
            <ac:grpSpMk id="6" creationId="{0E4FC5F6-CEFB-6831-BC23-B29FC3732588}"/>
          </ac:grpSpMkLst>
        </pc:grpChg>
        <pc:picChg chg="del ord">
          <ac:chgData name="Lai, Wilson" userId="2840974a-0d84-4886-90a9-9a3ed79f3a48" providerId="ADAL" clId="{9F23B798-9E84-4552-BA63-E776E805C424}" dt="2026-09-06T14:37:54.566" v="33" actId="21"/>
          <ac:picMkLst>
            <pc:docMk/>
            <pc:sldMk cId="0" sldId="257"/>
            <ac:picMk id="2" creationId="{00000000-0000-0000-0000-000000000000}"/>
          </ac:picMkLst>
        </pc:picChg>
        <pc:picChg chg="add mod">
          <ac:chgData name="Lai, Wilson" userId="2840974a-0d84-4886-90a9-9a3ed79f3a48" providerId="ADAL" clId="{9F23B798-9E84-4552-BA63-E776E805C424}" dt="2026-09-06T11:33:22.270" v="8" actId="164"/>
          <ac:picMkLst>
            <pc:docMk/>
            <pc:sldMk cId="0" sldId="257"/>
            <ac:picMk id="3" creationId="{5FB9832E-4E22-3203-6CFD-62F96CBAB505}"/>
          </ac:picMkLst>
        </pc:picChg>
        <pc:picChg chg="add ord">
          <ac:chgData name="Lai, Wilson" userId="2840974a-0d84-4886-90a9-9a3ed79f3a48" providerId="ADAL" clId="{9F23B798-9E84-4552-BA63-E776E805C424}" dt="2026-09-06T14:45:05.739" v="65" actId="166"/>
          <ac:picMkLst>
            <pc:docMk/>
            <pc:sldMk cId="0" sldId="257"/>
            <ac:picMk id="7" creationId="{03C61B48-27E9-D51C-912A-F464BC91E256}"/>
          </ac:picMkLst>
        </pc:picChg>
      </pc:sldChg>
      <pc:sldChg chg="addSp delSp mod modNotes">
        <pc:chgData name="Lai, Wilson" userId="2840974a-0d84-4886-90a9-9a3ed79f3a48" providerId="ADAL" clId="{9F23B798-9E84-4552-BA63-E776E805C424}" dt="2026-09-06T14:39:28.820" v="36" actId="22"/>
        <pc:sldMkLst>
          <pc:docMk/>
          <pc:sldMk cId="0" sldId="258"/>
        </pc:sldMkLst>
        <pc:picChg chg="del">
          <ac:chgData name="Lai, Wilson" userId="2840974a-0d84-4886-90a9-9a3ed79f3a48" providerId="ADAL" clId="{9F23B798-9E84-4552-BA63-E776E805C424}" dt="2026-09-06T14:39:16.734" v="35" actId="21"/>
          <ac:picMkLst>
            <pc:docMk/>
            <pc:sldMk cId="0" sldId="258"/>
            <ac:picMk id="2" creationId="{00000000-0000-0000-0000-000000000000}"/>
          </ac:picMkLst>
        </pc:picChg>
        <pc:picChg chg="add">
          <ac:chgData name="Lai, Wilson" userId="2840974a-0d84-4886-90a9-9a3ed79f3a48" providerId="ADAL" clId="{9F23B798-9E84-4552-BA63-E776E805C424}" dt="2026-09-06T14:39:28.820" v="36" actId="22"/>
          <ac:picMkLst>
            <pc:docMk/>
            <pc:sldMk cId="0" sldId="258"/>
            <ac:picMk id="4" creationId="{61669A5F-1102-AC8D-2CBC-3C68660EF1D2}"/>
          </ac:picMkLst>
        </pc:picChg>
      </pc:sldChg>
      <pc:sldChg chg="addSp delSp mod modNotes modNotesTx">
        <pc:chgData name="Lai, Wilson" userId="2840974a-0d84-4886-90a9-9a3ed79f3a48" providerId="ADAL" clId="{9F23B798-9E84-4552-BA63-E776E805C424}" dt="2026-09-06T14:39:43.616" v="38" actId="22"/>
        <pc:sldMkLst>
          <pc:docMk/>
          <pc:sldMk cId="0" sldId="259"/>
        </pc:sldMkLst>
        <pc:picChg chg="del">
          <ac:chgData name="Lai, Wilson" userId="2840974a-0d84-4886-90a9-9a3ed79f3a48" providerId="ADAL" clId="{9F23B798-9E84-4552-BA63-E776E805C424}" dt="2026-09-06T14:39:31.516" v="37" actId="21"/>
          <ac:picMkLst>
            <pc:docMk/>
            <pc:sldMk cId="0" sldId="259"/>
            <ac:picMk id="2" creationId="{00000000-0000-0000-0000-000000000000}"/>
          </ac:picMkLst>
        </pc:picChg>
        <pc:picChg chg="add">
          <ac:chgData name="Lai, Wilson" userId="2840974a-0d84-4886-90a9-9a3ed79f3a48" providerId="ADAL" clId="{9F23B798-9E84-4552-BA63-E776E805C424}" dt="2026-09-06T14:39:43.616" v="38" actId="22"/>
          <ac:picMkLst>
            <pc:docMk/>
            <pc:sldMk cId="0" sldId="259"/>
            <ac:picMk id="4" creationId="{C9CC7490-CA12-B3EA-13DE-2FAEEF0FA081}"/>
          </ac:picMkLst>
        </pc:picChg>
      </pc:sldChg>
      <pc:sldChg chg="addSp delSp mod modNotes modNotesTx">
        <pc:chgData name="Lai, Wilson" userId="2840974a-0d84-4886-90a9-9a3ed79f3a48" providerId="ADAL" clId="{9F23B798-9E84-4552-BA63-E776E805C424}" dt="2026-09-06T14:40:09.914" v="40" actId="22"/>
        <pc:sldMkLst>
          <pc:docMk/>
          <pc:sldMk cId="0" sldId="260"/>
        </pc:sldMkLst>
        <pc:picChg chg="del">
          <ac:chgData name="Lai, Wilson" userId="2840974a-0d84-4886-90a9-9a3ed79f3a48" providerId="ADAL" clId="{9F23B798-9E84-4552-BA63-E776E805C424}" dt="2026-09-06T14:39:53.984" v="39" actId="21"/>
          <ac:picMkLst>
            <pc:docMk/>
            <pc:sldMk cId="0" sldId="260"/>
            <ac:picMk id="2" creationId="{00000000-0000-0000-0000-000000000000}"/>
          </ac:picMkLst>
        </pc:picChg>
        <pc:picChg chg="add">
          <ac:chgData name="Lai, Wilson" userId="2840974a-0d84-4886-90a9-9a3ed79f3a48" providerId="ADAL" clId="{9F23B798-9E84-4552-BA63-E776E805C424}" dt="2026-09-06T14:40:09.914" v="40" actId="22"/>
          <ac:picMkLst>
            <pc:docMk/>
            <pc:sldMk cId="0" sldId="260"/>
            <ac:picMk id="4" creationId="{FCCCD0FE-652F-0DBC-D398-0D6ECF37D6A2}"/>
          </ac:picMkLst>
        </pc:picChg>
      </pc:sldChg>
      <pc:sldChg chg="addSp delSp mod modNotes">
        <pc:chgData name="Lai, Wilson" userId="2840974a-0d84-4886-90a9-9a3ed79f3a48" providerId="ADAL" clId="{9F23B798-9E84-4552-BA63-E776E805C424}" dt="2026-09-06T14:40:24.044" v="42" actId="22"/>
        <pc:sldMkLst>
          <pc:docMk/>
          <pc:sldMk cId="0" sldId="261"/>
        </pc:sldMkLst>
        <pc:picChg chg="del">
          <ac:chgData name="Lai, Wilson" userId="2840974a-0d84-4886-90a9-9a3ed79f3a48" providerId="ADAL" clId="{9F23B798-9E84-4552-BA63-E776E805C424}" dt="2026-09-06T14:40:13.288" v="41" actId="21"/>
          <ac:picMkLst>
            <pc:docMk/>
            <pc:sldMk cId="0" sldId="261"/>
            <ac:picMk id="2" creationId="{00000000-0000-0000-0000-000000000000}"/>
          </ac:picMkLst>
        </pc:picChg>
        <pc:picChg chg="add">
          <ac:chgData name="Lai, Wilson" userId="2840974a-0d84-4886-90a9-9a3ed79f3a48" providerId="ADAL" clId="{9F23B798-9E84-4552-BA63-E776E805C424}" dt="2026-09-06T14:40:24.044" v="42" actId="22"/>
          <ac:picMkLst>
            <pc:docMk/>
            <pc:sldMk cId="0" sldId="261"/>
            <ac:picMk id="4" creationId="{2DD3B48B-52E0-A012-7DA2-6F7C4C5629C9}"/>
          </ac:picMkLst>
        </pc:picChg>
      </pc:sldChg>
      <pc:sldChg chg="addSp delSp mod modNotes modNotesTx">
        <pc:chgData name="Lai, Wilson" userId="2840974a-0d84-4886-90a9-9a3ed79f3a48" providerId="ADAL" clId="{9F23B798-9E84-4552-BA63-E776E805C424}" dt="2026-09-06T14:40:36.126" v="44" actId="22"/>
        <pc:sldMkLst>
          <pc:docMk/>
          <pc:sldMk cId="0" sldId="262"/>
        </pc:sldMkLst>
        <pc:picChg chg="del">
          <ac:chgData name="Lai, Wilson" userId="2840974a-0d84-4886-90a9-9a3ed79f3a48" providerId="ADAL" clId="{9F23B798-9E84-4552-BA63-E776E805C424}" dt="2026-09-06T14:40:26.262" v="43" actId="21"/>
          <ac:picMkLst>
            <pc:docMk/>
            <pc:sldMk cId="0" sldId="262"/>
            <ac:picMk id="2" creationId="{00000000-0000-0000-0000-000000000000}"/>
          </ac:picMkLst>
        </pc:picChg>
        <pc:picChg chg="add">
          <ac:chgData name="Lai, Wilson" userId="2840974a-0d84-4886-90a9-9a3ed79f3a48" providerId="ADAL" clId="{9F23B798-9E84-4552-BA63-E776E805C424}" dt="2026-09-06T14:40:36.126" v="44" actId="22"/>
          <ac:picMkLst>
            <pc:docMk/>
            <pc:sldMk cId="0" sldId="262"/>
            <ac:picMk id="4" creationId="{70EE030B-213F-0EE4-2104-18FEF5FD1B4E}"/>
          </ac:picMkLst>
        </pc:picChg>
      </pc:sldChg>
      <pc:sldChg chg="addSp delSp mod modNotes modNotesTx">
        <pc:chgData name="Lai, Wilson" userId="2840974a-0d84-4886-90a9-9a3ed79f3a48" providerId="ADAL" clId="{9F23B798-9E84-4552-BA63-E776E805C424}" dt="2026-09-06T14:41:02.274" v="46" actId="22"/>
        <pc:sldMkLst>
          <pc:docMk/>
          <pc:sldMk cId="0" sldId="263"/>
        </pc:sldMkLst>
        <pc:picChg chg="del">
          <ac:chgData name="Lai, Wilson" userId="2840974a-0d84-4886-90a9-9a3ed79f3a48" providerId="ADAL" clId="{9F23B798-9E84-4552-BA63-E776E805C424}" dt="2026-09-06T14:40:42.220" v="45" actId="21"/>
          <ac:picMkLst>
            <pc:docMk/>
            <pc:sldMk cId="0" sldId="263"/>
            <ac:picMk id="2" creationId="{00000000-0000-0000-0000-000000000000}"/>
          </ac:picMkLst>
        </pc:picChg>
        <pc:picChg chg="add">
          <ac:chgData name="Lai, Wilson" userId="2840974a-0d84-4886-90a9-9a3ed79f3a48" providerId="ADAL" clId="{9F23B798-9E84-4552-BA63-E776E805C424}" dt="2026-09-06T14:41:02.274" v="46" actId="22"/>
          <ac:picMkLst>
            <pc:docMk/>
            <pc:sldMk cId="0" sldId="263"/>
            <ac:picMk id="4" creationId="{FA4AA516-B3D8-1AD9-0CD9-3273030BA1DE}"/>
          </ac:picMkLst>
        </pc:picChg>
      </pc:sldChg>
      <pc:sldChg chg="addSp delSp mod modNotes modNotesTx">
        <pc:chgData name="Lai, Wilson" userId="2840974a-0d84-4886-90a9-9a3ed79f3a48" providerId="ADAL" clId="{9F23B798-9E84-4552-BA63-E776E805C424}" dt="2026-09-06T14:43:23.259" v="48" actId="22"/>
        <pc:sldMkLst>
          <pc:docMk/>
          <pc:sldMk cId="0" sldId="264"/>
        </pc:sldMkLst>
        <pc:picChg chg="del">
          <ac:chgData name="Lai, Wilson" userId="2840974a-0d84-4886-90a9-9a3ed79f3a48" providerId="ADAL" clId="{9F23B798-9E84-4552-BA63-E776E805C424}" dt="2026-09-06T14:43:13.663" v="47" actId="21"/>
          <ac:picMkLst>
            <pc:docMk/>
            <pc:sldMk cId="0" sldId="264"/>
            <ac:picMk id="2" creationId="{00000000-0000-0000-0000-000000000000}"/>
          </ac:picMkLst>
        </pc:picChg>
        <pc:picChg chg="add">
          <ac:chgData name="Lai, Wilson" userId="2840974a-0d84-4886-90a9-9a3ed79f3a48" providerId="ADAL" clId="{9F23B798-9E84-4552-BA63-E776E805C424}" dt="2026-09-06T14:43:23.259" v="48" actId="22"/>
          <ac:picMkLst>
            <pc:docMk/>
            <pc:sldMk cId="0" sldId="264"/>
            <ac:picMk id="4" creationId="{A1E11B86-47A4-F3AA-B4F0-21F33483983A}"/>
          </ac:picMkLst>
        </pc:picChg>
      </pc:sldChg>
      <pc:sldChg chg="addSp delSp mod modNotes modNotesTx">
        <pc:chgData name="Lai, Wilson" userId="2840974a-0d84-4886-90a9-9a3ed79f3a48" providerId="ADAL" clId="{9F23B798-9E84-4552-BA63-E776E805C424}" dt="2026-09-06T14:43:34.984" v="50" actId="22"/>
        <pc:sldMkLst>
          <pc:docMk/>
          <pc:sldMk cId="0" sldId="265"/>
        </pc:sldMkLst>
        <pc:picChg chg="del">
          <ac:chgData name="Lai, Wilson" userId="2840974a-0d84-4886-90a9-9a3ed79f3a48" providerId="ADAL" clId="{9F23B798-9E84-4552-BA63-E776E805C424}" dt="2026-09-06T14:43:25.884" v="49" actId="21"/>
          <ac:picMkLst>
            <pc:docMk/>
            <pc:sldMk cId="0" sldId="265"/>
            <ac:picMk id="2" creationId="{00000000-0000-0000-0000-000000000000}"/>
          </ac:picMkLst>
        </pc:picChg>
        <pc:picChg chg="add">
          <ac:chgData name="Lai, Wilson" userId="2840974a-0d84-4886-90a9-9a3ed79f3a48" providerId="ADAL" clId="{9F23B798-9E84-4552-BA63-E776E805C424}" dt="2026-09-06T14:43:34.984" v="50" actId="22"/>
          <ac:picMkLst>
            <pc:docMk/>
            <pc:sldMk cId="0" sldId="265"/>
            <ac:picMk id="4" creationId="{0C0491B5-7467-4C48-970A-75B5846C42DB}"/>
          </ac:picMkLst>
        </pc:picChg>
      </pc:sldChg>
      <pc:sldChg chg="addSp delSp mod modNotes modNotesTx">
        <pc:chgData name="Lai, Wilson" userId="2840974a-0d84-4886-90a9-9a3ed79f3a48" providerId="ADAL" clId="{9F23B798-9E84-4552-BA63-E776E805C424}" dt="2026-09-06T14:43:48.220" v="52" actId="22"/>
        <pc:sldMkLst>
          <pc:docMk/>
          <pc:sldMk cId="0" sldId="266"/>
        </pc:sldMkLst>
        <pc:picChg chg="del">
          <ac:chgData name="Lai, Wilson" userId="2840974a-0d84-4886-90a9-9a3ed79f3a48" providerId="ADAL" clId="{9F23B798-9E84-4552-BA63-E776E805C424}" dt="2026-09-06T14:43:37.180" v="51" actId="21"/>
          <ac:picMkLst>
            <pc:docMk/>
            <pc:sldMk cId="0" sldId="266"/>
            <ac:picMk id="2" creationId="{00000000-0000-0000-0000-000000000000}"/>
          </ac:picMkLst>
        </pc:picChg>
        <pc:picChg chg="add">
          <ac:chgData name="Lai, Wilson" userId="2840974a-0d84-4886-90a9-9a3ed79f3a48" providerId="ADAL" clId="{9F23B798-9E84-4552-BA63-E776E805C424}" dt="2026-09-06T14:43:48.220" v="52" actId="22"/>
          <ac:picMkLst>
            <pc:docMk/>
            <pc:sldMk cId="0" sldId="266"/>
            <ac:picMk id="4" creationId="{9D53B9B8-8F51-FB9C-C025-91D368F046F9}"/>
          </ac:picMkLst>
        </pc:picChg>
      </pc:sldChg>
      <pc:sldChg chg="addSp delSp mod modNotes modNotesTx">
        <pc:chgData name="Lai, Wilson" userId="2840974a-0d84-4886-90a9-9a3ed79f3a48" providerId="ADAL" clId="{9F23B798-9E84-4552-BA63-E776E805C424}" dt="2026-09-06T14:44:01.573" v="54" actId="22"/>
        <pc:sldMkLst>
          <pc:docMk/>
          <pc:sldMk cId="0" sldId="267"/>
        </pc:sldMkLst>
        <pc:picChg chg="del">
          <ac:chgData name="Lai, Wilson" userId="2840974a-0d84-4886-90a9-9a3ed79f3a48" providerId="ADAL" clId="{9F23B798-9E84-4552-BA63-E776E805C424}" dt="2026-09-06T14:43:52.669" v="53" actId="21"/>
          <ac:picMkLst>
            <pc:docMk/>
            <pc:sldMk cId="0" sldId="267"/>
            <ac:picMk id="2" creationId="{00000000-0000-0000-0000-000000000000}"/>
          </ac:picMkLst>
        </pc:picChg>
        <pc:picChg chg="add">
          <ac:chgData name="Lai, Wilson" userId="2840974a-0d84-4886-90a9-9a3ed79f3a48" providerId="ADAL" clId="{9F23B798-9E84-4552-BA63-E776E805C424}" dt="2026-09-06T14:44:01.573" v="54" actId="22"/>
          <ac:picMkLst>
            <pc:docMk/>
            <pc:sldMk cId="0" sldId="267"/>
            <ac:picMk id="4" creationId="{A350338B-209F-B01D-17E6-3F8ED9CAA322}"/>
          </ac:picMkLst>
        </pc:picChg>
      </pc:sldChg>
      <pc:sldChg chg="addSp delSp mod modNotes modNotesTx">
        <pc:chgData name="Lai, Wilson" userId="2840974a-0d84-4886-90a9-9a3ed79f3a48" providerId="ADAL" clId="{9F23B798-9E84-4552-BA63-E776E805C424}" dt="2026-09-06T14:44:13.033" v="56" actId="22"/>
        <pc:sldMkLst>
          <pc:docMk/>
          <pc:sldMk cId="0" sldId="268"/>
        </pc:sldMkLst>
        <pc:picChg chg="del">
          <ac:chgData name="Lai, Wilson" userId="2840974a-0d84-4886-90a9-9a3ed79f3a48" providerId="ADAL" clId="{9F23B798-9E84-4552-BA63-E776E805C424}" dt="2026-09-06T14:44:03.750" v="55" actId="21"/>
          <ac:picMkLst>
            <pc:docMk/>
            <pc:sldMk cId="0" sldId="268"/>
            <ac:picMk id="2" creationId="{00000000-0000-0000-0000-000000000000}"/>
          </ac:picMkLst>
        </pc:picChg>
        <pc:picChg chg="add">
          <ac:chgData name="Lai, Wilson" userId="2840974a-0d84-4886-90a9-9a3ed79f3a48" providerId="ADAL" clId="{9F23B798-9E84-4552-BA63-E776E805C424}" dt="2026-09-06T14:44:13.033" v="56" actId="22"/>
          <ac:picMkLst>
            <pc:docMk/>
            <pc:sldMk cId="0" sldId="268"/>
            <ac:picMk id="4" creationId="{838BAF08-2892-13B7-8570-FF8987826555}"/>
          </ac:picMkLst>
        </pc:picChg>
      </pc:sldChg>
      <pc:sldChg chg="addSp delSp mod modNotes">
        <pc:chgData name="Lai, Wilson" userId="2840974a-0d84-4886-90a9-9a3ed79f3a48" providerId="ADAL" clId="{9F23B798-9E84-4552-BA63-E776E805C424}" dt="2026-09-06T14:44:23.812" v="58" actId="22"/>
        <pc:sldMkLst>
          <pc:docMk/>
          <pc:sldMk cId="0" sldId="269"/>
        </pc:sldMkLst>
        <pc:picChg chg="del">
          <ac:chgData name="Lai, Wilson" userId="2840974a-0d84-4886-90a9-9a3ed79f3a48" providerId="ADAL" clId="{9F23B798-9E84-4552-BA63-E776E805C424}" dt="2026-09-06T14:44:15.416" v="57" actId="21"/>
          <ac:picMkLst>
            <pc:docMk/>
            <pc:sldMk cId="0" sldId="269"/>
            <ac:picMk id="2" creationId="{00000000-0000-0000-0000-000000000000}"/>
          </ac:picMkLst>
        </pc:picChg>
        <pc:picChg chg="add">
          <ac:chgData name="Lai, Wilson" userId="2840974a-0d84-4886-90a9-9a3ed79f3a48" providerId="ADAL" clId="{9F23B798-9E84-4552-BA63-E776E805C424}" dt="2026-09-06T14:44:23.812" v="58" actId="22"/>
          <ac:picMkLst>
            <pc:docMk/>
            <pc:sldMk cId="0" sldId="269"/>
            <ac:picMk id="4" creationId="{1BF2C02E-8EA3-4D73-6DE6-BF8636B6C36A}"/>
          </ac:picMkLst>
        </pc:picChg>
      </pc:sldChg>
      <pc:sldChg chg="addSp delSp mod modNotes modNotesTx">
        <pc:chgData name="Lai, Wilson" userId="2840974a-0d84-4886-90a9-9a3ed79f3a48" providerId="ADAL" clId="{9F23B798-9E84-4552-BA63-E776E805C424}" dt="2026-09-06T14:44:36.910" v="60" actId="22"/>
        <pc:sldMkLst>
          <pc:docMk/>
          <pc:sldMk cId="0" sldId="270"/>
        </pc:sldMkLst>
        <pc:picChg chg="del">
          <ac:chgData name="Lai, Wilson" userId="2840974a-0d84-4886-90a9-9a3ed79f3a48" providerId="ADAL" clId="{9F23B798-9E84-4552-BA63-E776E805C424}" dt="2026-09-06T14:44:25.822" v="59" actId="21"/>
          <ac:picMkLst>
            <pc:docMk/>
            <pc:sldMk cId="0" sldId="270"/>
            <ac:picMk id="2" creationId="{00000000-0000-0000-0000-000000000000}"/>
          </ac:picMkLst>
        </pc:picChg>
        <pc:picChg chg="add">
          <ac:chgData name="Lai, Wilson" userId="2840974a-0d84-4886-90a9-9a3ed79f3a48" providerId="ADAL" clId="{9F23B798-9E84-4552-BA63-E776E805C424}" dt="2026-09-06T14:44:36.910" v="60" actId="22"/>
          <ac:picMkLst>
            <pc:docMk/>
            <pc:sldMk cId="0" sldId="270"/>
            <ac:picMk id="4" creationId="{F74C45A6-30D6-5C93-F73E-EB6BB993A952}"/>
          </ac:picMkLst>
        </pc:picChg>
      </pc:sldChg>
      <pc:sldChg chg="addSp delSp mod modNotes">
        <pc:chgData name="Lai, Wilson" userId="2840974a-0d84-4886-90a9-9a3ed79f3a48" providerId="ADAL" clId="{9F23B798-9E84-4552-BA63-E776E805C424}" dt="2026-09-06T14:44:48.208" v="62" actId="22"/>
        <pc:sldMkLst>
          <pc:docMk/>
          <pc:sldMk cId="0" sldId="271"/>
        </pc:sldMkLst>
        <pc:picChg chg="del">
          <ac:chgData name="Lai, Wilson" userId="2840974a-0d84-4886-90a9-9a3ed79f3a48" providerId="ADAL" clId="{9F23B798-9E84-4552-BA63-E776E805C424}" dt="2026-09-06T14:44:39.995" v="61" actId="21"/>
          <ac:picMkLst>
            <pc:docMk/>
            <pc:sldMk cId="0" sldId="271"/>
            <ac:picMk id="2" creationId="{00000000-0000-0000-0000-000000000000}"/>
          </ac:picMkLst>
        </pc:picChg>
        <pc:picChg chg="add">
          <ac:chgData name="Lai, Wilson" userId="2840974a-0d84-4886-90a9-9a3ed79f3a48" providerId="ADAL" clId="{9F23B798-9E84-4552-BA63-E776E805C424}" dt="2026-09-06T14:44:48.208" v="62" actId="22"/>
          <ac:picMkLst>
            <pc:docMk/>
            <pc:sldMk cId="0" sldId="271"/>
            <ac:picMk id="4" creationId="{26E88C8A-43E0-B3AE-8D45-C20B5CBF4C4A}"/>
          </ac:picMkLst>
        </pc:picChg>
      </pc:sldChg>
      <pc:sldChg chg="addSp delSp modSp new mod modNotes modNotesTx">
        <pc:chgData name="Lai, Wilson" userId="2840974a-0d84-4886-90a9-9a3ed79f3a48" providerId="ADAL" clId="{9F23B798-9E84-4552-BA63-E776E805C424}" dt="2026-09-06T14:44:59.313" v="64" actId="22"/>
        <pc:sldMkLst>
          <pc:docMk/>
          <pc:sldMk cId="362822767" sldId="272"/>
        </pc:sldMkLst>
        <pc:picChg chg="add del mod">
          <ac:chgData name="Lai, Wilson" userId="2840974a-0d84-4886-90a9-9a3ed79f3a48" providerId="ADAL" clId="{9F23B798-9E84-4552-BA63-E776E805C424}" dt="2026-09-06T14:44:51.093" v="63" actId="21"/>
          <ac:picMkLst>
            <pc:docMk/>
            <pc:sldMk cId="362822767" sldId="272"/>
            <ac:picMk id="3" creationId="{CEA3F25B-6A63-E6F1-5D1E-3A5872D425F0}"/>
          </ac:picMkLst>
        </pc:picChg>
        <pc:picChg chg="add">
          <ac:chgData name="Lai, Wilson" userId="2840974a-0d84-4886-90a9-9a3ed79f3a48" providerId="ADAL" clId="{9F23B798-9E84-4552-BA63-E776E805C424}" dt="2026-09-06T14:44:59.313" v="64" actId="22"/>
          <ac:picMkLst>
            <pc:docMk/>
            <pc:sldMk cId="362822767" sldId="272"/>
            <ac:picMk id="4" creationId="{A680C6F5-D745-F62F-04FA-0E72695C8DD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88508A-4480-4DDE-9644-A203925F583D}"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CA7F71-BA72-46DB-A3C2-91963EB3A6D8}" type="slidenum">
              <a:rPr lang="en-US" smtClean="0"/>
              <a:t>‹#›</a:t>
            </a:fld>
            <a:endParaRPr lang="en-US"/>
          </a:p>
        </p:txBody>
      </p:sp>
    </p:spTree>
    <p:extLst>
      <p:ext uri="{BB962C8B-B14F-4D97-AF65-F5344CB8AC3E}">
        <p14:creationId xmlns:p14="http://schemas.microsoft.com/office/powerpoint/2010/main" val="1586950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Welcome, everyone. Today we are unpacking </a:t>
            </a:r>
            <a:r>
              <a:rPr lang="en-US" sz="1200" i="1" kern="1200" dirty="0">
                <a:solidFill>
                  <a:schemeClr val="tx1"/>
                </a:solidFill>
                <a:effectLst/>
                <a:latin typeface="+mn-lt"/>
                <a:ea typeface="+mn-ea"/>
                <a:cs typeface="+mn-cs"/>
              </a:rPr>
              <a:t>The 90-Day Blueprint</a:t>
            </a:r>
            <a:r>
              <a:rPr lang="en-US" sz="1200" kern="1200" dirty="0">
                <a:solidFill>
                  <a:schemeClr val="tx1"/>
                </a:solidFill>
                <a:effectLst/>
                <a:latin typeface="+mn-lt"/>
                <a:ea typeface="+mn-ea"/>
                <a:cs typeface="+mn-cs"/>
              </a:rPr>
              <a:t> designed to transform how you practice marketing and elevate you into the top 1% of marketing strategists. </a:t>
            </a:r>
          </a:p>
          <a:p>
            <a:r>
              <a:rPr lang="en-US" sz="1200" kern="1200" dirty="0">
                <a:solidFill>
                  <a:schemeClr val="tx1"/>
                </a:solidFill>
                <a:effectLst/>
                <a:latin typeface="+mn-lt"/>
                <a:ea typeface="+mn-ea"/>
                <a:cs typeface="+mn-cs"/>
              </a:rPr>
              <a:t>Most marketing teams fall into a very comfortable, lazy trap: when a new quarter or new year rolls around, they find last year’s campaign, hit ‘duplicate,’ update the dates, and call it a strategy. They measure success by whether campaigns went live on time, rather than whether the business actually grew. </a:t>
            </a:r>
          </a:p>
          <a:p>
            <a:r>
              <a:rPr lang="en-US" sz="1200" kern="1200" dirty="0">
                <a:solidFill>
                  <a:schemeClr val="tx1"/>
                </a:solidFill>
                <a:effectLst/>
                <a:latin typeface="+mn-lt"/>
                <a:ea typeface="+mn-ea"/>
                <a:cs typeface="+mn-cs"/>
              </a:rPr>
              <a:t>Over the next 90 days, we are going to break that pattern. As a top strategist, your job in the eyes of executive leadership is simple: </a:t>
            </a:r>
            <a:r>
              <a:rPr lang="en-US" sz="1200" b="1" kern="1200" dirty="0">
                <a:solidFill>
                  <a:schemeClr val="tx1"/>
                </a:solidFill>
                <a:effectLst/>
                <a:latin typeface="+mn-lt"/>
                <a:ea typeface="+mn-ea"/>
                <a:cs typeface="+mn-cs"/>
              </a:rPr>
              <a:t>grow the business</a:t>
            </a:r>
            <a:r>
              <a:rPr lang="en-US" sz="1200" kern="1200" dirty="0">
                <a:solidFill>
                  <a:schemeClr val="tx1"/>
                </a:solidFill>
                <a:effectLst/>
                <a:latin typeface="+mn-lt"/>
                <a:ea typeface="+mn-ea"/>
                <a:cs typeface="+mn-cs"/>
              </a:rPr>
              <a:t>. You do not achieve that by duplicating existing tactics or throwing random ideas at the wall. You achieve it by diagnosing the actual bottleneck in the system and fixing the specific constraint preventing growth. </a:t>
            </a:r>
          </a:p>
          <a:p>
            <a:endParaRPr lang="en-US" dirty="0"/>
          </a:p>
          <a:p>
            <a:endParaRPr lang="en-US" dirty="0"/>
          </a:p>
          <a:p>
            <a:endParaRPr lang="en-US" dirty="0"/>
          </a:p>
          <a:p>
            <a:r>
              <a:rPr lang="en-US" dirty="0"/>
              <a:t>https://www.youtube.com/watch?v=dgCSN-rnN0E</a:t>
            </a:r>
          </a:p>
        </p:txBody>
      </p:sp>
      <p:sp>
        <p:nvSpPr>
          <p:cNvPr id="4" name="Slide Number Placeholder 3"/>
          <p:cNvSpPr>
            <a:spLocks noGrp="1"/>
          </p:cNvSpPr>
          <p:nvPr>
            <p:ph type="sldNum" sz="quarter" idx="5"/>
          </p:nvPr>
        </p:nvSpPr>
        <p:spPr/>
        <p:txBody>
          <a:bodyPr/>
          <a:lstStyle/>
          <a:p>
            <a:fld id="{AACA7F71-BA72-46DB-A3C2-91963EB3A6D8}" type="slidenum">
              <a:rPr lang="en-US" smtClean="0"/>
              <a:t>1</a:t>
            </a:fld>
            <a:endParaRPr lang="en-US"/>
          </a:p>
        </p:txBody>
      </p:sp>
    </p:spTree>
    <p:extLst>
      <p:ext uri="{BB962C8B-B14F-4D97-AF65-F5344CB8AC3E}">
        <p14:creationId xmlns:p14="http://schemas.microsoft.com/office/powerpoint/2010/main" val="19277303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understand true marketing strategy, you have to adopt a specific mental model: </a:t>
            </a:r>
            <a:r>
              <a:rPr lang="en-US" sz="1200" b="1" kern="1200" dirty="0">
                <a:solidFill>
                  <a:schemeClr val="tx1"/>
                </a:solidFill>
                <a:effectLst/>
                <a:latin typeface="+mn-lt"/>
                <a:ea typeface="+mn-ea"/>
                <a:cs typeface="+mn-cs"/>
              </a:rPr>
              <a:t>Marketing is an assembly line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This concept comes directly from Eliyahu Goldratt’s seminal book </a:t>
            </a:r>
            <a:r>
              <a:rPr lang="en-US" sz="1200" i="1" kern="1200" dirty="0">
                <a:solidFill>
                  <a:schemeClr val="tx1"/>
                </a:solidFill>
                <a:effectLst/>
                <a:latin typeface="+mn-lt"/>
                <a:ea typeface="+mn-ea"/>
                <a:cs typeface="+mn-cs"/>
              </a:rPr>
              <a:t>The Goal</a:t>
            </a:r>
            <a:r>
              <a:rPr lang="en-US" sz="1200" kern="1200" dirty="0">
                <a:solidFill>
                  <a:schemeClr val="tx1"/>
                </a:solidFill>
                <a:effectLst/>
                <a:latin typeface="+mn-lt"/>
                <a:ea typeface="+mn-ea"/>
                <a:cs typeface="+mn-cs"/>
              </a:rPr>
              <a:t>, which was made required reading for executives by Jeff Bezos. Goldratt introduced the </a:t>
            </a:r>
            <a:r>
              <a:rPr lang="en-US" sz="1200" i="1" kern="1200" dirty="0">
                <a:solidFill>
                  <a:schemeClr val="tx1"/>
                </a:solidFill>
                <a:effectLst/>
                <a:latin typeface="+mn-lt"/>
                <a:ea typeface="+mn-ea"/>
                <a:cs typeface="+mn-cs"/>
              </a:rPr>
              <a:t>Theory of Constraints</a:t>
            </a:r>
            <a:r>
              <a:rPr lang="en-US" sz="1200" kern="1200" dirty="0">
                <a:solidFill>
                  <a:schemeClr val="tx1"/>
                </a:solidFill>
                <a:effectLst/>
                <a:latin typeface="+mn-lt"/>
                <a:ea typeface="+mn-ea"/>
                <a:cs typeface="+mn-cs"/>
              </a:rPr>
              <a:t>: in any system or assembly line, output is strictly dictated by the single weakest link.</a:t>
            </a:r>
          </a:p>
          <a:p>
            <a:r>
              <a:rPr lang="en-US" sz="1200" b="1" kern="1200" dirty="0">
                <a:solidFill>
                  <a:schemeClr val="tx1"/>
                </a:solidFill>
                <a:effectLst/>
                <a:latin typeface="+mn-lt"/>
                <a:ea typeface="+mn-ea"/>
                <a:cs typeface="+mn-cs"/>
              </a:rPr>
              <a:t>The 99% Mistake:</a:t>
            </a:r>
            <a:r>
              <a:rPr lang="en-US" sz="1200" kern="1200" dirty="0">
                <a:solidFill>
                  <a:schemeClr val="tx1"/>
                </a:solidFill>
                <a:effectLst/>
                <a:latin typeface="+mn-lt"/>
                <a:ea typeface="+mn-ea"/>
                <a:cs typeface="+mn-cs"/>
              </a:rPr>
              <a:t> Most marketers start with the end deliverable. They say, </a:t>
            </a:r>
            <a:r>
              <a:rPr lang="en-US" sz="1200" i="1" kern="1200" dirty="0">
                <a:solidFill>
                  <a:schemeClr val="tx1"/>
                </a:solidFill>
                <a:effectLst/>
                <a:latin typeface="+mn-lt"/>
                <a:ea typeface="+mn-ea"/>
                <a:cs typeface="+mn-cs"/>
              </a:rPr>
              <a:t>'We need a video,'</a:t>
            </a:r>
            <a:r>
              <a:rPr lang="en-US" sz="1200" kern="1200" dirty="0">
                <a:solidFill>
                  <a:schemeClr val="tx1"/>
                </a:solidFill>
                <a:effectLst/>
                <a:latin typeface="+mn-lt"/>
                <a:ea typeface="+mn-ea"/>
                <a:cs typeface="+mn-cs"/>
              </a:rPr>
              <a:t> or </a:t>
            </a:r>
            <a:r>
              <a:rPr lang="en-US" sz="1200" i="1" kern="1200" dirty="0">
                <a:solidFill>
                  <a:schemeClr val="tx1"/>
                </a:solidFill>
                <a:effectLst/>
                <a:latin typeface="+mn-lt"/>
                <a:ea typeface="+mn-ea"/>
                <a:cs typeface="+mn-cs"/>
              </a:rPr>
              <a:t>'We need to run Meta ads,'</a:t>
            </a:r>
            <a:r>
              <a:rPr lang="en-US" sz="1200" kern="1200" dirty="0">
                <a:solidFill>
                  <a:schemeClr val="tx1"/>
                </a:solidFill>
                <a:effectLst/>
                <a:latin typeface="+mn-lt"/>
                <a:ea typeface="+mn-ea"/>
                <a:cs typeface="+mn-cs"/>
              </a:rPr>
              <a:t> completely ignoring where the actual pipeline blockage lives. </a:t>
            </a:r>
          </a:p>
          <a:p>
            <a:r>
              <a:rPr lang="en-US" sz="1200" b="1" kern="1200" dirty="0">
                <a:solidFill>
                  <a:schemeClr val="tx1"/>
                </a:solidFill>
                <a:effectLst/>
                <a:latin typeface="+mn-lt"/>
                <a:ea typeface="+mn-ea"/>
                <a:cs typeface="+mn-cs"/>
              </a:rPr>
              <a:t>The 1% Reality:</a:t>
            </a:r>
            <a:r>
              <a:rPr lang="en-US" sz="1200" kern="1200" dirty="0">
                <a:solidFill>
                  <a:schemeClr val="tx1"/>
                </a:solidFill>
                <a:effectLst/>
                <a:latin typeface="+mn-lt"/>
                <a:ea typeface="+mn-ea"/>
                <a:cs typeface="+mn-cs"/>
              </a:rPr>
              <a:t> If Step 2 (e.g., copywriting or conversion) is your primary bottleneck, spending double the money to push more leads through Step 1 (intake) does not generate more revenue—it simply burns cash and overburdens the system. If you optimize any part of the chain other than the primary constraint, you are wasting resources. </a:t>
            </a:r>
          </a:p>
          <a:p>
            <a:endParaRPr lang="en-US" dirty="0"/>
          </a:p>
        </p:txBody>
      </p:sp>
      <p:sp>
        <p:nvSpPr>
          <p:cNvPr id="4" name="Slide Number Placeholder 3"/>
          <p:cNvSpPr>
            <a:spLocks noGrp="1"/>
          </p:cNvSpPr>
          <p:nvPr>
            <p:ph type="sldNum" sz="quarter" idx="5"/>
          </p:nvPr>
        </p:nvSpPr>
        <p:spPr/>
        <p:txBody>
          <a:bodyPr/>
          <a:lstStyle/>
          <a:p>
            <a:fld id="{AACA7F71-BA72-46DB-A3C2-91963EB3A6D8}" type="slidenum">
              <a:rPr lang="en-US" smtClean="0"/>
              <a:t>2</a:t>
            </a:fld>
            <a:endParaRPr lang="en-US"/>
          </a:p>
        </p:txBody>
      </p:sp>
    </p:spTree>
    <p:extLst>
      <p:ext uri="{BB962C8B-B14F-4D97-AF65-F5344CB8AC3E}">
        <p14:creationId xmlns:p14="http://schemas.microsoft.com/office/powerpoint/2010/main" val="12267113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look at the stark contrast between the </a:t>
            </a:r>
            <a:r>
              <a:rPr lang="en-US" sz="1200" b="1" kern="1200" dirty="0">
                <a:solidFill>
                  <a:schemeClr val="tx1"/>
                </a:solidFill>
                <a:effectLst/>
                <a:latin typeface="+mn-lt"/>
                <a:ea typeface="+mn-ea"/>
                <a:cs typeface="+mn-cs"/>
              </a:rPr>
              <a:t>Lazy Marketer</a:t>
            </a:r>
            <a:r>
              <a:rPr lang="en-US" sz="1200" kern="1200" dirty="0">
                <a:solidFill>
                  <a:schemeClr val="tx1"/>
                </a:solidFill>
                <a:effectLst/>
                <a:latin typeface="+mn-lt"/>
                <a:ea typeface="+mn-ea"/>
                <a:cs typeface="+mn-cs"/>
              </a:rPr>
              <a:t> and the </a:t>
            </a:r>
            <a:r>
              <a:rPr lang="en-US" sz="1200" b="1" kern="1200" dirty="0">
                <a:solidFill>
                  <a:schemeClr val="tx1"/>
                </a:solidFill>
                <a:effectLst/>
                <a:latin typeface="+mn-lt"/>
                <a:ea typeface="+mn-ea"/>
                <a:cs typeface="+mn-cs"/>
              </a:rPr>
              <a:t>1% Strategist</a:t>
            </a:r>
            <a:r>
              <a:rPr lang="en-US" sz="1200" kern="1200" dirty="0">
                <a:solidFill>
                  <a:schemeClr val="tx1"/>
                </a:solidFill>
                <a:effectLst/>
                <a:latin typeface="+mn-lt"/>
                <a:ea typeface="+mn-ea"/>
                <a:cs typeface="+mn-cs"/>
              </a:rPr>
              <a:t> across four core areas: </a:t>
            </a:r>
          </a:p>
          <a:p>
            <a:pPr marL="228600" lvl="0" indent="-228600">
              <a:buFont typeface="+mj-lt"/>
              <a:buAutoNum type="arabicPeriod"/>
            </a:pPr>
            <a:r>
              <a:rPr lang="en-US" sz="1200" b="1" kern="1200" dirty="0">
                <a:solidFill>
                  <a:schemeClr val="tx1"/>
                </a:solidFill>
                <a:effectLst/>
                <a:latin typeface="+mn-lt"/>
                <a:ea typeface="+mn-ea"/>
                <a:cs typeface="+mn-cs"/>
              </a:rPr>
              <a:t>Starting Point:</a:t>
            </a:r>
            <a:r>
              <a:rPr lang="en-US" sz="1200" kern="1200" dirty="0">
                <a:solidFill>
                  <a:schemeClr val="tx1"/>
                </a:solidFill>
                <a:effectLst/>
                <a:latin typeface="+mn-lt"/>
                <a:ea typeface="+mn-ea"/>
                <a:cs typeface="+mn-cs"/>
              </a:rPr>
              <a:t> The lazy marketer hits 'duplicate' on last year's campaign. The 1% strategist relentlessly audits data to hunt down the current constraint blocking growth. </a:t>
            </a:r>
          </a:p>
          <a:p>
            <a:pPr marL="228600" lvl="0" indent="-228600">
              <a:buFont typeface="+mj-lt"/>
              <a:buAutoNum type="arabicPeriod"/>
            </a:pPr>
            <a:r>
              <a:rPr lang="en-US" sz="1200" b="1" kern="1200" dirty="0">
                <a:solidFill>
                  <a:schemeClr val="tx1"/>
                </a:solidFill>
                <a:effectLst/>
                <a:latin typeface="+mn-lt"/>
                <a:ea typeface="+mn-ea"/>
                <a:cs typeface="+mn-cs"/>
              </a:rPr>
              <a:t>New Channels:</a:t>
            </a:r>
            <a:r>
              <a:rPr lang="en-US" sz="1200" kern="1200" dirty="0">
                <a:solidFill>
                  <a:schemeClr val="tx1"/>
                </a:solidFill>
                <a:effectLst/>
                <a:latin typeface="+mn-lt"/>
                <a:ea typeface="+mn-ea"/>
                <a:cs typeface="+mn-cs"/>
              </a:rPr>
              <a:t> The lazy marketer jumps on every trendy platform immediately. The strategist exhausts and optimizes what currently works before testing anything new. </a:t>
            </a:r>
          </a:p>
          <a:p>
            <a:pPr marL="228600" lvl="0" indent="-228600">
              <a:buFont typeface="+mj-lt"/>
              <a:buAutoNum type="arabicPeriod"/>
            </a:pPr>
            <a:r>
              <a:rPr lang="en-US" sz="1200" b="1" kern="1200" dirty="0">
                <a:solidFill>
                  <a:schemeClr val="tx1"/>
                </a:solidFill>
                <a:effectLst/>
                <a:latin typeface="+mn-lt"/>
                <a:ea typeface="+mn-ea"/>
                <a:cs typeface="+mn-cs"/>
              </a:rPr>
              <a:t>Reporting:</a:t>
            </a:r>
            <a:r>
              <a:rPr lang="en-US" sz="1200" kern="1200" dirty="0">
                <a:solidFill>
                  <a:schemeClr val="tx1"/>
                </a:solidFill>
                <a:effectLst/>
                <a:latin typeface="+mn-lt"/>
                <a:ea typeface="+mn-ea"/>
                <a:cs typeface="+mn-cs"/>
              </a:rPr>
              <a:t> The lazy marketer reports on activities—</a:t>
            </a:r>
            <a:r>
              <a:rPr lang="en-US" sz="1200" i="1" kern="1200" dirty="0">
                <a:solidFill>
                  <a:schemeClr val="tx1"/>
                </a:solidFill>
                <a:effectLst/>
                <a:latin typeface="+mn-lt"/>
                <a:ea typeface="+mn-ea"/>
                <a:cs typeface="+mn-cs"/>
              </a:rPr>
              <a:t>'We posted 5 times this week'</a:t>
            </a:r>
            <a:r>
              <a:rPr lang="en-US" sz="1200" kern="1200" dirty="0">
                <a:solidFill>
                  <a:schemeClr val="tx1"/>
                </a:solidFill>
                <a:effectLst/>
                <a:latin typeface="+mn-lt"/>
                <a:ea typeface="+mn-ea"/>
                <a:cs typeface="+mn-cs"/>
              </a:rPr>
              <a:t>. The strategist reports strictly in outcomes—</a:t>
            </a:r>
            <a:r>
              <a:rPr lang="en-US" sz="1200" i="1" kern="1200" dirty="0">
                <a:solidFill>
                  <a:schemeClr val="tx1"/>
                </a:solidFill>
                <a:effectLst/>
                <a:latin typeface="+mn-lt"/>
                <a:ea typeface="+mn-ea"/>
                <a:cs typeface="+mn-cs"/>
              </a:rPr>
              <a:t>'We moved X conversion metric by Y percentage'</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b="1" kern="1200" dirty="0">
                <a:solidFill>
                  <a:schemeClr val="tx1"/>
                </a:solidFill>
                <a:effectLst/>
                <a:latin typeface="+mn-lt"/>
                <a:ea typeface="+mn-ea"/>
                <a:cs typeface="+mn-cs"/>
              </a:rPr>
              <a:t>Pitching:</a:t>
            </a:r>
            <a:r>
              <a:rPr lang="en-US" sz="1200" kern="1200" dirty="0">
                <a:solidFill>
                  <a:schemeClr val="tx1"/>
                </a:solidFill>
                <a:effectLst/>
                <a:latin typeface="+mn-lt"/>
                <a:ea typeface="+mn-ea"/>
                <a:cs typeface="+mn-cs"/>
              </a:rPr>
              <a:t> The lazy marketer presents multiple options and lets the executive team choose. The strategist brings </a:t>
            </a:r>
            <a:r>
              <a:rPr lang="en-US" sz="1200" b="1" kern="1200" dirty="0">
                <a:solidFill>
                  <a:schemeClr val="tx1"/>
                </a:solidFill>
                <a:effectLst/>
                <a:latin typeface="+mn-lt"/>
                <a:ea typeface="+mn-ea"/>
                <a:cs typeface="+mn-cs"/>
              </a:rPr>
              <a:t>one</a:t>
            </a:r>
            <a:r>
              <a:rPr lang="en-US" sz="1200" kern="1200" dirty="0">
                <a:solidFill>
                  <a:schemeClr val="tx1"/>
                </a:solidFill>
                <a:effectLst/>
                <a:latin typeface="+mn-lt"/>
                <a:ea typeface="+mn-ea"/>
                <a:cs typeface="+mn-cs"/>
              </a:rPr>
              <a:t> data-backed recommendation with complete conviction. </a:t>
            </a:r>
          </a:p>
          <a:p>
            <a:endParaRPr lang="en-US" dirty="0"/>
          </a:p>
        </p:txBody>
      </p:sp>
      <p:sp>
        <p:nvSpPr>
          <p:cNvPr id="4" name="Slide Number Placeholder 3"/>
          <p:cNvSpPr>
            <a:spLocks noGrp="1"/>
          </p:cNvSpPr>
          <p:nvPr>
            <p:ph type="sldNum" sz="quarter" idx="5"/>
          </p:nvPr>
        </p:nvSpPr>
        <p:spPr/>
        <p:txBody>
          <a:bodyPr/>
          <a:lstStyle/>
          <a:p>
            <a:fld id="{AACA7F71-BA72-46DB-A3C2-91963EB3A6D8}" type="slidenum">
              <a:rPr lang="en-US" smtClean="0"/>
              <a:t>3</a:t>
            </a:fld>
            <a:endParaRPr lang="en-US"/>
          </a:p>
        </p:txBody>
      </p:sp>
    </p:spTree>
    <p:extLst>
      <p:ext uri="{BB962C8B-B14F-4D97-AF65-F5344CB8AC3E}">
        <p14:creationId xmlns:p14="http://schemas.microsoft.com/office/powerpoint/2010/main" val="26374891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Here is our 90-day execution framework split across three distinct 30-day phases: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Days 1–30: Diagnose &amp; Audit.</a:t>
            </a:r>
            <a:r>
              <a:rPr lang="en-US" sz="1200" kern="1200" dirty="0">
                <a:solidFill>
                  <a:schemeClr val="tx1"/>
                </a:solidFill>
                <a:effectLst/>
                <a:latin typeface="+mn-lt"/>
                <a:ea typeface="+mn-ea"/>
                <a:cs typeface="+mn-cs"/>
              </a:rPr>
              <a:t> First, find the real constraint. Mind the customer's buying journey. Stack wins by auditing what’s already working before adding new channels.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Days 31–60: Formulate &amp; Document.</a:t>
            </a:r>
            <a:r>
              <a:rPr lang="en-US" sz="1200" kern="1200" dirty="0">
                <a:solidFill>
                  <a:schemeClr val="tx1"/>
                </a:solidFill>
                <a:effectLst/>
                <a:latin typeface="+mn-lt"/>
                <a:ea typeface="+mn-ea"/>
                <a:cs typeface="+mn-cs"/>
              </a:rPr>
              <a:t> Define your strategy by explicitly placing a bet. Build a reasoning swipe file rather than a visual mood board. Craft a sharp, defensible Point of View (POV).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Days 61–90: Command &amp; Execute.</a:t>
            </a:r>
            <a:r>
              <a:rPr lang="en-US" sz="1200" kern="1200" dirty="0">
                <a:solidFill>
                  <a:schemeClr val="tx1"/>
                </a:solidFill>
                <a:effectLst/>
                <a:latin typeface="+mn-lt"/>
                <a:ea typeface="+mn-ea"/>
                <a:cs typeface="+mn-cs"/>
              </a:rPr>
              <a:t> Sell the cost of the problem before showing any solution. Speak exclusively in outcome metrics. Bring one single, solid recommendation to the room. </a:t>
            </a:r>
          </a:p>
          <a:p>
            <a:endParaRPr lang="en-US" dirty="0"/>
          </a:p>
        </p:txBody>
      </p:sp>
      <p:sp>
        <p:nvSpPr>
          <p:cNvPr id="4" name="Slide Number Placeholder 3"/>
          <p:cNvSpPr>
            <a:spLocks noGrp="1"/>
          </p:cNvSpPr>
          <p:nvPr>
            <p:ph type="sldNum" sz="quarter" idx="5"/>
          </p:nvPr>
        </p:nvSpPr>
        <p:spPr/>
        <p:txBody>
          <a:bodyPr/>
          <a:lstStyle/>
          <a:p>
            <a:fld id="{AACA7F71-BA72-46DB-A3C2-91963EB3A6D8}" type="slidenum">
              <a:rPr lang="en-US" smtClean="0"/>
              <a:t>4</a:t>
            </a:fld>
            <a:endParaRPr lang="en-US"/>
          </a:p>
        </p:txBody>
      </p:sp>
    </p:spTree>
    <p:extLst>
      <p:ext uri="{BB962C8B-B14F-4D97-AF65-F5344CB8AC3E}">
        <p14:creationId xmlns:p14="http://schemas.microsoft.com/office/powerpoint/2010/main" val="11958829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Days 1 to 10, your focus is to ignore 'creative ideas' and isolate the root constraint. </a:t>
            </a:r>
          </a:p>
          <a:p>
            <a:r>
              <a:rPr lang="en-US" sz="1200" kern="1200" dirty="0">
                <a:solidFill>
                  <a:schemeClr val="tx1"/>
                </a:solidFill>
                <a:effectLst/>
                <a:latin typeface="+mn-lt"/>
                <a:ea typeface="+mn-ea"/>
                <a:cs typeface="+mn-cs"/>
              </a:rPr>
              <a:t>Consider this real-world example from a major tech company: A creative team wanted to script a brand-new six-figure ad campaign because current videos performed poorly. When audited, the data revealed a 100% viewer drop-off right at the 3-second mark. </a:t>
            </a:r>
          </a:p>
          <a:p>
            <a:r>
              <a:rPr lang="en-US" sz="1200" kern="1200" dirty="0">
                <a:solidFill>
                  <a:schemeClr val="tx1"/>
                </a:solidFill>
                <a:effectLst/>
                <a:latin typeface="+mn-lt"/>
                <a:ea typeface="+mn-ea"/>
                <a:cs typeface="+mn-cs"/>
              </a:rPr>
              <a:t>Why? A mandatory 3-second brand logo animation was placed at the start of every video, signaling to users that it was an ad and driving them away instantly. The solution wasn't spending $100k on a new script; it was removing the logo animation. Fixing the true constraint saves cash and unlocks immediate growth. </a:t>
            </a:r>
          </a:p>
          <a:p>
            <a:endParaRPr lang="en-US" dirty="0"/>
          </a:p>
        </p:txBody>
      </p:sp>
      <p:sp>
        <p:nvSpPr>
          <p:cNvPr id="4" name="Slide Number Placeholder 3"/>
          <p:cNvSpPr>
            <a:spLocks noGrp="1"/>
          </p:cNvSpPr>
          <p:nvPr>
            <p:ph type="sldNum" sz="quarter" idx="5"/>
          </p:nvPr>
        </p:nvSpPr>
        <p:spPr/>
        <p:txBody>
          <a:bodyPr/>
          <a:lstStyle/>
          <a:p>
            <a:fld id="{AACA7F71-BA72-46DB-A3C2-91963EB3A6D8}" type="slidenum">
              <a:rPr lang="en-US" smtClean="0"/>
              <a:t>5</a:t>
            </a:fld>
            <a:endParaRPr lang="en-US"/>
          </a:p>
        </p:txBody>
      </p:sp>
    </p:spTree>
    <p:extLst>
      <p:ext uri="{BB962C8B-B14F-4D97-AF65-F5344CB8AC3E}">
        <p14:creationId xmlns:p14="http://schemas.microsoft.com/office/powerpoint/2010/main" val="1031980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During Days 11 to 20, you must get inside the mind of the customer behind the constraint. We use Bob Moesta’s </a:t>
            </a:r>
            <a:r>
              <a:rPr lang="en-US" sz="1200" i="1" kern="1200" dirty="0">
                <a:solidFill>
                  <a:schemeClr val="tx1"/>
                </a:solidFill>
                <a:effectLst/>
                <a:latin typeface="+mn-lt"/>
                <a:ea typeface="+mn-ea"/>
                <a:cs typeface="+mn-cs"/>
              </a:rPr>
              <a:t>Jobs-to-be-Done</a:t>
            </a:r>
            <a:r>
              <a:rPr lang="en-US" sz="1200" kern="1200" dirty="0">
                <a:solidFill>
                  <a:schemeClr val="tx1"/>
                </a:solidFill>
                <a:effectLst/>
                <a:latin typeface="+mn-lt"/>
                <a:ea typeface="+mn-ea"/>
                <a:cs typeface="+mn-cs"/>
              </a:rPr>
              <a:t> framework, which identifies four competing forces acting on every buyer: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Push:</a:t>
            </a:r>
            <a:r>
              <a:rPr lang="en-US" sz="1200" kern="1200" dirty="0">
                <a:solidFill>
                  <a:schemeClr val="tx1"/>
                </a:solidFill>
                <a:effectLst/>
                <a:latin typeface="+mn-lt"/>
                <a:ea typeface="+mn-ea"/>
                <a:cs typeface="+mn-cs"/>
              </a:rPr>
              <a:t> The pain of their current situation that pushes them away from status quo.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Pull:</a:t>
            </a:r>
            <a:r>
              <a:rPr lang="en-US" sz="1200" kern="1200" dirty="0">
                <a:solidFill>
                  <a:schemeClr val="tx1"/>
                </a:solidFill>
                <a:effectLst/>
                <a:latin typeface="+mn-lt"/>
                <a:ea typeface="+mn-ea"/>
                <a:cs typeface="+mn-cs"/>
              </a:rPr>
              <a:t> The allure and promise of the new solution.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Anxiety:</a:t>
            </a:r>
            <a:r>
              <a:rPr lang="en-US" sz="1200" kern="1200" dirty="0">
                <a:solidFill>
                  <a:schemeClr val="tx1"/>
                </a:solidFill>
                <a:effectLst/>
                <a:latin typeface="+mn-lt"/>
                <a:ea typeface="+mn-ea"/>
                <a:cs typeface="+mn-cs"/>
              </a:rPr>
              <a:t> The fear of switching or making a wrong purchase decision. </a:t>
            </a:r>
          </a:p>
          <a:p>
            <a:pPr lvl="0"/>
            <a:r>
              <a:rPr lang="en-US" sz="1200" b="1" kern="1200" dirty="0">
                <a:solidFill>
                  <a:schemeClr val="tx1"/>
                </a:solidFill>
                <a:effectLst/>
                <a:latin typeface="+mn-lt"/>
                <a:ea typeface="+mn-ea"/>
                <a:cs typeface="+mn-cs"/>
              </a:rPr>
              <a:t>Habit:</a:t>
            </a:r>
            <a:r>
              <a:rPr lang="en-US" sz="1200" kern="1200" dirty="0">
                <a:solidFill>
                  <a:schemeClr val="tx1"/>
                </a:solidFill>
                <a:effectLst/>
                <a:latin typeface="+mn-lt"/>
                <a:ea typeface="+mn-ea"/>
                <a:cs typeface="+mn-cs"/>
              </a:rPr>
              <a:t> The comfortable inertia of doing nothing. </a:t>
            </a:r>
          </a:p>
          <a:p>
            <a:r>
              <a:rPr lang="en-US" sz="1200" kern="1200" dirty="0">
                <a:solidFill>
                  <a:schemeClr val="tx1"/>
                </a:solidFill>
                <a:effectLst/>
                <a:latin typeface="+mn-lt"/>
                <a:ea typeface="+mn-ea"/>
                <a:cs typeface="+mn-cs"/>
              </a:rPr>
              <a:t>Your growth objective is to ensure </a:t>
            </a:r>
            <a:r>
              <a:rPr lang="en-US" sz="1200" b="1" kern="1200" dirty="0">
                <a:solidFill>
                  <a:schemeClr val="tx1"/>
                </a:solidFill>
                <a:effectLst/>
                <a:latin typeface="+mn-lt"/>
                <a:ea typeface="+mn-ea"/>
                <a:cs typeface="+mn-cs"/>
              </a:rPr>
              <a:t>Push + Pull heavily outweighs Anxiety + Habit</a:t>
            </a:r>
            <a:r>
              <a:rPr lang="en-US" sz="1200" kern="1200" dirty="0">
                <a:solidFill>
                  <a:schemeClr val="tx1"/>
                </a:solidFill>
                <a:effectLst/>
                <a:latin typeface="+mn-lt"/>
                <a:ea typeface="+mn-ea"/>
                <a:cs typeface="+mn-cs"/>
              </a:rPr>
              <a:t>. To execute this step, interview recent buyers and build a timeline of their friction points. </a:t>
            </a:r>
          </a:p>
          <a:p>
            <a:endParaRPr lang="en-US" dirty="0"/>
          </a:p>
        </p:txBody>
      </p:sp>
      <p:sp>
        <p:nvSpPr>
          <p:cNvPr id="4" name="Slide Number Placeholder 3"/>
          <p:cNvSpPr>
            <a:spLocks noGrp="1"/>
          </p:cNvSpPr>
          <p:nvPr>
            <p:ph type="sldNum" sz="quarter" idx="5"/>
          </p:nvPr>
        </p:nvSpPr>
        <p:spPr/>
        <p:txBody>
          <a:bodyPr/>
          <a:lstStyle/>
          <a:p>
            <a:fld id="{AACA7F71-BA72-46DB-A3C2-91963EB3A6D8}" type="slidenum">
              <a:rPr lang="en-US" smtClean="0"/>
              <a:t>6</a:t>
            </a:fld>
            <a:endParaRPr lang="en-US"/>
          </a:p>
        </p:txBody>
      </p:sp>
    </p:spTree>
    <p:extLst>
      <p:ext uri="{BB962C8B-B14F-4D97-AF65-F5344CB8AC3E}">
        <p14:creationId xmlns:p14="http://schemas.microsoft.com/office/powerpoint/2010/main" val="10952637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For Days 21 to 30, implement the </a:t>
            </a:r>
            <a:r>
              <a:rPr lang="en-US" sz="1200" b="1" kern="1200" dirty="0">
                <a:solidFill>
                  <a:schemeClr val="tx1"/>
                </a:solidFill>
                <a:effectLst/>
                <a:latin typeface="+mn-lt"/>
                <a:ea typeface="+mn-ea"/>
                <a:cs typeface="+mn-cs"/>
              </a:rPr>
              <a:t>More &gt; Better &gt; New</a:t>
            </a:r>
            <a:r>
              <a:rPr lang="en-US" sz="1200" kern="1200" dirty="0">
                <a:solidFill>
                  <a:schemeClr val="tx1"/>
                </a:solidFill>
                <a:effectLst/>
                <a:latin typeface="+mn-lt"/>
                <a:ea typeface="+mn-ea"/>
                <a:cs typeface="+mn-cs"/>
              </a:rPr>
              <a:t> rule: </a:t>
            </a:r>
          </a:p>
          <a:p>
            <a:pPr marL="228600" lvl="0" indent="-228600">
              <a:buFont typeface="+mj-lt"/>
              <a:buAutoNum type="arabicPeriod"/>
            </a:pPr>
            <a:r>
              <a:rPr lang="en-US" sz="1200" b="1" kern="1200" dirty="0">
                <a:solidFill>
                  <a:schemeClr val="tx1"/>
                </a:solidFill>
                <a:effectLst/>
                <a:latin typeface="+mn-lt"/>
                <a:ea typeface="+mn-ea"/>
                <a:cs typeface="+mn-cs"/>
              </a:rPr>
              <a:t>Do MORE (60% effort):</a:t>
            </a:r>
            <a:r>
              <a:rPr lang="en-US" sz="1200" kern="1200" dirty="0">
                <a:solidFill>
                  <a:schemeClr val="tx1"/>
                </a:solidFill>
                <a:effectLst/>
                <a:latin typeface="+mn-lt"/>
                <a:ea typeface="+mn-ea"/>
                <a:cs typeface="+mn-cs"/>
              </a:rPr>
              <a:t> Audit what is currently converting and scale its volume first. </a:t>
            </a:r>
          </a:p>
          <a:p>
            <a:pPr marL="228600" lvl="0" indent="-228600">
              <a:buFont typeface="+mj-lt"/>
              <a:buAutoNum type="arabicPeriod"/>
            </a:pPr>
            <a:r>
              <a:rPr lang="en-US" sz="1200" b="1" kern="1200" dirty="0">
                <a:solidFill>
                  <a:schemeClr val="tx1"/>
                </a:solidFill>
                <a:effectLst/>
                <a:latin typeface="+mn-lt"/>
                <a:ea typeface="+mn-ea"/>
                <a:cs typeface="+mn-cs"/>
              </a:rPr>
              <a:t>Do it BETTER (30% effort):</a:t>
            </a:r>
            <a:r>
              <a:rPr lang="en-US" sz="1200" kern="1200" dirty="0">
                <a:solidFill>
                  <a:schemeClr val="tx1"/>
                </a:solidFill>
                <a:effectLst/>
                <a:latin typeface="+mn-lt"/>
                <a:ea typeface="+mn-ea"/>
                <a:cs typeface="+mn-cs"/>
              </a:rPr>
              <a:t> Optimize hooks, lighting, copy, or formats on existing winning assets. </a:t>
            </a:r>
          </a:p>
          <a:p>
            <a:pPr marL="228600" lvl="0" indent="-228600">
              <a:buFont typeface="+mj-lt"/>
              <a:buAutoNum type="arabicPeriod"/>
            </a:pPr>
            <a:r>
              <a:rPr lang="en-US" sz="1200" b="1" kern="1200" dirty="0">
                <a:solidFill>
                  <a:schemeClr val="tx1"/>
                </a:solidFill>
                <a:effectLst/>
                <a:latin typeface="+mn-lt"/>
                <a:ea typeface="+mn-ea"/>
                <a:cs typeface="+mn-cs"/>
              </a:rPr>
              <a:t>Do something NEW (10% effort):</a:t>
            </a:r>
            <a:r>
              <a:rPr lang="en-US" sz="1200" kern="1200" dirty="0">
                <a:solidFill>
                  <a:schemeClr val="tx1"/>
                </a:solidFill>
                <a:effectLst/>
                <a:latin typeface="+mn-lt"/>
                <a:ea typeface="+mn-ea"/>
                <a:cs typeface="+mn-cs"/>
              </a:rPr>
              <a:t> Only test brand-new channels, tools, or formats after you have completely maxed out steps 1 and 2. </a:t>
            </a:r>
          </a:p>
          <a:p>
            <a:r>
              <a:rPr lang="en-US" sz="1200" kern="1200" dirty="0">
                <a:solidFill>
                  <a:schemeClr val="tx1"/>
                </a:solidFill>
                <a:effectLst/>
                <a:latin typeface="+mn-lt"/>
                <a:ea typeface="+mn-ea"/>
                <a:cs typeface="+mn-cs"/>
              </a:rPr>
              <a:t>Starting a brand-new channel resets your learning curve to zero. Auditing and expanding existing winners stacks win upon win. </a:t>
            </a:r>
          </a:p>
          <a:p>
            <a:endParaRPr lang="en-US" dirty="0"/>
          </a:p>
        </p:txBody>
      </p:sp>
      <p:sp>
        <p:nvSpPr>
          <p:cNvPr id="4" name="Slide Number Placeholder 3"/>
          <p:cNvSpPr>
            <a:spLocks noGrp="1"/>
          </p:cNvSpPr>
          <p:nvPr>
            <p:ph type="sldNum" sz="quarter" idx="5"/>
          </p:nvPr>
        </p:nvSpPr>
        <p:spPr/>
        <p:txBody>
          <a:bodyPr/>
          <a:lstStyle/>
          <a:p>
            <a:fld id="{AACA7F71-BA72-46DB-A3C2-91963EB3A6D8}" type="slidenum">
              <a:rPr lang="en-US" smtClean="0"/>
              <a:t>7</a:t>
            </a:fld>
            <a:endParaRPr lang="en-US"/>
          </a:p>
        </p:txBody>
      </p:sp>
    </p:spTree>
    <p:extLst>
      <p:ext uri="{BB962C8B-B14F-4D97-AF65-F5344CB8AC3E}">
        <p14:creationId xmlns:p14="http://schemas.microsoft.com/office/powerpoint/2010/main" val="1026455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Entering Phase 2, Days 31 to 40 require translating insights into actionable bets. As the saying goes: </a:t>
            </a:r>
            <a:r>
              <a:rPr lang="en-US" sz="1200" i="1" kern="1200" dirty="0">
                <a:solidFill>
                  <a:schemeClr val="tx1"/>
                </a:solidFill>
                <a:effectLst/>
                <a:latin typeface="+mn-lt"/>
                <a:ea typeface="+mn-ea"/>
                <a:cs typeface="+mn-cs"/>
              </a:rPr>
              <a:t>'Insight becomes strategy the moment you wager time or money on it.'</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Use the standardized </a:t>
            </a:r>
            <a:r>
              <a:rPr lang="en-US" sz="1200" b="1" kern="1200" dirty="0">
                <a:solidFill>
                  <a:schemeClr val="tx1"/>
                </a:solidFill>
                <a:effectLst/>
                <a:latin typeface="+mn-lt"/>
                <a:ea typeface="+mn-ea"/>
                <a:cs typeface="+mn-cs"/>
              </a:rPr>
              <a:t>Bet Formula</a:t>
            </a:r>
            <a:r>
              <a:rPr lang="en-US" sz="1200" kern="1200" dirty="0">
                <a:solidFill>
                  <a:schemeClr val="tx1"/>
                </a:solidFill>
                <a:effectLst/>
                <a:latin typeface="+mn-lt"/>
                <a:ea typeface="+mn-ea"/>
                <a:cs typeface="+mn-cs"/>
              </a:rPr>
              <a:t>: </a:t>
            </a:r>
          </a:p>
          <a:p>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'We believe [INSERT BELIEF]. So we're betting [$X AMOUNT] on [CAMPAIGN/PROJECT] that this move produces [SPECIFIC OUTCOME].’</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Take Dollar Shave Club: Their viral video was just a tactic. The underlying bet was that men hated paying $22 for razors locked in drugstore cases and would prefer cheap subscriptions. When Unilever bought them for $1 billion, they bought the bet, not just the video.</a:t>
            </a:r>
          </a:p>
          <a:p>
            <a:endParaRPr lang="en-US" dirty="0"/>
          </a:p>
        </p:txBody>
      </p:sp>
      <p:sp>
        <p:nvSpPr>
          <p:cNvPr id="4" name="Slide Number Placeholder 3"/>
          <p:cNvSpPr>
            <a:spLocks noGrp="1"/>
          </p:cNvSpPr>
          <p:nvPr>
            <p:ph type="sldNum" sz="quarter" idx="5"/>
          </p:nvPr>
        </p:nvSpPr>
        <p:spPr/>
        <p:txBody>
          <a:bodyPr/>
          <a:lstStyle/>
          <a:p>
            <a:fld id="{AACA7F71-BA72-46DB-A3C2-91963EB3A6D8}" type="slidenum">
              <a:rPr lang="en-US" smtClean="0"/>
              <a:t>8</a:t>
            </a:fld>
            <a:endParaRPr lang="en-US"/>
          </a:p>
        </p:txBody>
      </p:sp>
    </p:spTree>
    <p:extLst>
      <p:ext uri="{BB962C8B-B14F-4D97-AF65-F5344CB8AC3E}">
        <p14:creationId xmlns:p14="http://schemas.microsoft.com/office/powerpoint/2010/main" val="31323547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Days 41 to 50, build a strategic </a:t>
            </a:r>
            <a:r>
              <a:rPr lang="en-US" sz="1200" b="1" kern="1200" dirty="0">
                <a:solidFill>
                  <a:schemeClr val="tx1"/>
                </a:solidFill>
                <a:effectLst/>
                <a:latin typeface="+mn-lt"/>
                <a:ea typeface="+mn-ea"/>
                <a:cs typeface="+mn-cs"/>
              </a:rPr>
              <a:t>Swipe File</a:t>
            </a:r>
            <a:r>
              <a:rPr lang="en-US" sz="1200" kern="1200" dirty="0">
                <a:solidFill>
                  <a:schemeClr val="tx1"/>
                </a:solidFill>
                <a:effectLst/>
                <a:latin typeface="+mn-lt"/>
                <a:ea typeface="+mn-ea"/>
                <a:cs typeface="+mn-cs"/>
              </a:rPr>
              <a:t>. Amateurs collect visual screenshots and store them in mood boards—which are decorative, not strategic. Strategists collect the </a:t>
            </a:r>
            <a:r>
              <a:rPr lang="en-US" sz="1200" b="1" kern="1200" dirty="0">
                <a:solidFill>
                  <a:schemeClr val="tx1"/>
                </a:solidFill>
                <a:effectLst/>
                <a:latin typeface="+mn-lt"/>
                <a:ea typeface="+mn-ea"/>
                <a:cs typeface="+mn-cs"/>
              </a:rPr>
              <a:t>underlying business reasoning</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Document 4 lines for every winning campaign you study:</a:t>
            </a:r>
          </a:p>
          <a:p>
            <a:pPr marL="228600" lvl="0" indent="-228600">
              <a:buFont typeface="+mj-lt"/>
              <a:buAutoNum type="arabicPeriod"/>
            </a:pPr>
            <a:r>
              <a:rPr lang="en-US" sz="1200" b="1" kern="1200" dirty="0">
                <a:solidFill>
                  <a:schemeClr val="tx1"/>
                </a:solidFill>
                <a:effectLst/>
                <a:latin typeface="+mn-lt"/>
                <a:ea typeface="+mn-ea"/>
                <a:cs typeface="+mn-cs"/>
              </a:rPr>
              <a:t>Constraint:</a:t>
            </a:r>
            <a:r>
              <a:rPr lang="en-US" sz="1200" kern="1200" dirty="0">
                <a:solidFill>
                  <a:schemeClr val="tx1"/>
                </a:solidFill>
                <a:effectLst/>
                <a:latin typeface="+mn-lt"/>
                <a:ea typeface="+mn-ea"/>
                <a:cs typeface="+mn-cs"/>
              </a:rPr>
              <a:t> What growth problem did they face? </a:t>
            </a:r>
          </a:p>
          <a:p>
            <a:pPr marL="228600" lvl="0" indent="-228600">
              <a:buFont typeface="+mj-lt"/>
              <a:buAutoNum type="arabicPeriod"/>
            </a:pPr>
            <a:r>
              <a:rPr lang="en-US" sz="1200" b="1" kern="1200" dirty="0">
                <a:solidFill>
                  <a:schemeClr val="tx1"/>
                </a:solidFill>
                <a:effectLst/>
                <a:latin typeface="+mn-lt"/>
                <a:ea typeface="+mn-ea"/>
                <a:cs typeface="+mn-cs"/>
              </a:rPr>
              <a:t>Bet:</a:t>
            </a:r>
            <a:r>
              <a:rPr lang="en-US" sz="1200" kern="1200" dirty="0">
                <a:solidFill>
                  <a:schemeClr val="tx1"/>
                </a:solidFill>
                <a:effectLst/>
                <a:latin typeface="+mn-lt"/>
                <a:ea typeface="+mn-ea"/>
                <a:cs typeface="+mn-cs"/>
              </a:rPr>
              <a:t> What resource did they wager? </a:t>
            </a:r>
          </a:p>
          <a:p>
            <a:pPr marL="228600" lvl="0" indent="-228600">
              <a:buFont typeface="+mj-lt"/>
              <a:buAutoNum type="arabicPeriod"/>
            </a:pPr>
            <a:r>
              <a:rPr lang="en-US" sz="1200" b="1" kern="1200" dirty="0">
                <a:solidFill>
                  <a:schemeClr val="tx1"/>
                </a:solidFill>
                <a:effectLst/>
                <a:latin typeface="+mn-lt"/>
                <a:ea typeface="+mn-ea"/>
                <a:cs typeface="+mn-cs"/>
              </a:rPr>
              <a:t>Belief Installed:</a:t>
            </a:r>
            <a:r>
              <a:rPr lang="en-US" sz="1200" kern="1200" dirty="0">
                <a:solidFill>
                  <a:schemeClr val="tx1"/>
                </a:solidFill>
                <a:effectLst/>
                <a:latin typeface="+mn-lt"/>
                <a:ea typeface="+mn-ea"/>
                <a:cs typeface="+mn-cs"/>
              </a:rPr>
              <a:t> What mindset did they create in the market? </a:t>
            </a:r>
          </a:p>
          <a:p>
            <a:pPr marL="228600" lvl="0" indent="-228600">
              <a:buFont typeface="+mj-lt"/>
              <a:buAutoNum type="arabicPeriod"/>
            </a:pPr>
            <a:r>
              <a:rPr lang="en-US" sz="1200" b="1" kern="1200" dirty="0">
                <a:solidFill>
                  <a:schemeClr val="tx1"/>
                </a:solidFill>
                <a:effectLst/>
                <a:latin typeface="+mn-lt"/>
                <a:ea typeface="+mn-ea"/>
                <a:cs typeface="+mn-cs"/>
              </a:rPr>
              <a:t>Why It Worked:</a:t>
            </a:r>
            <a:r>
              <a:rPr lang="en-US" sz="1200" kern="1200" dirty="0">
                <a:solidFill>
                  <a:schemeClr val="tx1"/>
                </a:solidFill>
                <a:effectLst/>
                <a:latin typeface="+mn-lt"/>
                <a:ea typeface="+mn-ea"/>
                <a:cs typeface="+mn-cs"/>
              </a:rPr>
              <a:t> What was the core strategic driver? </a:t>
            </a:r>
          </a:p>
          <a:p>
            <a:r>
              <a:rPr lang="en-US" sz="1200" kern="1200" dirty="0">
                <a:solidFill>
                  <a:schemeClr val="tx1"/>
                </a:solidFill>
                <a:effectLst/>
                <a:latin typeface="+mn-lt"/>
                <a:ea typeface="+mn-ea"/>
                <a:cs typeface="+mn-cs"/>
              </a:rPr>
              <a:t>Look at Mint Mobile: Instead of spending $5M on a Super Bowl TV spot, they spent $100k on giant print ads pointing out how wasteful Super Bowl ads are, installing the belief that Mint doesn't waste customer money. </a:t>
            </a:r>
          </a:p>
          <a:p>
            <a:endParaRPr lang="en-US" dirty="0"/>
          </a:p>
        </p:txBody>
      </p:sp>
      <p:sp>
        <p:nvSpPr>
          <p:cNvPr id="4" name="Slide Number Placeholder 3"/>
          <p:cNvSpPr>
            <a:spLocks noGrp="1"/>
          </p:cNvSpPr>
          <p:nvPr>
            <p:ph type="sldNum" sz="quarter" idx="5"/>
          </p:nvPr>
        </p:nvSpPr>
        <p:spPr/>
        <p:txBody>
          <a:bodyPr/>
          <a:lstStyle/>
          <a:p>
            <a:fld id="{AACA7F71-BA72-46DB-A3C2-91963EB3A6D8}" type="slidenum">
              <a:rPr lang="en-US" smtClean="0"/>
              <a:t>9</a:t>
            </a:fld>
            <a:endParaRPr lang="en-US"/>
          </a:p>
        </p:txBody>
      </p:sp>
    </p:spTree>
    <p:extLst>
      <p:ext uri="{BB962C8B-B14F-4D97-AF65-F5344CB8AC3E}">
        <p14:creationId xmlns:p14="http://schemas.microsoft.com/office/powerpoint/2010/main" val="15184711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During Days 51 to 60, establish a clear </a:t>
            </a:r>
            <a:r>
              <a:rPr lang="en-US" sz="1200" b="1" kern="1200" dirty="0">
                <a:solidFill>
                  <a:schemeClr val="tx1"/>
                </a:solidFill>
                <a:effectLst/>
                <a:latin typeface="+mn-lt"/>
                <a:ea typeface="+mn-ea"/>
                <a:cs typeface="+mn-cs"/>
              </a:rPr>
              <a:t>Point of View (POV)</a:t>
            </a:r>
            <a:r>
              <a:rPr lang="en-US" sz="1200" kern="1200" dirty="0">
                <a:solidFill>
                  <a:schemeClr val="tx1"/>
                </a:solidFill>
                <a:effectLst/>
                <a:latin typeface="+mn-lt"/>
                <a:ea typeface="+mn-ea"/>
                <a:cs typeface="+mn-cs"/>
              </a:rPr>
              <a:t>. Note that a niche defines </a:t>
            </a:r>
            <a:r>
              <a:rPr lang="en-US" sz="1200" i="1" kern="1200" dirty="0">
                <a:solidFill>
                  <a:schemeClr val="tx1"/>
                </a:solidFill>
                <a:effectLst/>
                <a:latin typeface="+mn-lt"/>
                <a:ea typeface="+mn-ea"/>
                <a:cs typeface="+mn-cs"/>
              </a:rPr>
              <a:t>who</a:t>
            </a:r>
            <a:r>
              <a:rPr lang="en-US" sz="1200" kern="1200" dirty="0">
                <a:solidFill>
                  <a:schemeClr val="tx1"/>
                </a:solidFill>
                <a:effectLst/>
                <a:latin typeface="+mn-lt"/>
                <a:ea typeface="+mn-ea"/>
                <a:cs typeface="+mn-cs"/>
              </a:rPr>
              <a:t> you serve, whereas a POV defines </a:t>
            </a:r>
            <a:r>
              <a:rPr lang="en-US" sz="1200" i="1" kern="1200" dirty="0">
                <a:solidFill>
                  <a:schemeClr val="tx1"/>
                </a:solidFill>
                <a:effectLst/>
                <a:latin typeface="+mn-lt"/>
                <a:ea typeface="+mn-ea"/>
                <a:cs typeface="+mn-cs"/>
              </a:rPr>
              <a:t>what you claim</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Use the </a:t>
            </a:r>
            <a:r>
              <a:rPr lang="en-US" sz="1200" b="1" kern="1200" dirty="0">
                <a:solidFill>
                  <a:schemeClr val="tx1"/>
                </a:solidFill>
                <a:effectLst/>
                <a:latin typeface="+mn-lt"/>
                <a:ea typeface="+mn-ea"/>
                <a:cs typeface="+mn-cs"/>
              </a:rPr>
              <a:t>Insight Formula</a:t>
            </a:r>
            <a:r>
              <a:rPr lang="en-US" sz="1200" kern="1200" dirty="0">
                <a:solidFill>
                  <a:schemeClr val="tx1"/>
                </a:solidFill>
                <a:effectLst/>
                <a:latin typeface="+mn-lt"/>
                <a:ea typeface="+mn-ea"/>
                <a:cs typeface="+mn-cs"/>
              </a:rPr>
              <a:t>: </a:t>
            </a:r>
          </a:p>
          <a:p>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'Most people believe [X]. They're wrong. Here's the truth: [Y].’</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Think of Snickers' iconic campaign: </a:t>
            </a:r>
            <a:r>
              <a:rPr lang="en-US" sz="1200" i="1" kern="1200" dirty="0">
                <a:solidFill>
                  <a:schemeClr val="tx1"/>
                </a:solidFill>
                <a:effectLst/>
                <a:latin typeface="+mn-lt"/>
                <a:ea typeface="+mn-ea"/>
                <a:cs typeface="+mn-cs"/>
              </a:rPr>
              <a:t>'You're not you when you're hungry.'</a:t>
            </a:r>
            <a:r>
              <a:rPr lang="en-US" sz="1200" kern="1200" dirty="0">
                <a:solidFill>
                  <a:schemeClr val="tx1"/>
                </a:solidFill>
                <a:effectLst/>
                <a:latin typeface="+mn-lt"/>
                <a:ea typeface="+mn-ea"/>
                <a:cs typeface="+mn-cs"/>
              </a:rPr>
              <a:t> It wasn't derived from asking for clever slogans; it came from an insight into how men call out unusual behavior in their peer group when hungry. That single POV generated $376 million in incremental sales. </a:t>
            </a:r>
            <a:r>
              <a:rPr lang="en-US" sz="1200" b="1" kern="1200" dirty="0">
                <a:solidFill>
                  <a:schemeClr val="tx1"/>
                </a:solidFill>
                <a:effectLst/>
                <a:latin typeface="+mn-lt"/>
                <a:ea typeface="+mn-ea"/>
                <a:cs typeface="+mn-cs"/>
              </a:rPr>
              <a:t>Rule of thumb:</a:t>
            </a:r>
            <a:r>
              <a:rPr lang="en-US" sz="1200" kern="1200" dirty="0">
                <a:solidFill>
                  <a:schemeClr val="tx1"/>
                </a:solidFill>
                <a:effectLst/>
                <a:latin typeface="+mn-lt"/>
                <a:ea typeface="+mn-ea"/>
                <a:cs typeface="+mn-cs"/>
              </a:rPr>
              <a:t> If no one pushes back against your insight, sharpen it until they do. </a:t>
            </a:r>
          </a:p>
          <a:p>
            <a:endParaRPr lang="en-US" dirty="0"/>
          </a:p>
        </p:txBody>
      </p:sp>
      <p:sp>
        <p:nvSpPr>
          <p:cNvPr id="4" name="Slide Number Placeholder 3"/>
          <p:cNvSpPr>
            <a:spLocks noGrp="1"/>
          </p:cNvSpPr>
          <p:nvPr>
            <p:ph type="sldNum" sz="quarter" idx="5"/>
          </p:nvPr>
        </p:nvSpPr>
        <p:spPr/>
        <p:txBody>
          <a:bodyPr/>
          <a:lstStyle/>
          <a:p>
            <a:fld id="{AACA7F71-BA72-46DB-A3C2-91963EB3A6D8}" type="slidenum">
              <a:rPr lang="en-US" smtClean="0"/>
              <a:t>10</a:t>
            </a:fld>
            <a:endParaRPr lang="en-US"/>
          </a:p>
        </p:txBody>
      </p:sp>
    </p:spTree>
    <p:extLst>
      <p:ext uri="{BB962C8B-B14F-4D97-AF65-F5344CB8AC3E}">
        <p14:creationId xmlns:p14="http://schemas.microsoft.com/office/powerpoint/2010/main" val="17531423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Phase 3 is about executive influence. In Days 61 to 70, master the pitch by </a:t>
            </a:r>
            <a:r>
              <a:rPr lang="en-US" sz="1200" b="1" kern="1200" dirty="0">
                <a:solidFill>
                  <a:schemeClr val="tx1"/>
                </a:solidFill>
                <a:effectLst/>
                <a:latin typeface="+mn-lt"/>
                <a:ea typeface="+mn-ea"/>
                <a:cs typeface="+mn-cs"/>
              </a:rPr>
              <a:t>selling the problem before the solution</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Amateur Pitch:</a:t>
            </a:r>
            <a:r>
              <a:rPr lang="en-US" sz="1200" kern="1200" dirty="0">
                <a:solidFill>
                  <a:schemeClr val="tx1"/>
                </a:solidFill>
                <a:effectLst/>
                <a:latin typeface="+mn-lt"/>
                <a:ea typeface="+mn-ea"/>
                <a:cs typeface="+mn-cs"/>
              </a:rPr>
              <a:t> Opens immediately with creative mockups or campaign ideas. The room treats it like a menu item, dissecting taste and details politely.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Strategist Pitch:</a:t>
            </a:r>
            <a:r>
              <a:rPr lang="en-US" sz="1200" kern="1200" dirty="0">
                <a:solidFill>
                  <a:schemeClr val="tx1"/>
                </a:solidFill>
                <a:effectLst/>
                <a:latin typeface="+mn-lt"/>
                <a:ea typeface="+mn-ea"/>
                <a:cs typeface="+mn-cs"/>
              </a:rPr>
              <a:t> Dedicates slides 1 through 3 strictly to quantifying the financial and business cost of the core problem. </a:t>
            </a:r>
          </a:p>
          <a:p>
            <a:r>
              <a:rPr lang="en-US" sz="1200" kern="1200" dirty="0">
                <a:solidFill>
                  <a:schemeClr val="tx1"/>
                </a:solidFill>
                <a:effectLst/>
                <a:latin typeface="+mn-lt"/>
                <a:ea typeface="+mn-ea"/>
                <a:cs typeface="+mn-cs"/>
              </a:rPr>
              <a:t>Do not present your campaign until key stakeholders uncomfortably feel the cost of inaction. When the room feels the financial pain, your campaign is received as absolute relief, making budget approvals effortless. </a:t>
            </a:r>
          </a:p>
          <a:p>
            <a:endParaRPr lang="en-US" dirty="0"/>
          </a:p>
        </p:txBody>
      </p:sp>
      <p:sp>
        <p:nvSpPr>
          <p:cNvPr id="4" name="Slide Number Placeholder 3"/>
          <p:cNvSpPr>
            <a:spLocks noGrp="1"/>
          </p:cNvSpPr>
          <p:nvPr>
            <p:ph type="sldNum" sz="quarter" idx="5"/>
          </p:nvPr>
        </p:nvSpPr>
        <p:spPr/>
        <p:txBody>
          <a:bodyPr/>
          <a:lstStyle/>
          <a:p>
            <a:fld id="{AACA7F71-BA72-46DB-A3C2-91963EB3A6D8}" type="slidenum">
              <a:rPr lang="en-US" smtClean="0"/>
              <a:t>11</a:t>
            </a:fld>
            <a:endParaRPr lang="en-US"/>
          </a:p>
        </p:txBody>
      </p:sp>
    </p:spTree>
    <p:extLst>
      <p:ext uri="{BB962C8B-B14F-4D97-AF65-F5344CB8AC3E}">
        <p14:creationId xmlns:p14="http://schemas.microsoft.com/office/powerpoint/2010/main" val="13345127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For Days 71 to 80, purge activity-centric language from your vocabulary. Top earners and highly valued strategists speak exclusively in business outcomes.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Banned List (Activities):</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'We posted 5 times,'</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'We sent the email newsletter,'</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'We drove awareness.'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Required List (Outcomes):</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'...which moved [METRIC] by [AMOUNT].'</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Even if a test yielded flat results, phrase it as a win: </a:t>
            </a:r>
            <a:r>
              <a:rPr lang="en-US" sz="1200" i="1" kern="1200" dirty="0">
                <a:solidFill>
                  <a:schemeClr val="tx1"/>
                </a:solidFill>
                <a:effectLst/>
                <a:latin typeface="+mn-lt"/>
                <a:ea typeface="+mn-ea"/>
                <a:cs typeface="+mn-cs"/>
              </a:rPr>
              <a:t>'Which moved nothing, proving hypothesis X incorrect and saving us Y budget.'</a:t>
            </a:r>
            <a:r>
              <a:rPr lang="en-US" sz="1200" kern="1200" dirty="0">
                <a:solidFill>
                  <a:schemeClr val="tx1"/>
                </a:solidFill>
                <a:effectLst/>
                <a:latin typeface="+mn-lt"/>
                <a:ea typeface="+mn-ea"/>
                <a:cs typeface="+mn-cs"/>
              </a:rPr>
              <a:t> If you cannot measure or state your role in terms of financial impact, you remain easily replaceable. </a:t>
            </a:r>
          </a:p>
          <a:p>
            <a:endParaRPr lang="en-US" dirty="0"/>
          </a:p>
        </p:txBody>
      </p:sp>
      <p:sp>
        <p:nvSpPr>
          <p:cNvPr id="4" name="Slide Number Placeholder 3"/>
          <p:cNvSpPr>
            <a:spLocks noGrp="1"/>
          </p:cNvSpPr>
          <p:nvPr>
            <p:ph type="sldNum" sz="quarter" idx="5"/>
          </p:nvPr>
        </p:nvSpPr>
        <p:spPr/>
        <p:txBody>
          <a:bodyPr/>
          <a:lstStyle/>
          <a:p>
            <a:fld id="{AACA7F71-BA72-46DB-A3C2-91963EB3A6D8}" type="slidenum">
              <a:rPr lang="en-US" smtClean="0"/>
              <a:t>12</a:t>
            </a:fld>
            <a:endParaRPr lang="en-US"/>
          </a:p>
        </p:txBody>
      </p:sp>
    </p:spTree>
    <p:extLst>
      <p:ext uri="{BB962C8B-B14F-4D97-AF65-F5344CB8AC3E}">
        <p14:creationId xmlns:p14="http://schemas.microsoft.com/office/powerpoint/2010/main" val="22185432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the final stretch (Days 81–90), eliminate the habit of presenting options. </a:t>
            </a:r>
          </a:p>
          <a:p>
            <a:r>
              <a:rPr lang="en-US" sz="1200" b="1" kern="1200" dirty="0">
                <a:solidFill>
                  <a:schemeClr val="tx1"/>
                </a:solidFill>
                <a:effectLst/>
                <a:latin typeface="+mn-lt"/>
                <a:ea typeface="+mn-ea"/>
                <a:cs typeface="+mn-cs"/>
              </a:rPr>
              <a:t>The Trap:</a:t>
            </a:r>
            <a:r>
              <a:rPr lang="en-US" sz="1200" kern="1200" dirty="0">
                <a:solidFill>
                  <a:schemeClr val="tx1"/>
                </a:solidFill>
                <a:effectLst/>
                <a:latin typeface="+mn-lt"/>
                <a:ea typeface="+mn-ea"/>
                <a:cs typeface="+mn-cs"/>
              </a:rPr>
              <a:t> Marketers often present Options A, B, and C under the guise of being 'collaborative'. In reality, you are outsourcing the hardest part of your job—decision-making—to executives who are furthest from the daily data. </a:t>
            </a:r>
          </a:p>
          <a:p>
            <a:r>
              <a:rPr lang="en-US" sz="1200" b="1" kern="1200" dirty="0">
                <a:solidFill>
                  <a:schemeClr val="tx1"/>
                </a:solidFill>
                <a:effectLst/>
                <a:latin typeface="+mn-lt"/>
                <a:ea typeface="+mn-ea"/>
                <a:cs typeface="+mn-cs"/>
              </a:rPr>
              <a:t>The Strategist’s Brief:</a:t>
            </a:r>
            <a:r>
              <a:rPr lang="en-US" sz="1200" kern="1200" dirty="0">
                <a:solidFill>
                  <a:schemeClr val="tx1"/>
                </a:solidFill>
                <a:effectLst/>
                <a:latin typeface="+mn-lt"/>
                <a:ea typeface="+mn-ea"/>
                <a:cs typeface="+mn-cs"/>
              </a:rPr>
              <a:t> Present </a:t>
            </a:r>
            <a:r>
              <a:rPr lang="en-US" sz="1200" b="1" kern="1200" dirty="0">
                <a:solidFill>
                  <a:schemeClr val="tx1"/>
                </a:solidFill>
                <a:effectLst/>
                <a:latin typeface="+mn-lt"/>
                <a:ea typeface="+mn-ea"/>
                <a:cs typeface="+mn-cs"/>
              </a:rPr>
              <a:t>ONE</a:t>
            </a:r>
            <a:r>
              <a:rPr lang="en-US" sz="1200" kern="1200" dirty="0">
                <a:solidFill>
                  <a:schemeClr val="tx1"/>
                </a:solidFill>
                <a:effectLst/>
                <a:latin typeface="+mn-lt"/>
                <a:ea typeface="+mn-ea"/>
                <a:cs typeface="+mn-cs"/>
              </a:rPr>
              <a:t> clear, data-backed recommendation. Include one supporting win. Move all alternative ideas and rejected paths into the Appendix, explicitly detailing why you killed them. </a:t>
            </a:r>
          </a:p>
          <a:p>
            <a:endParaRPr lang="en-US" dirty="0"/>
          </a:p>
        </p:txBody>
      </p:sp>
      <p:sp>
        <p:nvSpPr>
          <p:cNvPr id="4" name="Slide Number Placeholder 3"/>
          <p:cNvSpPr>
            <a:spLocks noGrp="1"/>
          </p:cNvSpPr>
          <p:nvPr>
            <p:ph type="sldNum" sz="quarter" idx="5"/>
          </p:nvPr>
        </p:nvSpPr>
        <p:spPr/>
        <p:txBody>
          <a:bodyPr/>
          <a:lstStyle/>
          <a:p>
            <a:fld id="{AACA7F71-BA72-46DB-A3C2-91963EB3A6D8}" type="slidenum">
              <a:rPr lang="en-US" smtClean="0"/>
              <a:t>13</a:t>
            </a:fld>
            <a:endParaRPr lang="en-US"/>
          </a:p>
        </p:txBody>
      </p:sp>
    </p:spTree>
    <p:extLst>
      <p:ext uri="{BB962C8B-B14F-4D97-AF65-F5344CB8AC3E}">
        <p14:creationId xmlns:p14="http://schemas.microsoft.com/office/powerpoint/2010/main" val="39831314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action directly to metric performance. </a:t>
            </a:r>
          </a:p>
          <a:p>
            <a:pPr marL="228600" indent="-228600">
              <a:buFont typeface="+mj-lt"/>
              <a:buAutoNum type="arabicPeriod"/>
            </a:pPr>
            <a:r>
              <a:rPr lang="en-US" sz="1200" b="1" kern="1200" dirty="0">
                <a:solidFill>
                  <a:schemeClr val="tx1"/>
                </a:solidFill>
                <a:effectLst/>
                <a:latin typeface="+mn-lt"/>
                <a:ea typeface="+mn-ea"/>
                <a:cs typeface="+mn-cs"/>
              </a:rPr>
              <a:t>One </a:t>
            </a:r>
            <a:r>
              <a:rPr lang="en-US" sz="1200" b="1" kern="1200" dirty="0" err="1">
                <a:solidFill>
                  <a:schemeClr val="tx1"/>
                </a:solidFill>
                <a:effectLst/>
                <a:latin typeface="+mn-lt"/>
                <a:ea typeface="+mn-ea"/>
                <a:cs typeface="+mn-cs"/>
              </a:rPr>
              <a:t>Recommend</a:t>
            </a:r>
            <a:r>
              <a:rPr lang="en-US" sz="1200" kern="1200" dirty="0" err="1">
                <a:solidFill>
                  <a:schemeClr val="tx1"/>
                </a:solidFill>
                <a:effectLst/>
                <a:latin typeface="+mn-lt"/>
                <a:ea typeface="+mn-ea"/>
                <a:cs typeface="+mn-cs"/>
              </a:rPr>
              <a:t>summarize</a:t>
            </a:r>
            <a:r>
              <a:rPr lang="en-US" sz="1200" kern="1200" dirty="0">
                <a:solidFill>
                  <a:schemeClr val="tx1"/>
                </a:solidFill>
                <a:effectLst/>
                <a:latin typeface="+mn-lt"/>
                <a:ea typeface="+mn-ea"/>
                <a:cs typeface="+mn-cs"/>
              </a:rPr>
              <a:t> our roadmap, here is the complete 9-step system working in unison: </a:t>
            </a:r>
          </a:p>
          <a:p>
            <a:pPr marL="228600" lvl="0" indent="-228600">
              <a:buFont typeface="+mj-lt"/>
              <a:buAutoNum type="arabicPeriod"/>
            </a:pPr>
            <a:r>
              <a:rPr lang="en-US" sz="1200" b="1" kern="1200" dirty="0">
                <a:solidFill>
                  <a:schemeClr val="tx1"/>
                </a:solidFill>
                <a:effectLst/>
                <a:latin typeface="+mn-lt"/>
                <a:ea typeface="+mn-ea"/>
                <a:cs typeface="+mn-cs"/>
              </a:rPr>
              <a:t>Find Constraint:</a:t>
            </a:r>
            <a:r>
              <a:rPr lang="en-US" sz="1200" kern="1200" dirty="0">
                <a:solidFill>
                  <a:schemeClr val="tx1"/>
                </a:solidFill>
                <a:effectLst/>
                <a:latin typeface="+mn-lt"/>
                <a:ea typeface="+mn-ea"/>
                <a:cs typeface="+mn-cs"/>
              </a:rPr>
              <a:t> Isolate the single weak link. </a:t>
            </a:r>
          </a:p>
          <a:p>
            <a:pPr marL="228600" lvl="0" indent="-228600">
              <a:buFont typeface="+mj-lt"/>
              <a:buAutoNum type="arabicPeriod"/>
            </a:pPr>
            <a:r>
              <a:rPr lang="en-US" sz="1200" b="1" kern="1200" dirty="0">
                <a:solidFill>
                  <a:schemeClr val="tx1"/>
                </a:solidFill>
                <a:effectLst/>
                <a:latin typeface="+mn-lt"/>
                <a:ea typeface="+mn-ea"/>
                <a:cs typeface="+mn-cs"/>
              </a:rPr>
              <a:t>Map Forces:</a:t>
            </a:r>
            <a:r>
              <a:rPr lang="en-US" sz="1200" kern="1200" dirty="0">
                <a:solidFill>
                  <a:schemeClr val="tx1"/>
                </a:solidFill>
                <a:effectLst/>
                <a:latin typeface="+mn-lt"/>
                <a:ea typeface="+mn-ea"/>
                <a:cs typeface="+mn-cs"/>
              </a:rPr>
              <a:t> Balance Push/Pull against Anxiety/Habit. </a:t>
            </a:r>
          </a:p>
          <a:p>
            <a:pPr marL="228600" lvl="0" indent="-228600">
              <a:buFont typeface="+mj-lt"/>
              <a:buAutoNum type="arabicPeriod"/>
            </a:pPr>
            <a:r>
              <a:rPr lang="en-US" sz="1200" b="1" kern="1200" dirty="0">
                <a:solidFill>
                  <a:schemeClr val="tx1"/>
                </a:solidFill>
                <a:effectLst/>
                <a:latin typeface="+mn-lt"/>
                <a:ea typeface="+mn-ea"/>
                <a:cs typeface="+mn-cs"/>
              </a:rPr>
              <a:t>Audit Wins:</a:t>
            </a:r>
            <a:r>
              <a:rPr lang="en-US" sz="1200" kern="1200" dirty="0">
                <a:solidFill>
                  <a:schemeClr val="tx1"/>
                </a:solidFill>
                <a:effectLst/>
                <a:latin typeface="+mn-lt"/>
                <a:ea typeface="+mn-ea"/>
                <a:cs typeface="+mn-cs"/>
              </a:rPr>
              <a:t> Maximize current assets using More &gt; Better &gt; New. </a:t>
            </a:r>
          </a:p>
          <a:p>
            <a:pPr marL="228600" lvl="0" indent="-228600">
              <a:buFont typeface="+mj-lt"/>
              <a:buAutoNum type="arabicPeriod"/>
            </a:pPr>
            <a:r>
              <a:rPr lang="en-US" sz="1200" b="1" kern="1200" dirty="0">
                <a:solidFill>
                  <a:schemeClr val="tx1"/>
                </a:solidFill>
                <a:effectLst/>
                <a:latin typeface="+mn-lt"/>
                <a:ea typeface="+mn-ea"/>
                <a:cs typeface="+mn-cs"/>
              </a:rPr>
              <a:t>Place Bet:</a:t>
            </a:r>
            <a:r>
              <a:rPr lang="en-US" sz="1200" kern="1200" dirty="0">
                <a:solidFill>
                  <a:schemeClr val="tx1"/>
                </a:solidFill>
                <a:effectLst/>
                <a:latin typeface="+mn-lt"/>
                <a:ea typeface="+mn-ea"/>
                <a:cs typeface="+mn-cs"/>
              </a:rPr>
              <a:t> Define your explicit belief and wager. </a:t>
            </a:r>
          </a:p>
          <a:p>
            <a:pPr marL="228600" lvl="0" indent="-228600">
              <a:buFont typeface="+mj-lt"/>
              <a:buAutoNum type="arabicPeriod"/>
            </a:pPr>
            <a:r>
              <a:rPr lang="en-US" sz="1200" b="1" kern="1200" dirty="0">
                <a:solidFill>
                  <a:schemeClr val="tx1"/>
                </a:solidFill>
                <a:effectLst/>
                <a:latin typeface="+mn-lt"/>
                <a:ea typeface="+mn-ea"/>
                <a:cs typeface="+mn-cs"/>
              </a:rPr>
              <a:t>Swipe Reasoning:</a:t>
            </a:r>
            <a:r>
              <a:rPr lang="en-US" sz="1200" kern="1200" dirty="0">
                <a:solidFill>
                  <a:schemeClr val="tx1"/>
                </a:solidFill>
                <a:effectLst/>
                <a:latin typeface="+mn-lt"/>
                <a:ea typeface="+mn-ea"/>
                <a:cs typeface="+mn-cs"/>
              </a:rPr>
              <a:t> Store strategic rationale, not visual mood boards. </a:t>
            </a:r>
          </a:p>
          <a:p>
            <a:pPr marL="228600" lvl="0" indent="-228600">
              <a:buFont typeface="+mj-lt"/>
              <a:buAutoNum type="arabicPeriod"/>
            </a:pPr>
            <a:r>
              <a:rPr lang="en-US" sz="1200" b="1" kern="1200" dirty="0">
                <a:solidFill>
                  <a:schemeClr val="tx1"/>
                </a:solidFill>
                <a:effectLst/>
                <a:latin typeface="+mn-lt"/>
                <a:ea typeface="+mn-ea"/>
                <a:cs typeface="+mn-cs"/>
              </a:rPr>
              <a:t>Craft POV:</a:t>
            </a:r>
            <a:r>
              <a:rPr lang="en-US" sz="1200" kern="1200" dirty="0">
                <a:solidFill>
                  <a:schemeClr val="tx1"/>
                </a:solidFill>
                <a:effectLst/>
                <a:latin typeface="+mn-lt"/>
                <a:ea typeface="+mn-ea"/>
                <a:cs typeface="+mn-cs"/>
              </a:rPr>
              <a:t> State a bold insight that challenges common belief. </a:t>
            </a:r>
          </a:p>
          <a:p>
            <a:pPr marL="228600" lvl="0" indent="-228600">
              <a:buFont typeface="+mj-lt"/>
              <a:buAutoNum type="arabicPeriod"/>
            </a:pPr>
            <a:r>
              <a:rPr lang="en-US" sz="1200" b="1" kern="1200" dirty="0">
                <a:solidFill>
                  <a:schemeClr val="tx1"/>
                </a:solidFill>
                <a:effectLst/>
                <a:latin typeface="+mn-lt"/>
                <a:ea typeface="+mn-ea"/>
                <a:cs typeface="+mn-cs"/>
              </a:rPr>
              <a:t>Sell Problem:</a:t>
            </a:r>
            <a:r>
              <a:rPr lang="en-US" sz="1200" kern="1200" dirty="0">
                <a:solidFill>
                  <a:schemeClr val="tx1"/>
                </a:solidFill>
                <a:effectLst/>
                <a:latin typeface="+mn-lt"/>
                <a:ea typeface="+mn-ea"/>
                <a:cs typeface="+mn-cs"/>
              </a:rPr>
              <a:t> Quantify financial pain before showing solutions. </a:t>
            </a:r>
          </a:p>
          <a:p>
            <a:pPr marL="228600" lvl="0" indent="-228600">
              <a:buFont typeface="+mj-lt"/>
              <a:buAutoNum type="arabicPeriod"/>
            </a:pPr>
            <a:r>
              <a:rPr lang="en-US" sz="1200" b="1" kern="1200" dirty="0">
                <a:solidFill>
                  <a:schemeClr val="tx1"/>
                </a:solidFill>
                <a:effectLst/>
                <a:latin typeface="+mn-lt"/>
                <a:ea typeface="+mn-ea"/>
                <a:cs typeface="+mn-cs"/>
              </a:rPr>
              <a:t>Speak Outcomes:</a:t>
            </a:r>
            <a:r>
              <a:rPr lang="en-US" sz="1200" kern="1200" dirty="0">
                <a:solidFill>
                  <a:schemeClr val="tx1"/>
                </a:solidFill>
                <a:effectLst/>
                <a:latin typeface="+mn-lt"/>
                <a:ea typeface="+mn-ea"/>
                <a:cs typeface="+mn-cs"/>
              </a:rPr>
              <a:t> Tie every </a:t>
            </a:r>
            <a:r>
              <a:rPr lang="en-US" sz="1200" b="1" kern="1200" dirty="0" err="1">
                <a:solidFill>
                  <a:schemeClr val="tx1"/>
                </a:solidFill>
                <a:effectLst/>
                <a:latin typeface="+mn-lt"/>
                <a:ea typeface="+mn-ea"/>
                <a:cs typeface="+mn-cs"/>
              </a:rPr>
              <a:t>ation</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Deliver singular, rigorous direction. </a:t>
            </a:r>
          </a:p>
          <a:p>
            <a:endParaRPr lang="en-US" dirty="0"/>
          </a:p>
        </p:txBody>
      </p:sp>
      <p:sp>
        <p:nvSpPr>
          <p:cNvPr id="4" name="Slide Number Placeholder 3"/>
          <p:cNvSpPr>
            <a:spLocks noGrp="1"/>
          </p:cNvSpPr>
          <p:nvPr>
            <p:ph type="sldNum" sz="quarter" idx="5"/>
          </p:nvPr>
        </p:nvSpPr>
        <p:spPr/>
        <p:txBody>
          <a:bodyPr/>
          <a:lstStyle/>
          <a:p>
            <a:fld id="{AACA7F71-BA72-46DB-A3C2-91963EB3A6D8}" type="slidenum">
              <a:rPr lang="en-US" smtClean="0"/>
              <a:t>14</a:t>
            </a:fld>
            <a:endParaRPr lang="en-US"/>
          </a:p>
        </p:txBody>
      </p:sp>
    </p:spTree>
    <p:extLst>
      <p:ext uri="{BB962C8B-B14F-4D97-AF65-F5344CB8AC3E}">
        <p14:creationId xmlns:p14="http://schemas.microsoft.com/office/powerpoint/2010/main" val="10540213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As we close out the blueprint, remember this foundational principle: </a:t>
            </a:r>
            <a:r>
              <a:rPr lang="en-US" sz="1200" b="1" kern="1200" dirty="0">
                <a:solidFill>
                  <a:schemeClr val="tx1"/>
                </a:solidFill>
                <a:effectLst/>
                <a:latin typeface="+mn-lt"/>
                <a:ea typeface="+mn-ea"/>
                <a:cs typeface="+mn-cs"/>
              </a:rPr>
              <a:t>Insight becomes strategy the moment you wager time or money on it.</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Strategy is not an intellectual exercise or a deck full of theoretical ideas. It is the deliberate commitment of real organizational resources to eliminate growth constraints. Over the next 90 days, you can continue operating as a standard marketer with decent campaign output, or you can step up as a powerhouse strategist who systematically solves constraints and drives revenue growth. </a:t>
            </a:r>
          </a:p>
          <a:p>
            <a:endParaRPr lang="en-US" dirty="0"/>
          </a:p>
        </p:txBody>
      </p:sp>
      <p:sp>
        <p:nvSpPr>
          <p:cNvPr id="4" name="Slide Number Placeholder 3"/>
          <p:cNvSpPr>
            <a:spLocks noGrp="1"/>
          </p:cNvSpPr>
          <p:nvPr>
            <p:ph type="sldNum" sz="quarter" idx="5"/>
          </p:nvPr>
        </p:nvSpPr>
        <p:spPr/>
        <p:txBody>
          <a:bodyPr/>
          <a:lstStyle/>
          <a:p>
            <a:fld id="{AACA7F71-BA72-46DB-A3C2-91963EB3A6D8}" type="slidenum">
              <a:rPr lang="en-US" smtClean="0"/>
              <a:t>15</a:t>
            </a:fld>
            <a:endParaRPr lang="en-US"/>
          </a:p>
        </p:txBody>
      </p:sp>
    </p:spTree>
    <p:extLst>
      <p:ext uri="{BB962C8B-B14F-4D97-AF65-F5344CB8AC3E}">
        <p14:creationId xmlns:p14="http://schemas.microsoft.com/office/powerpoint/2010/main" val="40701407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Here is your operational cheat sheet divided across both core sections: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Section 1: The Foundation of Discovery (Days 1–45):</a:t>
            </a:r>
            <a:r>
              <a:rPr lang="en-US" sz="1200" kern="1200" dirty="0">
                <a:solidFill>
                  <a:schemeClr val="tx1"/>
                </a:solidFill>
                <a:effectLst/>
                <a:latin typeface="+mn-lt"/>
                <a:ea typeface="+mn-ea"/>
                <a:cs typeface="+mn-cs"/>
              </a:rPr>
              <a:t> Focus heavily on solving constraints over building tactical campaigns. Adhere strictly to the </a:t>
            </a:r>
            <a:r>
              <a:rPr lang="en-US" sz="1200" i="1" kern="1200" dirty="0">
                <a:solidFill>
                  <a:schemeClr val="tx1"/>
                </a:solidFill>
                <a:effectLst/>
                <a:latin typeface="+mn-lt"/>
                <a:ea typeface="+mn-ea"/>
                <a:cs typeface="+mn-cs"/>
              </a:rPr>
              <a:t>More &gt; Better &gt; New</a:t>
            </a:r>
            <a:r>
              <a:rPr lang="en-US" sz="1200" kern="1200" dirty="0">
                <a:solidFill>
                  <a:schemeClr val="tx1"/>
                </a:solidFill>
                <a:effectLst/>
                <a:latin typeface="+mn-lt"/>
                <a:ea typeface="+mn-ea"/>
                <a:cs typeface="+mn-cs"/>
              </a:rPr>
              <a:t> framework. Place strategic bets, and utilize customer qualitative forces (Push/Pull vs. Anxiety/Habit) to inform your positioning.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Section 2: Mastering Strategic Influence (Days 46–90):</a:t>
            </a:r>
            <a:r>
              <a:rPr lang="en-US" sz="1200" kern="1200" dirty="0">
                <a:solidFill>
                  <a:schemeClr val="tx1"/>
                </a:solidFill>
                <a:effectLst/>
                <a:latin typeface="+mn-lt"/>
                <a:ea typeface="+mn-ea"/>
                <a:cs typeface="+mn-cs"/>
              </a:rPr>
              <a:t> Shift into execution and leadership. Sell the problem first. Shift reporting from activities (</a:t>
            </a:r>
            <a:r>
              <a:rPr lang="en-US" sz="1200" i="1" kern="1200" dirty="0">
                <a:solidFill>
                  <a:schemeClr val="tx1"/>
                </a:solidFill>
                <a:effectLst/>
                <a:latin typeface="+mn-lt"/>
                <a:ea typeface="+mn-ea"/>
                <a:cs typeface="+mn-cs"/>
              </a:rPr>
              <a:t>'posts sent'</a:t>
            </a:r>
            <a:r>
              <a:rPr lang="en-US" sz="1200" kern="1200" dirty="0">
                <a:solidFill>
                  <a:schemeClr val="tx1"/>
                </a:solidFill>
                <a:effectLst/>
                <a:latin typeface="+mn-lt"/>
                <a:ea typeface="+mn-ea"/>
                <a:cs typeface="+mn-cs"/>
              </a:rPr>
              <a:t>) to hard business outcomes (</a:t>
            </a:r>
            <a:r>
              <a:rPr lang="en-US" sz="1200" i="1" kern="1200" dirty="0">
                <a:solidFill>
                  <a:schemeClr val="tx1"/>
                </a:solidFill>
                <a:effectLst/>
                <a:latin typeface="+mn-lt"/>
                <a:ea typeface="+mn-ea"/>
                <a:cs typeface="+mn-cs"/>
              </a:rPr>
              <a:t>'metrics moved'</a:t>
            </a:r>
            <a:r>
              <a:rPr lang="en-US" sz="1200" kern="1200" dirty="0">
                <a:solidFill>
                  <a:schemeClr val="tx1"/>
                </a:solidFill>
                <a:effectLst/>
                <a:latin typeface="+mn-lt"/>
                <a:ea typeface="+mn-ea"/>
                <a:cs typeface="+mn-cs"/>
              </a:rPr>
              <a:t>). Always present one singular recommendation backed by rigorous data. </a:t>
            </a:r>
          </a:p>
          <a:p>
            <a:r>
              <a:rPr lang="en-US" sz="1200" kern="1200" dirty="0">
                <a:solidFill>
                  <a:schemeClr val="tx1"/>
                </a:solidFill>
                <a:effectLst/>
                <a:latin typeface="+mn-lt"/>
                <a:ea typeface="+mn-ea"/>
                <a:cs typeface="+mn-cs"/>
              </a:rPr>
              <a:t>Execute this roadmap over the next 90 days to transform your career trajectory and team impact.</a:t>
            </a:r>
          </a:p>
          <a:p>
            <a:endParaRPr lang="en-US" dirty="0"/>
          </a:p>
        </p:txBody>
      </p:sp>
      <p:sp>
        <p:nvSpPr>
          <p:cNvPr id="4" name="Slide Number Placeholder 3"/>
          <p:cNvSpPr>
            <a:spLocks noGrp="1"/>
          </p:cNvSpPr>
          <p:nvPr>
            <p:ph type="sldNum" sz="quarter" idx="5"/>
          </p:nvPr>
        </p:nvSpPr>
        <p:spPr/>
        <p:txBody>
          <a:bodyPr/>
          <a:lstStyle/>
          <a:p>
            <a:fld id="{AACA7F71-BA72-46DB-A3C2-91963EB3A6D8}" type="slidenum">
              <a:rPr lang="en-US" smtClean="0"/>
              <a:t>16</a:t>
            </a:fld>
            <a:endParaRPr lang="en-US"/>
          </a:p>
        </p:txBody>
      </p:sp>
    </p:spTree>
    <p:extLst>
      <p:ext uri="{BB962C8B-B14F-4D97-AF65-F5344CB8AC3E}">
        <p14:creationId xmlns:p14="http://schemas.microsoft.com/office/powerpoint/2010/main" val="4461867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4230DC-835A-D41A-AEAB-D48DE1BE6941}"/>
              </a:ext>
            </a:extLst>
          </p:cNvPr>
          <p:cNvSpPr>
            <a:spLocks noGrp="1"/>
          </p:cNvSpPr>
          <p:nvPr>
            <p:ph type="dt" sz="half" idx="10"/>
          </p:nvPr>
        </p:nvSpPr>
        <p:spPr/>
        <p:txBody>
          <a:bodyPr/>
          <a:lstStyle/>
          <a:p>
            <a:fld id="{EEE2CC8E-5643-425B-B228-C62047982130}" type="datetimeFigureOut">
              <a:rPr lang="en-US" smtClean="0"/>
              <a:t>10/21/2026</a:t>
            </a:fld>
            <a:endParaRPr lang="en-US"/>
          </a:p>
        </p:txBody>
      </p:sp>
      <p:sp>
        <p:nvSpPr>
          <p:cNvPr id="3" name="Footer Placeholder 2">
            <a:extLst>
              <a:ext uri="{FF2B5EF4-FFF2-40B4-BE49-F238E27FC236}">
                <a16:creationId xmlns:a16="http://schemas.microsoft.com/office/drawing/2014/main" id="{27519696-FAF4-5DFA-7B24-870BDCB5B9C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73E4429-5DF0-994F-D879-8635F209EE1B}"/>
              </a:ext>
            </a:extLst>
          </p:cNvPr>
          <p:cNvSpPr>
            <a:spLocks noGrp="1"/>
          </p:cNvSpPr>
          <p:nvPr>
            <p:ph type="sldNum" sz="quarter" idx="12"/>
          </p:nvPr>
        </p:nvSpPr>
        <p:spPr/>
        <p:txBody>
          <a:bodyPr/>
          <a:lstStyle/>
          <a:p>
            <a:fld id="{E11869EE-6CBD-439F-819F-55540B0C1CFC}" type="slidenum">
              <a:rPr lang="en-US" smtClean="0"/>
              <a:t>‹#›</a:t>
            </a:fld>
            <a:endParaRPr lang="en-US"/>
          </a:p>
        </p:txBody>
      </p:sp>
    </p:spTree>
    <p:extLst>
      <p:ext uri="{BB962C8B-B14F-4D97-AF65-F5344CB8AC3E}">
        <p14:creationId xmlns:p14="http://schemas.microsoft.com/office/powerpoint/2010/main" val="1628627723"/>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C9877AD-6710-302A-6C80-DAE64572753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9FB4645-AF18-F096-AE7B-2E211E7AA9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9CF982-BA1D-E84F-DB55-80AC151D78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EE2CC8E-5643-425B-B228-C62047982130}" type="datetimeFigureOut">
              <a:rPr lang="en-US" smtClean="0"/>
              <a:t>10/21/2026</a:t>
            </a:fld>
            <a:endParaRPr lang="en-US"/>
          </a:p>
        </p:txBody>
      </p:sp>
      <p:sp>
        <p:nvSpPr>
          <p:cNvPr id="5" name="Footer Placeholder 4">
            <a:extLst>
              <a:ext uri="{FF2B5EF4-FFF2-40B4-BE49-F238E27FC236}">
                <a16:creationId xmlns:a16="http://schemas.microsoft.com/office/drawing/2014/main" id="{D1DDC501-7803-2D3A-E3E9-F789E19234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2DAA5BB-D983-FFA0-C86D-CCA84F2A82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11869EE-6CBD-439F-819F-55540B0C1CFC}" type="slidenum">
              <a:rPr lang="en-US" smtClean="0"/>
              <a:t>‹#›</a:t>
            </a:fld>
            <a:endParaRPr lang="en-US"/>
          </a:p>
        </p:txBody>
      </p:sp>
    </p:spTree>
    <p:extLst>
      <p:ext uri="{BB962C8B-B14F-4D97-AF65-F5344CB8AC3E}">
        <p14:creationId xmlns:p14="http://schemas.microsoft.com/office/powerpoint/2010/main" val="263019262"/>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3C61B48-27E9-D51C-912A-F464BC91E25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1669A5F-1102-AC8D-2CBC-3C68660EF1D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CC7490-CA12-B3EA-13DE-2FAEEF0FA08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CCCD0FE-652F-0DBC-D398-0D6ECF37D6A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DD3B48B-52E0-A012-7DA2-6F7C4C5629C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0EE030B-213F-0EE4-2104-18FEF5FD1B4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A4AA516-B3D8-1AD9-0CD9-3273030BA1D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1E11B86-47A4-F3AA-B4F0-21F33483983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C0491B5-7467-4C48-970A-75B5846C42D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D53B9B8-8F51-FB9C-C025-91D368F046F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350338B-209F-B01D-17E6-3F8ED9CAA32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8BAF08-2892-13B7-8570-FF898782655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BF2C02E-8EA3-4D73-6DE6-BF8636B6C36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74C45A6-30D6-5C93-F73E-EB6BB993A95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6E88C8A-43E0-B3AE-8D45-C20B5CBF4C4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680C6F5-D745-F62F-04FA-0E72695C8DDB}"/>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3628227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1986</Words>
  <Application>Microsoft Office PowerPoint</Application>
  <PresentationFormat>寬螢幕</PresentationFormat>
  <Paragraphs>96</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2026-09-06T11:19:47Z</dcterms:created>
  <dcterms:modified xsi:type="dcterms:W3CDTF">2026-10-21T02:52:09Z</dcterms:modified>
</cp:coreProperties>
</file>