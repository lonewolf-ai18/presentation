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26026-0C44-475E-ABB4-F8C32DD3197A}" v="19" dt="2026-09-25T17:06:21.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18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5T17:06:22.809" v="64" actId="166"/>
      <pc:docMkLst>
        <pc:docMk/>
      </pc:docMkLst>
      <pc:sldChg chg="addSp delSp modSp mod modAnim modNotes modNotesTx">
        <pc:chgData name="Lai, Wilson" userId="2840974a-0d84-4886-90a9-9a3ed79f3a48" providerId="ADAL" clId="{9F23B798-9E84-4552-BA63-E776E805C424}" dt="2026-09-25T17:06:22.809" v="64" actId="166"/>
        <pc:sldMkLst>
          <pc:docMk/>
          <pc:sldMk cId="0" sldId="257"/>
        </pc:sldMkLst>
        <pc:spChg chg="add mod">
          <ac:chgData name="Lai, Wilson" userId="2840974a-0d84-4886-90a9-9a3ed79f3a48" providerId="ADAL" clId="{9F23B798-9E84-4552-BA63-E776E805C424}" dt="2026-09-25T17:06:21.214" v="63" actId="164"/>
          <ac:spMkLst>
            <pc:docMk/>
            <pc:sldMk cId="0" sldId="257"/>
            <ac:spMk id="5" creationId="{ED82D639-75B4-0519-CE51-7E69C05A8361}"/>
          </ac:spMkLst>
        </pc:spChg>
        <pc:grpChg chg="add mod">
          <ac:chgData name="Lai, Wilson" userId="2840974a-0d84-4886-90a9-9a3ed79f3a48" providerId="ADAL" clId="{9F23B798-9E84-4552-BA63-E776E805C424}" dt="2026-09-25T17:06:21.214" v="63" actId="164"/>
          <ac:grpSpMkLst>
            <pc:docMk/>
            <pc:sldMk cId="0" sldId="257"/>
            <ac:grpSpMk id="6" creationId="{42E70299-8359-E0A3-EB46-D036C14CF01B}"/>
          </ac:grpSpMkLst>
        </pc:grpChg>
        <pc:picChg chg="del">
          <ac:chgData name="Lai, Wilson" userId="2840974a-0d84-4886-90a9-9a3ed79f3a48" providerId="ADAL" clId="{9F23B798-9E84-4552-BA63-E776E805C424}" dt="2026-09-25T10:55:53.950" v="0" actId="21"/>
          <ac:picMkLst>
            <pc:docMk/>
            <pc:sldMk cId="0" sldId="257"/>
            <ac:picMk id="2" creationId="{00000000-0000-0000-0000-000000000000}"/>
          </ac:picMkLst>
        </pc:picChg>
        <pc:picChg chg="add mod">
          <ac:chgData name="Lai, Wilson" userId="2840974a-0d84-4886-90a9-9a3ed79f3a48" providerId="ADAL" clId="{9F23B798-9E84-4552-BA63-E776E805C424}" dt="2026-09-25T17:06:21.214" v="63" actId="164"/>
          <ac:picMkLst>
            <pc:docMk/>
            <pc:sldMk cId="0" sldId="257"/>
            <ac:picMk id="2" creationId="{0D4BAF1F-43BB-FEC3-D8FF-0DA3F44E1763}"/>
          </ac:picMkLst>
        </pc:picChg>
        <pc:picChg chg="add ord">
          <ac:chgData name="Lai, Wilson" userId="2840974a-0d84-4886-90a9-9a3ed79f3a48" providerId="ADAL" clId="{9F23B798-9E84-4552-BA63-E776E805C424}" dt="2026-09-25T17:06:22.809" v="64" actId="166"/>
          <ac:picMkLst>
            <pc:docMk/>
            <pc:sldMk cId="0" sldId="257"/>
            <ac:picMk id="4" creationId="{30FB795B-1509-7382-0F49-74658DDC4812}"/>
          </ac:picMkLst>
        </pc:picChg>
      </pc:sldChg>
      <pc:sldChg chg="addSp delSp mod modNotes">
        <pc:chgData name="Lai, Wilson" userId="2840974a-0d84-4886-90a9-9a3ed79f3a48" providerId="ADAL" clId="{9F23B798-9E84-4552-BA63-E776E805C424}" dt="2026-09-25T12:10:13.141" v="53"/>
        <pc:sldMkLst>
          <pc:docMk/>
          <pc:sldMk cId="0" sldId="258"/>
        </pc:sldMkLst>
        <pc:picChg chg="del">
          <ac:chgData name="Lai, Wilson" userId="2840974a-0d84-4886-90a9-9a3ed79f3a48" providerId="ADAL" clId="{9F23B798-9E84-4552-BA63-E776E805C424}" dt="2026-09-25T10:56:03.369" v="2" actId="21"/>
          <ac:picMkLst>
            <pc:docMk/>
            <pc:sldMk cId="0" sldId="258"/>
            <ac:picMk id="2" creationId="{00000000-0000-0000-0000-000000000000}"/>
          </ac:picMkLst>
        </pc:picChg>
        <pc:picChg chg="add">
          <ac:chgData name="Lai, Wilson" userId="2840974a-0d84-4886-90a9-9a3ed79f3a48" providerId="ADAL" clId="{9F23B798-9E84-4552-BA63-E776E805C424}" dt="2026-09-25T10:56:11.569" v="3" actId="22"/>
          <ac:picMkLst>
            <pc:docMk/>
            <pc:sldMk cId="0" sldId="258"/>
            <ac:picMk id="4" creationId="{72C7CEFD-5713-C2FD-29CB-2AFDF5AD08F7}"/>
          </ac:picMkLst>
        </pc:picChg>
      </pc:sldChg>
      <pc:sldChg chg="addSp delSp mod modNotes modNotesTx">
        <pc:chgData name="Lai, Wilson" userId="2840974a-0d84-4886-90a9-9a3ed79f3a48" providerId="ADAL" clId="{9F23B798-9E84-4552-BA63-E776E805C424}" dt="2026-09-25T12:10:13.141" v="53"/>
        <pc:sldMkLst>
          <pc:docMk/>
          <pc:sldMk cId="0" sldId="259"/>
        </pc:sldMkLst>
        <pc:picChg chg="del">
          <ac:chgData name="Lai, Wilson" userId="2840974a-0d84-4886-90a9-9a3ed79f3a48" providerId="ADAL" clId="{9F23B798-9E84-4552-BA63-E776E805C424}" dt="2026-09-25T10:56:12.956" v="4" actId="21"/>
          <ac:picMkLst>
            <pc:docMk/>
            <pc:sldMk cId="0" sldId="259"/>
            <ac:picMk id="2" creationId="{00000000-0000-0000-0000-000000000000}"/>
          </ac:picMkLst>
        </pc:picChg>
        <pc:picChg chg="add">
          <ac:chgData name="Lai, Wilson" userId="2840974a-0d84-4886-90a9-9a3ed79f3a48" providerId="ADAL" clId="{9F23B798-9E84-4552-BA63-E776E805C424}" dt="2026-09-25T10:56:21.672" v="5" actId="22"/>
          <ac:picMkLst>
            <pc:docMk/>
            <pc:sldMk cId="0" sldId="259"/>
            <ac:picMk id="4" creationId="{8A84CD6A-8BB1-7521-C3F7-C943B56F0DF4}"/>
          </ac:picMkLst>
        </pc:picChg>
      </pc:sldChg>
      <pc:sldChg chg="addSp delSp mod modNotes modNotesTx">
        <pc:chgData name="Lai, Wilson" userId="2840974a-0d84-4886-90a9-9a3ed79f3a48" providerId="ADAL" clId="{9F23B798-9E84-4552-BA63-E776E805C424}" dt="2026-09-25T12:10:13.141" v="53"/>
        <pc:sldMkLst>
          <pc:docMk/>
          <pc:sldMk cId="0" sldId="260"/>
        </pc:sldMkLst>
        <pc:picChg chg="del">
          <ac:chgData name="Lai, Wilson" userId="2840974a-0d84-4886-90a9-9a3ed79f3a48" providerId="ADAL" clId="{9F23B798-9E84-4552-BA63-E776E805C424}" dt="2026-09-25T10:56:23.233" v="6" actId="21"/>
          <ac:picMkLst>
            <pc:docMk/>
            <pc:sldMk cId="0" sldId="260"/>
            <ac:picMk id="2" creationId="{00000000-0000-0000-0000-000000000000}"/>
          </ac:picMkLst>
        </pc:picChg>
        <pc:picChg chg="add">
          <ac:chgData name="Lai, Wilson" userId="2840974a-0d84-4886-90a9-9a3ed79f3a48" providerId="ADAL" clId="{9F23B798-9E84-4552-BA63-E776E805C424}" dt="2026-09-25T10:56:30.356" v="7" actId="22"/>
          <ac:picMkLst>
            <pc:docMk/>
            <pc:sldMk cId="0" sldId="260"/>
            <ac:picMk id="4" creationId="{AFCC8435-0908-5418-BB24-75522CD7FDA7}"/>
          </ac:picMkLst>
        </pc:picChg>
      </pc:sldChg>
      <pc:sldChg chg="addSp delSp mod modNotes modNotesTx">
        <pc:chgData name="Lai, Wilson" userId="2840974a-0d84-4886-90a9-9a3ed79f3a48" providerId="ADAL" clId="{9F23B798-9E84-4552-BA63-E776E805C424}" dt="2026-09-25T12:10:13.141" v="53"/>
        <pc:sldMkLst>
          <pc:docMk/>
          <pc:sldMk cId="0" sldId="261"/>
        </pc:sldMkLst>
        <pc:picChg chg="del">
          <ac:chgData name="Lai, Wilson" userId="2840974a-0d84-4886-90a9-9a3ed79f3a48" providerId="ADAL" clId="{9F23B798-9E84-4552-BA63-E776E805C424}" dt="2026-09-25T10:56:31.627" v="8" actId="21"/>
          <ac:picMkLst>
            <pc:docMk/>
            <pc:sldMk cId="0" sldId="261"/>
            <ac:picMk id="2" creationId="{00000000-0000-0000-0000-000000000000}"/>
          </ac:picMkLst>
        </pc:picChg>
        <pc:picChg chg="add">
          <ac:chgData name="Lai, Wilson" userId="2840974a-0d84-4886-90a9-9a3ed79f3a48" providerId="ADAL" clId="{9F23B798-9E84-4552-BA63-E776E805C424}" dt="2026-09-25T10:56:39.072" v="9" actId="22"/>
          <ac:picMkLst>
            <pc:docMk/>
            <pc:sldMk cId="0" sldId="261"/>
            <ac:picMk id="4" creationId="{AC81A4E6-7CE1-BAB4-1D3F-08A7DA402325}"/>
          </ac:picMkLst>
        </pc:picChg>
      </pc:sldChg>
      <pc:sldChg chg="addSp delSp mod modNotes modNotesTx">
        <pc:chgData name="Lai, Wilson" userId="2840974a-0d84-4886-90a9-9a3ed79f3a48" providerId="ADAL" clId="{9F23B798-9E84-4552-BA63-E776E805C424}" dt="2026-09-25T12:10:13.141" v="53"/>
        <pc:sldMkLst>
          <pc:docMk/>
          <pc:sldMk cId="0" sldId="262"/>
        </pc:sldMkLst>
        <pc:picChg chg="del">
          <ac:chgData name="Lai, Wilson" userId="2840974a-0d84-4886-90a9-9a3ed79f3a48" providerId="ADAL" clId="{9F23B798-9E84-4552-BA63-E776E805C424}" dt="2026-09-25T10:56:40.474" v="10" actId="21"/>
          <ac:picMkLst>
            <pc:docMk/>
            <pc:sldMk cId="0" sldId="262"/>
            <ac:picMk id="2" creationId="{00000000-0000-0000-0000-000000000000}"/>
          </ac:picMkLst>
        </pc:picChg>
        <pc:picChg chg="add">
          <ac:chgData name="Lai, Wilson" userId="2840974a-0d84-4886-90a9-9a3ed79f3a48" providerId="ADAL" clId="{9F23B798-9E84-4552-BA63-E776E805C424}" dt="2026-09-25T10:56:59.721" v="11" actId="22"/>
          <ac:picMkLst>
            <pc:docMk/>
            <pc:sldMk cId="0" sldId="262"/>
            <ac:picMk id="4" creationId="{334FDA13-6010-3CAB-3A8F-344284BDBAE4}"/>
          </ac:picMkLst>
        </pc:picChg>
      </pc:sldChg>
      <pc:sldChg chg="addSp delSp mod modNotes modNotesTx">
        <pc:chgData name="Lai, Wilson" userId="2840974a-0d84-4886-90a9-9a3ed79f3a48" providerId="ADAL" clId="{9F23B798-9E84-4552-BA63-E776E805C424}" dt="2026-09-25T12:10:13.141" v="53"/>
        <pc:sldMkLst>
          <pc:docMk/>
          <pc:sldMk cId="0" sldId="263"/>
        </pc:sldMkLst>
        <pc:picChg chg="del">
          <ac:chgData name="Lai, Wilson" userId="2840974a-0d84-4886-90a9-9a3ed79f3a48" providerId="ADAL" clId="{9F23B798-9E84-4552-BA63-E776E805C424}" dt="2026-09-25T10:57:01.004" v="12" actId="21"/>
          <ac:picMkLst>
            <pc:docMk/>
            <pc:sldMk cId="0" sldId="263"/>
            <ac:picMk id="2" creationId="{00000000-0000-0000-0000-000000000000}"/>
          </ac:picMkLst>
        </pc:picChg>
        <pc:picChg chg="add">
          <ac:chgData name="Lai, Wilson" userId="2840974a-0d84-4886-90a9-9a3ed79f3a48" providerId="ADAL" clId="{9F23B798-9E84-4552-BA63-E776E805C424}" dt="2026-09-25T10:57:14.937" v="13" actId="22"/>
          <ac:picMkLst>
            <pc:docMk/>
            <pc:sldMk cId="0" sldId="263"/>
            <ac:picMk id="4" creationId="{432B3D87-B40C-61F0-A976-404EAA3945AA}"/>
          </ac:picMkLst>
        </pc:picChg>
      </pc:sldChg>
      <pc:sldChg chg="addSp delSp mod modNotes modNotesTx">
        <pc:chgData name="Lai, Wilson" userId="2840974a-0d84-4886-90a9-9a3ed79f3a48" providerId="ADAL" clId="{9F23B798-9E84-4552-BA63-E776E805C424}" dt="2026-09-25T12:10:13.141" v="53"/>
        <pc:sldMkLst>
          <pc:docMk/>
          <pc:sldMk cId="0" sldId="264"/>
        </pc:sldMkLst>
        <pc:picChg chg="del">
          <ac:chgData name="Lai, Wilson" userId="2840974a-0d84-4886-90a9-9a3ed79f3a48" providerId="ADAL" clId="{9F23B798-9E84-4552-BA63-E776E805C424}" dt="2026-09-25T10:57:15.931" v="14" actId="21"/>
          <ac:picMkLst>
            <pc:docMk/>
            <pc:sldMk cId="0" sldId="264"/>
            <ac:picMk id="2" creationId="{00000000-0000-0000-0000-000000000000}"/>
          </ac:picMkLst>
        </pc:picChg>
        <pc:picChg chg="add">
          <ac:chgData name="Lai, Wilson" userId="2840974a-0d84-4886-90a9-9a3ed79f3a48" providerId="ADAL" clId="{9F23B798-9E84-4552-BA63-E776E805C424}" dt="2026-09-25T10:57:26.619" v="15" actId="22"/>
          <ac:picMkLst>
            <pc:docMk/>
            <pc:sldMk cId="0" sldId="264"/>
            <ac:picMk id="4" creationId="{92062DAE-7233-422B-38CC-0A7CAE09AB0A}"/>
          </ac:picMkLst>
        </pc:picChg>
      </pc:sldChg>
      <pc:sldChg chg="addSp delSp mod modNotes">
        <pc:chgData name="Lai, Wilson" userId="2840974a-0d84-4886-90a9-9a3ed79f3a48" providerId="ADAL" clId="{9F23B798-9E84-4552-BA63-E776E805C424}" dt="2026-09-25T12:10:13.141" v="53"/>
        <pc:sldMkLst>
          <pc:docMk/>
          <pc:sldMk cId="0" sldId="265"/>
        </pc:sldMkLst>
        <pc:picChg chg="del">
          <ac:chgData name="Lai, Wilson" userId="2840974a-0d84-4886-90a9-9a3ed79f3a48" providerId="ADAL" clId="{9F23B798-9E84-4552-BA63-E776E805C424}" dt="2026-09-25T10:57:30.947" v="16" actId="21"/>
          <ac:picMkLst>
            <pc:docMk/>
            <pc:sldMk cId="0" sldId="265"/>
            <ac:picMk id="2" creationId="{00000000-0000-0000-0000-000000000000}"/>
          </ac:picMkLst>
        </pc:picChg>
        <pc:picChg chg="add">
          <ac:chgData name="Lai, Wilson" userId="2840974a-0d84-4886-90a9-9a3ed79f3a48" providerId="ADAL" clId="{9F23B798-9E84-4552-BA63-E776E805C424}" dt="2026-09-25T10:57:39.169" v="17" actId="22"/>
          <ac:picMkLst>
            <pc:docMk/>
            <pc:sldMk cId="0" sldId="265"/>
            <ac:picMk id="4" creationId="{E169BCBB-3433-23D3-411E-4B8261D46DA0}"/>
          </ac:picMkLst>
        </pc:picChg>
      </pc:sldChg>
      <pc:sldChg chg="addSp delSp mod modNotes modNotesTx">
        <pc:chgData name="Lai, Wilson" userId="2840974a-0d84-4886-90a9-9a3ed79f3a48" providerId="ADAL" clId="{9F23B798-9E84-4552-BA63-E776E805C424}" dt="2026-09-25T12:10:13.141" v="53"/>
        <pc:sldMkLst>
          <pc:docMk/>
          <pc:sldMk cId="0" sldId="266"/>
        </pc:sldMkLst>
        <pc:picChg chg="del">
          <ac:chgData name="Lai, Wilson" userId="2840974a-0d84-4886-90a9-9a3ed79f3a48" providerId="ADAL" clId="{9F23B798-9E84-4552-BA63-E776E805C424}" dt="2026-09-25T10:57:40.400" v="18" actId="21"/>
          <ac:picMkLst>
            <pc:docMk/>
            <pc:sldMk cId="0" sldId="266"/>
            <ac:picMk id="2" creationId="{00000000-0000-0000-0000-000000000000}"/>
          </ac:picMkLst>
        </pc:picChg>
        <pc:picChg chg="add">
          <ac:chgData name="Lai, Wilson" userId="2840974a-0d84-4886-90a9-9a3ed79f3a48" providerId="ADAL" clId="{9F23B798-9E84-4552-BA63-E776E805C424}" dt="2026-09-25T10:57:48.848" v="19" actId="22"/>
          <ac:picMkLst>
            <pc:docMk/>
            <pc:sldMk cId="0" sldId="266"/>
            <ac:picMk id="4" creationId="{B82C1C01-09CB-B99C-82F1-CBF145330F00}"/>
          </ac:picMkLst>
        </pc:picChg>
      </pc:sldChg>
      <pc:sldChg chg="addSp delSp mod modNotes modNotesTx">
        <pc:chgData name="Lai, Wilson" userId="2840974a-0d84-4886-90a9-9a3ed79f3a48" providerId="ADAL" clId="{9F23B798-9E84-4552-BA63-E776E805C424}" dt="2026-09-25T12:10:13.141" v="53"/>
        <pc:sldMkLst>
          <pc:docMk/>
          <pc:sldMk cId="0" sldId="267"/>
        </pc:sldMkLst>
        <pc:picChg chg="del">
          <ac:chgData name="Lai, Wilson" userId="2840974a-0d84-4886-90a9-9a3ed79f3a48" providerId="ADAL" clId="{9F23B798-9E84-4552-BA63-E776E805C424}" dt="2026-09-25T10:57:50.346" v="20" actId="21"/>
          <ac:picMkLst>
            <pc:docMk/>
            <pc:sldMk cId="0" sldId="267"/>
            <ac:picMk id="2" creationId="{00000000-0000-0000-0000-000000000000}"/>
          </ac:picMkLst>
        </pc:picChg>
        <pc:picChg chg="add">
          <ac:chgData name="Lai, Wilson" userId="2840974a-0d84-4886-90a9-9a3ed79f3a48" providerId="ADAL" clId="{9F23B798-9E84-4552-BA63-E776E805C424}" dt="2026-09-25T10:58:03.400" v="21" actId="22"/>
          <ac:picMkLst>
            <pc:docMk/>
            <pc:sldMk cId="0" sldId="267"/>
            <ac:picMk id="4" creationId="{9A7011AE-0FC2-6D1E-E6F5-68637AAE9455}"/>
          </ac:picMkLst>
        </pc:picChg>
      </pc:sldChg>
      <pc:sldChg chg="addSp delSp mod modNotes">
        <pc:chgData name="Lai, Wilson" userId="2840974a-0d84-4886-90a9-9a3ed79f3a48" providerId="ADAL" clId="{9F23B798-9E84-4552-BA63-E776E805C424}" dt="2026-09-25T12:10:13.141" v="53"/>
        <pc:sldMkLst>
          <pc:docMk/>
          <pc:sldMk cId="0" sldId="268"/>
        </pc:sldMkLst>
        <pc:picChg chg="del">
          <ac:chgData name="Lai, Wilson" userId="2840974a-0d84-4886-90a9-9a3ed79f3a48" providerId="ADAL" clId="{9F23B798-9E84-4552-BA63-E776E805C424}" dt="2026-09-25T10:58:05.101" v="22" actId="21"/>
          <ac:picMkLst>
            <pc:docMk/>
            <pc:sldMk cId="0" sldId="268"/>
            <ac:picMk id="2" creationId="{00000000-0000-0000-0000-000000000000}"/>
          </ac:picMkLst>
        </pc:picChg>
        <pc:picChg chg="add">
          <ac:chgData name="Lai, Wilson" userId="2840974a-0d84-4886-90a9-9a3ed79f3a48" providerId="ADAL" clId="{9F23B798-9E84-4552-BA63-E776E805C424}" dt="2026-09-25T10:58:12.633" v="23" actId="22"/>
          <ac:picMkLst>
            <pc:docMk/>
            <pc:sldMk cId="0" sldId="268"/>
            <ac:picMk id="4" creationId="{7F359A0D-E56E-8E01-4B0C-F94B80BDC54B}"/>
          </ac:picMkLst>
        </pc:picChg>
      </pc:sldChg>
      <pc:sldChg chg="addSp delSp mod modNotes modNotesTx">
        <pc:chgData name="Lai, Wilson" userId="2840974a-0d84-4886-90a9-9a3ed79f3a48" providerId="ADAL" clId="{9F23B798-9E84-4552-BA63-E776E805C424}" dt="2026-09-25T12:10:13.141" v="53"/>
        <pc:sldMkLst>
          <pc:docMk/>
          <pc:sldMk cId="0" sldId="269"/>
        </pc:sldMkLst>
        <pc:picChg chg="del">
          <ac:chgData name="Lai, Wilson" userId="2840974a-0d84-4886-90a9-9a3ed79f3a48" providerId="ADAL" clId="{9F23B798-9E84-4552-BA63-E776E805C424}" dt="2026-09-25T10:58:13.871" v="24" actId="21"/>
          <ac:picMkLst>
            <pc:docMk/>
            <pc:sldMk cId="0" sldId="269"/>
            <ac:picMk id="2" creationId="{00000000-0000-0000-0000-000000000000}"/>
          </ac:picMkLst>
        </pc:picChg>
        <pc:picChg chg="add">
          <ac:chgData name="Lai, Wilson" userId="2840974a-0d84-4886-90a9-9a3ed79f3a48" providerId="ADAL" clId="{9F23B798-9E84-4552-BA63-E776E805C424}" dt="2026-09-25T10:58:22.404" v="25" actId="22"/>
          <ac:picMkLst>
            <pc:docMk/>
            <pc:sldMk cId="0" sldId="269"/>
            <ac:picMk id="4" creationId="{F7698F97-911A-290D-7E99-00485578B801}"/>
          </ac:picMkLst>
        </pc:picChg>
      </pc:sldChg>
      <pc:sldChg chg="addSp delSp mod modNotes modNotesTx">
        <pc:chgData name="Lai, Wilson" userId="2840974a-0d84-4886-90a9-9a3ed79f3a48" providerId="ADAL" clId="{9F23B798-9E84-4552-BA63-E776E805C424}" dt="2026-09-25T12:10:13.141" v="53"/>
        <pc:sldMkLst>
          <pc:docMk/>
          <pc:sldMk cId="0" sldId="270"/>
        </pc:sldMkLst>
        <pc:picChg chg="del">
          <ac:chgData name="Lai, Wilson" userId="2840974a-0d84-4886-90a9-9a3ed79f3a48" providerId="ADAL" clId="{9F23B798-9E84-4552-BA63-E776E805C424}" dt="2026-09-25T10:58:24.266" v="26" actId="21"/>
          <ac:picMkLst>
            <pc:docMk/>
            <pc:sldMk cId="0" sldId="270"/>
            <ac:picMk id="2" creationId="{00000000-0000-0000-0000-000000000000}"/>
          </ac:picMkLst>
        </pc:picChg>
        <pc:picChg chg="add">
          <ac:chgData name="Lai, Wilson" userId="2840974a-0d84-4886-90a9-9a3ed79f3a48" providerId="ADAL" clId="{9F23B798-9E84-4552-BA63-E776E805C424}" dt="2026-09-25T10:58:36.301" v="27" actId="22"/>
          <ac:picMkLst>
            <pc:docMk/>
            <pc:sldMk cId="0" sldId="270"/>
            <ac:picMk id="4" creationId="{618D8AD1-BA98-D902-6B30-FC0D484799DF}"/>
          </ac:picMkLst>
        </pc:picChg>
      </pc:sldChg>
      <pc:sldChg chg="addSp delSp mod modNotes modNotesTx">
        <pc:chgData name="Lai, Wilson" userId="2840974a-0d84-4886-90a9-9a3ed79f3a48" providerId="ADAL" clId="{9F23B798-9E84-4552-BA63-E776E805C424}" dt="2026-09-25T12:10:13.141" v="53"/>
        <pc:sldMkLst>
          <pc:docMk/>
          <pc:sldMk cId="4082659805" sldId="271"/>
        </pc:sldMkLst>
        <pc:picChg chg="del">
          <ac:chgData name="Lai, Wilson" userId="2840974a-0d84-4886-90a9-9a3ed79f3a48" providerId="ADAL" clId="{9F23B798-9E84-4552-BA63-E776E805C424}" dt="2026-09-25T10:58:38.066" v="28" actId="21"/>
          <ac:picMkLst>
            <pc:docMk/>
            <pc:sldMk cId="4082659805" sldId="271"/>
            <ac:picMk id="3" creationId="{3823066A-0121-EBC5-EC9C-D538F8A6155B}"/>
          </ac:picMkLst>
        </pc:picChg>
        <pc:picChg chg="add">
          <ac:chgData name="Lai, Wilson" userId="2840974a-0d84-4886-90a9-9a3ed79f3a48" providerId="ADAL" clId="{9F23B798-9E84-4552-BA63-E776E805C424}" dt="2026-09-25T10:58:49.545" v="29" actId="22"/>
          <ac:picMkLst>
            <pc:docMk/>
            <pc:sldMk cId="4082659805" sldId="271"/>
            <ac:picMk id="4" creationId="{8A8C5E09-C713-5245-644F-0866286144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7BCE1C-2D8F-4125-BA75-FC1406965EF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734AAF-1DF1-4073-B72D-1994CB072254}" type="slidenum">
              <a:rPr lang="en-US" smtClean="0"/>
              <a:t>‹#›</a:t>
            </a:fld>
            <a:endParaRPr lang="en-US"/>
          </a:p>
        </p:txBody>
      </p:sp>
    </p:spTree>
    <p:extLst>
      <p:ext uri="{BB962C8B-B14F-4D97-AF65-F5344CB8AC3E}">
        <p14:creationId xmlns:p14="http://schemas.microsoft.com/office/powerpoint/2010/main" val="541421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a skill that is rarely taught explicitly, yet dictates your daily status, peace of mind, and personal power: </a:t>
            </a:r>
            <a:r>
              <a:rPr lang="en-US" sz="1200" b="1" kern="1200" dirty="0">
                <a:solidFill>
                  <a:schemeClr val="tx1"/>
                </a:solidFill>
                <a:effectLst/>
                <a:latin typeface="+mn-lt"/>
                <a:ea typeface="+mn-ea"/>
                <a:cs typeface="+mn-cs"/>
              </a:rPr>
              <a:t>The Quiet Command—How to handle disrespect with class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about the last time someone threw a cutting remark your way, talked over you in a meeting, or made a passive-aggressive comment. In that moment, your chest tightens, your heart rate spikes, and your brain demands an immediate response. </a:t>
            </a:r>
          </a:p>
          <a:p>
            <a:r>
              <a:rPr lang="en-US" sz="1200" kern="1200" dirty="0">
                <a:solidFill>
                  <a:schemeClr val="tx1"/>
                </a:solidFill>
                <a:effectLst/>
                <a:latin typeface="+mn-lt"/>
                <a:ea typeface="+mn-ea"/>
                <a:cs typeface="+mn-cs"/>
              </a:rPr>
              <a:t>As shown on this slide, most people fall into one of two default traps when disrespect occurs: </a:t>
            </a:r>
          </a:p>
          <a:p>
            <a:pPr marL="228600" lvl="0" indent="-228600">
              <a:buFont typeface="+mj-lt"/>
              <a:buAutoNum type="arabicPeriod"/>
            </a:pPr>
            <a:r>
              <a:rPr lang="en-US" sz="1200" b="1" kern="1200" dirty="0">
                <a:solidFill>
                  <a:schemeClr val="tx1"/>
                </a:solidFill>
                <a:effectLst/>
                <a:latin typeface="+mn-lt"/>
                <a:ea typeface="+mn-ea"/>
                <a:cs typeface="+mn-cs"/>
              </a:rPr>
              <a:t>EXPLODE (Reacting):</a:t>
            </a:r>
            <a:r>
              <a:rPr lang="en-US" sz="1200" kern="1200" dirty="0">
                <a:solidFill>
                  <a:schemeClr val="tx1"/>
                </a:solidFill>
                <a:effectLst/>
                <a:latin typeface="+mn-lt"/>
                <a:ea typeface="+mn-ea"/>
                <a:cs typeface="+mn-cs"/>
              </a:rPr>
              <a:t> You snap back, raise your voice, or launch a comeback. The result? You hand them the remote control to your emotions—you dance to their rhythm. </a:t>
            </a:r>
          </a:p>
          <a:p>
            <a:pPr marL="228600" lvl="0" indent="-228600">
              <a:buFont typeface="+mj-lt"/>
              <a:buAutoNum type="arabicPeriod"/>
            </a:pPr>
            <a:r>
              <a:rPr lang="en-US" sz="1200" b="1" kern="1200" dirty="0">
                <a:solidFill>
                  <a:schemeClr val="tx1"/>
                </a:solidFill>
                <a:effectLst/>
                <a:latin typeface="+mn-lt"/>
                <a:ea typeface="+mn-ea"/>
                <a:cs typeface="+mn-cs"/>
              </a:rPr>
              <a:t>SHRINK (Swallowing):</a:t>
            </a:r>
            <a:r>
              <a:rPr lang="en-US" sz="1200" kern="1200" dirty="0">
                <a:solidFill>
                  <a:schemeClr val="tx1"/>
                </a:solidFill>
                <a:effectLst/>
                <a:latin typeface="+mn-lt"/>
                <a:ea typeface="+mn-ea"/>
                <a:cs typeface="+mn-cs"/>
              </a:rPr>
              <a:t> You freeze, stay silent out of awkwardness, and swallow the insult. The result? You carry that insult for days like a stone in your pocket—a silent defeat. </a:t>
            </a:r>
          </a:p>
          <a:p>
            <a:r>
              <a:rPr lang="en-US" sz="1200" kern="1200" dirty="0">
                <a:solidFill>
                  <a:schemeClr val="tx1"/>
                </a:solidFill>
                <a:effectLst/>
                <a:latin typeface="+mn-lt"/>
                <a:ea typeface="+mn-ea"/>
                <a:cs typeface="+mn-cs"/>
              </a:rPr>
              <a:t>Today, we examine </a:t>
            </a:r>
            <a:r>
              <a:rPr lang="en-US" sz="1200" b="1" kern="1200" dirty="0">
                <a:solidFill>
                  <a:schemeClr val="tx1"/>
                </a:solidFill>
                <a:effectLst/>
                <a:latin typeface="+mn-lt"/>
                <a:ea typeface="+mn-ea"/>
                <a:cs typeface="+mn-cs"/>
              </a:rPr>
              <a:t>The Calm Response</a:t>
            </a:r>
            <a:r>
              <a:rPr lang="en-US" sz="1200" kern="1200" dirty="0">
                <a:solidFill>
                  <a:schemeClr val="tx1"/>
                </a:solidFill>
                <a:effectLst/>
                <a:latin typeface="+mn-lt"/>
                <a:ea typeface="+mn-ea"/>
                <a:cs typeface="+mn-cs"/>
              </a:rPr>
              <a:t>. It is not passivity or being a doormat; it is a grounded, surgical, and composed way of taking back total control while leaving the aggressor holding their own aggression. Over the next 15 slides, we will unpack the psychology and tactics behind making yourself emotionally untouchable. </a:t>
            </a:r>
          </a:p>
          <a:p>
            <a:endParaRPr lang="en-US" dirty="0"/>
          </a:p>
          <a:p>
            <a:endParaRPr lang="en-US" dirty="0"/>
          </a:p>
          <a:p>
            <a:endParaRPr lang="en-US" dirty="0"/>
          </a:p>
          <a:p>
            <a:endParaRPr lang="en-US" dirty="0"/>
          </a:p>
          <a:p>
            <a:r>
              <a:rPr lang="en-US" b="1" dirty="0"/>
              <a:t>How to Handle Disrespect With Class: The Calm Responses That Command Instant Respect | Audiobook</a:t>
            </a:r>
          </a:p>
          <a:p>
            <a:r>
              <a:rPr lang="en-US" dirty="0"/>
              <a:t>https://www.youtube.com/watch?v=bCOfpEekn78</a:t>
            </a:r>
          </a:p>
        </p:txBody>
      </p:sp>
      <p:sp>
        <p:nvSpPr>
          <p:cNvPr id="4" name="Slide Number Placeholder 3"/>
          <p:cNvSpPr>
            <a:spLocks noGrp="1"/>
          </p:cNvSpPr>
          <p:nvPr>
            <p:ph type="sldNum" sz="quarter" idx="5"/>
          </p:nvPr>
        </p:nvSpPr>
        <p:spPr/>
        <p:txBody>
          <a:bodyPr/>
          <a:lstStyle/>
          <a:p>
            <a:fld id="{673BD31F-D879-4C18-8C4E-C7A82A6B6A31}" type="slidenum">
              <a:rPr lang="en-US" smtClean="0"/>
              <a:t>1</a:t>
            </a:fld>
            <a:endParaRPr lang="en-US"/>
          </a:p>
        </p:txBody>
      </p:sp>
    </p:spTree>
    <p:extLst>
      <p:ext uri="{BB962C8B-B14F-4D97-AF65-F5344CB8AC3E}">
        <p14:creationId xmlns:p14="http://schemas.microsoft.com/office/powerpoint/2010/main" val="3676596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handle disrespect calmly, you must first understand what it actually is. Look at the Iceberg model on Slide 2. </a:t>
            </a:r>
          </a:p>
          <a:p>
            <a:r>
              <a:rPr lang="en-US" sz="1200" kern="1200" dirty="0">
                <a:solidFill>
                  <a:schemeClr val="tx1"/>
                </a:solidFill>
                <a:effectLst/>
                <a:latin typeface="+mn-lt"/>
                <a:ea typeface="+mn-ea"/>
                <a:cs typeface="+mn-cs"/>
              </a:rPr>
              <a:t>Above the waterline, at the </a:t>
            </a:r>
            <a:r>
              <a:rPr lang="en-US" sz="1200" b="1" kern="1200" dirty="0">
                <a:solidFill>
                  <a:schemeClr val="tx1"/>
                </a:solidFill>
                <a:effectLst/>
                <a:latin typeface="+mn-lt"/>
                <a:ea typeface="+mn-ea"/>
                <a:cs typeface="+mn-cs"/>
              </a:rPr>
              <a:t>SURFACE</a:t>
            </a:r>
            <a:r>
              <a:rPr lang="en-US" sz="1200" kern="1200" dirty="0">
                <a:solidFill>
                  <a:schemeClr val="tx1"/>
                </a:solidFill>
                <a:effectLst/>
                <a:latin typeface="+mn-lt"/>
                <a:ea typeface="+mn-ea"/>
                <a:cs typeface="+mn-cs"/>
              </a:rPr>
              <a:t>, we see the overt actions: sarcasm, public put-downs, passive-aggressive digs, or people talking right over you. Most people focus entirely on the surface and take it personally. </a:t>
            </a:r>
          </a:p>
          <a:p>
            <a:r>
              <a:rPr lang="en-US" sz="1200" kern="1200" dirty="0">
                <a:solidFill>
                  <a:schemeClr val="tx1"/>
                </a:solidFill>
                <a:effectLst/>
                <a:latin typeface="+mn-lt"/>
                <a:ea typeface="+mn-ea"/>
                <a:cs typeface="+mn-cs"/>
              </a:rPr>
              <a:t>But look below the waterline—at the </a:t>
            </a:r>
            <a:r>
              <a:rPr lang="en-US" sz="1200" b="1" kern="1200" dirty="0">
                <a:solidFill>
                  <a:schemeClr val="tx1"/>
                </a:solidFill>
                <a:effectLst/>
                <a:latin typeface="+mn-lt"/>
                <a:ea typeface="+mn-ea"/>
                <a:cs typeface="+mn-cs"/>
              </a:rPr>
              <a:t>SUB-SURFACE</a:t>
            </a:r>
            <a:r>
              <a:rPr lang="en-US" sz="1200" kern="1200" dirty="0">
                <a:solidFill>
                  <a:schemeClr val="tx1"/>
                </a:solidFill>
                <a:effectLst/>
                <a:latin typeface="+mn-lt"/>
                <a:ea typeface="+mn-ea"/>
                <a:cs typeface="+mn-cs"/>
              </a:rPr>
              <a:t>. What is disrespect in reality? It is a leak. It is a desperate bid for an emotional reaction. It is a symptom of internal insecurity, feeling powerless, or reacting to unagreed-upon expectations. </a:t>
            </a:r>
          </a:p>
          <a:p>
            <a:r>
              <a:rPr lang="en-US" sz="1200" kern="1200" dirty="0">
                <a:solidFill>
                  <a:schemeClr val="tx1"/>
                </a:solidFill>
                <a:effectLst/>
                <a:latin typeface="+mn-lt"/>
                <a:ea typeface="+mn-ea"/>
                <a:cs typeface="+mn-cs"/>
              </a:rPr>
              <a:t>Here is </a:t>
            </a:r>
            <a:r>
              <a:rPr lang="en-US" sz="1200" b="1" kern="1200" dirty="0">
                <a:solidFill>
                  <a:schemeClr val="tx1"/>
                </a:solidFill>
                <a:effectLst/>
                <a:latin typeface="+mn-lt"/>
                <a:ea typeface="+mn-ea"/>
                <a:cs typeface="+mn-cs"/>
              </a:rPr>
              <a:t>The Core Insight</a:t>
            </a:r>
            <a:r>
              <a:rPr lang="en-US" sz="1200" kern="1200" dirty="0">
                <a:solidFill>
                  <a:schemeClr val="tx1"/>
                </a:solidFill>
                <a:effectLst/>
                <a:latin typeface="+mn-lt"/>
                <a:ea typeface="+mn-ea"/>
                <a:cs typeface="+mn-cs"/>
              </a:rPr>
              <a:t>: Disrespect is a reflexive attempt to regain control. It is a confession about the person who threw it, not an accurate report on your value. When someone insults you, they are broadcasting their own need for a spectacle. Once you realize their attack is an admission of weakness, taking it personally becomes almost impossible.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2</a:t>
            </a:fld>
            <a:endParaRPr lang="en-US"/>
          </a:p>
        </p:txBody>
      </p:sp>
    </p:spTree>
    <p:extLst>
      <p:ext uri="{BB962C8B-B14F-4D97-AF65-F5344CB8AC3E}">
        <p14:creationId xmlns:p14="http://schemas.microsoft.com/office/powerpoint/2010/main" val="252293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social disrespect strikes, your body treats it as a physical survival threat. Stress chemicals flood your bloodstream, your heart rate spikes, and your ability to articulate clear, logical thoughts collapses. This is why quick comebacks often turn into sloppy arguments. </a:t>
            </a:r>
          </a:p>
          <a:p>
            <a:r>
              <a:rPr lang="en-US" sz="1200" kern="1200" dirty="0">
                <a:solidFill>
                  <a:schemeClr val="tx1"/>
                </a:solidFill>
                <a:effectLst/>
                <a:latin typeface="+mn-lt"/>
                <a:ea typeface="+mn-ea"/>
                <a:cs typeface="+mn-cs"/>
              </a:rPr>
              <a:t>The single most powerful tactic in high-stakes communication is </a:t>
            </a:r>
            <a:r>
              <a:rPr lang="en-US" sz="1200" b="1" kern="1200" dirty="0">
                <a:solidFill>
                  <a:schemeClr val="tx1"/>
                </a:solidFill>
                <a:effectLst/>
                <a:latin typeface="+mn-lt"/>
                <a:ea typeface="+mn-ea"/>
                <a:cs typeface="+mn-cs"/>
              </a:rPr>
              <a:t>The 3-4 Second Pause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does those 3 to 4 seconds of stillness accomplish?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Neurological Advantage:</a:t>
            </a:r>
            <a:r>
              <a:rPr lang="en-US" sz="1200" kern="1200" dirty="0">
                <a:solidFill>
                  <a:schemeClr val="tx1"/>
                </a:solidFill>
                <a:effectLst/>
                <a:latin typeface="+mn-lt"/>
                <a:ea typeface="+mn-ea"/>
                <a:cs typeface="+mn-cs"/>
              </a:rPr>
              <a:t> It gives your prefrontal cortex—the rational, strategic brain—time to come back online, overriding the primitive amygdala hijack.</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Social Message:</a:t>
            </a:r>
            <a:r>
              <a:rPr lang="en-US" sz="1200" kern="1200" dirty="0">
                <a:solidFill>
                  <a:schemeClr val="tx1"/>
                </a:solidFill>
                <a:effectLst/>
                <a:latin typeface="+mn-lt"/>
                <a:ea typeface="+mn-ea"/>
                <a:cs typeface="+mn-cs"/>
              </a:rPr>
              <a:t> It sends a clear signal that you refuse their invitation to fight on their terms. It breaks the expected rhythm of immediate conflict. </a:t>
            </a:r>
          </a:p>
          <a:p>
            <a:r>
              <a:rPr lang="en-US" sz="1200" kern="1200" dirty="0">
                <a:solidFill>
                  <a:schemeClr val="tx1"/>
                </a:solidFill>
                <a:effectLst/>
                <a:latin typeface="+mn-lt"/>
                <a:ea typeface="+mn-ea"/>
                <a:cs typeface="+mn-cs"/>
              </a:rPr>
              <a:t>Silence, when used intentionally, creates leverage. It transforms a chaotic stimulus into a clear-headed, deliberate, and unhurried response.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3</a:t>
            </a:fld>
            <a:endParaRPr lang="en-US"/>
          </a:p>
        </p:txBody>
      </p:sp>
    </p:spTree>
    <p:extLst>
      <p:ext uri="{BB962C8B-B14F-4D97-AF65-F5344CB8AC3E}">
        <p14:creationId xmlns:p14="http://schemas.microsoft.com/office/powerpoint/2010/main" val="3631829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words mean very little if your physiology betrays your agitation. Slide 4 gives us the </a:t>
            </a:r>
            <a:r>
              <a:rPr lang="en-US" sz="1200" b="1" kern="1200" dirty="0">
                <a:solidFill>
                  <a:schemeClr val="tx1"/>
                </a:solidFill>
                <a:effectLst/>
                <a:latin typeface="+mn-lt"/>
                <a:ea typeface="+mn-ea"/>
                <a:cs typeface="+mn-cs"/>
              </a:rPr>
              <a:t>Anchor Matrix</a:t>
            </a:r>
            <a:r>
              <a:rPr lang="en-US" sz="1200" kern="1200" dirty="0">
                <a:solidFill>
                  <a:schemeClr val="tx1"/>
                </a:solidFill>
                <a:effectLst/>
                <a:latin typeface="+mn-lt"/>
                <a:ea typeface="+mn-ea"/>
                <a:cs typeface="+mn-cs"/>
              </a:rPr>
              <a:t> across five core dimensions: </a:t>
            </a:r>
          </a:p>
          <a:p>
            <a:pPr marL="228600" lvl="0" indent="-228600">
              <a:buFont typeface="+mj-lt"/>
              <a:buAutoNum type="arabicPeriod"/>
            </a:pPr>
            <a:r>
              <a:rPr lang="en-US" sz="1200" b="1" kern="1200" dirty="0">
                <a:solidFill>
                  <a:schemeClr val="tx1"/>
                </a:solidFill>
                <a:effectLst/>
                <a:latin typeface="+mn-lt"/>
                <a:ea typeface="+mn-ea"/>
                <a:cs typeface="+mn-cs"/>
              </a:rPr>
              <a:t>THE MIND (Internal Narration):</a:t>
            </a:r>
            <a:r>
              <a:rPr lang="en-US" sz="1200" kern="1200" dirty="0">
                <a:solidFill>
                  <a:schemeClr val="tx1"/>
                </a:solidFill>
                <a:effectLst/>
                <a:latin typeface="+mn-lt"/>
                <a:ea typeface="+mn-ea"/>
                <a:cs typeface="+mn-cs"/>
              </a:rPr>
              <a:t> Silently state: </a:t>
            </a:r>
            <a:r>
              <a:rPr lang="en-US" sz="1200" i="1" kern="1200" dirty="0">
                <a:solidFill>
                  <a:schemeClr val="tx1"/>
                </a:solidFill>
                <a:effectLst/>
                <a:latin typeface="+mn-lt"/>
                <a:ea typeface="+mn-ea"/>
                <a:cs typeface="+mn-cs"/>
              </a:rPr>
              <a:t>'I am choosing how to respond.'</a:t>
            </a:r>
            <a:r>
              <a:rPr lang="en-US" sz="1200" kern="1200" dirty="0">
                <a:solidFill>
                  <a:schemeClr val="tx1"/>
                </a:solidFill>
                <a:effectLst/>
                <a:latin typeface="+mn-lt"/>
                <a:ea typeface="+mn-ea"/>
                <a:cs typeface="+mn-cs"/>
              </a:rPr>
              <a:t> This pulls you out of emotional panic and into the role of an objective observer. </a:t>
            </a:r>
          </a:p>
          <a:p>
            <a:pPr marL="228600" lvl="0" indent="-228600">
              <a:buFont typeface="+mj-lt"/>
              <a:buAutoNum type="arabicPeriod"/>
            </a:pPr>
            <a:r>
              <a:rPr lang="en-US" sz="1200" b="1" kern="1200" dirty="0">
                <a:solidFill>
                  <a:schemeClr val="tx1"/>
                </a:solidFill>
                <a:effectLst/>
                <a:latin typeface="+mn-lt"/>
                <a:ea typeface="+mn-ea"/>
                <a:cs typeface="+mn-cs"/>
              </a:rPr>
              <a:t>THE FACE (Neutrality):</a:t>
            </a:r>
            <a:r>
              <a:rPr lang="en-US" sz="1200" kern="1200" dirty="0">
                <a:solidFill>
                  <a:schemeClr val="tx1"/>
                </a:solidFill>
                <a:effectLst/>
                <a:latin typeface="+mn-lt"/>
                <a:ea typeface="+mn-ea"/>
                <a:cs typeface="+mn-cs"/>
              </a:rPr>
              <a:t> Keep an unhurried expression with an unclenched jaw. Avoid micro-expressions of contempt or anger. </a:t>
            </a:r>
          </a:p>
          <a:p>
            <a:pPr marL="228600" lvl="0" indent="-228600">
              <a:buFont typeface="+mj-lt"/>
              <a:buAutoNum type="arabicPeriod"/>
            </a:pPr>
            <a:r>
              <a:rPr lang="en-US" sz="1200" b="1" kern="1200" dirty="0">
                <a:solidFill>
                  <a:schemeClr val="tx1"/>
                </a:solidFill>
                <a:effectLst/>
                <a:latin typeface="+mn-lt"/>
                <a:ea typeface="+mn-ea"/>
                <a:cs typeface="+mn-cs"/>
              </a:rPr>
              <a:t>THE VOICE (Register):</a:t>
            </a:r>
            <a:r>
              <a:rPr lang="en-US" sz="1200" kern="1200" dirty="0">
                <a:solidFill>
                  <a:schemeClr val="tx1"/>
                </a:solidFill>
                <a:effectLst/>
                <a:latin typeface="+mn-lt"/>
                <a:ea typeface="+mn-ea"/>
                <a:cs typeface="+mn-cs"/>
              </a:rPr>
              <a:t> Speak in a lower pitch at a slower pace and steady volume. Crucially, let silence hang after you speak. </a:t>
            </a:r>
          </a:p>
          <a:p>
            <a:pPr marL="228600" lvl="0" indent="-228600">
              <a:buFont typeface="+mj-lt"/>
              <a:buAutoNum type="arabicPeriod"/>
            </a:pPr>
            <a:r>
              <a:rPr lang="en-US" sz="1200" b="1" kern="1200" dirty="0">
                <a:solidFill>
                  <a:schemeClr val="tx1"/>
                </a:solidFill>
                <a:effectLst/>
                <a:latin typeface="+mn-lt"/>
                <a:ea typeface="+mn-ea"/>
                <a:cs typeface="+mn-cs"/>
              </a:rPr>
              <a:t>THE WORDS (Precision):</a:t>
            </a:r>
            <a:r>
              <a:rPr lang="en-US" sz="1200" kern="1200" dirty="0">
                <a:solidFill>
                  <a:schemeClr val="tx1"/>
                </a:solidFill>
                <a:effectLst/>
                <a:latin typeface="+mn-lt"/>
                <a:ea typeface="+mn-ea"/>
                <a:cs typeface="+mn-cs"/>
              </a:rPr>
              <a:t> Use specific, grounded language and totally eliminate emotional absolutes like 'always' or 'never'. </a:t>
            </a:r>
          </a:p>
          <a:p>
            <a:pPr marL="228600" lvl="0" indent="-228600">
              <a:buFont typeface="+mj-lt"/>
              <a:buAutoNum type="arabicPeriod"/>
            </a:pPr>
            <a:r>
              <a:rPr lang="en-US" sz="1200" b="1" kern="1200" dirty="0">
                <a:solidFill>
                  <a:schemeClr val="tx1"/>
                </a:solidFill>
                <a:effectLst/>
                <a:latin typeface="+mn-lt"/>
                <a:ea typeface="+mn-ea"/>
                <a:cs typeface="+mn-cs"/>
              </a:rPr>
              <a:t>THE BODY (Anchors):</a:t>
            </a:r>
            <a:r>
              <a:rPr lang="en-US" sz="1200" kern="1200" dirty="0">
                <a:solidFill>
                  <a:schemeClr val="tx1"/>
                </a:solidFill>
                <a:effectLst/>
                <a:latin typeface="+mn-lt"/>
                <a:ea typeface="+mn-ea"/>
                <a:cs typeface="+mn-cs"/>
              </a:rPr>
              <a:t> Drop your shoulders, unclench your hands, and press both feet firmly into the floor. </a:t>
            </a:r>
          </a:p>
          <a:p>
            <a:r>
              <a:rPr lang="en-US" sz="1200" kern="1200" dirty="0">
                <a:solidFill>
                  <a:schemeClr val="tx1"/>
                </a:solidFill>
                <a:effectLst/>
                <a:latin typeface="+mn-lt"/>
                <a:ea typeface="+mn-ea"/>
                <a:cs typeface="+mn-cs"/>
              </a:rPr>
              <a:t>When your body is anchored, your mind remains steady, forcing the other person to adjust to your baseline rather than pulling you into theirs.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4</a:t>
            </a:fld>
            <a:endParaRPr lang="en-US"/>
          </a:p>
        </p:txBody>
      </p:sp>
    </p:spTree>
    <p:extLst>
      <p:ext uri="{BB962C8B-B14F-4D97-AF65-F5344CB8AC3E}">
        <p14:creationId xmlns:p14="http://schemas.microsoft.com/office/powerpoint/2010/main" val="1375831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Not all disrespect requires the same response. Applying a sledgehammer to a minor mistake damages relationships, while ignoring deliberate public attacks destroys boundaries. Slide 5 categorizes disrespect along two axes: </a:t>
            </a:r>
            <a:r>
              <a:rPr lang="en-US" sz="1200" b="1" kern="1200" dirty="0">
                <a:solidFill>
                  <a:schemeClr val="tx1"/>
                </a:solidFill>
                <a:effectLst/>
                <a:latin typeface="+mn-lt"/>
                <a:ea typeface="+mn-ea"/>
                <a:cs typeface="+mn-cs"/>
              </a:rPr>
              <a:t>Careless vs. Deliberate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Private vs. Public</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Careless / Private (e.g., A tired coworker snapping):</a:t>
            </a:r>
            <a:r>
              <a:rPr lang="en-US" sz="1200" kern="1200" dirty="0">
                <a:solidFill>
                  <a:schemeClr val="tx1"/>
                </a:solidFill>
                <a:effectLst/>
                <a:latin typeface="+mn-lt"/>
                <a:ea typeface="+mn-ea"/>
                <a:cs typeface="+mn-cs"/>
              </a:rPr>
              <a:t> Brief, calm acknowledgment. Let it pass unremarked—do not waste energy on tiredness.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Careless / Public (e.g., A clumsy family joke at dinner):</a:t>
            </a:r>
            <a:r>
              <a:rPr lang="en-US" sz="1200" kern="1200" dirty="0">
                <a:solidFill>
                  <a:schemeClr val="tx1"/>
                </a:solidFill>
                <a:effectLst/>
                <a:latin typeface="+mn-lt"/>
                <a:ea typeface="+mn-ea"/>
                <a:cs typeface="+mn-cs"/>
              </a:rPr>
              <a:t> Light deflection with a clean, unbothered change of subject.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Deliberate / Private (e.g., A partner's cutting remark):</a:t>
            </a:r>
            <a:r>
              <a:rPr lang="en-US" sz="1200" kern="1200" dirty="0">
                <a:solidFill>
                  <a:schemeClr val="tx1"/>
                </a:solidFill>
                <a:effectLst/>
                <a:latin typeface="+mn-lt"/>
                <a:ea typeface="+mn-ea"/>
                <a:cs typeface="+mn-cs"/>
              </a:rPr>
              <a:t> Clear, firm boundary: </a:t>
            </a:r>
            <a:r>
              <a:rPr lang="en-US" sz="1200" i="1" kern="1200" dirty="0">
                <a:solidFill>
                  <a:schemeClr val="tx1"/>
                </a:solidFill>
                <a:effectLst/>
                <a:latin typeface="+mn-lt"/>
                <a:ea typeface="+mn-ea"/>
                <a:cs typeface="+mn-cs"/>
              </a:rPr>
              <a:t>'That was hurtful; I don't want us speaking that 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Deliberate / Public (e.g., A boss humiliating you in a meeting):</a:t>
            </a:r>
            <a:r>
              <a:rPr lang="en-US" sz="1200" kern="1200" dirty="0">
                <a:solidFill>
                  <a:schemeClr val="tx1"/>
                </a:solidFill>
                <a:effectLst/>
                <a:latin typeface="+mn-lt"/>
                <a:ea typeface="+mn-ea"/>
                <a:cs typeface="+mn-cs"/>
              </a:rPr>
              <a:t> Minimal composed acknowledgment in the moment (</a:t>
            </a:r>
            <a:r>
              <a:rPr lang="en-US" sz="1200" i="1" kern="1200" dirty="0">
                <a:solidFill>
                  <a:schemeClr val="tx1"/>
                </a:solidFill>
                <a:effectLst/>
                <a:latin typeface="+mn-lt"/>
                <a:ea typeface="+mn-ea"/>
                <a:cs typeface="+mn-cs"/>
              </a:rPr>
              <a:t>'Understood'</a:t>
            </a:r>
            <a:r>
              <a:rPr lang="en-US" sz="1200" kern="1200" dirty="0">
                <a:solidFill>
                  <a:schemeClr val="tx1"/>
                </a:solidFill>
                <a:effectLst/>
                <a:latin typeface="+mn-lt"/>
                <a:ea typeface="+mn-ea"/>
                <a:cs typeface="+mn-cs"/>
              </a:rPr>
              <a:t>), followed by a serious private follow-up. </a:t>
            </a:r>
          </a:p>
          <a:p>
            <a:r>
              <a:rPr lang="en-US" sz="1200" kern="1200" dirty="0">
                <a:solidFill>
                  <a:schemeClr val="tx1"/>
                </a:solidFill>
                <a:effectLst/>
                <a:latin typeface="+mn-lt"/>
                <a:ea typeface="+mn-ea"/>
                <a:cs typeface="+mn-cs"/>
              </a:rPr>
              <a:t>Matching the tactic to the intent keeps you proportional, fair, and in command.</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5</a:t>
            </a:fld>
            <a:endParaRPr lang="en-US"/>
          </a:p>
        </p:txBody>
      </p:sp>
    </p:spTree>
    <p:extLst>
      <p:ext uri="{BB962C8B-B14F-4D97-AF65-F5344CB8AC3E}">
        <p14:creationId xmlns:p14="http://schemas.microsoft.com/office/powerpoint/2010/main" val="2401323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turn to workplace dynamics. In professional environments, disrespect usually takes two forms: peer competition or authority power plays. </a:t>
            </a:r>
          </a:p>
          <a:p>
            <a:r>
              <a:rPr lang="en-US" sz="1200" b="1" kern="1200" dirty="0">
                <a:solidFill>
                  <a:schemeClr val="tx1"/>
                </a:solidFill>
                <a:effectLst/>
                <a:latin typeface="+mn-lt"/>
                <a:ea typeface="+mn-ea"/>
                <a:cs typeface="+mn-cs"/>
              </a:rPr>
              <a:t>1. Handling THE PEER (Interrupters, credit-takers, condescension):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Script:</a:t>
            </a:r>
            <a:r>
              <a:rPr lang="en-US" sz="120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'I wasn't finished; I'd like to complete my thought.'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Reclaim space without drama. A short, composed line builds a reputation for steadiness under pressure far better than a lengthy defense. </a:t>
            </a:r>
          </a:p>
          <a:p>
            <a:r>
              <a:rPr lang="en-US" sz="1200" b="1" kern="1200" dirty="0">
                <a:solidFill>
                  <a:schemeClr val="tx1"/>
                </a:solidFill>
                <a:effectLst/>
                <a:latin typeface="+mn-lt"/>
                <a:ea typeface="+mn-ea"/>
                <a:cs typeface="+mn-cs"/>
              </a:rPr>
              <a:t>2. Handling THE AUTHORITY (Public criticism, micromanagement):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Script (In the moment):</a:t>
            </a:r>
            <a:r>
              <a:rPr lang="en-US" sz="120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'Understood, I'll take a look at that.'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Script (In private):</a:t>
            </a:r>
            <a:r>
              <a:rPr lang="en-US" sz="120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'I'm open to correction, but I'd appreciate it being addressed privately.'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Separate the delivery from the content. Protect your livelihood publicly while asserting your dignity privately.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6</a:t>
            </a:fld>
            <a:endParaRPr lang="en-US"/>
          </a:p>
        </p:txBody>
      </p:sp>
    </p:spTree>
    <p:extLst>
      <p:ext uri="{BB962C8B-B14F-4D97-AF65-F5344CB8AC3E}">
        <p14:creationId xmlns:p14="http://schemas.microsoft.com/office/powerpoint/2010/main" val="2920477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Handling disrespect with loved ones is often harder than handling it with colleagues because of deep emotional ties. </a:t>
            </a:r>
          </a:p>
          <a:p>
            <a:r>
              <a:rPr lang="en-US" sz="1200" b="1" kern="1200" dirty="0">
                <a:solidFill>
                  <a:schemeClr val="tx1"/>
                </a:solidFill>
                <a:effectLst/>
                <a:latin typeface="+mn-lt"/>
                <a:ea typeface="+mn-ea"/>
                <a:cs typeface="+mn-cs"/>
              </a:rPr>
              <a:t>FAMILY (Decades of grooved patterns):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Script:</a:t>
            </a:r>
            <a:r>
              <a:rPr lang="en-US" sz="120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'I know you care, but I'm moving forward with my choice.'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Validate the underlying intent but firmly reject the judgment. Retraining decades of family history requires extreme, repeated patience and consistent boundaries. </a:t>
            </a:r>
          </a:p>
          <a:p>
            <a:r>
              <a:rPr lang="en-US" sz="1200" b="1" kern="1200" dirty="0">
                <a:solidFill>
                  <a:schemeClr val="tx1"/>
                </a:solidFill>
                <a:effectLst/>
                <a:latin typeface="+mn-lt"/>
                <a:ea typeface="+mn-ea"/>
                <a:cs typeface="+mn-cs"/>
              </a:rPr>
              <a:t>PARTNERS (High-stakes intimacy):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Script:</a:t>
            </a:r>
            <a:r>
              <a:rPr lang="en-US" sz="120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'That comment was hurtful, and I don't want us speaking to each other that 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Address the pattern directly without shouting. Remember: Calm boundaries do not destroy intimacy; they are the exact prerequisite for long-term trust.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7</a:t>
            </a:fld>
            <a:endParaRPr lang="en-US"/>
          </a:p>
        </p:txBody>
      </p:sp>
    </p:spTree>
    <p:extLst>
      <p:ext uri="{BB962C8B-B14F-4D97-AF65-F5344CB8AC3E}">
        <p14:creationId xmlns:p14="http://schemas.microsoft.com/office/powerpoint/2010/main" val="2454621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tackles low-stakes, high-friction environments: strangers and social media. </a:t>
            </a:r>
          </a:p>
          <a:p>
            <a:r>
              <a:rPr lang="en-US" sz="1200" b="1" kern="1200" dirty="0">
                <a:solidFill>
                  <a:schemeClr val="tx1"/>
                </a:solidFill>
                <a:effectLst/>
                <a:latin typeface="+mn-lt"/>
                <a:ea typeface="+mn-ea"/>
                <a:cs typeface="+mn-cs"/>
              </a:rPr>
              <a:t>THE STRANGER (Road rage, retail friction):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Script:</a:t>
            </a:r>
            <a:r>
              <a:rPr lang="en-US" sz="120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'Interesting that you felt the need to say that out loud.'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Insight:</a:t>
            </a:r>
            <a:r>
              <a:rPr lang="en-US" sz="1200" kern="1200" dirty="0">
                <a:solidFill>
                  <a:schemeClr val="tx1"/>
                </a:solidFill>
                <a:effectLst/>
                <a:latin typeface="+mn-lt"/>
                <a:ea typeface="+mn-ea"/>
                <a:cs typeface="+mn-cs"/>
              </a:rPr>
              <a:t> Your calm is for you, not them. Refuse to let a stranger with a bad personality rent space in your head for the rest of the day. </a:t>
            </a:r>
          </a:p>
          <a:p>
            <a:r>
              <a:rPr lang="en-US" sz="1200" b="1" kern="1200" dirty="0">
                <a:solidFill>
                  <a:schemeClr val="tx1"/>
                </a:solidFill>
                <a:effectLst/>
                <a:latin typeface="+mn-lt"/>
                <a:ea typeface="+mn-ea"/>
                <a:cs typeface="+mn-cs"/>
              </a:rPr>
              <a:t>THE SCREEN (Online pile-</a:t>
            </a:r>
            <a:r>
              <a:rPr lang="en-US" sz="1200" b="1" kern="1200" dirty="0" err="1">
                <a:solidFill>
                  <a:schemeClr val="tx1"/>
                </a:solidFill>
                <a:effectLst/>
                <a:latin typeface="+mn-lt"/>
                <a:ea typeface="+mn-ea"/>
                <a:cs typeface="+mn-cs"/>
              </a:rPr>
              <a:t>ons</a:t>
            </a:r>
            <a:r>
              <a:rPr lang="en-US" sz="1200" b="1" kern="1200" dirty="0">
                <a:solidFill>
                  <a:schemeClr val="tx1"/>
                </a:solidFill>
                <a:effectLst/>
                <a:latin typeface="+mn-lt"/>
                <a:ea typeface="+mn-ea"/>
                <a:cs typeface="+mn-cs"/>
              </a:rPr>
              <a:t>, comment sections):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Tactic:</a:t>
            </a:r>
            <a:r>
              <a:rPr lang="en-US" sz="1200" kern="1200" dirty="0">
                <a:solidFill>
                  <a:schemeClr val="tx1"/>
                </a:solidFill>
                <a:effectLst/>
                <a:latin typeface="+mn-lt"/>
                <a:ea typeface="+mn-ea"/>
                <a:cs typeface="+mn-cs"/>
              </a:rPr>
              <a:t> The delayed response—or better yet, the non-response.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Insight:</a:t>
            </a:r>
            <a:r>
              <a:rPr lang="en-US" sz="1200" kern="1200" dirty="0">
                <a:solidFill>
                  <a:schemeClr val="tx1"/>
                </a:solidFill>
                <a:effectLst/>
                <a:latin typeface="+mn-lt"/>
                <a:ea typeface="+mn-ea"/>
                <a:cs typeface="+mn-cs"/>
              </a:rPr>
              <a:t> Algorithms profit from your outrage and emotional reaction. The ultimate power move online is declining to provide the spectacle they are hunting for.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8</a:t>
            </a:fld>
            <a:endParaRPr lang="en-US"/>
          </a:p>
        </p:txBody>
      </p:sp>
    </p:spTree>
    <p:extLst>
      <p:ext uri="{BB962C8B-B14F-4D97-AF65-F5344CB8AC3E}">
        <p14:creationId xmlns:p14="http://schemas.microsoft.com/office/powerpoint/2010/main" val="655642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Public humiliation triggers an evolutionary alarm—it feels like a survival threat. But modern social friction is not a physical threat. Your nervous system is simply firing an outdated alarm. </a:t>
            </a:r>
          </a:p>
          <a:p>
            <a:r>
              <a:rPr lang="en-US" sz="1200" b="1" kern="1200" dirty="0">
                <a:solidFill>
                  <a:schemeClr val="tx1"/>
                </a:solidFill>
                <a:effectLst/>
                <a:latin typeface="+mn-lt"/>
                <a:ea typeface="+mn-ea"/>
                <a:cs typeface="+mn-cs"/>
              </a:rPr>
              <a:t>The Redirect:</a:t>
            </a:r>
            <a:r>
              <a:rPr lang="en-US" sz="1200" kern="1200" dirty="0">
                <a:solidFill>
                  <a:schemeClr val="tx1"/>
                </a:solidFill>
                <a:effectLst/>
                <a:latin typeface="+mn-lt"/>
                <a:ea typeface="+mn-ea"/>
                <a:cs typeface="+mn-cs"/>
              </a:rPr>
              <a:t> Deliver a simple line: </a:t>
            </a:r>
            <a:r>
              <a:rPr lang="en-US" sz="1200" b="1" i="1" kern="1200" dirty="0">
                <a:solidFill>
                  <a:schemeClr val="tx1"/>
                </a:solidFill>
                <a:effectLst/>
                <a:latin typeface="+mn-lt"/>
                <a:ea typeface="+mn-ea"/>
                <a:cs typeface="+mn-cs"/>
              </a:rPr>
              <a:t>'Well, that was unexpected.'</a:t>
            </a:r>
            <a:r>
              <a:rPr lang="en-US" sz="1200" kern="1200" dirty="0">
                <a:solidFill>
                  <a:schemeClr val="tx1"/>
                </a:solidFill>
                <a:effectLst/>
                <a:latin typeface="+mn-lt"/>
                <a:ea typeface="+mn-ea"/>
                <a:cs typeface="+mn-cs"/>
              </a:rPr>
              <a:t> Then immediately and seamlessly return to the prior task. </a:t>
            </a:r>
          </a:p>
          <a:p>
            <a:r>
              <a:rPr lang="en-US" sz="1200" b="1" kern="1200" dirty="0">
                <a:solidFill>
                  <a:schemeClr val="tx1"/>
                </a:solidFill>
                <a:effectLst/>
                <a:latin typeface="+mn-lt"/>
                <a:ea typeface="+mn-ea"/>
                <a:cs typeface="+mn-cs"/>
              </a:rPr>
              <a:t>The Reality of the Room:</a:t>
            </a:r>
            <a:r>
              <a:rPr lang="en-US" sz="1200" kern="1200" dirty="0">
                <a:solidFill>
                  <a:schemeClr val="tx1"/>
                </a:solidFill>
                <a:effectLst/>
                <a:latin typeface="+mn-lt"/>
                <a:ea typeface="+mn-ea"/>
                <a:cs typeface="+mn-cs"/>
              </a:rPr>
              <a:t> When someone tries to humiliate you publicly, the audience is usually uncomfortable and secretly on your side. Your calm resolves the room's tension and earns their quiet respect. The speed of your recovery matters just as much as the words you choose.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9</a:t>
            </a:fld>
            <a:endParaRPr lang="en-US"/>
          </a:p>
        </p:txBody>
      </p:sp>
    </p:spTree>
    <p:extLst>
      <p:ext uri="{BB962C8B-B14F-4D97-AF65-F5344CB8AC3E}">
        <p14:creationId xmlns:p14="http://schemas.microsoft.com/office/powerpoint/2010/main" val="88678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must draw a clear line between verbal disrespect and physical threat.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AMBER ZONE (Friction):</a:t>
            </a:r>
            <a:r>
              <a:rPr lang="en-US" sz="1200" kern="1200" dirty="0">
                <a:solidFill>
                  <a:schemeClr val="tx1"/>
                </a:solidFill>
                <a:effectLst/>
                <a:latin typeface="+mn-lt"/>
                <a:ea typeface="+mn-ea"/>
                <a:cs typeface="+mn-cs"/>
              </a:rPr>
              <a:t> Snapping, sarcasm, rudeness. Your goal is composure and setting firm boundaries.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RED ZONE (Aggression):</a:t>
            </a:r>
            <a:r>
              <a:rPr lang="en-US" sz="1200" kern="1200" dirty="0">
                <a:solidFill>
                  <a:schemeClr val="tx1"/>
                </a:solidFill>
                <a:effectLst/>
                <a:latin typeface="+mn-lt"/>
                <a:ea typeface="+mn-ea"/>
                <a:cs typeface="+mn-cs"/>
              </a:rPr>
              <a:t> Raised voices, physical intimidation, loss of self-control. </a:t>
            </a:r>
          </a:p>
          <a:p>
            <a:r>
              <a:rPr lang="en-US" sz="1200" b="1" kern="1200" dirty="0">
                <a:solidFill>
                  <a:schemeClr val="tx1"/>
                </a:solidFill>
                <a:effectLst/>
                <a:latin typeface="+mn-lt"/>
                <a:ea typeface="+mn-ea"/>
                <a:cs typeface="+mn-cs"/>
              </a:rPr>
              <a:t>THE TACTICAL SHIFT IN THE RED ZONE:</a:t>
            </a:r>
          </a:p>
          <a:p>
            <a:r>
              <a:rPr lang="en-US" sz="1200" kern="1200" dirty="0">
                <a:solidFill>
                  <a:schemeClr val="tx1"/>
                </a:solidFill>
                <a:effectLst/>
                <a:latin typeface="+mn-lt"/>
                <a:ea typeface="+mn-ea"/>
                <a:cs typeface="+mn-cs"/>
              </a:rPr>
              <a:t>When safety is threatened, your priority shifts entirely from grace to physical safety and de-escalation. Keep your hands visible, step back to maintain physical distance, consciously slow your breathing, and do not match their volume. </a:t>
            </a:r>
          </a:p>
          <a:p>
            <a:r>
              <a:rPr lang="en-US" sz="1200" kern="1200" dirty="0">
                <a:solidFill>
                  <a:schemeClr val="tx1"/>
                </a:solidFill>
                <a:effectLst/>
                <a:latin typeface="+mn-lt"/>
                <a:ea typeface="+mn-ea"/>
                <a:cs typeface="+mn-cs"/>
              </a:rPr>
              <a:t>Deliver the ultimate boundary: </a:t>
            </a:r>
            <a:r>
              <a:rPr lang="en-US" sz="1200" b="1" i="1" kern="1200" dirty="0">
                <a:solidFill>
                  <a:schemeClr val="tx1"/>
                </a:solidFill>
                <a:effectLst/>
                <a:latin typeface="+mn-lt"/>
                <a:ea typeface="+mn-ea"/>
                <a:cs typeface="+mn-cs"/>
              </a:rPr>
              <a:t>'I'm going to step away now.'</a:t>
            </a:r>
            <a:r>
              <a:rPr lang="en-US" sz="1200" kern="1200" dirty="0">
                <a:solidFill>
                  <a:schemeClr val="tx1"/>
                </a:solidFill>
                <a:effectLst/>
                <a:latin typeface="+mn-lt"/>
                <a:ea typeface="+mn-ea"/>
                <a:cs typeface="+mn-cs"/>
              </a:rPr>
              <a:t> Walking away from genuine aggression is not weakness; it is tactical awareness.</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10</a:t>
            </a:fld>
            <a:endParaRPr lang="en-US"/>
          </a:p>
        </p:txBody>
      </p:sp>
    </p:spTree>
    <p:extLst>
      <p:ext uri="{BB962C8B-B14F-4D97-AF65-F5344CB8AC3E}">
        <p14:creationId xmlns:p14="http://schemas.microsoft.com/office/powerpoint/2010/main" val="1167363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you handle disrespect impacts more than just the immediate interaction—it sets a standard for everyone watching.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Center Ripple (Modeling Behavior):</a:t>
            </a:r>
            <a:r>
              <a:rPr lang="en-US" sz="1200" kern="1200" dirty="0">
                <a:solidFill>
                  <a:schemeClr val="tx1"/>
                </a:solidFill>
                <a:effectLst/>
                <a:latin typeface="+mn-lt"/>
                <a:ea typeface="+mn-ea"/>
                <a:cs typeface="+mn-cs"/>
              </a:rPr>
              <a:t> When disrespected in front of children, mentees, or a team, you are teaching a live masterclass in self-control.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Middle Ripple (The Unspoken Standard):</a:t>
            </a:r>
            <a:r>
              <a:rPr lang="en-US" sz="1200" kern="1200" dirty="0">
                <a:solidFill>
                  <a:schemeClr val="tx1"/>
                </a:solidFill>
                <a:effectLst/>
                <a:latin typeface="+mn-lt"/>
                <a:ea typeface="+mn-ea"/>
                <a:cs typeface="+mn-cs"/>
              </a:rPr>
              <a:t> Teams and families naturally adopt the emotional tone of their leaders. Consistent calmness makes disrespect rarer overall.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Outer Ripple (The Intentional Debrief):</a:t>
            </a:r>
            <a:r>
              <a:rPr lang="en-US" sz="1200" kern="1200" dirty="0">
                <a:solidFill>
                  <a:schemeClr val="tx1"/>
                </a:solidFill>
                <a:effectLst/>
                <a:latin typeface="+mn-lt"/>
                <a:ea typeface="+mn-ea"/>
                <a:cs typeface="+mn-cs"/>
              </a:rPr>
              <a:t> Lock in the lesson later by stating: </a:t>
            </a:r>
            <a:r>
              <a:rPr lang="en-US" sz="1200" i="1" kern="1200" dirty="0">
                <a:solidFill>
                  <a:schemeClr val="tx1"/>
                </a:solidFill>
                <a:effectLst/>
                <a:latin typeface="+mn-lt"/>
                <a:ea typeface="+mn-ea"/>
                <a:cs typeface="+mn-cs"/>
              </a:rPr>
              <a:t>'That person was speaking disrespectfully, and I chose to stay calm because that's how I want to handle hard moments.'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11</a:t>
            </a:fld>
            <a:endParaRPr lang="en-US"/>
          </a:p>
        </p:txBody>
      </p:sp>
    </p:spTree>
    <p:extLst>
      <p:ext uri="{BB962C8B-B14F-4D97-AF65-F5344CB8AC3E}">
        <p14:creationId xmlns:p14="http://schemas.microsoft.com/office/powerpoint/2010/main" val="4109483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brings us to the ultimate shift: </a:t>
            </a:r>
            <a:r>
              <a:rPr lang="en-US" sz="1200" b="1" kern="1200" dirty="0">
                <a:solidFill>
                  <a:schemeClr val="tx1"/>
                </a:solidFill>
                <a:effectLst/>
                <a:latin typeface="+mn-lt"/>
                <a:ea typeface="+mn-ea"/>
                <a:cs typeface="+mn-cs"/>
              </a:rPr>
              <a:t>Becoming Untouchable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Handling disrespect with calm begins as a conscious, effortful performance. But over time, as you practice the pause, lower your vocal pitch, and enforce boundaries, it becomes your natural baseline identity. </a:t>
            </a:r>
          </a:p>
          <a:p>
            <a:r>
              <a:rPr lang="en-US" sz="1200" b="1" kern="1200" dirty="0">
                <a:solidFill>
                  <a:schemeClr val="tx1"/>
                </a:solidFill>
                <a:effectLst/>
                <a:latin typeface="+mn-lt"/>
                <a:ea typeface="+mn-ea"/>
                <a:cs typeface="+mn-cs"/>
              </a:rPr>
              <a:t>The Ultimate Truth:</a:t>
            </a:r>
            <a:r>
              <a:rPr lang="en-US" sz="1200" kern="1200" dirty="0">
                <a:solidFill>
                  <a:schemeClr val="tx1"/>
                </a:solidFill>
                <a:effectLst/>
                <a:latin typeface="+mn-lt"/>
                <a:ea typeface="+mn-ea"/>
                <a:cs typeface="+mn-cs"/>
              </a:rPr>
              <a:t> Your core worth does not fluctuate based on someone else's worst moment. </a:t>
            </a:r>
          </a:p>
          <a:p>
            <a:r>
              <a:rPr lang="en-US" sz="1200" kern="1200" dirty="0">
                <a:solidFill>
                  <a:schemeClr val="tx1"/>
                </a:solidFill>
                <a:effectLst/>
                <a:latin typeface="+mn-lt"/>
                <a:ea typeface="+mn-ea"/>
                <a:cs typeface="+mn-cs"/>
              </a:rPr>
              <a:t>People who handle disrespect calmly naturally attract less of it over time. Why? Because provokers want quick emotional reactions. When you consistently decline to supply that reaction, you become an uninteresting target for cheap drama.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12</a:t>
            </a:fld>
            <a:endParaRPr lang="en-US"/>
          </a:p>
        </p:txBody>
      </p:sp>
    </p:spTree>
    <p:extLst>
      <p:ext uri="{BB962C8B-B14F-4D97-AF65-F5344CB8AC3E}">
        <p14:creationId xmlns:p14="http://schemas.microsoft.com/office/powerpoint/2010/main" val="2715741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your operational cheat sheet for rapid mental retrieval: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MINDSET:</a:t>
            </a:r>
            <a:r>
              <a:rPr lang="en-US" sz="1200" kern="1200" dirty="0">
                <a:solidFill>
                  <a:schemeClr val="tx1"/>
                </a:solidFill>
                <a:effectLst/>
                <a:latin typeface="+mn-lt"/>
                <a:ea typeface="+mn-ea"/>
                <a:cs typeface="+mn-cs"/>
              </a:rPr>
              <a:t> Disrespect is a bid for a reaction. It is a confession about them, not a verdict on you. Your calm is for your own peace.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BODY:</a:t>
            </a:r>
            <a:r>
              <a:rPr lang="en-US" sz="1200" kern="1200" dirty="0">
                <a:solidFill>
                  <a:schemeClr val="tx1"/>
                </a:solidFill>
                <a:effectLst/>
                <a:latin typeface="+mn-lt"/>
                <a:ea typeface="+mn-ea"/>
                <a:cs typeface="+mn-cs"/>
              </a:rPr>
              <a:t> Press feet into the floor, drop your shoulders, unclench your jaw, and lower your vocal pitch.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TACTICS:</a:t>
            </a:r>
            <a:r>
              <a:rPr lang="en-US" sz="1200" kern="1200" dirty="0">
                <a:solidFill>
                  <a:schemeClr val="tx1"/>
                </a:solidFill>
                <a:effectLst/>
                <a:latin typeface="+mn-lt"/>
                <a:ea typeface="+mn-ea"/>
                <a:cs typeface="+mn-cs"/>
              </a:rPr>
              <a:t> Pause for 3–4 seconds. Deliver a short, clear boundary without absolutes, and tolerate the silence that follows.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ULTIMATE GOAL:</a:t>
            </a:r>
            <a:r>
              <a:rPr lang="en-US" sz="1200" kern="1200" dirty="0">
                <a:solidFill>
                  <a:schemeClr val="tx1"/>
                </a:solidFill>
                <a:effectLst/>
                <a:latin typeface="+mn-lt"/>
                <a:ea typeface="+mn-ea"/>
                <a:cs typeface="+mn-cs"/>
              </a:rPr>
              <a:t> Protect your peace, refuse the invitation to fight on their terms, and become someone whose worth is never up for debate.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13</a:t>
            </a:fld>
            <a:endParaRPr lang="en-US"/>
          </a:p>
        </p:txBody>
      </p:sp>
    </p:spTree>
    <p:extLst>
      <p:ext uri="{BB962C8B-B14F-4D97-AF65-F5344CB8AC3E}">
        <p14:creationId xmlns:p14="http://schemas.microsoft.com/office/powerpoint/2010/main" val="3568601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at Slide 14, let's lock in these core mechanics: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Pause Reclaims Strategic Brain Function:</a:t>
            </a:r>
            <a:r>
              <a:rPr lang="en-US" sz="1200" kern="1200" dirty="0">
                <a:solidFill>
                  <a:schemeClr val="tx1"/>
                </a:solidFill>
                <a:effectLst/>
                <a:latin typeface="+mn-lt"/>
                <a:ea typeface="+mn-ea"/>
                <a:cs typeface="+mn-cs"/>
              </a:rPr>
              <a:t> 3 to 4 seconds lowers stress chemicals and restores clear thinking.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Disrespect Reflects the Provoker:</a:t>
            </a:r>
            <a:r>
              <a:rPr lang="en-US" sz="1200" kern="1200" dirty="0">
                <a:solidFill>
                  <a:schemeClr val="tx1"/>
                </a:solidFill>
                <a:effectLst/>
                <a:latin typeface="+mn-lt"/>
                <a:ea typeface="+mn-ea"/>
                <a:cs typeface="+mn-cs"/>
              </a:rPr>
              <a:t> Rudeness stems from internal insecurity, stress, or attempts to gain quick leverage.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Control Vocal Pace and Physical Posture:</a:t>
            </a:r>
            <a:r>
              <a:rPr lang="en-US" sz="1200" kern="1200" dirty="0">
                <a:solidFill>
                  <a:schemeClr val="tx1"/>
                </a:solidFill>
                <a:effectLst/>
                <a:latin typeface="+mn-lt"/>
                <a:ea typeface="+mn-ea"/>
                <a:cs typeface="+mn-cs"/>
              </a:rPr>
              <a:t> Slow, steady speech signals complete composure and strength.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Use Concise Boundaries:</a:t>
            </a:r>
            <a:r>
              <a:rPr lang="en-US" sz="1200" kern="1200" dirty="0">
                <a:solidFill>
                  <a:schemeClr val="tx1"/>
                </a:solidFill>
                <a:effectLst/>
                <a:latin typeface="+mn-lt"/>
                <a:ea typeface="+mn-ea"/>
                <a:cs typeface="+mn-cs"/>
              </a:rPr>
              <a:t> Brief statements leave the provoker's aggression hanging without adding emotional fuel.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14</a:t>
            </a:fld>
            <a:endParaRPr lang="en-US"/>
          </a:p>
        </p:txBody>
      </p:sp>
    </p:spTree>
    <p:extLst>
      <p:ext uri="{BB962C8B-B14F-4D97-AF65-F5344CB8AC3E}">
        <p14:creationId xmlns:p14="http://schemas.microsoft.com/office/powerpoint/2010/main" val="2522302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presentation, let me share three daily habits to make this framework second nature: </a:t>
            </a:r>
          </a:p>
          <a:p>
            <a:pPr marL="228600" lvl="0" indent="-228600">
              <a:buFont typeface="+mj-lt"/>
              <a:buAutoNum type="arabicPeriod"/>
            </a:pPr>
            <a:r>
              <a:rPr lang="en-US" sz="1200" b="1" kern="1200" dirty="0">
                <a:solidFill>
                  <a:schemeClr val="tx1"/>
                </a:solidFill>
                <a:effectLst/>
                <a:latin typeface="+mn-lt"/>
                <a:ea typeface="+mn-ea"/>
                <a:cs typeface="+mn-cs"/>
              </a:rPr>
              <a:t>Practice the Pause in Low-Stakes Moments:</a:t>
            </a:r>
            <a:r>
              <a:rPr lang="en-US" sz="1200" kern="1200" dirty="0">
                <a:solidFill>
                  <a:schemeClr val="tx1"/>
                </a:solidFill>
                <a:effectLst/>
                <a:latin typeface="+mn-lt"/>
                <a:ea typeface="+mn-ea"/>
                <a:cs typeface="+mn-cs"/>
              </a:rPr>
              <a:t> Practice waiting 3 seconds before responding to simple texts, emails, or minor interruptions. </a:t>
            </a:r>
          </a:p>
          <a:p>
            <a:pPr marL="228600" lvl="0" indent="-228600">
              <a:buFont typeface="+mj-lt"/>
              <a:buAutoNum type="arabicPeriod"/>
            </a:pPr>
            <a:r>
              <a:rPr lang="en-US" sz="1200" b="1" kern="1200" dirty="0">
                <a:solidFill>
                  <a:schemeClr val="tx1"/>
                </a:solidFill>
                <a:effectLst/>
                <a:latin typeface="+mn-lt"/>
                <a:ea typeface="+mn-ea"/>
                <a:cs typeface="+mn-cs"/>
              </a:rPr>
              <a:t>Conduct an Evening Mental Review:</a:t>
            </a:r>
            <a:r>
              <a:rPr lang="en-US" sz="1200" kern="1200" dirty="0">
                <a:solidFill>
                  <a:schemeClr val="tx1"/>
                </a:solidFill>
                <a:effectLst/>
                <a:latin typeface="+mn-lt"/>
                <a:ea typeface="+mn-ea"/>
                <a:cs typeface="+mn-cs"/>
              </a:rPr>
              <a:t> If you faced friction today, review how you responded without judgment. Ask: </a:t>
            </a:r>
            <a:r>
              <a:rPr lang="en-US" sz="1200" i="1" kern="1200" dirty="0">
                <a:solidFill>
                  <a:schemeClr val="tx1"/>
                </a:solidFill>
                <a:effectLst/>
                <a:latin typeface="+mn-lt"/>
                <a:ea typeface="+mn-ea"/>
                <a:cs typeface="+mn-cs"/>
              </a:rPr>
              <a:t>Did I explode, shrink, or execute a calm boundary?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Reframe Friction as Training:</a:t>
            </a:r>
            <a:r>
              <a:rPr lang="en-US" sz="1200" kern="1200" dirty="0">
                <a:solidFill>
                  <a:schemeClr val="tx1"/>
                </a:solidFill>
                <a:effectLst/>
                <a:latin typeface="+mn-lt"/>
                <a:ea typeface="+mn-ea"/>
                <a:cs typeface="+mn-cs"/>
              </a:rPr>
              <a:t> View disrespectful comments not as personal attacks, but as live practice sessions to strengthen your self-control. </a:t>
            </a:r>
          </a:p>
          <a:p>
            <a:r>
              <a:rPr lang="en-US" sz="1200" kern="1200" dirty="0">
                <a:solidFill>
                  <a:schemeClr val="tx1"/>
                </a:solidFill>
                <a:effectLst/>
                <a:latin typeface="+mn-lt"/>
                <a:ea typeface="+mn-ea"/>
                <a:cs typeface="+mn-cs"/>
              </a:rPr>
              <a:t>Remember: True power is not about shouting the loudest or having the last word. True power is the quiet command of your own mind and body. Thank you. </a:t>
            </a:r>
          </a:p>
          <a:p>
            <a:endParaRPr lang="en-US" dirty="0"/>
          </a:p>
        </p:txBody>
      </p:sp>
      <p:sp>
        <p:nvSpPr>
          <p:cNvPr id="4" name="Slide Number Placeholder 3"/>
          <p:cNvSpPr>
            <a:spLocks noGrp="1"/>
          </p:cNvSpPr>
          <p:nvPr>
            <p:ph type="sldNum" sz="quarter" idx="5"/>
          </p:nvPr>
        </p:nvSpPr>
        <p:spPr/>
        <p:txBody>
          <a:bodyPr/>
          <a:lstStyle/>
          <a:p>
            <a:fld id="{38734AAF-1DF1-4073-B72D-1994CB072254}" type="slidenum">
              <a:rPr lang="en-US" smtClean="0"/>
              <a:t>15</a:t>
            </a:fld>
            <a:endParaRPr lang="en-US"/>
          </a:p>
        </p:txBody>
      </p:sp>
    </p:spTree>
    <p:extLst>
      <p:ext uri="{BB962C8B-B14F-4D97-AF65-F5344CB8AC3E}">
        <p14:creationId xmlns:p14="http://schemas.microsoft.com/office/powerpoint/2010/main" val="1659941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18BC6-5395-3E71-8CB5-6F1CDEB9BB6A}"/>
              </a:ext>
            </a:extLst>
          </p:cNvPr>
          <p:cNvSpPr>
            <a:spLocks noGrp="1"/>
          </p:cNvSpPr>
          <p:nvPr>
            <p:ph type="dt" sz="half" idx="10"/>
          </p:nvPr>
        </p:nvSpPr>
        <p:spPr/>
        <p:txBody>
          <a:bodyPr/>
          <a:lstStyle/>
          <a:p>
            <a:fld id="{E29AC67B-E6FC-4DC7-B1D7-124B8543127E}" type="datetimeFigureOut">
              <a:rPr lang="en-US" smtClean="0"/>
              <a:t>10/21/2026</a:t>
            </a:fld>
            <a:endParaRPr lang="en-US"/>
          </a:p>
        </p:txBody>
      </p:sp>
      <p:sp>
        <p:nvSpPr>
          <p:cNvPr id="3" name="Footer Placeholder 2">
            <a:extLst>
              <a:ext uri="{FF2B5EF4-FFF2-40B4-BE49-F238E27FC236}">
                <a16:creationId xmlns:a16="http://schemas.microsoft.com/office/drawing/2014/main" id="{D63C4FF3-14D9-FC57-9661-3177C25592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E74149-F9AE-2784-8163-DE24B549357F}"/>
              </a:ext>
            </a:extLst>
          </p:cNvPr>
          <p:cNvSpPr>
            <a:spLocks noGrp="1"/>
          </p:cNvSpPr>
          <p:nvPr>
            <p:ph type="sldNum" sz="quarter" idx="12"/>
          </p:nvPr>
        </p:nvSpPr>
        <p:spPr/>
        <p:txBody>
          <a:bodyPr/>
          <a:lstStyle/>
          <a:p>
            <a:fld id="{B524B1A2-C670-4AC7-A8D6-D3D6525AE0B8}" type="slidenum">
              <a:rPr lang="en-US" smtClean="0"/>
              <a:t>‹#›</a:t>
            </a:fld>
            <a:endParaRPr lang="en-US"/>
          </a:p>
        </p:txBody>
      </p:sp>
    </p:spTree>
    <p:extLst>
      <p:ext uri="{BB962C8B-B14F-4D97-AF65-F5344CB8AC3E}">
        <p14:creationId xmlns:p14="http://schemas.microsoft.com/office/powerpoint/2010/main" val="204428246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FFB36-3562-E528-B553-F5454C9415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353503-EF73-306D-DA59-9269D3B2E7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80DB5-B9A4-F4E5-5BFF-81BE68FE93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9AC67B-E6FC-4DC7-B1D7-124B8543127E}" type="datetimeFigureOut">
              <a:rPr lang="en-US" smtClean="0"/>
              <a:t>10/21/2026</a:t>
            </a:fld>
            <a:endParaRPr lang="en-US"/>
          </a:p>
        </p:txBody>
      </p:sp>
      <p:sp>
        <p:nvSpPr>
          <p:cNvPr id="5" name="Footer Placeholder 4">
            <a:extLst>
              <a:ext uri="{FF2B5EF4-FFF2-40B4-BE49-F238E27FC236}">
                <a16:creationId xmlns:a16="http://schemas.microsoft.com/office/drawing/2014/main" id="{B94D6006-BF97-C820-7411-1C97DC989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2EE706-7736-5942-EEAE-75B93DEE2A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24B1A2-C670-4AC7-A8D6-D3D6525AE0B8}" type="slidenum">
              <a:rPr lang="en-US" smtClean="0"/>
              <a:t>‹#›</a:t>
            </a:fld>
            <a:endParaRPr lang="en-US"/>
          </a:p>
        </p:txBody>
      </p:sp>
    </p:spTree>
    <p:extLst>
      <p:ext uri="{BB962C8B-B14F-4D97-AF65-F5344CB8AC3E}">
        <p14:creationId xmlns:p14="http://schemas.microsoft.com/office/powerpoint/2010/main" val="28044315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FB795B-1509-7382-0F49-74658DDC48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C7CEFD-5713-C2FD-29CB-2AFDF5AD08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84CD6A-8BB1-7521-C3F7-C943B56F0D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CC8435-0908-5418-BB24-75522CD7FD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81A4E6-7CE1-BAB4-1D3F-08A7DA4023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4FDA13-6010-3CAB-3A8F-344284BDBA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2B3D87-B40C-61F0-A976-404EAA3945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062DAE-7233-422B-38CC-0A7CAE09AB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69BCBB-3433-23D3-411E-4B8261D46D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2C1C01-09CB-B99C-82F1-CBF145330F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7011AE-0FC2-6D1E-E6F5-68637AAE94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359A0D-E56E-8E01-4B0C-F94B80BDC5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698F97-911A-290D-7E99-00485578B8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8D8AD1-BA98-D902-6B30-FC0D484799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8C5E09-C713-5245-644F-08662861443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082659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2137</Words>
  <Application>Microsoft Office PowerPoint</Application>
  <PresentationFormat>寬螢幕</PresentationFormat>
  <Paragraphs>104</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2026-09-25T09:49:18Z</dcterms:created>
  <dcterms:modified xsi:type="dcterms:W3CDTF">2026-10-21T02:51:11Z</dcterms:modified>
</cp:coreProperties>
</file>