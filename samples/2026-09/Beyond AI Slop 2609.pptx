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BEDF0F-6ADA-4DD2-8366-CB10541B4D4C}" v="21" dt="2026-09-22T13:28:31.2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350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2T13:28:40.149" v="66" actId="166"/>
      <pc:docMkLst>
        <pc:docMk/>
      </pc:docMkLst>
      <pc:sldChg chg="addSp delSp modSp mod modAnim modNotes modNotesTx">
        <pc:chgData name="Lai, Wilson" userId="2840974a-0d84-4886-90a9-9a3ed79f3a48" providerId="ADAL" clId="{9F23B798-9E84-4552-BA63-E776E805C424}" dt="2026-09-22T13:28:40.149" v="66" actId="166"/>
        <pc:sldMkLst>
          <pc:docMk/>
          <pc:sldMk cId="0" sldId="257"/>
        </pc:sldMkLst>
        <pc:spChg chg="add mod">
          <ac:chgData name="Lai, Wilson" userId="2840974a-0d84-4886-90a9-9a3ed79f3a48" providerId="ADAL" clId="{9F23B798-9E84-4552-BA63-E776E805C424}" dt="2026-09-22T12:07:33.675" v="38" actId="164"/>
          <ac:spMkLst>
            <pc:docMk/>
            <pc:sldMk cId="0" sldId="257"/>
            <ac:spMk id="5" creationId="{33E250C6-E5A3-F7F5-88D3-9CE84244BC6F}"/>
          </ac:spMkLst>
        </pc:spChg>
        <pc:grpChg chg="add mod">
          <ac:chgData name="Lai, Wilson" userId="2840974a-0d84-4886-90a9-9a3ed79f3a48" providerId="ADAL" clId="{9F23B798-9E84-4552-BA63-E776E805C424}" dt="2026-09-22T12:07:33.675" v="38" actId="164"/>
          <ac:grpSpMkLst>
            <pc:docMk/>
            <pc:sldMk cId="0" sldId="257"/>
            <ac:grpSpMk id="6" creationId="{BC4E01C8-0044-27CD-732D-37712A6C35AA}"/>
          </ac:grpSpMkLst>
        </pc:grpChg>
        <pc:picChg chg="del">
          <ac:chgData name="Lai, Wilson" userId="2840974a-0d84-4886-90a9-9a3ed79f3a48" providerId="ADAL" clId="{9F23B798-9E84-4552-BA63-E776E805C424}" dt="2026-09-22T07:11:13.229" v="0" actId="21"/>
          <ac:picMkLst>
            <pc:docMk/>
            <pc:sldMk cId="0" sldId="257"/>
            <ac:picMk id="2" creationId="{00000000-0000-0000-0000-000000000000}"/>
          </ac:picMkLst>
        </pc:picChg>
        <pc:picChg chg="add mod">
          <ac:chgData name="Lai, Wilson" userId="2840974a-0d84-4886-90a9-9a3ed79f3a48" providerId="ADAL" clId="{9F23B798-9E84-4552-BA63-E776E805C424}" dt="2026-09-22T12:07:33.675" v="38" actId="164"/>
          <ac:picMkLst>
            <pc:docMk/>
            <pc:sldMk cId="0" sldId="257"/>
            <ac:picMk id="2" creationId="{40881C7E-F605-87B8-98A7-EA42C80F6ABD}"/>
          </ac:picMkLst>
        </pc:picChg>
        <pc:picChg chg="add ord">
          <ac:chgData name="Lai, Wilson" userId="2840974a-0d84-4886-90a9-9a3ed79f3a48" providerId="ADAL" clId="{9F23B798-9E84-4552-BA63-E776E805C424}" dt="2026-09-22T13:28:40.149" v="66" actId="166"/>
          <ac:picMkLst>
            <pc:docMk/>
            <pc:sldMk cId="0" sldId="257"/>
            <ac:picMk id="4" creationId="{8925FFAC-561D-51F1-014B-94E8007E7AB8}"/>
          </ac:picMkLst>
        </pc:picChg>
      </pc:sldChg>
      <pc:sldChg chg="addSp delSp mod modNotes">
        <pc:chgData name="Lai, Wilson" userId="2840974a-0d84-4886-90a9-9a3ed79f3a48" providerId="ADAL" clId="{9F23B798-9E84-4552-BA63-E776E805C424}" dt="2026-09-22T13:28:31.242" v="65"/>
        <pc:sldMkLst>
          <pc:docMk/>
          <pc:sldMk cId="0" sldId="258"/>
        </pc:sldMkLst>
        <pc:picChg chg="del">
          <ac:chgData name="Lai, Wilson" userId="2840974a-0d84-4886-90a9-9a3ed79f3a48" providerId="ADAL" clId="{9F23B798-9E84-4552-BA63-E776E805C424}" dt="2026-09-22T10:39:32.291" v="2" actId="21"/>
          <ac:picMkLst>
            <pc:docMk/>
            <pc:sldMk cId="0" sldId="258"/>
            <ac:picMk id="2" creationId="{00000000-0000-0000-0000-000000000000}"/>
          </ac:picMkLst>
        </pc:picChg>
        <pc:picChg chg="add">
          <ac:chgData name="Lai, Wilson" userId="2840974a-0d84-4886-90a9-9a3ed79f3a48" providerId="ADAL" clId="{9F23B798-9E84-4552-BA63-E776E805C424}" dt="2026-09-22T10:39:43.558" v="3" actId="22"/>
          <ac:picMkLst>
            <pc:docMk/>
            <pc:sldMk cId="0" sldId="258"/>
            <ac:picMk id="4" creationId="{2E888AC8-DF9E-2CA9-CD9C-60EDB3792466}"/>
          </ac:picMkLst>
        </pc:picChg>
      </pc:sldChg>
      <pc:sldChg chg="addSp delSp mod modNotes">
        <pc:chgData name="Lai, Wilson" userId="2840974a-0d84-4886-90a9-9a3ed79f3a48" providerId="ADAL" clId="{9F23B798-9E84-4552-BA63-E776E805C424}" dt="2026-09-22T13:28:31.242" v="65"/>
        <pc:sldMkLst>
          <pc:docMk/>
          <pc:sldMk cId="0" sldId="259"/>
        </pc:sldMkLst>
        <pc:picChg chg="del">
          <ac:chgData name="Lai, Wilson" userId="2840974a-0d84-4886-90a9-9a3ed79f3a48" providerId="ADAL" clId="{9F23B798-9E84-4552-BA63-E776E805C424}" dt="2026-09-22T10:39:48.820" v="4" actId="21"/>
          <ac:picMkLst>
            <pc:docMk/>
            <pc:sldMk cId="0" sldId="259"/>
            <ac:picMk id="2" creationId="{00000000-0000-0000-0000-000000000000}"/>
          </ac:picMkLst>
        </pc:picChg>
        <pc:picChg chg="add">
          <ac:chgData name="Lai, Wilson" userId="2840974a-0d84-4886-90a9-9a3ed79f3a48" providerId="ADAL" clId="{9F23B798-9E84-4552-BA63-E776E805C424}" dt="2026-09-22T10:39:57.942" v="5" actId="22"/>
          <ac:picMkLst>
            <pc:docMk/>
            <pc:sldMk cId="0" sldId="259"/>
            <ac:picMk id="4" creationId="{76324A69-89FF-2977-045A-E6D54B562DBD}"/>
          </ac:picMkLst>
        </pc:picChg>
      </pc:sldChg>
      <pc:sldChg chg="addSp delSp mod modNotes modNotesTx">
        <pc:chgData name="Lai, Wilson" userId="2840974a-0d84-4886-90a9-9a3ed79f3a48" providerId="ADAL" clId="{9F23B798-9E84-4552-BA63-E776E805C424}" dt="2026-09-22T13:28:31.242" v="65"/>
        <pc:sldMkLst>
          <pc:docMk/>
          <pc:sldMk cId="0" sldId="260"/>
        </pc:sldMkLst>
        <pc:picChg chg="del">
          <ac:chgData name="Lai, Wilson" userId="2840974a-0d84-4886-90a9-9a3ed79f3a48" providerId="ADAL" clId="{9F23B798-9E84-4552-BA63-E776E805C424}" dt="2026-09-22T10:40:00.433" v="6" actId="21"/>
          <ac:picMkLst>
            <pc:docMk/>
            <pc:sldMk cId="0" sldId="260"/>
            <ac:picMk id="2" creationId="{00000000-0000-0000-0000-000000000000}"/>
          </ac:picMkLst>
        </pc:picChg>
        <pc:picChg chg="add">
          <ac:chgData name="Lai, Wilson" userId="2840974a-0d84-4886-90a9-9a3ed79f3a48" providerId="ADAL" clId="{9F23B798-9E84-4552-BA63-E776E805C424}" dt="2026-09-22T10:40:08.632" v="7" actId="22"/>
          <ac:picMkLst>
            <pc:docMk/>
            <pc:sldMk cId="0" sldId="260"/>
            <ac:picMk id="4" creationId="{E57C20BF-AB7D-A963-8D52-69D56FC3B11F}"/>
          </ac:picMkLst>
        </pc:picChg>
      </pc:sldChg>
      <pc:sldChg chg="addSp delSp mod modNotes">
        <pc:chgData name="Lai, Wilson" userId="2840974a-0d84-4886-90a9-9a3ed79f3a48" providerId="ADAL" clId="{9F23B798-9E84-4552-BA63-E776E805C424}" dt="2026-09-22T13:28:31.242" v="65"/>
        <pc:sldMkLst>
          <pc:docMk/>
          <pc:sldMk cId="0" sldId="261"/>
        </pc:sldMkLst>
        <pc:picChg chg="del">
          <ac:chgData name="Lai, Wilson" userId="2840974a-0d84-4886-90a9-9a3ed79f3a48" providerId="ADAL" clId="{9F23B798-9E84-4552-BA63-E776E805C424}" dt="2026-09-22T10:40:10.344" v="8" actId="21"/>
          <ac:picMkLst>
            <pc:docMk/>
            <pc:sldMk cId="0" sldId="261"/>
            <ac:picMk id="2" creationId="{00000000-0000-0000-0000-000000000000}"/>
          </ac:picMkLst>
        </pc:picChg>
        <pc:picChg chg="add">
          <ac:chgData name="Lai, Wilson" userId="2840974a-0d84-4886-90a9-9a3ed79f3a48" providerId="ADAL" clId="{9F23B798-9E84-4552-BA63-E776E805C424}" dt="2026-09-22T10:40:17.315" v="9" actId="22"/>
          <ac:picMkLst>
            <pc:docMk/>
            <pc:sldMk cId="0" sldId="261"/>
            <ac:picMk id="4" creationId="{F7AF8A59-99BD-1F66-5F03-53F772285D33}"/>
          </ac:picMkLst>
        </pc:picChg>
      </pc:sldChg>
      <pc:sldChg chg="addSp delSp mod modNotes modNotesTx">
        <pc:chgData name="Lai, Wilson" userId="2840974a-0d84-4886-90a9-9a3ed79f3a48" providerId="ADAL" clId="{9F23B798-9E84-4552-BA63-E776E805C424}" dt="2026-09-22T13:28:31.242" v="65"/>
        <pc:sldMkLst>
          <pc:docMk/>
          <pc:sldMk cId="0" sldId="262"/>
        </pc:sldMkLst>
        <pc:picChg chg="del">
          <ac:chgData name="Lai, Wilson" userId="2840974a-0d84-4886-90a9-9a3ed79f3a48" providerId="ADAL" clId="{9F23B798-9E84-4552-BA63-E776E805C424}" dt="2026-09-22T10:40:18.996" v="10" actId="21"/>
          <ac:picMkLst>
            <pc:docMk/>
            <pc:sldMk cId="0" sldId="262"/>
            <ac:picMk id="2" creationId="{00000000-0000-0000-0000-000000000000}"/>
          </ac:picMkLst>
        </pc:picChg>
        <pc:picChg chg="add">
          <ac:chgData name="Lai, Wilson" userId="2840974a-0d84-4886-90a9-9a3ed79f3a48" providerId="ADAL" clId="{9F23B798-9E84-4552-BA63-E776E805C424}" dt="2026-09-22T10:40:28.327" v="11" actId="22"/>
          <ac:picMkLst>
            <pc:docMk/>
            <pc:sldMk cId="0" sldId="262"/>
            <ac:picMk id="4" creationId="{72ABFF2F-A167-0756-4E9E-0FDB5AE98E2B}"/>
          </ac:picMkLst>
        </pc:picChg>
      </pc:sldChg>
      <pc:sldChg chg="addSp delSp mod modNotes modNotesTx">
        <pc:chgData name="Lai, Wilson" userId="2840974a-0d84-4886-90a9-9a3ed79f3a48" providerId="ADAL" clId="{9F23B798-9E84-4552-BA63-E776E805C424}" dt="2026-09-22T13:28:31.242" v="65"/>
        <pc:sldMkLst>
          <pc:docMk/>
          <pc:sldMk cId="0" sldId="263"/>
        </pc:sldMkLst>
        <pc:picChg chg="del">
          <ac:chgData name="Lai, Wilson" userId="2840974a-0d84-4886-90a9-9a3ed79f3a48" providerId="ADAL" clId="{9F23B798-9E84-4552-BA63-E776E805C424}" dt="2026-09-22T10:40:30.244" v="12" actId="21"/>
          <ac:picMkLst>
            <pc:docMk/>
            <pc:sldMk cId="0" sldId="263"/>
            <ac:picMk id="2" creationId="{00000000-0000-0000-0000-000000000000}"/>
          </ac:picMkLst>
        </pc:picChg>
        <pc:picChg chg="add">
          <ac:chgData name="Lai, Wilson" userId="2840974a-0d84-4886-90a9-9a3ed79f3a48" providerId="ADAL" clId="{9F23B798-9E84-4552-BA63-E776E805C424}" dt="2026-09-22T10:40:41.120" v="13" actId="22"/>
          <ac:picMkLst>
            <pc:docMk/>
            <pc:sldMk cId="0" sldId="263"/>
            <ac:picMk id="4" creationId="{B9184B1F-561F-D266-6B61-3F48126A3DA3}"/>
          </ac:picMkLst>
        </pc:picChg>
      </pc:sldChg>
      <pc:sldChg chg="addSp delSp mod modNotes modNotesTx">
        <pc:chgData name="Lai, Wilson" userId="2840974a-0d84-4886-90a9-9a3ed79f3a48" providerId="ADAL" clId="{9F23B798-9E84-4552-BA63-E776E805C424}" dt="2026-09-22T13:28:31.242" v="65"/>
        <pc:sldMkLst>
          <pc:docMk/>
          <pc:sldMk cId="0" sldId="264"/>
        </pc:sldMkLst>
        <pc:picChg chg="del">
          <ac:chgData name="Lai, Wilson" userId="2840974a-0d84-4886-90a9-9a3ed79f3a48" providerId="ADAL" clId="{9F23B798-9E84-4552-BA63-E776E805C424}" dt="2026-09-22T10:40:44.119" v="14" actId="21"/>
          <ac:picMkLst>
            <pc:docMk/>
            <pc:sldMk cId="0" sldId="264"/>
            <ac:picMk id="2" creationId="{00000000-0000-0000-0000-000000000000}"/>
          </ac:picMkLst>
        </pc:picChg>
        <pc:picChg chg="add">
          <ac:chgData name="Lai, Wilson" userId="2840974a-0d84-4886-90a9-9a3ed79f3a48" providerId="ADAL" clId="{9F23B798-9E84-4552-BA63-E776E805C424}" dt="2026-09-22T10:41:59.241" v="15" actId="22"/>
          <ac:picMkLst>
            <pc:docMk/>
            <pc:sldMk cId="0" sldId="264"/>
            <ac:picMk id="4" creationId="{79E6AA57-BF49-6990-3A62-38A0C7EED812}"/>
          </ac:picMkLst>
        </pc:picChg>
      </pc:sldChg>
      <pc:sldChg chg="addSp delSp mod modNotes">
        <pc:chgData name="Lai, Wilson" userId="2840974a-0d84-4886-90a9-9a3ed79f3a48" providerId="ADAL" clId="{9F23B798-9E84-4552-BA63-E776E805C424}" dt="2026-09-22T13:28:31.242" v="65"/>
        <pc:sldMkLst>
          <pc:docMk/>
          <pc:sldMk cId="0" sldId="265"/>
        </pc:sldMkLst>
        <pc:picChg chg="del">
          <ac:chgData name="Lai, Wilson" userId="2840974a-0d84-4886-90a9-9a3ed79f3a48" providerId="ADAL" clId="{9F23B798-9E84-4552-BA63-E776E805C424}" dt="2026-09-22T10:42:06.268" v="16" actId="21"/>
          <ac:picMkLst>
            <pc:docMk/>
            <pc:sldMk cId="0" sldId="265"/>
            <ac:picMk id="2" creationId="{00000000-0000-0000-0000-000000000000}"/>
          </ac:picMkLst>
        </pc:picChg>
        <pc:picChg chg="add">
          <ac:chgData name="Lai, Wilson" userId="2840974a-0d84-4886-90a9-9a3ed79f3a48" providerId="ADAL" clId="{9F23B798-9E84-4552-BA63-E776E805C424}" dt="2026-09-22T10:42:31.732" v="17" actId="22"/>
          <ac:picMkLst>
            <pc:docMk/>
            <pc:sldMk cId="0" sldId="265"/>
            <ac:picMk id="4" creationId="{1F3E6B24-B049-2D01-5D63-52554D5B9FD7}"/>
          </ac:picMkLst>
        </pc:picChg>
      </pc:sldChg>
      <pc:sldChg chg="addSp delSp mod modNotes">
        <pc:chgData name="Lai, Wilson" userId="2840974a-0d84-4886-90a9-9a3ed79f3a48" providerId="ADAL" clId="{9F23B798-9E84-4552-BA63-E776E805C424}" dt="2026-09-22T13:28:31.242" v="65"/>
        <pc:sldMkLst>
          <pc:docMk/>
          <pc:sldMk cId="0" sldId="266"/>
        </pc:sldMkLst>
        <pc:picChg chg="del">
          <ac:chgData name="Lai, Wilson" userId="2840974a-0d84-4886-90a9-9a3ed79f3a48" providerId="ADAL" clId="{9F23B798-9E84-4552-BA63-E776E805C424}" dt="2026-09-22T10:43:54.655" v="28" actId="21"/>
          <ac:picMkLst>
            <pc:docMk/>
            <pc:sldMk cId="0" sldId="266"/>
            <ac:picMk id="2" creationId="{00000000-0000-0000-0000-000000000000}"/>
          </ac:picMkLst>
        </pc:picChg>
        <pc:picChg chg="add">
          <ac:chgData name="Lai, Wilson" userId="2840974a-0d84-4886-90a9-9a3ed79f3a48" providerId="ADAL" clId="{9F23B798-9E84-4552-BA63-E776E805C424}" dt="2026-09-22T10:44:03.714" v="29" actId="22"/>
          <ac:picMkLst>
            <pc:docMk/>
            <pc:sldMk cId="0" sldId="266"/>
            <ac:picMk id="4" creationId="{762B0717-CEBE-59FD-56C7-56F7DCFDD188}"/>
          </ac:picMkLst>
        </pc:picChg>
      </pc:sldChg>
      <pc:sldChg chg="addSp delSp mod modNotes">
        <pc:chgData name="Lai, Wilson" userId="2840974a-0d84-4886-90a9-9a3ed79f3a48" providerId="ADAL" clId="{9F23B798-9E84-4552-BA63-E776E805C424}" dt="2026-09-22T13:28:31.242" v="65"/>
        <pc:sldMkLst>
          <pc:docMk/>
          <pc:sldMk cId="0" sldId="267"/>
        </pc:sldMkLst>
        <pc:picChg chg="del">
          <ac:chgData name="Lai, Wilson" userId="2840974a-0d84-4886-90a9-9a3ed79f3a48" providerId="ADAL" clId="{9F23B798-9E84-4552-BA63-E776E805C424}" dt="2026-09-22T10:42:35.703" v="18" actId="21"/>
          <ac:picMkLst>
            <pc:docMk/>
            <pc:sldMk cId="0" sldId="267"/>
            <ac:picMk id="2" creationId="{00000000-0000-0000-0000-000000000000}"/>
          </ac:picMkLst>
        </pc:picChg>
        <pc:picChg chg="add">
          <ac:chgData name="Lai, Wilson" userId="2840974a-0d84-4886-90a9-9a3ed79f3a48" providerId="ADAL" clId="{9F23B798-9E84-4552-BA63-E776E805C424}" dt="2026-09-22T10:42:47.352" v="19" actId="22"/>
          <ac:picMkLst>
            <pc:docMk/>
            <pc:sldMk cId="0" sldId="267"/>
            <ac:picMk id="4" creationId="{E20F1447-925F-3D2B-0C6A-9A695E86C7D3}"/>
          </ac:picMkLst>
        </pc:picChg>
      </pc:sldChg>
      <pc:sldChg chg="addSp delSp mod modNotes">
        <pc:chgData name="Lai, Wilson" userId="2840974a-0d84-4886-90a9-9a3ed79f3a48" providerId="ADAL" clId="{9F23B798-9E84-4552-BA63-E776E805C424}" dt="2026-09-22T13:28:31.242" v="65"/>
        <pc:sldMkLst>
          <pc:docMk/>
          <pc:sldMk cId="0" sldId="268"/>
        </pc:sldMkLst>
        <pc:picChg chg="del">
          <ac:chgData name="Lai, Wilson" userId="2840974a-0d84-4886-90a9-9a3ed79f3a48" providerId="ADAL" clId="{9F23B798-9E84-4552-BA63-E776E805C424}" dt="2026-09-22T10:42:53.092" v="20" actId="21"/>
          <ac:picMkLst>
            <pc:docMk/>
            <pc:sldMk cId="0" sldId="268"/>
            <ac:picMk id="2" creationId="{00000000-0000-0000-0000-000000000000}"/>
          </ac:picMkLst>
        </pc:picChg>
        <pc:picChg chg="add">
          <ac:chgData name="Lai, Wilson" userId="2840974a-0d84-4886-90a9-9a3ed79f3a48" providerId="ADAL" clId="{9F23B798-9E84-4552-BA63-E776E805C424}" dt="2026-09-22T10:43:01.164" v="21" actId="22"/>
          <ac:picMkLst>
            <pc:docMk/>
            <pc:sldMk cId="0" sldId="268"/>
            <ac:picMk id="4" creationId="{91448BE9-FAA2-7982-061A-2E5E2B6061D6}"/>
          </ac:picMkLst>
        </pc:picChg>
      </pc:sldChg>
      <pc:sldChg chg="addSp delSp mod modNotes modNotesTx">
        <pc:chgData name="Lai, Wilson" userId="2840974a-0d84-4886-90a9-9a3ed79f3a48" providerId="ADAL" clId="{9F23B798-9E84-4552-BA63-E776E805C424}" dt="2026-09-22T13:28:21.983" v="63"/>
        <pc:sldMkLst>
          <pc:docMk/>
          <pc:sldMk cId="0" sldId="269"/>
        </pc:sldMkLst>
        <pc:picChg chg="del">
          <ac:chgData name="Lai, Wilson" userId="2840974a-0d84-4886-90a9-9a3ed79f3a48" providerId="ADAL" clId="{9F23B798-9E84-4552-BA63-E776E805C424}" dt="2026-09-22T10:43:03.107" v="22" actId="21"/>
          <ac:picMkLst>
            <pc:docMk/>
            <pc:sldMk cId="0" sldId="269"/>
            <ac:picMk id="2" creationId="{00000000-0000-0000-0000-000000000000}"/>
          </ac:picMkLst>
        </pc:picChg>
        <pc:picChg chg="add">
          <ac:chgData name="Lai, Wilson" userId="2840974a-0d84-4886-90a9-9a3ed79f3a48" providerId="ADAL" clId="{9F23B798-9E84-4552-BA63-E776E805C424}" dt="2026-09-22T10:43:10.526" v="23" actId="22"/>
          <ac:picMkLst>
            <pc:docMk/>
            <pc:sldMk cId="0" sldId="269"/>
            <ac:picMk id="4" creationId="{FD84EB2A-9E09-6820-B433-1E724B84DBA5}"/>
          </ac:picMkLst>
        </pc:picChg>
      </pc:sldChg>
      <pc:sldChg chg="addSp delSp mod modNotes">
        <pc:chgData name="Lai, Wilson" userId="2840974a-0d84-4886-90a9-9a3ed79f3a48" providerId="ADAL" clId="{9F23B798-9E84-4552-BA63-E776E805C424}" dt="2026-09-22T13:28:31.242" v="65"/>
        <pc:sldMkLst>
          <pc:docMk/>
          <pc:sldMk cId="0" sldId="270"/>
        </pc:sldMkLst>
        <pc:picChg chg="del">
          <ac:chgData name="Lai, Wilson" userId="2840974a-0d84-4886-90a9-9a3ed79f3a48" providerId="ADAL" clId="{9F23B798-9E84-4552-BA63-E776E805C424}" dt="2026-09-22T10:43:12.705" v="24" actId="21"/>
          <ac:picMkLst>
            <pc:docMk/>
            <pc:sldMk cId="0" sldId="270"/>
            <ac:picMk id="2" creationId="{00000000-0000-0000-0000-000000000000}"/>
          </ac:picMkLst>
        </pc:picChg>
        <pc:picChg chg="add">
          <ac:chgData name="Lai, Wilson" userId="2840974a-0d84-4886-90a9-9a3ed79f3a48" providerId="ADAL" clId="{9F23B798-9E84-4552-BA63-E776E805C424}" dt="2026-09-22T10:43:23.388" v="25" actId="22"/>
          <ac:picMkLst>
            <pc:docMk/>
            <pc:sldMk cId="0" sldId="270"/>
            <ac:picMk id="4" creationId="{C4556DF3-C98A-6147-045A-D27416B2E387}"/>
          </ac:picMkLst>
        </pc:picChg>
      </pc:sldChg>
      <pc:sldChg chg="addSp delSp mod modNotes modNotesTx">
        <pc:chgData name="Lai, Wilson" userId="2840974a-0d84-4886-90a9-9a3ed79f3a48" providerId="ADAL" clId="{9F23B798-9E84-4552-BA63-E776E805C424}" dt="2026-09-22T13:28:31.242" v="65"/>
        <pc:sldMkLst>
          <pc:docMk/>
          <pc:sldMk cId="0" sldId="271"/>
        </pc:sldMkLst>
        <pc:picChg chg="del">
          <ac:chgData name="Lai, Wilson" userId="2840974a-0d84-4886-90a9-9a3ed79f3a48" providerId="ADAL" clId="{9F23B798-9E84-4552-BA63-E776E805C424}" dt="2026-09-22T10:43:29.608" v="26" actId="21"/>
          <ac:picMkLst>
            <pc:docMk/>
            <pc:sldMk cId="0" sldId="271"/>
            <ac:picMk id="2" creationId="{00000000-0000-0000-0000-000000000000}"/>
          </ac:picMkLst>
        </pc:picChg>
        <pc:picChg chg="add">
          <ac:chgData name="Lai, Wilson" userId="2840974a-0d84-4886-90a9-9a3ed79f3a48" providerId="ADAL" clId="{9F23B798-9E84-4552-BA63-E776E805C424}" dt="2026-09-22T10:43:37.238" v="27" actId="22"/>
          <ac:picMkLst>
            <pc:docMk/>
            <pc:sldMk cId="0" sldId="271"/>
            <ac:picMk id="4" creationId="{DB959E36-EC2D-AD75-7CCA-369F8174AB31}"/>
          </ac:picMkLst>
        </pc:picChg>
      </pc:sldChg>
      <pc:sldChg chg="modNotes modNotesTx">
        <pc:chgData name="Lai, Wilson" userId="2840974a-0d84-4886-90a9-9a3ed79f3a48" providerId="ADAL" clId="{9F23B798-9E84-4552-BA63-E776E805C424}" dt="2026-09-22T13:28:31.242" v="65"/>
        <pc:sldMkLst>
          <pc:docMk/>
          <pc:sldMk cId="46130707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A74972-CCB7-47DE-AA06-2B9820F067C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408F98-05D3-4C2E-9423-BF2B3B9E53C4}" type="slidenum">
              <a:rPr lang="en-US" smtClean="0"/>
              <a:t>‹#›</a:t>
            </a:fld>
            <a:endParaRPr lang="en-US"/>
          </a:p>
        </p:txBody>
      </p:sp>
    </p:spTree>
    <p:extLst>
      <p:ext uri="{BB962C8B-B14F-4D97-AF65-F5344CB8AC3E}">
        <p14:creationId xmlns:p14="http://schemas.microsoft.com/office/powerpoint/2010/main" val="3089101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 Hook: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Good morning/afternoon, everyone. Look around social media, blogs, or company newsletters today, and you’ll notice a massive trend: an ocean of repetitive, generic content. We call this </a:t>
            </a:r>
            <a:r>
              <a:rPr lang="en-US" sz="1200" b="1" kern="1200" dirty="0">
                <a:solidFill>
                  <a:schemeClr val="tx1"/>
                </a:solidFill>
                <a:effectLst/>
                <a:latin typeface="+mn-lt"/>
                <a:ea typeface="+mn-ea"/>
                <a:cs typeface="+mn-cs"/>
              </a:rPr>
              <a:t>AI Slop</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Core Problem:</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the age of Large Language Models, anyone can prompt an AI to generate endless blog posts or social media captions in seconds. But because everyone is drawing from the same base public data, almost all of it sounds like an automated encyclopedia entry—bland, forgettable, and totally unattached to human identity. </a:t>
            </a:r>
          </a:p>
          <a:p>
            <a:pPr lvl="0"/>
            <a:r>
              <a:rPr lang="en-US" sz="1200" b="1" kern="1200" dirty="0">
                <a:solidFill>
                  <a:schemeClr val="tx1"/>
                </a:solidFill>
                <a:effectLst/>
                <a:latin typeface="+mn-lt"/>
                <a:ea typeface="+mn-ea"/>
                <a:cs typeface="+mn-cs"/>
              </a:rPr>
              <a:t>Session Objective:</a:t>
            </a:r>
            <a:r>
              <a:rPr lang="en-US" sz="1200" kern="1200" dirty="0">
                <a:solidFill>
                  <a:schemeClr val="tx1"/>
                </a:solidFill>
                <a:effectLst/>
                <a:latin typeface="+mn-lt"/>
                <a:ea typeface="+mn-ea"/>
                <a:cs typeface="+mn-cs"/>
              </a:rPr>
              <a:t> Today, we are going to walk through a framework developed by Nicolas Cole and Greg Isenberg. By the end of this presentation, you will understand how to build a </a:t>
            </a:r>
            <a:r>
              <a:rPr lang="en-US" sz="1200" b="1" kern="1200" dirty="0">
                <a:solidFill>
                  <a:schemeClr val="tx1"/>
                </a:solidFill>
                <a:effectLst/>
                <a:latin typeface="+mn-lt"/>
                <a:ea typeface="+mn-ea"/>
                <a:cs typeface="+mn-cs"/>
              </a:rPr>
              <a:t>Digital Brain</a:t>
            </a:r>
            <a:r>
              <a:rPr lang="en-US" sz="1200" kern="1200" dirty="0">
                <a:solidFill>
                  <a:schemeClr val="tx1"/>
                </a:solidFill>
                <a:effectLst/>
                <a:latin typeface="+mn-lt"/>
                <a:ea typeface="+mn-ea"/>
                <a:cs typeface="+mn-cs"/>
              </a:rPr>
              <a:t>—or a </a:t>
            </a:r>
            <a:r>
              <a:rPr lang="en-US" sz="1200" b="1" kern="1200" dirty="0">
                <a:solidFill>
                  <a:schemeClr val="tx1"/>
                </a:solidFill>
                <a:effectLst/>
                <a:latin typeface="+mn-lt"/>
                <a:ea typeface="+mn-ea"/>
                <a:cs typeface="+mn-cs"/>
              </a:rPr>
              <a:t>Personal Language Model (PLM)</a:t>
            </a:r>
            <a:r>
              <a:rPr lang="en-US" sz="1200" kern="1200" dirty="0">
                <a:solidFill>
                  <a:schemeClr val="tx1"/>
                </a:solidFill>
                <a:effectLst/>
                <a:latin typeface="+mn-lt"/>
                <a:ea typeface="+mn-ea"/>
                <a:cs typeface="+mn-cs"/>
              </a:rPr>
              <a:t>—that allows you to leverage AI for leverage and scale without ever publishing low-value, generic 'slop' again. </a:t>
            </a:r>
          </a:p>
          <a:p>
            <a:endParaRPr lang="en-US" dirty="0"/>
          </a:p>
          <a:p>
            <a:endParaRPr lang="en-US" dirty="0"/>
          </a:p>
          <a:p>
            <a:endParaRPr lang="en-US" dirty="0"/>
          </a:p>
          <a:p>
            <a:endParaRPr lang="en-US" dirty="0"/>
          </a:p>
          <a:p>
            <a:endParaRPr lang="en-US" dirty="0"/>
          </a:p>
          <a:p>
            <a:r>
              <a:rPr lang="en-US" dirty="0"/>
              <a:t>$30M Writer: Never write AI slop again</a:t>
            </a:r>
          </a:p>
          <a:p>
            <a:r>
              <a:rPr lang="en-US" dirty="0"/>
              <a:t>https://www.youtube.com/watch?v=YuOSyRj3sXg</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a:t>
            </a:fld>
            <a:endParaRPr lang="en-US"/>
          </a:p>
        </p:txBody>
      </p:sp>
    </p:spTree>
    <p:extLst>
      <p:ext uri="{BB962C8B-B14F-4D97-AF65-F5344CB8AC3E}">
        <p14:creationId xmlns:p14="http://schemas.microsoft.com/office/powerpoint/2010/main" val="314803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Language: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understand why AI output feels so robotic, we have to examine what language actually is. The English language is essentially open source. No single individual owns the letter 'A', the word 'catastrophe', or common phrases like 'In today’s fast-paced world'. </a:t>
            </a:r>
          </a:p>
          <a:p>
            <a:pPr lvl="0"/>
            <a:r>
              <a:rPr lang="en-US" sz="1200" b="1" kern="1200" dirty="0">
                <a:solidFill>
                  <a:schemeClr val="tx1"/>
                </a:solidFill>
                <a:effectLst/>
                <a:latin typeface="+mn-lt"/>
                <a:ea typeface="+mn-ea"/>
                <a:cs typeface="+mn-cs"/>
              </a:rPr>
              <a:t>Why AI Slop Isn't Plagiarism:</a:t>
            </a:r>
            <a:r>
              <a:rPr lang="en-US" sz="1200" kern="1200" dirty="0">
                <a:solidFill>
                  <a:schemeClr val="tx1"/>
                </a:solidFill>
                <a:effectLst/>
                <a:latin typeface="+mn-lt"/>
                <a:ea typeface="+mn-ea"/>
                <a:cs typeface="+mn-cs"/>
              </a:rPr>
              <a:t> When people criticize AI-generated text, they often mistake it for plagiarism. But it’s not plagiarism—it’s </a:t>
            </a:r>
            <a:r>
              <a:rPr lang="en-US" sz="1200" b="1" kern="1200" dirty="0">
                <a:solidFill>
                  <a:schemeClr val="tx1"/>
                </a:solidFill>
                <a:effectLst/>
                <a:latin typeface="+mn-lt"/>
                <a:ea typeface="+mn-ea"/>
                <a:cs typeface="+mn-cs"/>
              </a:rPr>
              <a:t>Commodity Language</a:t>
            </a:r>
            <a:r>
              <a:rPr lang="en-US" sz="1200" kern="1200" dirty="0">
                <a:solidFill>
                  <a:schemeClr val="tx1"/>
                </a:solidFill>
                <a:effectLst/>
                <a:latin typeface="+mn-lt"/>
                <a:ea typeface="+mn-ea"/>
                <a:cs typeface="+mn-cs"/>
              </a:rPr>
              <a:t>. If someone says 'The key to losing weight is eating healthy,' thousands of people have said those exact words. Nobody owns that phrase. </a:t>
            </a:r>
          </a:p>
          <a:p>
            <a:pPr lvl="0"/>
            <a:r>
              <a:rPr lang="en-US" sz="1200" b="1" kern="1200" dirty="0">
                <a:solidFill>
                  <a:schemeClr val="tx1"/>
                </a:solidFill>
                <a:effectLst/>
                <a:latin typeface="+mn-lt"/>
                <a:ea typeface="+mn-ea"/>
                <a:cs typeface="+mn-cs"/>
              </a:rPr>
              <a:t>The Identity Gap: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Slop feels empty because it consists of open-source language unattached to a specific human point of view or experience. When you publish open-source phrases without personal grounding, you are sharing content that could have been written by literally anyone—or anything.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2</a:t>
            </a:fld>
            <a:endParaRPr lang="en-US"/>
          </a:p>
        </p:txBody>
      </p:sp>
    </p:spTree>
    <p:extLst>
      <p:ext uri="{BB962C8B-B14F-4D97-AF65-F5344CB8AC3E}">
        <p14:creationId xmlns:p14="http://schemas.microsoft.com/office/powerpoint/2010/main" val="3721800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Death of Feature/Word Moats: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Many founders and creators claim that in the AI era, SaaS and content no longer have moats because code and copy can be generated instantly. That is only true if you are building or writing </a:t>
            </a:r>
            <a:r>
              <a:rPr lang="en-US" sz="1200" b="1" kern="1200" dirty="0">
                <a:solidFill>
                  <a:schemeClr val="tx1"/>
                </a:solidFill>
                <a:effectLst/>
                <a:latin typeface="+mn-lt"/>
                <a:ea typeface="+mn-ea"/>
                <a:cs typeface="+mn-cs"/>
              </a:rPr>
              <a:t>commodity assets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Commodity vs. POV-Driven:</a:t>
            </a:r>
            <a:r>
              <a:rPr lang="en-US" sz="1200" kern="1200" dirty="0">
                <a:solidFill>
                  <a:schemeClr val="tx1"/>
                </a:solidFill>
                <a:effectLst/>
                <a:latin typeface="+mn-lt"/>
                <a:ea typeface="+mn-ea"/>
                <a:cs typeface="+mn-cs"/>
              </a:rPr>
              <a:t> Commodity SaaS is task-based and feature-driven—like a standard scheduling or notes app. Anyone can copy those features overnight using AI. Commodity content does the same thing: it repeats baseline industry facts. </a:t>
            </a:r>
          </a:p>
          <a:p>
            <a:pPr lvl="0"/>
            <a:r>
              <a:rPr lang="en-US" sz="1200" b="1" kern="1200" dirty="0">
                <a:solidFill>
                  <a:schemeClr val="tx1"/>
                </a:solidFill>
                <a:effectLst/>
                <a:latin typeface="+mn-lt"/>
                <a:ea typeface="+mn-ea"/>
                <a:cs typeface="+mn-cs"/>
              </a:rPr>
              <a:t>Creating a True Moat: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 real moat comes from a strong, methodology-driven </a:t>
            </a:r>
            <a:r>
              <a:rPr lang="en-US" sz="1200" b="1" kern="1200" dirty="0">
                <a:solidFill>
                  <a:schemeClr val="tx1"/>
                </a:solidFill>
                <a:effectLst/>
                <a:latin typeface="+mn-lt"/>
                <a:ea typeface="+mn-ea"/>
                <a:cs typeface="+mn-cs"/>
              </a:rPr>
              <a:t>Point of View (POV)</a:t>
            </a:r>
            <a:r>
              <a:rPr lang="en-US" sz="1200" kern="1200" dirty="0">
                <a:solidFill>
                  <a:schemeClr val="tx1"/>
                </a:solidFill>
                <a:effectLst/>
                <a:latin typeface="+mn-lt"/>
                <a:ea typeface="+mn-ea"/>
                <a:cs typeface="+mn-cs"/>
              </a:rPr>
              <a:t>. When your product or content is built around a distinct methodology (e.g., </a:t>
            </a:r>
            <a:r>
              <a:rPr lang="en-US" sz="1200" kern="1200" dirty="0" err="1">
                <a:solidFill>
                  <a:schemeClr val="tx1"/>
                </a:solidFill>
                <a:effectLst/>
                <a:latin typeface="+mn-lt"/>
                <a:ea typeface="+mn-ea"/>
                <a:cs typeface="+mn-cs"/>
              </a:rPr>
              <a:t>Typeshare’s</a:t>
            </a:r>
            <a:r>
              <a:rPr lang="en-US" sz="1200" kern="1200" dirty="0">
                <a:solidFill>
                  <a:schemeClr val="tx1"/>
                </a:solidFill>
                <a:effectLst/>
                <a:latin typeface="+mn-lt"/>
                <a:ea typeface="+mn-ea"/>
                <a:cs typeface="+mn-cs"/>
              </a:rPr>
              <a:t> framework for personal language models), competitors can't simply copy a feature. To replicate you, they constantly have to look back at your thinking to figure out what to do next. You stay steps ahead because </a:t>
            </a:r>
            <a:r>
              <a:rPr lang="en-US" sz="1200" b="1" kern="1200" dirty="0">
                <a:solidFill>
                  <a:schemeClr val="tx1"/>
                </a:solidFill>
                <a:effectLst/>
                <a:latin typeface="+mn-lt"/>
                <a:ea typeface="+mn-ea"/>
                <a:cs typeface="+mn-cs"/>
              </a:rPr>
              <a:t>you own the methodology</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3</a:t>
            </a:fld>
            <a:endParaRPr lang="en-US"/>
          </a:p>
        </p:txBody>
      </p:sp>
    </p:spTree>
    <p:extLst>
      <p:ext uri="{BB962C8B-B14F-4D97-AF65-F5344CB8AC3E}">
        <p14:creationId xmlns:p14="http://schemas.microsoft.com/office/powerpoint/2010/main" val="3650851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Three Tiers of Content:</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Commodity Content:</a:t>
            </a:r>
            <a:r>
              <a:rPr lang="en-US" sz="1200" kern="1200" dirty="0">
                <a:solidFill>
                  <a:schemeClr val="tx1"/>
                </a:solidFill>
                <a:effectLst/>
                <a:latin typeface="+mn-lt"/>
                <a:ea typeface="+mn-ea"/>
                <a:cs typeface="+mn-cs"/>
              </a:rPr>
              <a:t> General advice ('You should buy the S&amp;P 500'). Helpful for beginners, but easy for AI to replicate endlessly. </a:t>
            </a:r>
          </a:p>
          <a:p>
            <a:pPr marL="228600" lvl="0" indent="-228600">
              <a:buFont typeface="+mj-lt"/>
              <a:buAutoNum type="arabicPeriod"/>
            </a:pPr>
            <a:r>
              <a:rPr lang="en-US" sz="1200" b="1" kern="1200" dirty="0">
                <a:solidFill>
                  <a:schemeClr val="tx1"/>
                </a:solidFill>
                <a:effectLst/>
                <a:latin typeface="+mn-lt"/>
                <a:ea typeface="+mn-ea"/>
                <a:cs typeface="+mn-cs"/>
              </a:rPr>
              <a:t>Personality Content:</a:t>
            </a:r>
            <a:r>
              <a:rPr lang="en-US" sz="1200" kern="1200" dirty="0">
                <a:solidFill>
                  <a:schemeClr val="tx1"/>
                </a:solidFill>
                <a:effectLst/>
                <a:latin typeface="+mn-lt"/>
                <a:ea typeface="+mn-ea"/>
                <a:cs typeface="+mn-cs"/>
              </a:rPr>
              <a:t> Specific personal experiences ('When I was 17, I was a top-ranked World of Warcraft player'). Impossible for AI to fake cleanly because it relies on your proprietary history. </a:t>
            </a:r>
          </a:p>
          <a:p>
            <a:pPr marL="228600" lvl="0" indent="-228600">
              <a:buFont typeface="+mj-lt"/>
              <a:buAutoNum type="arabicPeriod"/>
            </a:pPr>
            <a:r>
              <a:rPr lang="en-US" sz="1200" b="1" kern="1200" dirty="0">
                <a:solidFill>
                  <a:schemeClr val="tx1"/>
                </a:solidFill>
                <a:effectLst/>
                <a:latin typeface="+mn-lt"/>
                <a:ea typeface="+mn-ea"/>
                <a:cs typeface="+mn-cs"/>
              </a:rPr>
              <a:t>Original Content:</a:t>
            </a:r>
            <a:r>
              <a:rPr lang="en-US" sz="1200" kern="1200" dirty="0">
                <a:solidFill>
                  <a:schemeClr val="tx1"/>
                </a:solidFill>
                <a:effectLst/>
                <a:latin typeface="+mn-lt"/>
                <a:ea typeface="+mn-ea"/>
                <a:cs typeface="+mn-cs"/>
              </a:rPr>
              <a:t> Crystallized, novel breakthroughs built over years of focus ('The Earth is round'). </a:t>
            </a:r>
          </a:p>
          <a:p>
            <a:pPr lvl="0"/>
            <a:r>
              <a:rPr lang="en-US" sz="1200" b="1" kern="1200" dirty="0">
                <a:solidFill>
                  <a:schemeClr val="tx1"/>
                </a:solidFill>
                <a:effectLst/>
                <a:latin typeface="+mn-lt"/>
                <a:ea typeface="+mn-ea"/>
                <a:cs typeface="+mn-cs"/>
              </a:rPr>
              <a:t>The You Should vs. I Did Trap: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you write from a 'You should...' perspective, your content naturally drifts toward commodity advice. But when you write from an 'I think / I did...' framing, you automatically pivot into </a:t>
            </a:r>
            <a:r>
              <a:rPr lang="en-US" sz="1200" b="1" kern="1200" dirty="0">
                <a:solidFill>
                  <a:schemeClr val="tx1"/>
                </a:solidFill>
                <a:effectLst/>
                <a:latin typeface="+mn-lt"/>
                <a:ea typeface="+mn-ea"/>
                <a:cs typeface="+mn-cs"/>
              </a:rPr>
              <a:t>Personality Content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You cannot reach original, game-changing ideas without first programming the base layer of your personal stories and observations.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4</a:t>
            </a:fld>
            <a:endParaRPr lang="en-US"/>
          </a:p>
        </p:txBody>
      </p:sp>
    </p:spTree>
    <p:extLst>
      <p:ext uri="{BB962C8B-B14F-4D97-AF65-F5344CB8AC3E}">
        <p14:creationId xmlns:p14="http://schemas.microsoft.com/office/powerpoint/2010/main" val="3377352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Public vs. Proprietary Data: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models like ChatGPT and Claude are trained on public data. That’s why their default answers sound identical. Your life history—your childhood, the mistakes you made, moving across the country, your obscure hobbies—is what we call </a:t>
            </a:r>
            <a:r>
              <a:rPr lang="en-US" sz="1200" b="1" kern="1200" dirty="0">
                <a:solidFill>
                  <a:schemeClr val="tx1"/>
                </a:solidFill>
                <a:effectLst/>
                <a:latin typeface="+mn-lt"/>
                <a:ea typeface="+mn-ea"/>
                <a:cs typeface="+mn-cs"/>
              </a:rPr>
              <a:t>The Unmade Data Set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Mundane Stories as High-Value Assets: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We often assume our personal experiences are too boring to write about. But sharing specific, mundane experiences—like moving coast-to-coast or blowing your savings on a failed project—is what creates immediate human connection. </a:t>
            </a:r>
          </a:p>
          <a:p>
            <a:pPr lvl="0"/>
            <a:r>
              <a:rPr lang="en-US" sz="1200" b="1" kern="1200" dirty="0">
                <a:solidFill>
                  <a:schemeClr val="tx1"/>
                </a:solidFill>
                <a:effectLst/>
                <a:latin typeface="+mn-lt"/>
                <a:ea typeface="+mn-ea"/>
                <a:cs typeface="+mn-cs"/>
              </a:rPr>
              <a:t>Fishing with Dynamite:</a:t>
            </a:r>
            <a:r>
              <a:rPr lang="en-US" sz="1200" kern="1200" dirty="0">
                <a:solidFill>
                  <a:schemeClr val="tx1"/>
                </a:solidFill>
                <a:effectLst/>
                <a:latin typeface="+mn-lt"/>
                <a:ea typeface="+mn-ea"/>
                <a:cs typeface="+mn-cs"/>
              </a:rPr>
              <a:t> When you inject details from your unmade data set into common industry topics, you are 'fishing with dynamite in a sea of generic language'. It immediately cuts through the noise because AI cannot hallucinate your exact lived context without you feeding it.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5</a:t>
            </a:fld>
            <a:endParaRPr lang="en-US"/>
          </a:p>
        </p:txBody>
      </p:sp>
    </p:spTree>
    <p:extLst>
      <p:ext uri="{BB962C8B-B14F-4D97-AF65-F5344CB8AC3E}">
        <p14:creationId xmlns:p14="http://schemas.microsoft.com/office/powerpoint/2010/main" val="558684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Building a Personal Language Model: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Instead of letting AI generate ideas </a:t>
            </a:r>
            <a:r>
              <a:rPr lang="en-US" sz="1200" i="1" kern="1200" dirty="0">
                <a:solidFill>
                  <a:schemeClr val="tx1"/>
                </a:solidFill>
                <a:effectLst/>
                <a:latin typeface="+mn-lt"/>
                <a:ea typeface="+mn-ea"/>
                <a:cs typeface="+mn-cs"/>
              </a:rPr>
              <a:t>for</a:t>
            </a:r>
            <a:r>
              <a:rPr lang="en-US" sz="1200" kern="1200" dirty="0">
                <a:solidFill>
                  <a:schemeClr val="tx1"/>
                </a:solidFill>
                <a:effectLst/>
                <a:latin typeface="+mn-lt"/>
                <a:ea typeface="+mn-ea"/>
                <a:cs typeface="+mn-cs"/>
              </a:rPr>
              <a:t> you, you build a structured library of </a:t>
            </a:r>
            <a:r>
              <a:rPr lang="en-US" sz="1200" i="1" kern="1200" dirty="0">
                <a:solidFill>
                  <a:schemeClr val="tx1"/>
                </a:solidFill>
                <a:effectLst/>
                <a:latin typeface="+mn-lt"/>
                <a:ea typeface="+mn-ea"/>
                <a:cs typeface="+mn-cs"/>
              </a:rPr>
              <a:t>your</a:t>
            </a:r>
            <a:r>
              <a:rPr lang="en-US" sz="1200" kern="1200" dirty="0">
                <a:solidFill>
                  <a:schemeClr val="tx1"/>
                </a:solidFill>
                <a:effectLst/>
                <a:latin typeface="+mn-lt"/>
                <a:ea typeface="+mn-ea"/>
                <a:cs typeface="+mn-cs"/>
              </a:rPr>
              <a:t> ideas, stories, and preferred phrasing. This is your </a:t>
            </a:r>
            <a:r>
              <a:rPr lang="en-US" sz="1200" b="1" kern="1200" dirty="0">
                <a:solidFill>
                  <a:schemeClr val="tx1"/>
                </a:solidFill>
                <a:effectLst/>
                <a:latin typeface="+mn-lt"/>
                <a:ea typeface="+mn-ea"/>
                <a:cs typeface="+mn-cs"/>
              </a:rPr>
              <a:t>Personal Language Model (PLM)</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4 Essential Folders: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Commodity Ideas I Agree With:</a:t>
            </a:r>
            <a:r>
              <a:rPr lang="en-US" sz="1200" kern="1200" dirty="0">
                <a:solidFill>
                  <a:schemeClr val="tx1"/>
                </a:solidFill>
                <a:effectLst/>
                <a:latin typeface="+mn-lt"/>
                <a:ea typeface="+mn-ea"/>
                <a:cs typeface="+mn-cs"/>
              </a:rPr>
              <a:t> Industry standards you endorse (e.g., 'Dollar-cost averaging into index funds'). </a:t>
            </a:r>
          </a:p>
          <a:p>
            <a:pPr marL="228600" lvl="0" indent="-228600">
              <a:buFont typeface="+mj-lt"/>
              <a:buAutoNum type="arabicPeriod"/>
            </a:pPr>
            <a:r>
              <a:rPr lang="en-US" sz="1200" b="1" kern="1200" dirty="0">
                <a:solidFill>
                  <a:schemeClr val="tx1"/>
                </a:solidFill>
                <a:effectLst/>
                <a:latin typeface="+mn-lt"/>
                <a:ea typeface="+mn-ea"/>
                <a:cs typeface="+mn-cs"/>
              </a:rPr>
              <a:t>Commodity Ideas I Disagree With:</a:t>
            </a:r>
            <a:r>
              <a:rPr lang="en-US" sz="1200" kern="1200" dirty="0">
                <a:solidFill>
                  <a:schemeClr val="tx1"/>
                </a:solidFill>
                <a:effectLst/>
                <a:latin typeface="+mn-lt"/>
                <a:ea typeface="+mn-ea"/>
                <a:cs typeface="+mn-cs"/>
              </a:rPr>
              <a:t> Common stances you oppose (e.g., 'Skipping $3 coffee makes you rich'). </a:t>
            </a:r>
          </a:p>
          <a:p>
            <a:pPr marL="228600" lvl="0" indent="-228600">
              <a:buFont typeface="+mj-lt"/>
              <a:buAutoNum type="arabicPeriod"/>
            </a:pPr>
            <a:r>
              <a:rPr lang="en-US" sz="1200" b="1" kern="1200" dirty="0">
                <a:solidFill>
                  <a:schemeClr val="tx1"/>
                </a:solidFill>
                <a:effectLst/>
                <a:latin typeface="+mn-lt"/>
                <a:ea typeface="+mn-ea"/>
                <a:cs typeface="+mn-cs"/>
              </a:rPr>
              <a:t>My Formative Stories:</a:t>
            </a:r>
            <a:r>
              <a:rPr lang="en-US" sz="1200" kern="1200" dirty="0">
                <a:solidFill>
                  <a:schemeClr val="tx1"/>
                </a:solidFill>
                <a:effectLst/>
                <a:latin typeface="+mn-lt"/>
                <a:ea typeface="+mn-ea"/>
                <a:cs typeface="+mn-cs"/>
              </a:rPr>
              <a:t> Your unmade data set—case studies, failures, background facts. </a:t>
            </a:r>
          </a:p>
          <a:p>
            <a:pPr marL="228600" lvl="0" indent="-228600">
              <a:buFont typeface="+mj-lt"/>
              <a:buAutoNum type="arabicPeriod"/>
            </a:pPr>
            <a:r>
              <a:rPr lang="en-US" sz="1200" b="1" kern="1200" dirty="0">
                <a:solidFill>
                  <a:schemeClr val="tx1"/>
                </a:solidFill>
                <a:effectLst/>
                <a:latin typeface="+mn-lt"/>
                <a:ea typeface="+mn-ea"/>
                <a:cs typeface="+mn-cs"/>
              </a:rPr>
              <a:t>My Approved Vocabulary:</a:t>
            </a:r>
            <a:r>
              <a:rPr lang="en-US" sz="1200" kern="1200" dirty="0">
                <a:solidFill>
                  <a:schemeClr val="tx1"/>
                </a:solidFill>
                <a:effectLst/>
                <a:latin typeface="+mn-lt"/>
                <a:ea typeface="+mn-ea"/>
                <a:cs typeface="+mn-cs"/>
              </a:rPr>
              <a:t> Specific phrases, terminology, and syntax you prefer. </a:t>
            </a:r>
          </a:p>
          <a:p>
            <a:pPr lvl="0"/>
            <a:r>
              <a:rPr lang="en-US" sz="1200" b="1" kern="1200" dirty="0">
                <a:solidFill>
                  <a:schemeClr val="tx1"/>
                </a:solidFill>
                <a:effectLst/>
                <a:latin typeface="+mn-lt"/>
                <a:ea typeface="+mn-ea"/>
                <a:cs typeface="+mn-cs"/>
              </a:rPr>
              <a:t>Why This Prevents Slop: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produces slop when it doesn't know which side of a debate you stand on. Once your PLM explicitly stores your positions and stories, the AI knows exactly how to represent you.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6</a:t>
            </a:fld>
            <a:endParaRPr lang="en-US"/>
          </a:p>
        </p:txBody>
      </p:sp>
    </p:spTree>
    <p:extLst>
      <p:ext uri="{BB962C8B-B14F-4D97-AF65-F5344CB8AC3E}">
        <p14:creationId xmlns:p14="http://schemas.microsoft.com/office/powerpoint/2010/main" val="2623131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Division of Labor: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fundamental mistake people make with AI is asking the robot to do the primary thinking. That reverses the proper workflow. </a:t>
            </a:r>
          </a:p>
          <a:p>
            <a:pPr lvl="0"/>
            <a:r>
              <a:rPr lang="en-US" sz="1200" b="1" kern="1200" dirty="0">
                <a:solidFill>
                  <a:schemeClr val="tx1"/>
                </a:solidFill>
                <a:effectLst/>
                <a:latin typeface="+mn-lt"/>
                <a:ea typeface="+mn-ea"/>
                <a:cs typeface="+mn-cs"/>
              </a:rPr>
              <a:t>The 3-Step Workflow:</a:t>
            </a:r>
            <a:endParaRPr lang="en-US" sz="1200" kern="1200" dirty="0">
              <a:solidFill>
                <a:schemeClr val="tx1"/>
              </a:solidFill>
              <a:effectLst/>
              <a:latin typeface="+mn-lt"/>
              <a:ea typeface="+mn-ea"/>
              <a:cs typeface="+mn-cs"/>
            </a:endParaRP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Step 1 (Human Input):</a:t>
            </a:r>
            <a:r>
              <a:rPr lang="en-US" sz="1200" kern="1200" dirty="0">
                <a:solidFill>
                  <a:schemeClr val="tx1"/>
                </a:solidFill>
                <a:effectLst/>
                <a:latin typeface="+mn-lt"/>
                <a:ea typeface="+mn-ea"/>
                <a:cs typeface="+mn-cs"/>
              </a:rPr>
              <a:t> The human writes to discover a point of view, capture personal anecdotes, and refine ideas.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Step 2 (The Archive/Storage):</a:t>
            </a:r>
            <a:r>
              <a:rPr lang="en-US" sz="1200" kern="1200" dirty="0">
                <a:solidFill>
                  <a:schemeClr val="tx1"/>
                </a:solidFill>
                <a:effectLst/>
                <a:latin typeface="+mn-lt"/>
                <a:ea typeface="+mn-ea"/>
                <a:cs typeface="+mn-cs"/>
              </a:rPr>
              <a:t> These ideas and phrases are categorized inside your Digital Brain/PLM.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Step 3 (Robot Output):</a:t>
            </a:r>
            <a:r>
              <a:rPr lang="en-US" sz="1200" kern="1200" dirty="0">
                <a:solidFill>
                  <a:schemeClr val="tx1"/>
                </a:solidFill>
                <a:effectLst/>
                <a:latin typeface="+mn-lt"/>
                <a:ea typeface="+mn-ea"/>
                <a:cs typeface="+mn-cs"/>
              </a:rPr>
              <a:t> The AI takes your approved language and remixes, formats, and distributes it across multiple formats and platforms. </a:t>
            </a:r>
          </a:p>
          <a:p>
            <a:pPr lvl="0"/>
            <a:r>
              <a:rPr lang="en-US" sz="1200" b="1" kern="1200" dirty="0">
                <a:solidFill>
                  <a:schemeClr val="tx1"/>
                </a:solidFill>
                <a:effectLst/>
                <a:latin typeface="+mn-lt"/>
                <a:ea typeface="+mn-ea"/>
                <a:cs typeface="+mn-cs"/>
              </a:rPr>
              <a:t>The Golden Rule: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Humans do the thinking; robots do the repeating.</a:t>
            </a:r>
            <a:r>
              <a:rPr lang="en-US" sz="1200" kern="1200" dirty="0">
                <a:solidFill>
                  <a:schemeClr val="tx1"/>
                </a:solidFill>
                <a:effectLst/>
                <a:latin typeface="+mn-lt"/>
                <a:ea typeface="+mn-ea"/>
                <a:cs typeface="+mn-cs"/>
              </a:rPr>
              <a:t> Use AI to scale up your existing thoughts into 10 new variations rather than asking it to generate an essay from scratch.</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7</a:t>
            </a:fld>
            <a:endParaRPr lang="en-US"/>
          </a:p>
        </p:txBody>
      </p:sp>
    </p:spTree>
    <p:extLst>
      <p:ext uri="{BB962C8B-B14F-4D97-AF65-F5344CB8AC3E}">
        <p14:creationId xmlns:p14="http://schemas.microsoft.com/office/powerpoint/2010/main" val="2919818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Voice Is Programmable Data: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People treat 'voice' as an unexplainable, magical quality. In reality, voice is just a bundle of specific, programmable choices. </a:t>
            </a:r>
          </a:p>
          <a:p>
            <a:pPr lvl="0"/>
            <a:r>
              <a:rPr lang="en-US" sz="1200" b="1" kern="1200" dirty="0">
                <a:solidFill>
                  <a:schemeClr val="tx1"/>
                </a:solidFill>
                <a:effectLst/>
                <a:latin typeface="+mn-lt"/>
                <a:ea typeface="+mn-ea"/>
                <a:cs typeface="+mn-cs"/>
              </a:rPr>
              <a:t>The Voice Parameters: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Sentence Length &amp; Syntax:</a:t>
            </a:r>
            <a:r>
              <a:rPr lang="en-US" sz="1200" kern="1200" dirty="0">
                <a:solidFill>
                  <a:schemeClr val="tx1"/>
                </a:solidFill>
                <a:effectLst/>
                <a:latin typeface="+mn-lt"/>
                <a:ea typeface="+mn-ea"/>
                <a:cs typeface="+mn-cs"/>
              </a:rPr>
              <a:t> Short and punchy vs. long and academic.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Vocabulary Selection:</a:t>
            </a:r>
            <a:r>
              <a:rPr lang="en-US" sz="1200" kern="1200" dirty="0">
                <a:solidFill>
                  <a:schemeClr val="tx1"/>
                </a:solidFill>
                <a:effectLst/>
                <a:latin typeface="+mn-lt"/>
                <a:ea typeface="+mn-ea"/>
                <a:cs typeface="+mn-cs"/>
              </a:rPr>
              <a:t> Using 'Exquisite' vs. 'Dope' radically changes the persona.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Evidence Type:</a:t>
            </a:r>
            <a:r>
              <a:rPr lang="en-US" sz="1200" kern="1200" dirty="0">
                <a:solidFill>
                  <a:schemeClr val="tx1"/>
                </a:solidFill>
                <a:effectLst/>
                <a:latin typeface="+mn-lt"/>
                <a:ea typeface="+mn-ea"/>
                <a:cs typeface="+mn-cs"/>
              </a:rPr>
              <a:t> Do you prove your points with personal anecdotes or by citing academic research? </a:t>
            </a:r>
          </a:p>
          <a:p>
            <a:pPr lvl="0"/>
            <a:r>
              <a:rPr lang="en-US" sz="1200" b="1" kern="1200" dirty="0">
                <a:solidFill>
                  <a:schemeClr val="tx1"/>
                </a:solidFill>
                <a:effectLst/>
                <a:latin typeface="+mn-lt"/>
                <a:ea typeface="+mn-ea"/>
                <a:cs typeface="+mn-cs"/>
              </a:rPr>
              <a:t>Fixing AI Outputs: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an AI output feels 'wrong,' don't throw it out. Usually, it just misfired on one parameter—like using corporate jargon instead of punchy sentences. Explicitly prompt or configure your model with these parameters to maintain consistent tone.</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8</a:t>
            </a:fld>
            <a:endParaRPr lang="en-US"/>
          </a:p>
        </p:txBody>
      </p:sp>
    </p:spTree>
    <p:extLst>
      <p:ext uri="{BB962C8B-B14F-4D97-AF65-F5344CB8AC3E}">
        <p14:creationId xmlns:p14="http://schemas.microsoft.com/office/powerpoint/2010/main" val="2638745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Content Leverage: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Before you spend time creating any piece of content, ask yourself: </a:t>
            </a:r>
            <a:r>
              <a:rPr lang="en-US" sz="1200" i="1" kern="1200" dirty="0">
                <a:solidFill>
                  <a:schemeClr val="tx1"/>
                </a:solidFill>
                <a:effectLst/>
                <a:latin typeface="+mn-lt"/>
                <a:ea typeface="+mn-ea"/>
                <a:cs typeface="+mn-cs"/>
              </a:rPr>
              <a:t>What is its value horizon?</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Timely Content: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Memes, news jackings, or trending reactions (e.g., commenting on an Apple announcement). They yield a quick spike in engagement over 24 hours, but their value drops to zero immediately after. </a:t>
            </a:r>
          </a:p>
          <a:p>
            <a:pPr lvl="0"/>
            <a:r>
              <a:rPr lang="en-US" sz="1200" b="1" kern="1200" dirty="0">
                <a:solidFill>
                  <a:schemeClr val="tx1"/>
                </a:solidFill>
                <a:effectLst/>
                <a:latin typeface="+mn-lt"/>
                <a:ea typeface="+mn-ea"/>
                <a:cs typeface="+mn-cs"/>
              </a:rPr>
              <a:t>Timeless Content: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Deep-dive essays, frameworks, and core methodology pieces. They may get modest initial traction, but they compound exponentially over 5 to 10 years. </a:t>
            </a:r>
          </a:p>
          <a:p>
            <a:pPr lvl="0"/>
            <a:r>
              <a:rPr lang="en-US" sz="1200" b="1" kern="1200" dirty="0">
                <a:solidFill>
                  <a:schemeClr val="tx1"/>
                </a:solidFill>
                <a:effectLst/>
                <a:latin typeface="+mn-lt"/>
                <a:ea typeface="+mn-ea"/>
                <a:cs typeface="+mn-cs"/>
              </a:rPr>
              <a:t>Strategic Balance: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Timely content gives short-term visibility, but timeless content permanently strengthens your Digital Brain. Strive to spend the majority of your deep thinking time on timeless assets.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9</a:t>
            </a:fld>
            <a:endParaRPr lang="en-US"/>
          </a:p>
        </p:txBody>
      </p:sp>
    </p:spTree>
    <p:extLst>
      <p:ext uri="{BB962C8B-B14F-4D97-AF65-F5344CB8AC3E}">
        <p14:creationId xmlns:p14="http://schemas.microsoft.com/office/powerpoint/2010/main" val="3267938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Failure of Corporate Megaphones: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For decades, corporate marketing acted like a megaphone: broadcasting product features and announcements. Today, audiences tune out faceless corporate announcements. </a:t>
            </a:r>
          </a:p>
          <a:p>
            <a:pPr lvl="0"/>
            <a:r>
              <a:rPr lang="en-US" sz="1200" b="1" kern="1200" dirty="0">
                <a:solidFill>
                  <a:schemeClr val="tx1"/>
                </a:solidFill>
                <a:effectLst/>
                <a:latin typeface="+mn-lt"/>
                <a:ea typeface="+mn-ea"/>
                <a:cs typeface="+mn-cs"/>
              </a:rPr>
              <a:t>Human-Centric Content: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Instead of announcing 'We made a new burrito,' share a story about Tiffany, an employee in Tulsa whose parents met at Taco Bell. That shifts corporate messaging into </a:t>
            </a:r>
            <a:r>
              <a:rPr lang="en-US" sz="1200" b="1" kern="1200" dirty="0">
                <a:solidFill>
                  <a:schemeClr val="tx1"/>
                </a:solidFill>
                <a:effectLst/>
                <a:latin typeface="+mn-lt"/>
                <a:ea typeface="+mn-ea"/>
                <a:cs typeface="+mn-cs"/>
              </a:rPr>
              <a:t>Personality Content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Dual-Leverage Model for Brands: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Branded channels scale by repeating core commodity ideas. But they win trust and differentiation by highlighting real human personalities—whether executives, employees, or customers.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10</a:t>
            </a:fld>
            <a:endParaRPr lang="en-US"/>
          </a:p>
        </p:txBody>
      </p:sp>
    </p:spTree>
    <p:extLst>
      <p:ext uri="{BB962C8B-B14F-4D97-AF65-F5344CB8AC3E}">
        <p14:creationId xmlns:p14="http://schemas.microsoft.com/office/powerpoint/2010/main" val="3833757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Redefining Content Ownership: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Since language is open source, 'owning' an idea online simply means </a:t>
            </a:r>
            <a:r>
              <a:rPr lang="en-US" sz="1200" b="1" kern="1200" dirty="0">
                <a:solidFill>
                  <a:schemeClr val="tx1"/>
                </a:solidFill>
                <a:effectLst/>
                <a:latin typeface="+mn-lt"/>
                <a:ea typeface="+mn-ea"/>
                <a:cs typeface="+mn-cs"/>
              </a:rPr>
              <a:t>Association</a:t>
            </a:r>
            <a:r>
              <a:rPr lang="en-US" sz="1200" kern="1200" dirty="0">
                <a:solidFill>
                  <a:schemeClr val="tx1"/>
                </a:solidFill>
                <a:effectLst/>
                <a:latin typeface="+mn-lt"/>
                <a:ea typeface="+mn-ea"/>
                <a:cs typeface="+mn-cs"/>
              </a:rPr>
              <a:t>. You 'own' a topic when the audience automatically connects that perspective with your name. </a:t>
            </a:r>
          </a:p>
          <a:p>
            <a:pPr lvl="0"/>
            <a:r>
              <a:rPr lang="en-US" sz="1200" b="1" kern="1200" dirty="0">
                <a:solidFill>
                  <a:schemeClr val="tx1"/>
                </a:solidFill>
                <a:effectLst/>
                <a:latin typeface="+mn-lt"/>
                <a:ea typeface="+mn-ea"/>
                <a:cs typeface="+mn-cs"/>
              </a:rPr>
              <a:t>Achieving Association Through Volume: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most direct way to establish association is through consistency and scale. In today’s fast-moving algorithmic feeds, publishing once a week is insufficient to build strong mental associations. </a:t>
            </a:r>
          </a:p>
          <a:p>
            <a:pPr lvl="0"/>
            <a:r>
              <a:rPr lang="en-US" sz="1200" b="1" kern="1200" dirty="0">
                <a:solidFill>
                  <a:schemeClr val="tx1"/>
                </a:solidFill>
                <a:effectLst/>
                <a:latin typeface="+mn-lt"/>
                <a:ea typeface="+mn-ea"/>
                <a:cs typeface="+mn-cs"/>
              </a:rPr>
              <a:t>The Role of Systems: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Publishing 5 times a day sounds overwhelming if you do it manually. But once you have a Digital Brain filled with approved language, AI tools can help re-format, slice, and schedule your core ideas across multiple platforms effortlessly.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11</a:t>
            </a:fld>
            <a:endParaRPr lang="en-US"/>
          </a:p>
        </p:txBody>
      </p:sp>
    </p:spTree>
    <p:extLst>
      <p:ext uri="{BB962C8B-B14F-4D97-AF65-F5344CB8AC3E}">
        <p14:creationId xmlns:p14="http://schemas.microsoft.com/office/powerpoint/2010/main" val="3287335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Proprietary Content Datasets: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Major corporations are spending hundreds of millions of dollars licensing structured content datasets to train AI models. But internal institutional knowledge is often completely uncaptured. </a:t>
            </a:r>
          </a:p>
          <a:p>
            <a:pPr lvl="0"/>
            <a:r>
              <a:rPr lang="en-US" sz="1200" b="1" kern="1200" dirty="0">
                <a:solidFill>
                  <a:schemeClr val="tx1"/>
                </a:solidFill>
                <a:effectLst/>
                <a:latin typeface="+mn-lt"/>
                <a:ea typeface="+mn-ea"/>
                <a:cs typeface="+mn-cs"/>
              </a:rPr>
              <a:t>The Corporate Brain as a Moat: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Hiring a deep thinker or senior journalist whose sole job is to interview internal experts and build a structured library of original thought is one of the highest-ROI marketing investments a Fortune 500 company can make.</a:t>
            </a:r>
          </a:p>
          <a:p>
            <a:pPr lvl="0"/>
            <a:r>
              <a:rPr lang="en-US" sz="1200" b="1" kern="1200" dirty="0">
                <a:solidFill>
                  <a:schemeClr val="tx1"/>
                </a:solidFill>
                <a:effectLst/>
                <a:latin typeface="+mn-lt"/>
                <a:ea typeface="+mn-ea"/>
                <a:cs typeface="+mn-cs"/>
              </a:rPr>
              <a:t>Operationalizing Thought Leadership: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Once a company captures its unique methodologies in a 'Company Brain', automated pipelines can generate social posts, sales scripts, and training materials grounded in company IP.</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12</a:t>
            </a:fld>
            <a:endParaRPr lang="en-US"/>
          </a:p>
        </p:txBody>
      </p:sp>
    </p:spTree>
    <p:extLst>
      <p:ext uri="{BB962C8B-B14F-4D97-AF65-F5344CB8AC3E}">
        <p14:creationId xmlns:p14="http://schemas.microsoft.com/office/powerpoint/2010/main" val="638738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Recapping the core principles: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Own your Point of View:</a:t>
            </a:r>
            <a:r>
              <a:rPr lang="en-US" sz="1200" kern="1200" dirty="0">
                <a:solidFill>
                  <a:schemeClr val="tx1"/>
                </a:solidFill>
                <a:effectLst/>
                <a:latin typeface="+mn-lt"/>
                <a:ea typeface="+mn-ea"/>
                <a:cs typeface="+mn-cs"/>
              </a:rPr>
              <a:t> Differentiate through unique methodology, not generic features or open-source statements. </a:t>
            </a:r>
          </a:p>
          <a:p>
            <a:pPr marL="228600" lvl="0" indent="-228600">
              <a:buFont typeface="+mj-lt"/>
              <a:buAutoNum type="arabicPeriod"/>
            </a:pPr>
            <a:r>
              <a:rPr lang="en-US" sz="1200" b="1" kern="1200" dirty="0">
                <a:solidFill>
                  <a:schemeClr val="tx1"/>
                </a:solidFill>
                <a:effectLst/>
                <a:latin typeface="+mn-lt"/>
                <a:ea typeface="+mn-ea"/>
                <a:cs typeface="+mn-cs"/>
              </a:rPr>
              <a:t>Mine your Unmade Data Set:</a:t>
            </a:r>
            <a:r>
              <a:rPr lang="en-US" sz="1200" kern="1200" dirty="0">
                <a:solidFill>
                  <a:schemeClr val="tx1"/>
                </a:solidFill>
                <a:effectLst/>
                <a:latin typeface="+mn-lt"/>
                <a:ea typeface="+mn-ea"/>
                <a:cs typeface="+mn-cs"/>
              </a:rPr>
              <a:t> Consistently document the mundane, formative, and personal details of your real life. </a:t>
            </a:r>
          </a:p>
          <a:p>
            <a:pPr marL="228600" lvl="0" indent="-228600">
              <a:buFont typeface="+mj-lt"/>
              <a:buAutoNum type="arabicPeriod"/>
            </a:pPr>
            <a:r>
              <a:rPr lang="en-US" sz="1200" b="1" kern="1200" dirty="0">
                <a:solidFill>
                  <a:schemeClr val="tx1"/>
                </a:solidFill>
                <a:effectLst/>
                <a:latin typeface="+mn-lt"/>
                <a:ea typeface="+mn-ea"/>
                <a:cs typeface="+mn-cs"/>
              </a:rPr>
              <a:t>Program your Voice parameters:</a:t>
            </a:r>
            <a:r>
              <a:rPr lang="en-US" sz="1200" kern="1200" dirty="0">
                <a:solidFill>
                  <a:schemeClr val="tx1"/>
                </a:solidFill>
                <a:effectLst/>
                <a:latin typeface="+mn-lt"/>
                <a:ea typeface="+mn-ea"/>
                <a:cs typeface="+mn-cs"/>
              </a:rPr>
              <a:t> Define exact syntax, word choices, and structural preferences so AI can match your style. </a:t>
            </a:r>
          </a:p>
          <a:p>
            <a:pPr marL="228600" lvl="0" indent="-228600">
              <a:buFont typeface="+mj-lt"/>
              <a:buAutoNum type="arabicPeriod"/>
            </a:pPr>
            <a:r>
              <a:rPr lang="en-US" sz="1200" b="1" kern="1200" dirty="0">
                <a:solidFill>
                  <a:schemeClr val="tx1"/>
                </a:solidFill>
                <a:effectLst/>
                <a:latin typeface="+mn-lt"/>
                <a:ea typeface="+mn-ea"/>
                <a:cs typeface="+mn-cs"/>
              </a:rPr>
              <a:t>Assign the Labor correctly:</a:t>
            </a:r>
            <a:r>
              <a:rPr lang="en-US" sz="1200" kern="1200" dirty="0">
                <a:solidFill>
                  <a:schemeClr val="tx1"/>
                </a:solidFill>
                <a:effectLst/>
                <a:latin typeface="+mn-lt"/>
                <a:ea typeface="+mn-ea"/>
                <a:cs typeface="+mn-cs"/>
              </a:rPr>
              <a:t> Let humans do the original thinking, and let AI do the formatting and repetition.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13</a:t>
            </a:fld>
            <a:endParaRPr lang="en-US"/>
          </a:p>
        </p:txBody>
      </p:sp>
    </p:spTree>
    <p:extLst>
      <p:ext uri="{BB962C8B-B14F-4D97-AF65-F5344CB8AC3E}">
        <p14:creationId xmlns:p14="http://schemas.microsoft.com/office/powerpoint/2010/main" val="730396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Call to Action:</a:t>
            </a:r>
            <a:r>
              <a:rPr lang="en-US" dirty="0"/>
              <a:t> Before you draft your next article, post, or campaign, ask yourself: </a:t>
            </a:r>
            <a:r>
              <a:rPr lang="en-US" i="1" dirty="0"/>
              <a:t>Am I contributing new thinking to my Digital Brain, or am I just echoing public AI slop?</a:t>
            </a:r>
            <a:endParaRPr lang="en-US" dirty="0"/>
          </a:p>
          <a:p>
            <a:pPr lvl="0"/>
            <a:r>
              <a:rPr lang="en-US" b="1" dirty="0"/>
              <a:t>Next Steps:</a:t>
            </a:r>
            <a:r>
              <a:rPr lang="en-US" dirty="0"/>
              <a:t> Start small: set up a repository (in Obsidian, Notion, or </a:t>
            </a:r>
            <a:r>
              <a:rPr lang="en-US" dirty="0" err="1"/>
              <a:t>Typeshare</a:t>
            </a:r>
            <a:r>
              <a:rPr lang="en-US" dirty="0"/>
              <a:t>). Record 5 stories from your past, list 5 industry norms you disagree with, and list 5 core principles you live by. That is seed data for your Personal Language Model.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14</a:t>
            </a:fld>
            <a:endParaRPr lang="en-US"/>
          </a:p>
        </p:txBody>
      </p:sp>
    </p:spTree>
    <p:extLst>
      <p:ext uri="{BB962C8B-B14F-4D97-AF65-F5344CB8AC3E}">
        <p14:creationId xmlns:p14="http://schemas.microsoft.com/office/powerpoint/2010/main" val="1541337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Reviewing the Spectrum: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Commodity Content:</a:t>
            </a:r>
            <a:r>
              <a:rPr lang="en-US" sz="1200" kern="1200" dirty="0">
                <a:solidFill>
                  <a:schemeClr val="tx1"/>
                </a:solidFill>
                <a:effectLst/>
                <a:latin typeface="+mn-lt"/>
                <a:ea typeface="+mn-ea"/>
                <a:cs typeface="+mn-cs"/>
              </a:rPr>
              <a:t> Drawn from open-source language/facts. Low leverage because AI can easily replicate 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Personality Content:</a:t>
            </a:r>
            <a:r>
              <a:rPr lang="en-US" sz="1200" kern="1200" dirty="0">
                <a:solidFill>
                  <a:schemeClr val="tx1"/>
                </a:solidFill>
                <a:effectLst/>
                <a:latin typeface="+mn-lt"/>
                <a:ea typeface="+mn-ea"/>
                <a:cs typeface="+mn-cs"/>
              </a:rPr>
              <a:t> Drawn from unique life experiences. High leverage because AI needs you to feed it your lived experience.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Original Content:</a:t>
            </a:r>
            <a:r>
              <a:rPr lang="en-US" sz="1200" kern="1200" dirty="0">
                <a:solidFill>
                  <a:schemeClr val="tx1"/>
                </a:solidFill>
                <a:effectLst/>
                <a:latin typeface="+mn-lt"/>
                <a:ea typeface="+mn-ea"/>
                <a:cs typeface="+mn-cs"/>
              </a:rPr>
              <a:t> Developed through years of deep thinking. Highest leverage because it creates a lasting, defensible moat. </a:t>
            </a:r>
          </a:p>
          <a:p>
            <a:pPr lvl="0"/>
            <a:r>
              <a:rPr lang="en-US" sz="1200" b="1" kern="1200" dirty="0">
                <a:solidFill>
                  <a:schemeClr val="tx1"/>
                </a:solidFill>
                <a:effectLst/>
                <a:latin typeface="+mn-lt"/>
                <a:ea typeface="+mn-ea"/>
                <a:cs typeface="+mn-cs"/>
              </a:rPr>
              <a:t>Execution Strategy: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Aim for an </a:t>
            </a:r>
            <a:r>
              <a:rPr lang="en-US" sz="1200" b="1" kern="1200" dirty="0">
                <a:solidFill>
                  <a:schemeClr val="tx1"/>
                </a:solidFill>
                <a:effectLst/>
                <a:latin typeface="+mn-lt"/>
                <a:ea typeface="+mn-ea"/>
                <a:cs typeface="+mn-cs"/>
              </a:rPr>
              <a:t>80/20 balance</a:t>
            </a:r>
            <a:r>
              <a:rPr lang="en-US" sz="1200" kern="1200" dirty="0">
                <a:solidFill>
                  <a:schemeClr val="tx1"/>
                </a:solidFill>
                <a:effectLst/>
                <a:latin typeface="+mn-lt"/>
                <a:ea typeface="+mn-ea"/>
                <a:cs typeface="+mn-cs"/>
              </a:rPr>
              <a:t>: use AI to remix approved commodity ideas (80%) while focusing your personal time on capturing subjective personality stories and original ideas (20%). </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15</a:t>
            </a:fld>
            <a:endParaRPr lang="en-US"/>
          </a:p>
        </p:txBody>
      </p:sp>
    </p:spTree>
    <p:extLst>
      <p:ext uri="{BB962C8B-B14F-4D97-AF65-F5344CB8AC3E}">
        <p14:creationId xmlns:p14="http://schemas.microsoft.com/office/powerpoint/2010/main" val="3791301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Synthesis: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bring everything together: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AI Slop</a:t>
            </a:r>
            <a:r>
              <a:rPr lang="en-US" sz="1200" kern="1200" dirty="0">
                <a:solidFill>
                  <a:schemeClr val="tx1"/>
                </a:solidFill>
                <a:effectLst/>
                <a:latin typeface="+mn-lt"/>
                <a:ea typeface="+mn-ea"/>
                <a:cs typeface="+mn-cs"/>
              </a:rPr>
              <a:t> happens when you rely on unguided AI outputs.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Personality Content</a:t>
            </a:r>
            <a:r>
              <a:rPr lang="en-US" sz="1200" kern="1200" dirty="0">
                <a:solidFill>
                  <a:schemeClr val="tx1"/>
                </a:solidFill>
                <a:effectLst/>
                <a:latin typeface="+mn-lt"/>
                <a:ea typeface="+mn-ea"/>
                <a:cs typeface="+mn-cs"/>
              </a:rPr>
              <a:t> forms your Unmade Data Set.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Original Content</a:t>
            </a:r>
            <a:r>
              <a:rPr lang="en-US" sz="1200" kern="1200" dirty="0">
                <a:solidFill>
                  <a:schemeClr val="tx1"/>
                </a:solidFill>
                <a:effectLst/>
                <a:latin typeface="+mn-lt"/>
                <a:ea typeface="+mn-ea"/>
                <a:cs typeface="+mn-cs"/>
              </a:rPr>
              <a:t> builds long-term authority and brand equity.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Ownership is Association</a:t>
            </a:r>
            <a:r>
              <a:rPr lang="en-US" sz="1200" kern="1200" dirty="0">
                <a:solidFill>
                  <a:schemeClr val="tx1"/>
                </a:solidFill>
                <a:effectLst/>
                <a:latin typeface="+mn-lt"/>
                <a:ea typeface="+mn-ea"/>
                <a:cs typeface="+mn-cs"/>
              </a:rPr>
              <a:t>: publishing high volumes of approved language establishes your brand as the definitive authority on your topic. </a:t>
            </a:r>
          </a:p>
          <a:p>
            <a:pPr lvl="0"/>
            <a:r>
              <a:rPr lang="en-US" sz="1200" b="1" kern="1200" dirty="0">
                <a:solidFill>
                  <a:schemeClr val="tx1"/>
                </a:solidFill>
                <a:effectLst/>
                <a:latin typeface="+mn-lt"/>
                <a:ea typeface="+mn-ea"/>
                <a:cs typeface="+mn-cs"/>
              </a:rPr>
              <a:t>Closing Statement:</a:t>
            </a:r>
            <a:r>
              <a:rPr lang="en-US" sz="1200" kern="1200" dirty="0">
                <a:solidFill>
                  <a:schemeClr val="tx1"/>
                </a:solidFill>
                <a:effectLst/>
                <a:latin typeface="+mn-lt"/>
                <a:ea typeface="+mn-ea"/>
                <a:cs typeface="+mn-cs"/>
              </a:rPr>
              <a:t> Stop letting AI think for you. Start using AI to amplify, remix, and scale your personal voice and point of view. Thank you! </a:t>
            </a:r>
          </a:p>
          <a:p>
            <a:endParaRPr lang="en-US" dirty="0"/>
          </a:p>
          <a:p>
            <a:endParaRPr lang="en-US" dirty="0"/>
          </a:p>
          <a:p>
            <a:endParaRPr lang="en-US" dirty="0"/>
          </a:p>
          <a:p>
            <a:endParaRPr lang="en-US" dirty="0"/>
          </a:p>
          <a:p>
            <a:r>
              <a:rPr lang="en-US" dirty="0"/>
              <a:t>$30M Writer: Never write AI slop again</a:t>
            </a:r>
          </a:p>
          <a:p>
            <a:r>
              <a:rPr lang="en-US" dirty="0"/>
              <a:t>https://www.youtube.com/watch?v=YuOSyRj3sXg</a:t>
            </a:r>
          </a:p>
          <a:p>
            <a:endParaRPr lang="en-US" dirty="0"/>
          </a:p>
        </p:txBody>
      </p:sp>
      <p:sp>
        <p:nvSpPr>
          <p:cNvPr id="4" name="Slide Number Placeholder 3"/>
          <p:cNvSpPr>
            <a:spLocks noGrp="1"/>
          </p:cNvSpPr>
          <p:nvPr>
            <p:ph type="sldNum" sz="quarter" idx="5"/>
          </p:nvPr>
        </p:nvSpPr>
        <p:spPr/>
        <p:txBody>
          <a:bodyPr/>
          <a:lstStyle/>
          <a:p>
            <a:fld id="{37408F98-05D3-4C2E-9423-BF2B3B9E53C4}" type="slidenum">
              <a:rPr lang="en-US" smtClean="0"/>
              <a:t>16</a:t>
            </a:fld>
            <a:endParaRPr lang="en-US"/>
          </a:p>
        </p:txBody>
      </p:sp>
    </p:spTree>
    <p:extLst>
      <p:ext uri="{BB962C8B-B14F-4D97-AF65-F5344CB8AC3E}">
        <p14:creationId xmlns:p14="http://schemas.microsoft.com/office/powerpoint/2010/main" val="3239285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F351CA-F5F2-1F07-9EF3-499C3DBD806F}"/>
              </a:ext>
            </a:extLst>
          </p:cNvPr>
          <p:cNvSpPr>
            <a:spLocks noGrp="1"/>
          </p:cNvSpPr>
          <p:nvPr>
            <p:ph type="dt" sz="half" idx="10"/>
          </p:nvPr>
        </p:nvSpPr>
        <p:spPr/>
        <p:txBody>
          <a:bodyPr/>
          <a:lstStyle/>
          <a:p>
            <a:fld id="{55DD6105-DE77-4197-B8F2-71F12C8B537B}" type="datetimeFigureOut">
              <a:rPr lang="en-US" smtClean="0"/>
              <a:t>10/20/2026</a:t>
            </a:fld>
            <a:endParaRPr lang="en-US"/>
          </a:p>
        </p:txBody>
      </p:sp>
      <p:sp>
        <p:nvSpPr>
          <p:cNvPr id="3" name="Footer Placeholder 2">
            <a:extLst>
              <a:ext uri="{FF2B5EF4-FFF2-40B4-BE49-F238E27FC236}">
                <a16:creationId xmlns:a16="http://schemas.microsoft.com/office/drawing/2014/main" id="{E519E288-9248-B5B4-6186-3382EE0DAF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7B0228-C44F-E00E-75E8-352B37F8AAE7}"/>
              </a:ext>
            </a:extLst>
          </p:cNvPr>
          <p:cNvSpPr>
            <a:spLocks noGrp="1"/>
          </p:cNvSpPr>
          <p:nvPr>
            <p:ph type="sldNum" sz="quarter" idx="12"/>
          </p:nvPr>
        </p:nvSpPr>
        <p:spPr/>
        <p:txBody>
          <a:bodyPr/>
          <a:lstStyle/>
          <a:p>
            <a:fld id="{04418CFD-0DF2-47E0-8595-C889D9CFF396}" type="slidenum">
              <a:rPr lang="en-US" smtClean="0"/>
              <a:t>‹#›</a:t>
            </a:fld>
            <a:endParaRPr lang="en-US"/>
          </a:p>
        </p:txBody>
      </p:sp>
    </p:spTree>
    <p:extLst>
      <p:ext uri="{BB962C8B-B14F-4D97-AF65-F5344CB8AC3E}">
        <p14:creationId xmlns:p14="http://schemas.microsoft.com/office/powerpoint/2010/main" val="8481586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90BD1-0BDE-5B35-5CEE-6E7D1589ED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39C330-8119-0281-E7A8-658F1C4856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DAB02-3FFD-22AD-8FE6-59B37BE1DA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DD6105-DE77-4197-B8F2-71F12C8B537B}" type="datetimeFigureOut">
              <a:rPr lang="en-US" smtClean="0"/>
              <a:t>10/20/2026</a:t>
            </a:fld>
            <a:endParaRPr lang="en-US"/>
          </a:p>
        </p:txBody>
      </p:sp>
      <p:sp>
        <p:nvSpPr>
          <p:cNvPr id="5" name="Footer Placeholder 4">
            <a:extLst>
              <a:ext uri="{FF2B5EF4-FFF2-40B4-BE49-F238E27FC236}">
                <a16:creationId xmlns:a16="http://schemas.microsoft.com/office/drawing/2014/main" id="{80E86917-DD57-6BB0-CFF9-F5B488323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6C6F2B-12E2-D642-355E-E4BE45CC81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418CFD-0DF2-47E0-8595-C889D9CFF396}" type="slidenum">
              <a:rPr lang="en-US" smtClean="0"/>
              <a:t>‹#›</a:t>
            </a:fld>
            <a:endParaRPr lang="en-US"/>
          </a:p>
        </p:txBody>
      </p:sp>
    </p:spTree>
    <p:extLst>
      <p:ext uri="{BB962C8B-B14F-4D97-AF65-F5344CB8AC3E}">
        <p14:creationId xmlns:p14="http://schemas.microsoft.com/office/powerpoint/2010/main" val="423689122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25FFAC-561D-51F1-014B-94E8007E7A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888AC8-DF9E-2CA9-CD9C-60EDB37924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324A69-89FF-2977-045A-E6D54B562D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7C20BF-AB7D-A963-8D52-69D56FC3B1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AF8A59-99BD-1F66-5F03-53F772285D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ABFF2F-A167-0756-4E9E-0FDB5AE98E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184B1F-561F-D266-6B61-3F48126A3D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E6AA57-BF49-6990-3A62-38A0C7EED8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3E6B24-B049-2D01-5D63-52554D5B9F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2B0717-CEBE-59FD-56C7-56F7DCFDD1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0F1447-925F-3D2B-0C6A-9A695E86C7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448BE9-FAA2-7982-061A-2E5E2B6061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84EB2A-9E09-6820-B433-1E724B84DB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556DF3-C98A-6147-045A-D27416B2E3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959E36-EC2D-AD75-7CCA-369F8174AB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0C725-DF0F-8C93-DFB3-325ACCD8D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61307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2117</Words>
  <Application>Microsoft Office PowerPoint</Application>
  <PresentationFormat>寬螢幕</PresentationFormat>
  <Paragraphs>127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2026-09-22T06:25:04Z</dcterms:created>
  <dcterms:modified xsi:type="dcterms:W3CDTF">2026-10-20T13:27:44Z</dcterms:modified>
</cp:coreProperties>
</file>