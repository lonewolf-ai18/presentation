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9BD3DB-4BFB-42FD-A8B7-DBB91BB5C32C}" v="21" dt="2026-09-25T11:58:35.2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0" autoAdjust="0"/>
    <p:restoredTop sz="93447"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modSld">
      <pc:chgData name="Lai, Wilson" userId="2840974a-0d84-4886-90a9-9a3ed79f3a48" providerId="ADAL" clId="{9F23B798-9E84-4552-BA63-E776E805C424}" dt="2026-09-25T11:58:56.980" v="100" actId="166"/>
      <pc:docMkLst>
        <pc:docMk/>
      </pc:docMkLst>
      <pc:sldChg chg="addSp delSp modSp mod modAnim modNotes modNotesTx">
        <pc:chgData name="Lai, Wilson" userId="2840974a-0d84-4886-90a9-9a3ed79f3a48" providerId="ADAL" clId="{9F23B798-9E84-4552-BA63-E776E805C424}" dt="2026-09-25T11:58:56.980" v="100" actId="166"/>
        <pc:sldMkLst>
          <pc:docMk/>
          <pc:sldMk cId="0" sldId="257"/>
        </pc:sldMkLst>
        <pc:spChg chg="add mod">
          <ac:chgData name="Lai, Wilson" userId="2840974a-0d84-4886-90a9-9a3ed79f3a48" providerId="ADAL" clId="{9F23B798-9E84-4552-BA63-E776E805C424}" dt="2026-09-25T11:47:04.127" v="48" actId="164"/>
          <ac:spMkLst>
            <pc:docMk/>
            <pc:sldMk cId="0" sldId="257"/>
            <ac:spMk id="5" creationId="{B484BD06-2D38-8FD4-AB36-091ABB779258}"/>
          </ac:spMkLst>
        </pc:spChg>
        <pc:grpChg chg="add mod">
          <ac:chgData name="Lai, Wilson" userId="2840974a-0d84-4886-90a9-9a3ed79f3a48" providerId="ADAL" clId="{9F23B798-9E84-4552-BA63-E776E805C424}" dt="2026-09-25T11:47:04.127" v="48" actId="164"/>
          <ac:grpSpMkLst>
            <pc:docMk/>
            <pc:sldMk cId="0" sldId="257"/>
            <ac:grpSpMk id="6" creationId="{488C8262-8B98-F7EE-6EE6-E756D08E4CBE}"/>
          </ac:grpSpMkLst>
        </pc:grpChg>
        <pc:picChg chg="del">
          <ac:chgData name="Lai, Wilson" userId="2840974a-0d84-4886-90a9-9a3ed79f3a48" providerId="ADAL" clId="{9F23B798-9E84-4552-BA63-E776E805C424}" dt="2026-09-25T11:41:58.195" v="6" actId="21"/>
          <ac:picMkLst>
            <pc:docMk/>
            <pc:sldMk cId="0" sldId="257"/>
            <ac:picMk id="2" creationId="{00000000-0000-0000-0000-000000000000}"/>
          </ac:picMkLst>
        </pc:picChg>
        <pc:picChg chg="add mod">
          <ac:chgData name="Lai, Wilson" userId="2840974a-0d84-4886-90a9-9a3ed79f3a48" providerId="ADAL" clId="{9F23B798-9E84-4552-BA63-E776E805C424}" dt="2026-09-25T11:47:04.127" v="48" actId="164"/>
          <ac:picMkLst>
            <pc:docMk/>
            <pc:sldMk cId="0" sldId="257"/>
            <ac:picMk id="2" creationId="{716C340D-72A7-6282-0FFD-8761E1ECD80A}"/>
          </ac:picMkLst>
        </pc:picChg>
        <pc:picChg chg="add mod ord">
          <ac:chgData name="Lai, Wilson" userId="2840974a-0d84-4886-90a9-9a3ed79f3a48" providerId="ADAL" clId="{9F23B798-9E84-4552-BA63-E776E805C424}" dt="2026-09-25T11:58:56.980" v="100" actId="166"/>
          <ac:picMkLst>
            <pc:docMk/>
            <pc:sldMk cId="0" sldId="257"/>
            <ac:picMk id="4" creationId="{8DCFF94D-FCCF-A26E-1C2C-CA6DA49E4F16}"/>
          </ac:picMkLst>
        </pc:picChg>
      </pc:sldChg>
      <pc:sldChg chg="addSp delSp mod modNotes modNotesTx">
        <pc:chgData name="Lai, Wilson" userId="2840974a-0d84-4886-90a9-9a3ed79f3a48" providerId="ADAL" clId="{9F23B798-9E84-4552-BA63-E776E805C424}" dt="2026-09-25T11:58:35.253" v="99"/>
        <pc:sldMkLst>
          <pc:docMk/>
          <pc:sldMk cId="0" sldId="258"/>
        </pc:sldMkLst>
        <pc:picChg chg="del">
          <ac:chgData name="Lai, Wilson" userId="2840974a-0d84-4886-90a9-9a3ed79f3a48" providerId="ADAL" clId="{9F23B798-9E84-4552-BA63-E776E805C424}" dt="2026-09-25T11:42:08.608" v="8" actId="21"/>
          <ac:picMkLst>
            <pc:docMk/>
            <pc:sldMk cId="0" sldId="258"/>
            <ac:picMk id="2" creationId="{00000000-0000-0000-0000-000000000000}"/>
          </ac:picMkLst>
        </pc:picChg>
        <pc:picChg chg="add">
          <ac:chgData name="Lai, Wilson" userId="2840974a-0d84-4886-90a9-9a3ed79f3a48" providerId="ADAL" clId="{9F23B798-9E84-4552-BA63-E776E805C424}" dt="2026-09-25T11:42:16.985" v="9" actId="22"/>
          <ac:picMkLst>
            <pc:docMk/>
            <pc:sldMk cId="0" sldId="258"/>
            <ac:picMk id="4" creationId="{6ABC5FF0-0417-3695-016D-32A0DCAE7168}"/>
          </ac:picMkLst>
        </pc:picChg>
      </pc:sldChg>
      <pc:sldChg chg="addSp delSp mod modNotes modNotesTx">
        <pc:chgData name="Lai, Wilson" userId="2840974a-0d84-4886-90a9-9a3ed79f3a48" providerId="ADAL" clId="{9F23B798-9E84-4552-BA63-E776E805C424}" dt="2026-09-25T11:58:35.253" v="99"/>
        <pc:sldMkLst>
          <pc:docMk/>
          <pc:sldMk cId="0" sldId="259"/>
        </pc:sldMkLst>
        <pc:picChg chg="del">
          <ac:chgData name="Lai, Wilson" userId="2840974a-0d84-4886-90a9-9a3ed79f3a48" providerId="ADAL" clId="{9F23B798-9E84-4552-BA63-E776E805C424}" dt="2026-09-25T11:42:18.714" v="10" actId="21"/>
          <ac:picMkLst>
            <pc:docMk/>
            <pc:sldMk cId="0" sldId="259"/>
            <ac:picMk id="2" creationId="{00000000-0000-0000-0000-000000000000}"/>
          </ac:picMkLst>
        </pc:picChg>
        <pc:picChg chg="add">
          <ac:chgData name="Lai, Wilson" userId="2840974a-0d84-4886-90a9-9a3ed79f3a48" providerId="ADAL" clId="{9F23B798-9E84-4552-BA63-E776E805C424}" dt="2026-09-25T11:42:36.607" v="11" actId="22"/>
          <ac:picMkLst>
            <pc:docMk/>
            <pc:sldMk cId="0" sldId="259"/>
            <ac:picMk id="4" creationId="{C6AC18BE-2048-8BF8-7F7B-FAE0C92671E8}"/>
          </ac:picMkLst>
        </pc:picChg>
      </pc:sldChg>
      <pc:sldChg chg="addSp delSp mod modNotes modNotesTx">
        <pc:chgData name="Lai, Wilson" userId="2840974a-0d84-4886-90a9-9a3ed79f3a48" providerId="ADAL" clId="{9F23B798-9E84-4552-BA63-E776E805C424}" dt="2026-09-25T11:58:35.253" v="99"/>
        <pc:sldMkLst>
          <pc:docMk/>
          <pc:sldMk cId="0" sldId="260"/>
        </pc:sldMkLst>
        <pc:picChg chg="del">
          <ac:chgData name="Lai, Wilson" userId="2840974a-0d84-4886-90a9-9a3ed79f3a48" providerId="ADAL" clId="{9F23B798-9E84-4552-BA63-E776E805C424}" dt="2026-09-25T11:42:38.142" v="12" actId="21"/>
          <ac:picMkLst>
            <pc:docMk/>
            <pc:sldMk cId="0" sldId="260"/>
            <ac:picMk id="2" creationId="{00000000-0000-0000-0000-000000000000}"/>
          </ac:picMkLst>
        </pc:picChg>
        <pc:picChg chg="add">
          <ac:chgData name="Lai, Wilson" userId="2840974a-0d84-4886-90a9-9a3ed79f3a48" providerId="ADAL" clId="{9F23B798-9E84-4552-BA63-E776E805C424}" dt="2026-09-25T11:42:52.336" v="13" actId="22"/>
          <ac:picMkLst>
            <pc:docMk/>
            <pc:sldMk cId="0" sldId="260"/>
            <ac:picMk id="4" creationId="{935D320B-11FE-50BA-CC06-575522DE5D05}"/>
          </ac:picMkLst>
        </pc:picChg>
      </pc:sldChg>
      <pc:sldChg chg="addSp delSp mod modNotes modNotesTx">
        <pc:chgData name="Lai, Wilson" userId="2840974a-0d84-4886-90a9-9a3ed79f3a48" providerId="ADAL" clId="{9F23B798-9E84-4552-BA63-E776E805C424}" dt="2026-09-25T11:58:35.253" v="99"/>
        <pc:sldMkLst>
          <pc:docMk/>
          <pc:sldMk cId="0" sldId="261"/>
        </pc:sldMkLst>
        <pc:picChg chg="del">
          <ac:chgData name="Lai, Wilson" userId="2840974a-0d84-4886-90a9-9a3ed79f3a48" providerId="ADAL" clId="{9F23B798-9E84-4552-BA63-E776E805C424}" dt="2026-09-25T11:42:53.772" v="14" actId="21"/>
          <ac:picMkLst>
            <pc:docMk/>
            <pc:sldMk cId="0" sldId="261"/>
            <ac:picMk id="2" creationId="{00000000-0000-0000-0000-000000000000}"/>
          </ac:picMkLst>
        </pc:picChg>
        <pc:picChg chg="add">
          <ac:chgData name="Lai, Wilson" userId="2840974a-0d84-4886-90a9-9a3ed79f3a48" providerId="ADAL" clId="{9F23B798-9E84-4552-BA63-E776E805C424}" dt="2026-09-25T11:43:10.901" v="15" actId="22"/>
          <ac:picMkLst>
            <pc:docMk/>
            <pc:sldMk cId="0" sldId="261"/>
            <ac:picMk id="4" creationId="{5F8CE64B-45C0-AB25-C60C-EFF8D77777C4}"/>
          </ac:picMkLst>
        </pc:picChg>
      </pc:sldChg>
      <pc:sldChg chg="addSp delSp mod modNotes">
        <pc:chgData name="Lai, Wilson" userId="2840974a-0d84-4886-90a9-9a3ed79f3a48" providerId="ADAL" clId="{9F23B798-9E84-4552-BA63-E776E805C424}" dt="2026-09-25T11:58:35.253" v="99"/>
        <pc:sldMkLst>
          <pc:docMk/>
          <pc:sldMk cId="0" sldId="262"/>
        </pc:sldMkLst>
        <pc:picChg chg="del">
          <ac:chgData name="Lai, Wilson" userId="2840974a-0d84-4886-90a9-9a3ed79f3a48" providerId="ADAL" clId="{9F23B798-9E84-4552-BA63-E776E805C424}" dt="2026-09-25T11:43:13.290" v="16" actId="21"/>
          <ac:picMkLst>
            <pc:docMk/>
            <pc:sldMk cId="0" sldId="262"/>
            <ac:picMk id="2" creationId="{00000000-0000-0000-0000-000000000000}"/>
          </ac:picMkLst>
        </pc:picChg>
        <pc:picChg chg="add">
          <ac:chgData name="Lai, Wilson" userId="2840974a-0d84-4886-90a9-9a3ed79f3a48" providerId="ADAL" clId="{9F23B798-9E84-4552-BA63-E776E805C424}" dt="2026-09-25T11:43:21.075" v="17" actId="22"/>
          <ac:picMkLst>
            <pc:docMk/>
            <pc:sldMk cId="0" sldId="262"/>
            <ac:picMk id="4" creationId="{981F6426-CA04-91BE-6C2C-089874A39DC0}"/>
          </ac:picMkLst>
        </pc:picChg>
      </pc:sldChg>
      <pc:sldChg chg="addSp delSp mod modNotes modNotesTx">
        <pc:chgData name="Lai, Wilson" userId="2840974a-0d84-4886-90a9-9a3ed79f3a48" providerId="ADAL" clId="{9F23B798-9E84-4552-BA63-E776E805C424}" dt="2026-09-25T11:58:35.253" v="99"/>
        <pc:sldMkLst>
          <pc:docMk/>
          <pc:sldMk cId="0" sldId="263"/>
        </pc:sldMkLst>
        <pc:picChg chg="del">
          <ac:chgData name="Lai, Wilson" userId="2840974a-0d84-4886-90a9-9a3ed79f3a48" providerId="ADAL" clId="{9F23B798-9E84-4552-BA63-E776E805C424}" dt="2026-09-25T11:43:22.394" v="18" actId="21"/>
          <ac:picMkLst>
            <pc:docMk/>
            <pc:sldMk cId="0" sldId="263"/>
            <ac:picMk id="2" creationId="{00000000-0000-0000-0000-000000000000}"/>
          </ac:picMkLst>
        </pc:picChg>
        <pc:picChg chg="add">
          <ac:chgData name="Lai, Wilson" userId="2840974a-0d84-4886-90a9-9a3ed79f3a48" providerId="ADAL" clId="{9F23B798-9E84-4552-BA63-E776E805C424}" dt="2026-09-25T11:43:40.400" v="19" actId="22"/>
          <ac:picMkLst>
            <pc:docMk/>
            <pc:sldMk cId="0" sldId="263"/>
            <ac:picMk id="4" creationId="{0831CEC7-0FD0-5BE1-2A74-66C3F33A537B}"/>
          </ac:picMkLst>
        </pc:picChg>
      </pc:sldChg>
      <pc:sldChg chg="addSp delSp mod modNotes modNotesTx">
        <pc:chgData name="Lai, Wilson" userId="2840974a-0d84-4886-90a9-9a3ed79f3a48" providerId="ADAL" clId="{9F23B798-9E84-4552-BA63-E776E805C424}" dt="2026-09-25T11:58:35.253" v="99"/>
        <pc:sldMkLst>
          <pc:docMk/>
          <pc:sldMk cId="0" sldId="264"/>
        </pc:sldMkLst>
        <pc:picChg chg="del">
          <ac:chgData name="Lai, Wilson" userId="2840974a-0d84-4886-90a9-9a3ed79f3a48" providerId="ADAL" clId="{9F23B798-9E84-4552-BA63-E776E805C424}" dt="2026-09-25T11:43:42.051" v="20" actId="21"/>
          <ac:picMkLst>
            <pc:docMk/>
            <pc:sldMk cId="0" sldId="264"/>
            <ac:picMk id="2" creationId="{00000000-0000-0000-0000-000000000000}"/>
          </ac:picMkLst>
        </pc:picChg>
        <pc:picChg chg="add">
          <ac:chgData name="Lai, Wilson" userId="2840974a-0d84-4886-90a9-9a3ed79f3a48" providerId="ADAL" clId="{9F23B798-9E84-4552-BA63-E776E805C424}" dt="2026-09-25T11:43:55.032" v="21" actId="22"/>
          <ac:picMkLst>
            <pc:docMk/>
            <pc:sldMk cId="0" sldId="264"/>
            <ac:picMk id="4" creationId="{D10CA890-2C67-1ED3-A638-47D824289831}"/>
          </ac:picMkLst>
        </pc:picChg>
      </pc:sldChg>
      <pc:sldChg chg="addSp delSp mod modNotes">
        <pc:chgData name="Lai, Wilson" userId="2840974a-0d84-4886-90a9-9a3ed79f3a48" providerId="ADAL" clId="{9F23B798-9E84-4552-BA63-E776E805C424}" dt="2026-09-25T11:58:35.253" v="99"/>
        <pc:sldMkLst>
          <pc:docMk/>
          <pc:sldMk cId="0" sldId="265"/>
        </pc:sldMkLst>
        <pc:picChg chg="del">
          <ac:chgData name="Lai, Wilson" userId="2840974a-0d84-4886-90a9-9a3ed79f3a48" providerId="ADAL" clId="{9F23B798-9E84-4552-BA63-E776E805C424}" dt="2026-09-25T11:43:57.737" v="22" actId="21"/>
          <ac:picMkLst>
            <pc:docMk/>
            <pc:sldMk cId="0" sldId="265"/>
            <ac:picMk id="2" creationId="{00000000-0000-0000-0000-000000000000}"/>
          </ac:picMkLst>
        </pc:picChg>
        <pc:picChg chg="add">
          <ac:chgData name="Lai, Wilson" userId="2840974a-0d84-4886-90a9-9a3ed79f3a48" providerId="ADAL" clId="{9F23B798-9E84-4552-BA63-E776E805C424}" dt="2026-09-25T11:44:10.044" v="23" actId="22"/>
          <ac:picMkLst>
            <pc:docMk/>
            <pc:sldMk cId="0" sldId="265"/>
            <ac:picMk id="4" creationId="{D9179FAA-FABB-A455-0D25-A334D559EEE7}"/>
          </ac:picMkLst>
        </pc:picChg>
      </pc:sldChg>
      <pc:sldChg chg="addSp delSp mod modNotes modNotesTx">
        <pc:chgData name="Lai, Wilson" userId="2840974a-0d84-4886-90a9-9a3ed79f3a48" providerId="ADAL" clId="{9F23B798-9E84-4552-BA63-E776E805C424}" dt="2026-09-25T11:58:35.253" v="99"/>
        <pc:sldMkLst>
          <pc:docMk/>
          <pc:sldMk cId="0" sldId="266"/>
        </pc:sldMkLst>
        <pc:picChg chg="del">
          <ac:chgData name="Lai, Wilson" userId="2840974a-0d84-4886-90a9-9a3ed79f3a48" providerId="ADAL" clId="{9F23B798-9E84-4552-BA63-E776E805C424}" dt="2026-09-25T11:44:11.601" v="24" actId="21"/>
          <ac:picMkLst>
            <pc:docMk/>
            <pc:sldMk cId="0" sldId="266"/>
            <ac:picMk id="2" creationId="{00000000-0000-0000-0000-000000000000}"/>
          </ac:picMkLst>
        </pc:picChg>
        <pc:picChg chg="add">
          <ac:chgData name="Lai, Wilson" userId="2840974a-0d84-4886-90a9-9a3ed79f3a48" providerId="ADAL" clId="{9F23B798-9E84-4552-BA63-E776E805C424}" dt="2026-09-25T11:44:19.032" v="25" actId="22"/>
          <ac:picMkLst>
            <pc:docMk/>
            <pc:sldMk cId="0" sldId="266"/>
            <ac:picMk id="4" creationId="{954DF954-5003-6210-1739-DA8E8504E420}"/>
          </ac:picMkLst>
        </pc:picChg>
      </pc:sldChg>
      <pc:sldChg chg="addSp delSp mod modNotes modNotesTx">
        <pc:chgData name="Lai, Wilson" userId="2840974a-0d84-4886-90a9-9a3ed79f3a48" providerId="ADAL" clId="{9F23B798-9E84-4552-BA63-E776E805C424}" dt="2026-09-25T11:58:35.253" v="99"/>
        <pc:sldMkLst>
          <pc:docMk/>
          <pc:sldMk cId="0" sldId="267"/>
        </pc:sldMkLst>
        <pc:picChg chg="del">
          <ac:chgData name="Lai, Wilson" userId="2840974a-0d84-4886-90a9-9a3ed79f3a48" providerId="ADAL" clId="{9F23B798-9E84-4552-BA63-E776E805C424}" dt="2026-09-25T11:44:20.427" v="26" actId="21"/>
          <ac:picMkLst>
            <pc:docMk/>
            <pc:sldMk cId="0" sldId="267"/>
            <ac:picMk id="2" creationId="{00000000-0000-0000-0000-000000000000}"/>
          </ac:picMkLst>
        </pc:picChg>
        <pc:picChg chg="add">
          <ac:chgData name="Lai, Wilson" userId="2840974a-0d84-4886-90a9-9a3ed79f3a48" providerId="ADAL" clId="{9F23B798-9E84-4552-BA63-E776E805C424}" dt="2026-09-25T11:44:31.918" v="27" actId="22"/>
          <ac:picMkLst>
            <pc:docMk/>
            <pc:sldMk cId="0" sldId="267"/>
            <ac:picMk id="4" creationId="{467F722F-A566-714F-87F0-B0BF39ACC6BD}"/>
          </ac:picMkLst>
        </pc:picChg>
      </pc:sldChg>
      <pc:sldChg chg="addSp delSp mod modNotes modNotesTx">
        <pc:chgData name="Lai, Wilson" userId="2840974a-0d84-4886-90a9-9a3ed79f3a48" providerId="ADAL" clId="{9F23B798-9E84-4552-BA63-E776E805C424}" dt="2026-09-25T11:58:35.253" v="99"/>
        <pc:sldMkLst>
          <pc:docMk/>
          <pc:sldMk cId="0" sldId="268"/>
        </pc:sldMkLst>
        <pc:picChg chg="del">
          <ac:chgData name="Lai, Wilson" userId="2840974a-0d84-4886-90a9-9a3ed79f3a48" providerId="ADAL" clId="{9F23B798-9E84-4552-BA63-E776E805C424}" dt="2026-09-25T11:44:35.264" v="28" actId="21"/>
          <ac:picMkLst>
            <pc:docMk/>
            <pc:sldMk cId="0" sldId="268"/>
            <ac:picMk id="2" creationId="{00000000-0000-0000-0000-000000000000}"/>
          </ac:picMkLst>
        </pc:picChg>
        <pc:picChg chg="add">
          <ac:chgData name="Lai, Wilson" userId="2840974a-0d84-4886-90a9-9a3ed79f3a48" providerId="ADAL" clId="{9F23B798-9E84-4552-BA63-E776E805C424}" dt="2026-09-25T11:44:42.793" v="29" actId="22"/>
          <ac:picMkLst>
            <pc:docMk/>
            <pc:sldMk cId="0" sldId="268"/>
            <ac:picMk id="4" creationId="{99CA7B6D-31D5-BE09-BCB2-0EFF388CEDA9}"/>
          </ac:picMkLst>
        </pc:picChg>
      </pc:sldChg>
      <pc:sldChg chg="addSp delSp mod modNotes modNotesTx">
        <pc:chgData name="Lai, Wilson" userId="2840974a-0d84-4886-90a9-9a3ed79f3a48" providerId="ADAL" clId="{9F23B798-9E84-4552-BA63-E776E805C424}" dt="2026-09-25T11:58:35.253" v="99"/>
        <pc:sldMkLst>
          <pc:docMk/>
          <pc:sldMk cId="0" sldId="269"/>
        </pc:sldMkLst>
        <pc:picChg chg="del">
          <ac:chgData name="Lai, Wilson" userId="2840974a-0d84-4886-90a9-9a3ed79f3a48" providerId="ADAL" clId="{9F23B798-9E84-4552-BA63-E776E805C424}" dt="2026-09-25T11:44:55.533" v="32" actId="21"/>
          <ac:picMkLst>
            <pc:docMk/>
            <pc:sldMk cId="0" sldId="269"/>
            <ac:picMk id="2" creationId="{00000000-0000-0000-0000-000000000000}"/>
          </ac:picMkLst>
        </pc:picChg>
        <pc:picChg chg="add">
          <ac:chgData name="Lai, Wilson" userId="2840974a-0d84-4886-90a9-9a3ed79f3a48" providerId="ADAL" clId="{9F23B798-9E84-4552-BA63-E776E805C424}" dt="2026-09-25T11:45:03.205" v="33" actId="22"/>
          <ac:picMkLst>
            <pc:docMk/>
            <pc:sldMk cId="0" sldId="269"/>
            <ac:picMk id="4" creationId="{1122E68A-FC9C-1522-9294-08EDC6FE5573}"/>
          </ac:picMkLst>
        </pc:picChg>
      </pc:sldChg>
      <pc:sldChg chg="addSp delSp mod modNotes modNotesTx">
        <pc:chgData name="Lai, Wilson" userId="2840974a-0d84-4886-90a9-9a3ed79f3a48" providerId="ADAL" clId="{9F23B798-9E84-4552-BA63-E776E805C424}" dt="2026-09-25T11:58:35.253" v="99"/>
        <pc:sldMkLst>
          <pc:docMk/>
          <pc:sldMk cId="0" sldId="270"/>
        </pc:sldMkLst>
        <pc:picChg chg="del">
          <ac:chgData name="Lai, Wilson" userId="2840974a-0d84-4886-90a9-9a3ed79f3a48" providerId="ADAL" clId="{9F23B798-9E84-4552-BA63-E776E805C424}" dt="2026-09-25T11:44:45.467" v="30" actId="21"/>
          <ac:picMkLst>
            <pc:docMk/>
            <pc:sldMk cId="0" sldId="270"/>
            <ac:picMk id="2" creationId="{00000000-0000-0000-0000-000000000000}"/>
          </ac:picMkLst>
        </pc:picChg>
        <pc:picChg chg="add">
          <ac:chgData name="Lai, Wilson" userId="2840974a-0d84-4886-90a9-9a3ed79f3a48" providerId="ADAL" clId="{9F23B798-9E84-4552-BA63-E776E805C424}" dt="2026-09-25T11:44:52.773" v="31" actId="22"/>
          <ac:picMkLst>
            <pc:docMk/>
            <pc:sldMk cId="0" sldId="270"/>
            <ac:picMk id="4" creationId="{B3914AD2-7FAC-4EAA-1BAD-DA660E9B24DC}"/>
          </ac:picMkLst>
        </pc:picChg>
      </pc:sldChg>
      <pc:sldChg chg="addSp delSp mod modNotes modNotesTx">
        <pc:chgData name="Lai, Wilson" userId="2840974a-0d84-4886-90a9-9a3ed79f3a48" providerId="ADAL" clId="{9F23B798-9E84-4552-BA63-E776E805C424}" dt="2026-09-25T11:58:35.253" v="99"/>
        <pc:sldMkLst>
          <pc:docMk/>
          <pc:sldMk cId="0" sldId="271"/>
        </pc:sldMkLst>
        <pc:picChg chg="del">
          <ac:chgData name="Lai, Wilson" userId="2840974a-0d84-4886-90a9-9a3ed79f3a48" providerId="ADAL" clId="{9F23B798-9E84-4552-BA63-E776E805C424}" dt="2026-09-25T11:45:05.396" v="34" actId="21"/>
          <ac:picMkLst>
            <pc:docMk/>
            <pc:sldMk cId="0" sldId="271"/>
            <ac:picMk id="2" creationId="{00000000-0000-0000-0000-000000000000}"/>
          </ac:picMkLst>
        </pc:picChg>
        <pc:picChg chg="add">
          <ac:chgData name="Lai, Wilson" userId="2840974a-0d84-4886-90a9-9a3ed79f3a48" providerId="ADAL" clId="{9F23B798-9E84-4552-BA63-E776E805C424}" dt="2026-09-25T11:45:15.116" v="35" actId="22"/>
          <ac:picMkLst>
            <pc:docMk/>
            <pc:sldMk cId="0" sldId="271"/>
            <ac:picMk id="4" creationId="{4BBC4660-FADF-9492-F432-C0B668A65B52}"/>
          </ac:picMkLst>
        </pc:picChg>
      </pc:sldChg>
      <pc:sldChg chg="modNotes modNotesTx">
        <pc:chgData name="Lai, Wilson" userId="2840974a-0d84-4886-90a9-9a3ed79f3a48" providerId="ADAL" clId="{9F23B798-9E84-4552-BA63-E776E805C424}" dt="2026-09-25T11:58:35.253" v="99"/>
        <pc:sldMkLst>
          <pc:docMk/>
          <pc:sldMk cId="477814344" sldId="272"/>
        </pc:sldMkLst>
      </pc:sldChg>
      <pc:sldChg chg="addSp delSp modSp new mod">
        <pc:chgData name="Lai, Wilson" userId="2840974a-0d84-4886-90a9-9a3ed79f3a48" providerId="ADAL" clId="{9F23B798-9E84-4552-BA63-E776E805C424}" dt="2026-09-25T11:45:30.668" v="37" actId="22"/>
        <pc:sldMkLst>
          <pc:docMk/>
          <pc:sldMk cId="512436576" sldId="273"/>
        </pc:sldMkLst>
        <pc:picChg chg="add">
          <ac:chgData name="Lai, Wilson" userId="2840974a-0d84-4886-90a9-9a3ed79f3a48" providerId="ADAL" clId="{9F23B798-9E84-4552-BA63-E776E805C424}" dt="2026-09-25T11:45:30.668" v="37" actId="22"/>
          <ac:picMkLst>
            <pc:docMk/>
            <pc:sldMk cId="512436576" sldId="273"/>
            <ac:picMk id="3" creationId="{523612CA-76E0-D40C-7249-A0022592392C}"/>
          </ac:picMkLst>
        </pc:picChg>
        <pc:picChg chg="add del mod">
          <ac:chgData name="Lai, Wilson" userId="2840974a-0d84-4886-90a9-9a3ed79f3a48" providerId="ADAL" clId="{9F23B798-9E84-4552-BA63-E776E805C424}" dt="2026-09-25T11:36:42.388" v="3" actId="931"/>
          <ac:picMkLst>
            <pc:docMk/>
            <pc:sldMk cId="512436576" sldId="273"/>
            <ac:picMk id="3" creationId="{D33FCF24-E38E-DD70-A50A-8824169FCAE3}"/>
          </ac:picMkLst>
        </pc:picChg>
        <pc:picChg chg="add del mod">
          <ac:chgData name="Lai, Wilson" userId="2840974a-0d84-4886-90a9-9a3ed79f3a48" providerId="ADAL" clId="{9F23B798-9E84-4552-BA63-E776E805C424}" dt="2026-09-25T11:45:18.310" v="36" actId="21"/>
          <ac:picMkLst>
            <pc:docMk/>
            <pc:sldMk cId="512436576" sldId="273"/>
            <ac:picMk id="5" creationId="{652ACFC3-6BFD-1C35-C0A9-8E5DF7F894C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45847-97BD-4BDD-AA0C-CC2F7E48E547}"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EF6A7C-730B-4372-B806-2BABB093B48F}" type="slidenum">
              <a:rPr lang="en-US" smtClean="0"/>
              <a:t>‹#›</a:t>
            </a:fld>
            <a:endParaRPr lang="en-US"/>
          </a:p>
        </p:txBody>
      </p:sp>
    </p:spTree>
    <p:extLst>
      <p:ext uri="{BB962C8B-B14F-4D97-AF65-F5344CB8AC3E}">
        <p14:creationId xmlns:p14="http://schemas.microsoft.com/office/powerpoint/2010/main" val="666670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Look at the image on this title slide. On the left side, you see a tangle of wires—chaos, mental noise, and reactive habits. On the right, through a prism, that chaos is funneled into a single, sharp, concentrated beam of light. </a:t>
            </a:r>
          </a:p>
          <a:p>
            <a:r>
              <a:rPr lang="en-US" sz="1200" kern="1200" dirty="0">
                <a:solidFill>
                  <a:schemeClr val="tx1"/>
                </a:solidFill>
                <a:effectLst/>
                <a:latin typeface="+mn-lt"/>
                <a:ea typeface="+mn-ea"/>
                <a:cs typeface="+mn-cs"/>
              </a:rPr>
              <a:t>That is the premise of today’s session: </a:t>
            </a:r>
            <a:r>
              <a:rPr lang="en-US" sz="1200" b="1" kern="1200" dirty="0">
                <a:solidFill>
                  <a:schemeClr val="tx1"/>
                </a:solidFill>
                <a:effectLst/>
                <a:latin typeface="+mn-lt"/>
                <a:ea typeface="+mn-ea"/>
                <a:cs typeface="+mn-cs"/>
              </a:rPr>
              <a:t>The Architecture of a Disciplined Mind</a:t>
            </a:r>
            <a:r>
              <a:rPr lang="en-US" sz="1200" kern="1200" dirty="0">
                <a:solidFill>
                  <a:schemeClr val="tx1"/>
                </a:solidFill>
                <a:effectLst/>
                <a:latin typeface="+mn-lt"/>
                <a:ea typeface="+mn-ea"/>
                <a:cs typeface="+mn-cs"/>
              </a:rPr>
              <a:t>. We are living in an era where we are constantly inundated with information, opinions, outrage, and notifications. Most people do not suffer from a lack of intelligence; they suffer from an overload of </a:t>
            </a:r>
            <a:r>
              <a:rPr lang="en-US" sz="1200" kern="1200" dirty="0" err="1">
                <a:solidFill>
                  <a:schemeClr val="tx1"/>
                </a:solidFill>
                <a:effectLst/>
                <a:latin typeface="+mn-lt"/>
                <a:ea typeface="+mn-ea"/>
                <a:cs typeface="+mn-cs"/>
              </a:rPr>
              <a:t>uncurated</a:t>
            </a:r>
            <a:r>
              <a:rPr lang="en-US" sz="1200" kern="1200" dirty="0">
                <a:solidFill>
                  <a:schemeClr val="tx1"/>
                </a:solidFill>
                <a:effectLst/>
                <a:latin typeface="+mn-lt"/>
                <a:ea typeface="+mn-ea"/>
                <a:cs typeface="+mn-cs"/>
              </a:rPr>
              <a:t> input and an unexamined mental operating system. </a:t>
            </a:r>
          </a:p>
          <a:p>
            <a:r>
              <a:rPr lang="en-US" sz="1200" kern="1200" dirty="0">
                <a:solidFill>
                  <a:schemeClr val="tx1"/>
                </a:solidFill>
                <a:effectLst/>
                <a:latin typeface="+mn-lt"/>
                <a:ea typeface="+mn-ea"/>
                <a:cs typeface="+mn-cs"/>
              </a:rPr>
              <a:t>Over the course of this presentation, we will walk through a 4-phase playbook designed to help you cut through the noise, upgrade your internal processing, and make better decisions under pressure. Critical thinking is not something you are simply born with; it is an active discipline and a trainable architecture. Today, we lay down the blueprint.</a:t>
            </a:r>
            <a:endParaRPr lang="en-US" dirty="0"/>
          </a:p>
          <a:p>
            <a:endParaRPr lang="en-US" dirty="0"/>
          </a:p>
          <a:p>
            <a:endParaRPr lang="en-US" dirty="0"/>
          </a:p>
          <a:p>
            <a:endParaRPr lang="en-US" dirty="0"/>
          </a:p>
          <a:p>
            <a:endParaRPr lang="en-US" dirty="0"/>
          </a:p>
          <a:p>
            <a:r>
              <a:rPr lang="en-US" b="1" dirty="0"/>
              <a:t>Improving Your Critical Thinking Skills | Think Smarter &amp; Make Better Decisions (Audiobook)</a:t>
            </a:r>
          </a:p>
          <a:p>
            <a:r>
              <a:rPr lang="en-US" dirty="0"/>
              <a:t>https://www.youtube.com/watch?v=vKPvsr64U2w</a:t>
            </a:r>
          </a:p>
          <a:p>
            <a:endParaRPr lang="en-US" dirty="0"/>
          </a:p>
        </p:txBody>
      </p:sp>
      <p:sp>
        <p:nvSpPr>
          <p:cNvPr id="4" name="Slide Number Placeholder 3"/>
          <p:cNvSpPr>
            <a:spLocks noGrp="1"/>
          </p:cNvSpPr>
          <p:nvPr>
            <p:ph type="sldNum" sz="quarter" idx="5"/>
          </p:nvPr>
        </p:nvSpPr>
        <p:spPr/>
        <p:txBody>
          <a:bodyPr/>
          <a:lstStyle/>
          <a:p>
            <a:fld id="{D5D8EBD0-B5B9-4FA3-AC49-88ECE0DC20EC}" type="slidenum">
              <a:rPr lang="en-US" smtClean="0"/>
              <a:t>1</a:t>
            </a:fld>
            <a:endParaRPr lang="en-US"/>
          </a:p>
        </p:txBody>
      </p:sp>
    </p:spTree>
    <p:extLst>
      <p:ext uri="{BB962C8B-B14F-4D97-AF65-F5344CB8AC3E}">
        <p14:creationId xmlns:p14="http://schemas.microsoft.com/office/powerpoint/2010/main" val="2214608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a truth we often overlook: Information is not neutral; it takes up real estate in your mind. Every email, headline, and unsolicited opinion you consume in the morning occupies cognitive bandwidth. When you begin your day reacting to outside input, you surrender control of your inner space. </a:t>
            </a:r>
          </a:p>
          <a:p>
            <a:r>
              <a:rPr lang="en-US" sz="1200" kern="1200" dirty="0">
                <a:solidFill>
                  <a:schemeClr val="tx1"/>
                </a:solidFill>
                <a:effectLst/>
                <a:latin typeface="+mn-lt"/>
                <a:ea typeface="+mn-ea"/>
                <a:cs typeface="+mn-cs"/>
              </a:rPr>
              <a:t>Most people operate in what we call </a:t>
            </a:r>
            <a:r>
              <a:rPr lang="en-US" sz="1200" b="1" kern="1200" dirty="0">
                <a:solidFill>
                  <a:schemeClr val="tx1"/>
                </a:solidFill>
                <a:effectLst/>
                <a:latin typeface="+mn-lt"/>
                <a:ea typeface="+mn-ea"/>
                <a:cs typeface="+mn-cs"/>
              </a:rPr>
              <a:t>The Default State: Mental Noise</a:t>
            </a:r>
            <a:r>
              <a:rPr lang="en-US" sz="1200" kern="1200" dirty="0">
                <a:solidFill>
                  <a:schemeClr val="tx1"/>
                </a:solidFill>
                <a:effectLst/>
                <a:latin typeface="+mn-lt"/>
                <a:ea typeface="+mn-ea"/>
                <a:cs typeface="+mn-cs"/>
              </a:rPr>
              <a:t>. This default state is driven by distraction, unexamined assumptions, unchecked emotional reactions, and a constant sense of artificial urgency. Society conditions us to confuse </a:t>
            </a:r>
            <a:r>
              <a:rPr lang="en-US" sz="1200" i="1" kern="1200" dirty="0">
                <a:solidFill>
                  <a:schemeClr val="tx1"/>
                </a:solidFill>
                <a:effectLst/>
                <a:latin typeface="+mn-lt"/>
                <a:ea typeface="+mn-ea"/>
                <a:cs typeface="+mn-cs"/>
              </a:rPr>
              <a:t>speed</a:t>
            </a:r>
            <a:r>
              <a:rPr lang="en-US" sz="1200" kern="1200" dirty="0">
                <a:solidFill>
                  <a:schemeClr val="tx1"/>
                </a:solidFill>
                <a:effectLst/>
                <a:latin typeface="+mn-lt"/>
                <a:ea typeface="+mn-ea"/>
                <a:cs typeface="+mn-cs"/>
              </a:rPr>
              <a:t> with intelligence, </a:t>
            </a:r>
            <a:r>
              <a:rPr lang="en-US" sz="1200" i="1" kern="1200" dirty="0">
                <a:solidFill>
                  <a:schemeClr val="tx1"/>
                </a:solidFill>
                <a:effectLst/>
                <a:latin typeface="+mn-lt"/>
                <a:ea typeface="+mn-ea"/>
                <a:cs typeface="+mn-cs"/>
              </a:rPr>
              <a:t>loudness</a:t>
            </a:r>
            <a:r>
              <a:rPr lang="en-US" sz="1200" kern="1200" dirty="0">
                <a:solidFill>
                  <a:schemeClr val="tx1"/>
                </a:solidFill>
                <a:effectLst/>
                <a:latin typeface="+mn-lt"/>
                <a:ea typeface="+mn-ea"/>
                <a:cs typeface="+mn-cs"/>
              </a:rPr>
              <a:t> with truth, and </a:t>
            </a:r>
            <a:r>
              <a:rPr lang="en-US" sz="1200" i="1" kern="1200" dirty="0">
                <a:solidFill>
                  <a:schemeClr val="tx1"/>
                </a:solidFill>
                <a:effectLst/>
                <a:latin typeface="+mn-lt"/>
                <a:ea typeface="+mn-ea"/>
                <a:cs typeface="+mn-cs"/>
              </a:rPr>
              <a:t>certainty</a:t>
            </a:r>
            <a:r>
              <a:rPr lang="en-US" sz="1200" kern="1200" dirty="0">
                <a:solidFill>
                  <a:schemeClr val="tx1"/>
                </a:solidFill>
                <a:effectLst/>
                <a:latin typeface="+mn-lt"/>
                <a:ea typeface="+mn-ea"/>
                <a:cs typeface="+mn-cs"/>
              </a:rPr>
              <a:t> with wisdom. </a:t>
            </a:r>
          </a:p>
          <a:p>
            <a:r>
              <a:rPr lang="en-US" sz="1200" kern="1200" dirty="0">
                <a:solidFill>
                  <a:schemeClr val="tx1"/>
                </a:solidFill>
                <a:effectLst/>
                <a:latin typeface="+mn-lt"/>
                <a:ea typeface="+mn-ea"/>
                <a:cs typeface="+mn-cs"/>
              </a:rPr>
              <a:t>Our goal throughout this playbook is </a:t>
            </a:r>
            <a:r>
              <a:rPr lang="en-US" sz="1200" b="1" kern="1200" dirty="0">
                <a:solidFill>
                  <a:schemeClr val="tx1"/>
                </a:solidFill>
                <a:effectLst/>
                <a:latin typeface="+mn-lt"/>
                <a:ea typeface="+mn-ea"/>
                <a:cs typeface="+mn-cs"/>
              </a:rPr>
              <a:t>Cognitive Mastery</a:t>
            </a:r>
            <a:r>
              <a:rPr lang="en-US" sz="1200" kern="1200" dirty="0">
                <a:solidFill>
                  <a:schemeClr val="tx1"/>
                </a:solidFill>
                <a:effectLst/>
                <a:latin typeface="+mn-lt"/>
                <a:ea typeface="+mn-ea"/>
                <a:cs typeface="+mn-cs"/>
              </a:rPr>
              <a:t>—shifting from automatic, reactive responses to intentional clarity, tested proof, deliberate pauses, and structured execution. </a:t>
            </a:r>
          </a:p>
          <a:p>
            <a:r>
              <a:rPr lang="en-US" sz="1200" kern="1200" dirty="0">
                <a:solidFill>
                  <a:schemeClr val="tx1"/>
                </a:solidFill>
                <a:effectLst/>
                <a:latin typeface="+mn-lt"/>
                <a:ea typeface="+mn-ea"/>
                <a:cs typeface="+mn-cs"/>
              </a:rPr>
              <a:t>Notice the Operating System Diagnostic on screen: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Reactive Mind</a:t>
            </a:r>
            <a:r>
              <a:rPr lang="en-US" sz="1200" kern="1200" dirty="0">
                <a:solidFill>
                  <a:schemeClr val="tx1"/>
                </a:solidFill>
                <a:effectLst/>
                <a:latin typeface="+mn-lt"/>
                <a:ea typeface="+mn-ea"/>
                <a:cs typeface="+mn-cs"/>
              </a:rPr>
              <a:t> rushes to judge, fears disagreement, accepts hype, and becomes paralyzed by complexity.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Disciplined Mind</a:t>
            </a:r>
            <a:r>
              <a:rPr lang="en-US" sz="1200" kern="1200" dirty="0">
                <a:solidFill>
                  <a:schemeClr val="tx1"/>
                </a:solidFill>
                <a:effectLst/>
                <a:latin typeface="+mn-lt"/>
                <a:ea typeface="+mn-ea"/>
                <a:cs typeface="+mn-cs"/>
              </a:rPr>
              <a:t> creates space between stimulus and response, uses disagreement to spot blind spots, demands proof, and breaks complexity down. Ask yourself today: Which operating system ran your morning?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2</a:t>
            </a:fld>
            <a:endParaRPr lang="en-US"/>
          </a:p>
        </p:txBody>
      </p:sp>
    </p:spTree>
    <p:extLst>
      <p:ext uri="{BB962C8B-B14F-4D97-AF65-F5344CB8AC3E}">
        <p14:creationId xmlns:p14="http://schemas.microsoft.com/office/powerpoint/2010/main" val="2309643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a disciplined mind, we must recognize that critical thinking is not an innate personality trait—it is a sequential engine. Just like building muscle, you train it through repeated, deliberate practice. </a:t>
            </a:r>
          </a:p>
          <a:p>
            <a:r>
              <a:rPr lang="en-US" sz="1200" kern="1200" dirty="0">
                <a:solidFill>
                  <a:schemeClr val="tx1"/>
                </a:solidFill>
                <a:effectLst/>
                <a:latin typeface="+mn-lt"/>
                <a:ea typeface="+mn-ea"/>
                <a:cs typeface="+mn-cs"/>
              </a:rPr>
              <a:t>This engine consists of four interconnected pillars: </a:t>
            </a:r>
          </a:p>
          <a:p>
            <a:pPr marL="228600" lvl="0" indent="-228600">
              <a:buFont typeface="+mj-lt"/>
              <a:buAutoNum type="arabicPeriod"/>
            </a:pPr>
            <a:r>
              <a:rPr lang="en-US" sz="1200" b="1" kern="1200" dirty="0">
                <a:solidFill>
                  <a:schemeClr val="tx1"/>
                </a:solidFill>
                <a:effectLst/>
                <a:latin typeface="+mn-lt"/>
                <a:ea typeface="+mn-ea"/>
                <a:cs typeface="+mn-cs"/>
              </a:rPr>
              <a:t>Input (The Shield):</a:t>
            </a:r>
            <a:r>
              <a:rPr lang="en-US" sz="1200" kern="1200" dirty="0">
                <a:solidFill>
                  <a:schemeClr val="tx1"/>
                </a:solidFill>
                <a:effectLst/>
                <a:latin typeface="+mn-lt"/>
                <a:ea typeface="+mn-ea"/>
                <a:cs typeface="+mn-cs"/>
              </a:rPr>
              <a:t> Regulating what enters your mind. Filtering out noise, demanding evidence, and diversifying your sources. </a:t>
            </a:r>
          </a:p>
          <a:p>
            <a:pPr marL="228600" lvl="0" indent="-228600">
              <a:buFont typeface="+mj-lt"/>
              <a:buAutoNum type="arabicPeriod"/>
            </a:pPr>
            <a:r>
              <a:rPr lang="en-US" sz="1200" b="1" kern="1200" dirty="0">
                <a:solidFill>
                  <a:schemeClr val="tx1"/>
                </a:solidFill>
                <a:effectLst/>
                <a:latin typeface="+mn-lt"/>
                <a:ea typeface="+mn-ea"/>
                <a:cs typeface="+mn-cs"/>
              </a:rPr>
              <a:t>Process (The Filter):</a:t>
            </a:r>
            <a:r>
              <a:rPr lang="en-US" sz="1200" kern="1200" dirty="0">
                <a:solidFill>
                  <a:schemeClr val="tx1"/>
                </a:solidFill>
                <a:effectLst/>
                <a:latin typeface="+mn-lt"/>
                <a:ea typeface="+mn-ea"/>
                <a:cs typeface="+mn-cs"/>
              </a:rPr>
              <a:t> Calibrating how you digest information. Slowing down, seeking intellectual friction, and questioning authority with logic. </a:t>
            </a:r>
          </a:p>
          <a:p>
            <a:pPr marL="228600" lvl="0" indent="-228600">
              <a:buFont typeface="+mj-lt"/>
              <a:buAutoNum type="arabicPeriod"/>
            </a:pPr>
            <a:r>
              <a:rPr lang="en-US" sz="1200" b="1" kern="1200" dirty="0">
                <a:solidFill>
                  <a:schemeClr val="tx1"/>
                </a:solidFill>
                <a:effectLst/>
                <a:latin typeface="+mn-lt"/>
                <a:ea typeface="+mn-ea"/>
                <a:cs typeface="+mn-cs"/>
              </a:rPr>
              <a:t>Execute (The Engine):</a:t>
            </a:r>
            <a:r>
              <a:rPr lang="en-US" sz="1200" kern="1200" dirty="0">
                <a:solidFill>
                  <a:schemeClr val="tx1"/>
                </a:solidFill>
                <a:effectLst/>
                <a:latin typeface="+mn-lt"/>
                <a:ea typeface="+mn-ea"/>
                <a:cs typeface="+mn-cs"/>
              </a:rPr>
              <a:t> Moving from thought to action. Deconstructing complex problems and measuring risks deliberately. </a:t>
            </a:r>
          </a:p>
          <a:p>
            <a:pPr marL="228600" lvl="0" indent="-228600">
              <a:buFont typeface="+mj-lt"/>
              <a:buAutoNum type="arabicPeriod"/>
            </a:pPr>
            <a:r>
              <a:rPr lang="en-US" sz="1200" b="1" kern="1200" dirty="0">
                <a:solidFill>
                  <a:schemeClr val="tx1"/>
                </a:solidFill>
                <a:effectLst/>
                <a:latin typeface="+mn-lt"/>
                <a:ea typeface="+mn-ea"/>
                <a:cs typeface="+mn-cs"/>
              </a:rPr>
              <a:t>Reflect (The Mirror):</a:t>
            </a:r>
            <a:r>
              <a:rPr lang="en-US" sz="1200" kern="1200" dirty="0">
                <a:solidFill>
                  <a:schemeClr val="tx1"/>
                </a:solidFill>
                <a:effectLst/>
                <a:latin typeface="+mn-lt"/>
                <a:ea typeface="+mn-ea"/>
                <a:cs typeface="+mn-cs"/>
              </a:rPr>
              <a:t> Continuous alignment through journaling, habit audits, and asking better daily questions. </a:t>
            </a:r>
          </a:p>
          <a:p>
            <a:r>
              <a:rPr lang="en-US" sz="1200" kern="1200" dirty="0">
                <a:solidFill>
                  <a:schemeClr val="tx1"/>
                </a:solidFill>
                <a:effectLst/>
                <a:latin typeface="+mn-lt"/>
                <a:ea typeface="+mn-ea"/>
                <a:cs typeface="+mn-cs"/>
              </a:rPr>
              <a:t>If any one of these pillars breaks, the entire decision-making process degrades. Over the next slides, we will break down each phase in detail.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3</a:t>
            </a:fld>
            <a:endParaRPr lang="en-US"/>
          </a:p>
        </p:txBody>
      </p:sp>
    </p:spTree>
    <p:extLst>
      <p:ext uri="{BB962C8B-B14F-4D97-AF65-F5344CB8AC3E}">
        <p14:creationId xmlns:p14="http://schemas.microsoft.com/office/powerpoint/2010/main" val="826380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Phase 1 begins with </a:t>
            </a:r>
            <a:r>
              <a:rPr lang="en-US" sz="1200" b="1" kern="1200" dirty="0">
                <a:solidFill>
                  <a:schemeClr val="tx1"/>
                </a:solidFill>
                <a:effectLst/>
                <a:latin typeface="+mn-lt"/>
                <a:ea typeface="+mn-ea"/>
                <a:cs typeface="+mn-cs"/>
              </a:rPr>
              <a:t>Regulating Input</a:t>
            </a:r>
            <a:r>
              <a:rPr lang="en-US" sz="1200" kern="1200" dirty="0">
                <a:solidFill>
                  <a:schemeClr val="tx1"/>
                </a:solidFill>
                <a:effectLst/>
                <a:latin typeface="+mn-lt"/>
                <a:ea typeface="+mn-ea"/>
                <a:cs typeface="+mn-cs"/>
              </a:rPr>
              <a:t>. In a world filled with endless hype, an idea only has true value if it holds up in reality. Sounding convincing or eloquent does not make something true. </a:t>
            </a:r>
          </a:p>
          <a:p>
            <a:r>
              <a:rPr lang="en-US" sz="1200" kern="1200" dirty="0">
                <a:solidFill>
                  <a:schemeClr val="tx1"/>
                </a:solidFill>
                <a:effectLst/>
                <a:latin typeface="+mn-lt"/>
                <a:ea typeface="+mn-ea"/>
                <a:cs typeface="+mn-cs"/>
              </a:rPr>
              <a:t>Look at the funnel diagram on the slide: At the top, you have promises, opinions, hype, and social noise. Most people digest this raw. A disciplined mind passes it through logic, observation, and small-scale testing. The only currency a disciplined mind accepts as final truth is </a:t>
            </a:r>
            <a:r>
              <a:rPr lang="en-US" sz="1200" b="1" kern="1200" dirty="0">
                <a:solidFill>
                  <a:schemeClr val="tx1"/>
                </a:solidFill>
                <a:effectLst/>
                <a:latin typeface="+mn-lt"/>
                <a:ea typeface="+mn-ea"/>
                <a:cs typeface="+mn-cs"/>
              </a:rPr>
              <a:t>Real-Life Proof</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Furthermore, we must actively combat confirmation bias. Relying on a single source or familiar environment makes you see only what you want to see. To find real truth, you must </a:t>
            </a:r>
            <a:r>
              <a:rPr lang="en-US" sz="1200" b="1" kern="1200" dirty="0">
                <a:solidFill>
                  <a:schemeClr val="tx1"/>
                </a:solidFill>
                <a:effectLst/>
                <a:latin typeface="+mn-lt"/>
                <a:ea typeface="+mn-ea"/>
                <a:cs typeface="+mn-cs"/>
              </a:rPr>
              <a:t>triangulate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Gather your </a:t>
            </a:r>
            <a:r>
              <a:rPr lang="en-US" sz="1200" b="1" kern="1200" dirty="0">
                <a:solidFill>
                  <a:schemeClr val="tx1"/>
                </a:solidFill>
                <a:effectLst/>
                <a:latin typeface="+mn-lt"/>
                <a:ea typeface="+mn-ea"/>
                <a:cs typeface="+mn-cs"/>
              </a:rPr>
              <a:t>Familiar Sources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Cross-examine them with </a:t>
            </a:r>
            <a:r>
              <a:rPr lang="en-US" sz="1200" b="1" kern="1200" dirty="0">
                <a:solidFill>
                  <a:schemeClr val="tx1"/>
                </a:solidFill>
                <a:effectLst/>
                <a:latin typeface="+mn-lt"/>
                <a:ea typeface="+mn-ea"/>
                <a:cs typeface="+mn-cs"/>
              </a:rPr>
              <a:t>Historical &amp; Data Context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Force yourself to look at </a:t>
            </a:r>
            <a:r>
              <a:rPr lang="en-US" sz="1200" b="1" kern="1200" dirty="0">
                <a:solidFill>
                  <a:schemeClr val="tx1"/>
                </a:solidFill>
                <a:effectLst/>
                <a:latin typeface="+mn-lt"/>
                <a:ea typeface="+mn-ea"/>
                <a:cs typeface="+mn-cs"/>
              </a:rPr>
              <a:t>Opposing Viewpoints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Truth is rarely found on the extreme ends; it lives in the nuances where perspectives collide.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4</a:t>
            </a:fld>
            <a:endParaRPr lang="en-US"/>
          </a:p>
        </p:txBody>
      </p:sp>
    </p:spTree>
    <p:extLst>
      <p:ext uri="{BB962C8B-B14F-4D97-AF65-F5344CB8AC3E}">
        <p14:creationId xmlns:p14="http://schemas.microsoft.com/office/powerpoint/2010/main" val="2443254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information passes through your input shield, how do you process it? Phase 2 is about </a:t>
            </a:r>
            <a:r>
              <a:rPr lang="en-US" sz="1200" b="1" kern="1200" dirty="0">
                <a:solidFill>
                  <a:schemeClr val="tx1"/>
                </a:solidFill>
                <a:effectLst/>
                <a:latin typeface="+mn-lt"/>
                <a:ea typeface="+mn-ea"/>
                <a:cs typeface="+mn-cs"/>
              </a:rPr>
              <a:t>Calibrating Your Processing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First, you must </a:t>
            </a:r>
            <a:r>
              <a:rPr lang="en-US" sz="1200" b="1" kern="1200" dirty="0">
                <a:solidFill>
                  <a:schemeClr val="tx1"/>
                </a:solidFill>
                <a:effectLst/>
                <a:latin typeface="+mn-lt"/>
                <a:ea typeface="+mn-ea"/>
                <a:cs typeface="+mn-cs"/>
              </a:rPr>
              <a:t>Embrace Intellectual Friction</a:t>
            </a:r>
            <a:r>
              <a:rPr lang="en-US" sz="1200" kern="1200" dirty="0">
                <a:solidFill>
                  <a:schemeClr val="tx1"/>
                </a:solidFill>
                <a:effectLst/>
                <a:latin typeface="+mn-lt"/>
                <a:ea typeface="+mn-ea"/>
                <a:cs typeface="+mn-cs"/>
              </a:rPr>
              <a:t>. Comfortable thinking clings to what </a:t>
            </a:r>
            <a:r>
              <a:rPr lang="en-US" sz="1200" i="1" kern="1200" dirty="0">
                <a:solidFill>
                  <a:schemeClr val="tx1"/>
                </a:solidFill>
                <a:effectLst/>
                <a:latin typeface="+mn-lt"/>
                <a:ea typeface="+mn-ea"/>
                <a:cs typeface="+mn-cs"/>
              </a:rPr>
              <a:t>feels</a:t>
            </a:r>
            <a:r>
              <a:rPr lang="en-US" sz="1200" kern="1200" dirty="0">
                <a:solidFill>
                  <a:schemeClr val="tx1"/>
                </a:solidFill>
                <a:effectLst/>
                <a:latin typeface="+mn-lt"/>
                <a:ea typeface="+mn-ea"/>
                <a:cs typeface="+mn-cs"/>
              </a:rPr>
              <a:t> right. Growth looks deeper to discover what </a:t>
            </a:r>
            <a:r>
              <a:rPr lang="en-US" sz="1200" i="1" kern="1200" dirty="0">
                <a:solidFill>
                  <a:schemeClr val="tx1"/>
                </a:solidFill>
                <a:effectLst/>
                <a:latin typeface="+mn-lt"/>
                <a:ea typeface="+mn-ea"/>
                <a:cs typeface="+mn-cs"/>
              </a:rPr>
              <a:t>is</a:t>
            </a:r>
            <a:r>
              <a:rPr lang="en-US" sz="1200" kern="1200" dirty="0">
                <a:solidFill>
                  <a:schemeClr val="tx1"/>
                </a:solidFill>
                <a:effectLst/>
                <a:latin typeface="+mn-lt"/>
                <a:ea typeface="+mn-ea"/>
                <a:cs typeface="+mn-cs"/>
              </a:rPr>
              <a:t> right. When you encounter an idea that contradicts your worldview, you have three paths: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Blind Obedience:</a:t>
            </a:r>
            <a:r>
              <a:rPr lang="en-US" sz="1200" kern="1200" dirty="0">
                <a:solidFill>
                  <a:schemeClr val="tx1"/>
                </a:solidFill>
                <a:effectLst/>
                <a:latin typeface="+mn-lt"/>
                <a:ea typeface="+mn-ea"/>
                <a:cs typeface="+mn-cs"/>
              </a:rPr>
              <a:t> Shutting out contradiction to protect comfort.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Cynical Rebellion:</a:t>
            </a:r>
            <a:r>
              <a:rPr lang="en-US" sz="1200" kern="1200" dirty="0">
                <a:solidFill>
                  <a:schemeClr val="tx1"/>
                </a:solidFill>
                <a:effectLst/>
                <a:latin typeface="+mn-lt"/>
                <a:ea typeface="+mn-ea"/>
                <a:cs typeface="+mn-cs"/>
              </a:rPr>
              <a:t> Disagreeing automatically just to be contrarian.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Logical Inquiry:</a:t>
            </a:r>
            <a:r>
              <a:rPr lang="en-US" sz="1200" kern="1200" dirty="0">
                <a:solidFill>
                  <a:schemeClr val="tx1"/>
                </a:solidFill>
                <a:effectLst/>
                <a:latin typeface="+mn-lt"/>
                <a:ea typeface="+mn-ea"/>
                <a:cs typeface="+mn-cs"/>
              </a:rPr>
              <a:t> Sitting with an uncomfortable idea to understand it fully before judging it. Discomfort is not a sign of danger; it is a signal of growth. </a:t>
            </a:r>
          </a:p>
          <a:p>
            <a:r>
              <a:rPr lang="en-US" sz="1200" kern="1200" dirty="0">
                <a:solidFill>
                  <a:schemeClr val="tx1"/>
                </a:solidFill>
                <a:effectLst/>
                <a:latin typeface="+mn-lt"/>
                <a:ea typeface="+mn-ea"/>
                <a:cs typeface="+mn-cs"/>
              </a:rPr>
              <a:t>Second, adopt </a:t>
            </a:r>
            <a:r>
              <a:rPr lang="en-US" sz="1200" b="1" kern="1200" dirty="0">
                <a:solidFill>
                  <a:schemeClr val="tx1"/>
                </a:solidFill>
                <a:effectLst/>
                <a:latin typeface="+mn-lt"/>
                <a:ea typeface="+mn-ea"/>
                <a:cs typeface="+mn-cs"/>
              </a:rPr>
              <a:t>The Deliberate Pause</a:t>
            </a:r>
            <a:r>
              <a:rPr lang="en-US" sz="1200" kern="1200" dirty="0">
                <a:solidFill>
                  <a:schemeClr val="tx1"/>
                </a:solidFill>
                <a:effectLst/>
                <a:latin typeface="+mn-lt"/>
                <a:ea typeface="+mn-ea"/>
                <a:cs typeface="+mn-cs"/>
              </a:rPr>
              <a:t>. The human brain is built for speed and wants to resolve cognitive tension instantly. But urgency is often a trap. When triggered by an event or disagreement, insert a pause: </a:t>
            </a:r>
          </a:p>
          <a:p>
            <a:pPr marL="228600" lvl="0" indent="-228600">
              <a:buFont typeface="+mj-lt"/>
              <a:buAutoNum type="arabicPeriod"/>
            </a:pPr>
            <a:r>
              <a:rPr lang="en-US" sz="1200" kern="1200" dirty="0">
                <a:solidFill>
                  <a:schemeClr val="tx1"/>
                </a:solidFill>
                <a:effectLst/>
                <a:latin typeface="+mn-lt"/>
                <a:ea typeface="+mn-ea"/>
                <a:cs typeface="+mn-cs"/>
              </a:rPr>
              <a:t>Let the emotional dust settle. </a:t>
            </a:r>
          </a:p>
          <a:p>
            <a:pPr marL="228600" lvl="0" indent="-228600">
              <a:buFont typeface="+mj-lt"/>
              <a:buAutoNum type="arabicPeriod"/>
            </a:pPr>
            <a:r>
              <a:rPr lang="en-US" sz="1200" kern="1200" dirty="0">
                <a:solidFill>
                  <a:schemeClr val="tx1"/>
                </a:solidFill>
                <a:effectLst/>
                <a:latin typeface="+mn-lt"/>
                <a:ea typeface="+mn-ea"/>
                <a:cs typeface="+mn-cs"/>
              </a:rPr>
              <a:t>Gather missing context. </a:t>
            </a:r>
          </a:p>
          <a:p>
            <a:pPr marL="228600" lvl="0" indent="-228600">
              <a:buFont typeface="+mj-lt"/>
              <a:buAutoNum type="arabicPeriod"/>
            </a:pPr>
            <a:r>
              <a:rPr lang="en-US" sz="1200" kern="1200" dirty="0">
                <a:solidFill>
                  <a:schemeClr val="tx1"/>
                </a:solidFill>
                <a:effectLst/>
                <a:latin typeface="+mn-lt"/>
                <a:ea typeface="+mn-ea"/>
                <a:cs typeface="+mn-cs"/>
              </a:rPr>
              <a:t>Align your response with values rather than temporary impulses.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5</a:t>
            </a:fld>
            <a:endParaRPr lang="en-US"/>
          </a:p>
        </p:txBody>
      </p:sp>
    </p:spTree>
    <p:extLst>
      <p:ext uri="{BB962C8B-B14F-4D97-AF65-F5344CB8AC3E}">
        <p14:creationId xmlns:p14="http://schemas.microsoft.com/office/powerpoint/2010/main" val="2328681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Continuing with Phase 2, let’s talk about authority. Respecting leadership or expertise does not mean surrendering your ability to think independently. Real expertise is backed by clear reasoning; power without reason is just force. </a:t>
            </a:r>
          </a:p>
          <a:p>
            <a:r>
              <a:rPr lang="en-US" sz="1200" kern="1200" dirty="0">
                <a:solidFill>
                  <a:schemeClr val="tx1"/>
                </a:solidFill>
                <a:effectLst/>
                <a:latin typeface="+mn-lt"/>
                <a:ea typeface="+mn-ea"/>
                <a:cs typeface="+mn-cs"/>
              </a:rPr>
              <a:t>When hierarchical pressure or artificial urgency is placed upon you, detach from the emotional stress and weigh the underlying evidence. </a:t>
            </a:r>
          </a:p>
          <a:p>
            <a:r>
              <a:rPr lang="en-US" sz="1200" kern="1200" dirty="0">
                <a:solidFill>
                  <a:schemeClr val="tx1"/>
                </a:solidFill>
                <a:effectLst/>
                <a:latin typeface="+mn-lt"/>
                <a:ea typeface="+mn-ea"/>
                <a:cs typeface="+mn-cs"/>
              </a:rPr>
              <a:t>Pay attention to the callout on this slide: Instead of reacting combatively by saying </a:t>
            </a:r>
            <a:r>
              <a:rPr lang="en-US" sz="1200" i="1" kern="1200" dirty="0">
                <a:solidFill>
                  <a:schemeClr val="tx1"/>
                </a:solidFill>
                <a:effectLst/>
                <a:latin typeface="+mn-lt"/>
                <a:ea typeface="+mn-ea"/>
                <a:cs typeface="+mn-cs"/>
              </a:rPr>
              <a:t>'I won't do this,'</a:t>
            </a:r>
            <a:r>
              <a:rPr lang="en-US" sz="1200" kern="1200" dirty="0">
                <a:solidFill>
                  <a:schemeClr val="tx1"/>
                </a:solidFill>
                <a:effectLst/>
                <a:latin typeface="+mn-lt"/>
                <a:ea typeface="+mn-ea"/>
                <a:cs typeface="+mn-cs"/>
              </a:rPr>
              <a:t> pivot to constructive logical inquiry: </a:t>
            </a:r>
            <a:r>
              <a:rPr lang="en-US" sz="1200" b="1" i="1" kern="1200" dirty="0">
                <a:solidFill>
                  <a:schemeClr val="tx1"/>
                </a:solidFill>
                <a:effectLst/>
                <a:latin typeface="+mn-lt"/>
                <a:ea typeface="+mn-ea"/>
                <a:cs typeface="+mn-cs"/>
              </a:rPr>
              <a:t>'Can you explain the reasoning behind this?'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single shift changes the dynamic entirely. It moves the conversation away from ego and authority power plays and grounds it in logical consistency and evidence.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6</a:t>
            </a:fld>
            <a:endParaRPr lang="en-US"/>
          </a:p>
        </p:txBody>
      </p:sp>
    </p:spTree>
    <p:extLst>
      <p:ext uri="{BB962C8B-B14F-4D97-AF65-F5344CB8AC3E}">
        <p14:creationId xmlns:p14="http://schemas.microsoft.com/office/powerpoint/2010/main" val="2953078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we transition into </a:t>
            </a:r>
            <a:r>
              <a:rPr lang="en-US" sz="1200" b="1" kern="1200" dirty="0">
                <a:solidFill>
                  <a:schemeClr val="tx1"/>
                </a:solidFill>
                <a:effectLst/>
                <a:latin typeface="+mn-lt"/>
                <a:ea typeface="+mn-ea"/>
                <a:cs typeface="+mn-cs"/>
              </a:rPr>
              <a:t>Phase 3: Execute Intentionally</a:t>
            </a:r>
            <a:r>
              <a:rPr lang="en-US" sz="1200" kern="1200" dirty="0">
                <a:solidFill>
                  <a:schemeClr val="tx1"/>
                </a:solidFill>
                <a:effectLst/>
                <a:latin typeface="+mn-lt"/>
                <a:ea typeface="+mn-ea"/>
                <a:cs typeface="+mn-cs"/>
              </a:rPr>
              <a:t>. You can have great inputs and clear processing, but if you do not translate them into action, you remain stuck. </a:t>
            </a:r>
          </a:p>
          <a:p>
            <a:r>
              <a:rPr lang="en-US" sz="1200" kern="1200" dirty="0">
                <a:solidFill>
                  <a:schemeClr val="tx1"/>
                </a:solidFill>
                <a:effectLst/>
                <a:latin typeface="+mn-lt"/>
                <a:ea typeface="+mn-ea"/>
                <a:cs typeface="+mn-cs"/>
              </a:rPr>
              <a:t>Most complex problems feel overwhelming because they live in our heads as one massive, tangled block wrapped in fear and anxiety. When a task feels too big, the brain’s default response is avoidance or procrastination. </a:t>
            </a:r>
          </a:p>
          <a:p>
            <a:r>
              <a:rPr lang="en-US" sz="1200" kern="1200" dirty="0">
                <a:solidFill>
                  <a:schemeClr val="tx1"/>
                </a:solidFill>
                <a:effectLst/>
                <a:latin typeface="+mn-lt"/>
                <a:ea typeface="+mn-ea"/>
                <a:cs typeface="+mn-cs"/>
              </a:rPr>
              <a:t>Clarity comes from motion, not from waiting around for motivation. To execute intentionally, you must </a:t>
            </a:r>
            <a:r>
              <a:rPr lang="en-US" sz="1200" b="1" kern="1200" dirty="0">
                <a:solidFill>
                  <a:schemeClr val="tx1"/>
                </a:solidFill>
                <a:effectLst/>
                <a:latin typeface="+mn-lt"/>
                <a:ea typeface="+mn-ea"/>
                <a:cs typeface="+mn-cs"/>
              </a:rPr>
              <a:t>deconstruct the complexity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Identify the single smallest possible forward movement.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Specificity drastically reduces fear. </a:t>
            </a:r>
          </a:p>
          <a:p>
            <a:r>
              <a:rPr lang="en-US" sz="1200" kern="1200" dirty="0">
                <a:solidFill>
                  <a:schemeClr val="tx1"/>
                </a:solidFill>
                <a:effectLst/>
                <a:latin typeface="+mn-lt"/>
                <a:ea typeface="+mn-ea"/>
                <a:cs typeface="+mn-cs"/>
              </a:rPr>
              <a:t>Don't focus on solving the entire 10-step problem today. Focus on defining and completing Step 1 with absolute precision.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7</a:t>
            </a:fld>
            <a:endParaRPr lang="en-US"/>
          </a:p>
        </p:txBody>
      </p:sp>
    </p:spTree>
    <p:extLst>
      <p:ext uri="{BB962C8B-B14F-4D97-AF65-F5344CB8AC3E}">
        <p14:creationId xmlns:p14="http://schemas.microsoft.com/office/powerpoint/2010/main" val="4244659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Execution requires discipline, and discipline is simply the quiet force that sits between impulse and action. It is the freedom to choose what serves your long-term vision over fleeting gratification. </a:t>
            </a:r>
          </a:p>
          <a:p>
            <a:r>
              <a:rPr lang="en-US" sz="1200" kern="1200" dirty="0">
                <a:solidFill>
                  <a:schemeClr val="tx1"/>
                </a:solidFill>
                <a:effectLst/>
                <a:latin typeface="+mn-lt"/>
                <a:ea typeface="+mn-ea"/>
                <a:cs typeface="+mn-cs"/>
              </a:rPr>
              <a:t>When faced with a critical choice, stop yourself from acting on immediate impulse. Run your situation through these </a:t>
            </a:r>
            <a:r>
              <a:rPr lang="en-US" sz="1200" b="1" kern="1200" dirty="0">
                <a:solidFill>
                  <a:schemeClr val="tx1"/>
                </a:solidFill>
                <a:effectLst/>
                <a:latin typeface="+mn-lt"/>
                <a:ea typeface="+mn-ea"/>
                <a:cs typeface="+mn-cs"/>
              </a:rPr>
              <a:t>3 Questions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i="1" kern="1200" dirty="0">
                <a:solidFill>
                  <a:schemeClr val="tx1"/>
                </a:solidFill>
                <a:effectLst/>
                <a:latin typeface="+mn-lt"/>
                <a:ea typeface="+mn-ea"/>
                <a:cs typeface="+mn-cs"/>
              </a:rPr>
              <a:t>What are my real options?</a:t>
            </a:r>
            <a:r>
              <a:rPr lang="en-US" sz="1200" kern="1200" dirty="0">
                <a:solidFill>
                  <a:schemeClr val="tx1"/>
                </a:solidFill>
                <a:effectLst/>
                <a:latin typeface="+mn-lt"/>
                <a:ea typeface="+mn-ea"/>
                <a:cs typeface="+mn-cs"/>
              </a:rPr>
              <a:t> (Look beyond the binary 'either/or' illusion). </a:t>
            </a:r>
          </a:p>
          <a:p>
            <a:pPr marL="228600" lvl="0" indent="-228600">
              <a:buFont typeface="+mj-lt"/>
              <a:buAutoNum type="arabicPeriod"/>
            </a:pPr>
            <a:r>
              <a:rPr lang="en-US" sz="1200" i="1" kern="1200" dirty="0">
                <a:solidFill>
                  <a:schemeClr val="tx1"/>
                </a:solidFill>
                <a:effectLst/>
                <a:latin typeface="+mn-lt"/>
                <a:ea typeface="+mn-ea"/>
                <a:cs typeface="+mn-cs"/>
              </a:rPr>
              <a:t>What are the long-term consequences of each option?</a:t>
            </a:r>
            <a:r>
              <a:rPr lang="en-US" sz="1200" kern="1200" dirty="0">
                <a:solidFill>
                  <a:schemeClr val="tx1"/>
                </a:solidFill>
                <a:effectLst/>
                <a:latin typeface="+mn-lt"/>
                <a:ea typeface="+mn-ea"/>
                <a:cs typeface="+mn-cs"/>
              </a:rPr>
              <a:t> (Second- and third-order thinking). </a:t>
            </a:r>
          </a:p>
          <a:p>
            <a:pPr marL="228600" lvl="0" indent="-228600">
              <a:buFont typeface="+mj-lt"/>
              <a:buAutoNum type="arabicPeriod"/>
            </a:pPr>
            <a:r>
              <a:rPr lang="en-US" sz="1200" i="1" kern="1200" dirty="0">
                <a:solidFill>
                  <a:schemeClr val="tx1"/>
                </a:solidFill>
                <a:effectLst/>
                <a:latin typeface="+mn-lt"/>
                <a:ea typeface="+mn-ea"/>
                <a:cs typeface="+mn-cs"/>
              </a:rPr>
              <a:t>Which choice aligns with what matters most?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filtering impulses through these questions, you bridge the gap between initial impulse and </a:t>
            </a:r>
            <a:r>
              <a:rPr lang="en-US" sz="1200" b="1" kern="1200" dirty="0">
                <a:solidFill>
                  <a:schemeClr val="tx1"/>
                </a:solidFill>
                <a:effectLst/>
                <a:latin typeface="+mn-lt"/>
                <a:ea typeface="+mn-ea"/>
                <a:cs typeface="+mn-cs"/>
              </a:rPr>
              <a:t>Aligned Action</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8</a:t>
            </a:fld>
            <a:endParaRPr lang="en-US"/>
          </a:p>
        </p:txBody>
      </p:sp>
    </p:spTree>
    <p:extLst>
      <p:ext uri="{BB962C8B-B14F-4D97-AF65-F5344CB8AC3E}">
        <p14:creationId xmlns:p14="http://schemas.microsoft.com/office/powerpoint/2010/main" val="706569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move to </a:t>
            </a:r>
            <a:r>
              <a:rPr lang="en-US" sz="1200" b="1" kern="1200" dirty="0">
                <a:solidFill>
                  <a:schemeClr val="tx1"/>
                </a:solidFill>
                <a:effectLst/>
                <a:latin typeface="+mn-lt"/>
                <a:ea typeface="+mn-ea"/>
                <a:cs typeface="+mn-cs"/>
              </a:rPr>
              <a:t>Phase 4: Continuous Alignment</a:t>
            </a:r>
            <a:r>
              <a:rPr lang="en-US" sz="1200" kern="1200" dirty="0">
                <a:solidFill>
                  <a:schemeClr val="tx1"/>
                </a:solidFill>
                <a:effectLst/>
                <a:latin typeface="+mn-lt"/>
                <a:ea typeface="+mn-ea"/>
                <a:cs typeface="+mn-cs"/>
              </a:rPr>
              <a:t>. A disciplined mind requires ongoing maintenance. You cannot think clearly when your head is full of mental noise. </a:t>
            </a:r>
          </a:p>
          <a:p>
            <a:r>
              <a:rPr lang="en-US" sz="1200" kern="1200" dirty="0">
                <a:solidFill>
                  <a:schemeClr val="tx1"/>
                </a:solidFill>
                <a:effectLst/>
                <a:latin typeface="+mn-lt"/>
                <a:ea typeface="+mn-ea"/>
                <a:cs typeface="+mn-cs"/>
              </a:rPr>
              <a:t>Writing brings structure to confusion; it makes the invisible visible. When thoughts stay inside your head, they overlap, loop endlessly, and trigger unnecessary anxiety. But when you put those thoughts onto paper, they stand alone. Paper strips away emotional exaggeration and exposes hidden biases and truths. </a:t>
            </a:r>
          </a:p>
          <a:p>
            <a:r>
              <a:rPr lang="en-US" sz="1200" kern="1200" dirty="0">
                <a:solidFill>
                  <a:schemeClr val="tx1"/>
                </a:solidFill>
                <a:effectLst/>
                <a:latin typeface="+mn-lt"/>
                <a:ea typeface="+mn-ea"/>
                <a:cs typeface="+mn-cs"/>
              </a:rPr>
              <a:t>Establish a </a:t>
            </a:r>
            <a:r>
              <a:rPr lang="en-US" sz="1200" b="1" kern="1200" dirty="0">
                <a:solidFill>
                  <a:schemeClr val="tx1"/>
                </a:solidFill>
                <a:effectLst/>
                <a:latin typeface="+mn-lt"/>
                <a:ea typeface="+mn-ea"/>
                <a:cs typeface="+mn-cs"/>
              </a:rPr>
              <a:t>Daily Mental Audit</a:t>
            </a:r>
            <a:r>
              <a:rPr lang="en-US" sz="1200" kern="1200" dirty="0">
                <a:solidFill>
                  <a:schemeClr val="tx1"/>
                </a:solidFill>
                <a:effectLst/>
                <a:latin typeface="+mn-lt"/>
                <a:ea typeface="+mn-ea"/>
                <a:cs typeface="+mn-cs"/>
              </a:rPr>
              <a:t>. Spend 5 to 10 minutes journaling at the start or end of your day. Externalizing your internal chaos transforms vague, overwhelming emotions into clear, manageable data points.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9</a:t>
            </a:fld>
            <a:endParaRPr lang="en-US"/>
          </a:p>
        </p:txBody>
      </p:sp>
    </p:spTree>
    <p:extLst>
      <p:ext uri="{BB962C8B-B14F-4D97-AF65-F5344CB8AC3E}">
        <p14:creationId xmlns:p14="http://schemas.microsoft.com/office/powerpoint/2010/main" val="4043114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Behind every internal thought is an underlying question. The quality of your questions dictates the quality of your life. </a:t>
            </a:r>
          </a:p>
          <a:p>
            <a:r>
              <a:rPr lang="en-US" sz="1200" kern="1200" dirty="0">
                <a:solidFill>
                  <a:schemeClr val="tx1"/>
                </a:solidFill>
                <a:effectLst/>
                <a:latin typeface="+mn-lt"/>
                <a:ea typeface="+mn-ea"/>
                <a:cs typeface="+mn-cs"/>
              </a:rPr>
              <a:t>Weak, reactive thinking relies on </a:t>
            </a:r>
            <a:r>
              <a:rPr lang="en-US" sz="1200" b="1" kern="1200" dirty="0">
                <a:solidFill>
                  <a:schemeClr val="tx1"/>
                </a:solidFill>
                <a:effectLst/>
                <a:latin typeface="+mn-lt"/>
                <a:ea typeface="+mn-ea"/>
                <a:cs typeface="+mn-cs"/>
              </a:rPr>
              <a:t>Victimhood Questions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'Why does this always happen to me?'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'Why are they being so difficult?'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These questions trap you in blame and helplessness. Strong thinkers ask </a:t>
            </a:r>
            <a:r>
              <a:rPr lang="en-US" sz="1200" b="1" kern="1200" dirty="0">
                <a:solidFill>
                  <a:schemeClr val="tx1"/>
                </a:solidFill>
                <a:effectLst/>
                <a:latin typeface="+mn-lt"/>
                <a:ea typeface="+mn-ea"/>
                <a:cs typeface="+mn-cs"/>
              </a:rPr>
              <a:t>Leadership Questions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'What is this moment teaching me right now?'</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'What is the next right step?'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Notice how leadership questions immediately shift your brain from emotional defensiveness to active problem-solving. You cannot control every external event, but you have total ownership over the questions you ask.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10</a:t>
            </a:fld>
            <a:endParaRPr lang="en-US"/>
          </a:p>
        </p:txBody>
      </p:sp>
    </p:spTree>
    <p:extLst>
      <p:ext uri="{BB962C8B-B14F-4D97-AF65-F5344CB8AC3E}">
        <p14:creationId xmlns:p14="http://schemas.microsoft.com/office/powerpoint/2010/main" val="3554161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Thoughts are not random, unstoppable events; they are seeds planted by where you choose to place your attention. </a:t>
            </a:r>
          </a:p>
          <a:p>
            <a:r>
              <a:rPr lang="en-US" sz="1200" kern="1200" dirty="0">
                <a:solidFill>
                  <a:schemeClr val="tx1"/>
                </a:solidFill>
                <a:effectLst/>
                <a:latin typeface="+mn-lt"/>
                <a:ea typeface="+mn-ea"/>
                <a:cs typeface="+mn-cs"/>
              </a:rPr>
              <a:t>Look at the ecosystem model on this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Roots:</a:t>
            </a:r>
            <a:r>
              <a:rPr lang="en-US" sz="1200" kern="1200" dirty="0">
                <a:solidFill>
                  <a:schemeClr val="tx1"/>
                </a:solidFill>
                <a:effectLst/>
                <a:latin typeface="+mn-lt"/>
                <a:ea typeface="+mn-ea"/>
                <a:cs typeface="+mn-cs"/>
              </a:rPr>
              <a:t> Mindful Observation—weed out negative, repetitive loops.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Soil:</a:t>
            </a:r>
            <a:r>
              <a:rPr lang="en-US" sz="1200" kern="1200" dirty="0">
                <a:solidFill>
                  <a:schemeClr val="tx1"/>
                </a:solidFill>
                <a:effectLst/>
                <a:latin typeface="+mn-lt"/>
                <a:ea typeface="+mn-ea"/>
                <a:cs typeface="+mn-cs"/>
              </a:rPr>
              <a:t> Your Daily Inputs &amp; Experiences—the environments you choose and media you consume.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Growth:</a:t>
            </a:r>
            <a:r>
              <a:rPr lang="en-US" sz="1200" kern="1200" dirty="0">
                <a:solidFill>
                  <a:schemeClr val="tx1"/>
                </a:solidFill>
                <a:effectLst/>
                <a:latin typeface="+mn-lt"/>
                <a:ea typeface="+mn-ea"/>
                <a:cs typeface="+mn-cs"/>
              </a:rPr>
              <a:t> Chosen Thoughts &amp; Intentional Action. </a:t>
            </a:r>
          </a:p>
          <a:p>
            <a:r>
              <a:rPr lang="en-US" sz="1200" kern="1200" dirty="0">
                <a:solidFill>
                  <a:schemeClr val="tx1"/>
                </a:solidFill>
                <a:effectLst/>
                <a:latin typeface="+mn-lt"/>
                <a:ea typeface="+mn-ea"/>
                <a:cs typeface="+mn-cs"/>
              </a:rPr>
              <a:t>By consciously selecting empowering thoughts every day, you physically rewire your neural pathways. You move away from the misconception that thoughts just 'happen' to you, recognizing that your inner world is yours to shape.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11</a:t>
            </a:fld>
            <a:endParaRPr lang="en-US"/>
          </a:p>
        </p:txBody>
      </p:sp>
    </p:spTree>
    <p:extLst>
      <p:ext uri="{BB962C8B-B14F-4D97-AF65-F5344CB8AC3E}">
        <p14:creationId xmlns:p14="http://schemas.microsoft.com/office/powerpoint/2010/main" val="1845866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None of these habits operate in isolation. They form </a:t>
            </a:r>
            <a:r>
              <a:rPr lang="en-US" sz="1200" b="1" kern="1200" dirty="0">
                <a:solidFill>
                  <a:schemeClr val="tx1"/>
                </a:solidFill>
                <a:effectLst/>
                <a:latin typeface="+mn-lt"/>
                <a:ea typeface="+mn-ea"/>
                <a:cs typeface="+mn-cs"/>
              </a:rPr>
              <a:t>The Critical Thinking Flywheel</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Regulate &amp; Filter</a:t>
            </a:r>
            <a:r>
              <a:rPr lang="en-US" sz="1200" kern="1200" dirty="0">
                <a:solidFill>
                  <a:schemeClr val="tx1"/>
                </a:solidFill>
                <a:effectLst/>
                <a:latin typeface="+mn-lt"/>
                <a:ea typeface="+mn-ea"/>
                <a:cs typeface="+mn-cs"/>
              </a:rPr>
              <a:t> your inputs. </a:t>
            </a:r>
          </a:p>
          <a:p>
            <a:pPr marL="228600" lvl="0" indent="-228600">
              <a:buFont typeface="+mj-lt"/>
              <a:buAutoNum type="arabicPeriod"/>
            </a:pPr>
            <a:r>
              <a:rPr lang="en-US" sz="1200" b="1" kern="1200" dirty="0">
                <a:solidFill>
                  <a:schemeClr val="tx1"/>
                </a:solidFill>
                <a:effectLst/>
                <a:latin typeface="+mn-lt"/>
                <a:ea typeface="+mn-ea"/>
                <a:cs typeface="+mn-cs"/>
              </a:rPr>
              <a:t>Pause &amp; Challenge</a:t>
            </a:r>
            <a:r>
              <a:rPr lang="en-US" sz="1200" kern="1200" dirty="0">
                <a:solidFill>
                  <a:schemeClr val="tx1"/>
                </a:solidFill>
                <a:effectLst/>
                <a:latin typeface="+mn-lt"/>
                <a:ea typeface="+mn-ea"/>
                <a:cs typeface="+mn-cs"/>
              </a:rPr>
              <a:t> your assumptions and processing. </a:t>
            </a:r>
          </a:p>
          <a:p>
            <a:pPr marL="228600" lvl="0" indent="-228600">
              <a:buFont typeface="+mj-lt"/>
              <a:buAutoNum type="arabicPeriod"/>
            </a:pPr>
            <a:r>
              <a:rPr lang="en-US" sz="1200" b="1" kern="1200" dirty="0">
                <a:solidFill>
                  <a:schemeClr val="tx1"/>
                </a:solidFill>
                <a:effectLst/>
                <a:latin typeface="+mn-lt"/>
                <a:ea typeface="+mn-ea"/>
                <a:cs typeface="+mn-cs"/>
              </a:rPr>
              <a:t>Deconstruct &amp; Act</a:t>
            </a:r>
            <a:r>
              <a:rPr lang="en-US" sz="1200" kern="1200" dirty="0">
                <a:solidFill>
                  <a:schemeClr val="tx1"/>
                </a:solidFill>
                <a:effectLst/>
                <a:latin typeface="+mn-lt"/>
                <a:ea typeface="+mn-ea"/>
                <a:cs typeface="+mn-cs"/>
              </a:rPr>
              <a:t> on your decisions. </a:t>
            </a:r>
          </a:p>
          <a:p>
            <a:pPr marL="228600" lvl="0" indent="-228600">
              <a:buFont typeface="+mj-lt"/>
              <a:buAutoNum type="arabicPeriod"/>
            </a:pPr>
            <a:r>
              <a:rPr lang="en-US" sz="1200" b="1" kern="1200" dirty="0">
                <a:solidFill>
                  <a:schemeClr val="tx1"/>
                </a:solidFill>
                <a:effectLst/>
                <a:latin typeface="+mn-lt"/>
                <a:ea typeface="+mn-ea"/>
                <a:cs typeface="+mn-cs"/>
              </a:rPr>
              <a:t>Audit &amp; Write</a:t>
            </a:r>
            <a:r>
              <a:rPr lang="en-US" sz="1200" kern="1200" dirty="0">
                <a:solidFill>
                  <a:schemeClr val="tx1"/>
                </a:solidFill>
                <a:effectLst/>
                <a:latin typeface="+mn-lt"/>
                <a:ea typeface="+mn-ea"/>
                <a:cs typeface="+mn-cs"/>
              </a:rPr>
              <a:t> to reflect and refine. </a:t>
            </a:r>
          </a:p>
          <a:p>
            <a:r>
              <a:rPr lang="en-US" sz="1200" kern="1200" dirty="0">
                <a:solidFill>
                  <a:schemeClr val="tx1"/>
                </a:solidFill>
                <a:effectLst/>
                <a:latin typeface="+mn-lt"/>
                <a:ea typeface="+mn-ea"/>
                <a:cs typeface="+mn-cs"/>
              </a:rPr>
              <a:t>As you reflect through writing, your inputs become cleaner. As your inputs improve, your processing becomes faster and calmer. As your processing sharpens, your execution becomes more effective. This creates a continuous feedback loop for cognitive growth.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12</a:t>
            </a:fld>
            <a:endParaRPr lang="en-US"/>
          </a:p>
        </p:txBody>
      </p:sp>
    </p:spTree>
    <p:extLst>
      <p:ext uri="{BB962C8B-B14F-4D97-AF65-F5344CB8AC3E}">
        <p14:creationId xmlns:p14="http://schemas.microsoft.com/office/powerpoint/2010/main" val="3922188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framework summarizes our roadmap into </a:t>
            </a:r>
            <a:r>
              <a:rPr lang="en-US" sz="1200" b="1" kern="1200" dirty="0">
                <a:solidFill>
                  <a:schemeClr val="tx1"/>
                </a:solidFill>
                <a:effectLst/>
                <a:latin typeface="+mn-lt"/>
                <a:ea typeface="+mn-ea"/>
                <a:cs typeface="+mn-cs"/>
              </a:rPr>
              <a:t>6 Practical Pillars</a:t>
            </a:r>
            <a:r>
              <a:rPr lang="en-US" sz="1200" kern="1200" dirty="0">
                <a:solidFill>
                  <a:schemeClr val="tx1"/>
                </a:solidFill>
                <a:effectLst/>
                <a:latin typeface="+mn-lt"/>
                <a:ea typeface="+mn-ea"/>
                <a:cs typeface="+mn-cs"/>
              </a:rPr>
              <a:t> divided into Foundations and Decision Frameworks: </a:t>
            </a:r>
          </a:p>
          <a:p>
            <a:r>
              <a:rPr lang="en-US" sz="1200" b="1" kern="1200" dirty="0">
                <a:solidFill>
                  <a:schemeClr val="tx1"/>
                </a:solidFill>
                <a:effectLst/>
                <a:latin typeface="+mn-lt"/>
                <a:ea typeface="+mn-ea"/>
                <a:cs typeface="+mn-cs"/>
              </a:rPr>
              <a:t>Foundations of Daily Clarity:</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i="1" kern="1200" dirty="0">
                <a:solidFill>
                  <a:schemeClr val="tx1"/>
                </a:solidFill>
                <a:effectLst/>
                <a:latin typeface="+mn-lt"/>
                <a:ea typeface="+mn-ea"/>
                <a:cs typeface="+mn-cs"/>
              </a:rPr>
              <a:t>Ask Better Daily Questions:</a:t>
            </a:r>
            <a:r>
              <a:rPr lang="en-US" sz="1200" kern="1200" dirty="0">
                <a:solidFill>
                  <a:schemeClr val="tx1"/>
                </a:solidFill>
                <a:effectLst/>
                <a:latin typeface="+mn-lt"/>
                <a:ea typeface="+mn-ea"/>
                <a:cs typeface="+mn-cs"/>
              </a:rPr>
              <a:t> Shift from 'Why me?' to 'What can I learn?' </a:t>
            </a:r>
          </a:p>
          <a:p>
            <a:pPr marL="228600" lvl="0" indent="-228600">
              <a:buFont typeface="+mj-lt"/>
              <a:buAutoNum type="arabicPeriod"/>
            </a:pPr>
            <a:r>
              <a:rPr lang="en-US" sz="1200" i="1" kern="1200" dirty="0">
                <a:solidFill>
                  <a:schemeClr val="tx1"/>
                </a:solidFill>
                <a:effectLst/>
                <a:latin typeface="+mn-lt"/>
                <a:ea typeface="+mn-ea"/>
                <a:cs typeface="+mn-cs"/>
              </a:rPr>
              <a:t>Remove Mental Noise:</a:t>
            </a:r>
            <a:r>
              <a:rPr lang="en-US" sz="1200" kern="1200" dirty="0">
                <a:solidFill>
                  <a:schemeClr val="tx1"/>
                </a:solidFill>
                <a:effectLst/>
                <a:latin typeface="+mn-lt"/>
                <a:ea typeface="+mn-ea"/>
                <a:cs typeface="+mn-cs"/>
              </a:rPr>
              <a:t> Practice single-tasking to eliminate switch-task fatigue. </a:t>
            </a:r>
          </a:p>
          <a:p>
            <a:pPr marL="228600" lvl="0" indent="-228600">
              <a:buFont typeface="+mj-lt"/>
              <a:buAutoNum type="arabicPeriod"/>
            </a:pPr>
            <a:r>
              <a:rPr lang="en-US" sz="1200" i="1" kern="1200" dirty="0">
                <a:solidFill>
                  <a:schemeClr val="tx1"/>
                </a:solidFill>
                <a:effectLst/>
                <a:latin typeface="+mn-lt"/>
                <a:ea typeface="+mn-ea"/>
                <a:cs typeface="+mn-cs"/>
              </a:rPr>
              <a:t>Writing as a Mirror:</a:t>
            </a:r>
            <a:r>
              <a:rPr lang="en-US" sz="1200" kern="1200" dirty="0">
                <a:solidFill>
                  <a:schemeClr val="tx1"/>
                </a:solidFill>
                <a:effectLst/>
                <a:latin typeface="+mn-lt"/>
                <a:ea typeface="+mn-ea"/>
                <a:cs typeface="+mn-cs"/>
              </a:rPr>
              <a:t> Externalize chaos onto paper. </a:t>
            </a:r>
          </a:p>
          <a:p>
            <a:r>
              <a:rPr lang="en-US" sz="1200" b="1" kern="1200" dirty="0">
                <a:solidFill>
                  <a:schemeClr val="tx1"/>
                </a:solidFill>
                <a:effectLst/>
                <a:latin typeface="+mn-lt"/>
                <a:ea typeface="+mn-ea"/>
                <a:cs typeface="+mn-cs"/>
              </a:rPr>
              <a:t>Strategic Decision Frameworks:</a:t>
            </a:r>
            <a:r>
              <a:rPr lang="en-US" sz="1200" kern="1200" dirty="0">
                <a:solidFill>
                  <a:schemeClr val="tx1"/>
                </a:solidFill>
                <a:effectLst/>
                <a:latin typeface="+mn-lt"/>
                <a:ea typeface="+mn-ea"/>
                <a:cs typeface="+mn-cs"/>
              </a:rPr>
              <a:t> </a:t>
            </a:r>
          </a:p>
          <a:p>
            <a:pPr marL="0" indent="0">
              <a:buFont typeface="+mj-lt"/>
              <a:buNone/>
            </a:pPr>
            <a:r>
              <a:rPr lang="en-US" sz="1200" kern="1200" dirty="0">
                <a:solidFill>
                  <a:schemeClr val="tx1"/>
                </a:solidFill>
                <a:effectLst/>
                <a:latin typeface="+mn-lt"/>
                <a:ea typeface="+mn-ea"/>
                <a:cs typeface="+mn-cs"/>
              </a:rPr>
              <a:t>4. </a:t>
            </a:r>
            <a:r>
              <a:rPr lang="en-US" sz="1200" i="1" kern="1200" dirty="0">
                <a:solidFill>
                  <a:schemeClr val="tx1"/>
                </a:solidFill>
                <a:effectLst/>
                <a:latin typeface="+mn-lt"/>
                <a:ea typeface="+mn-ea"/>
                <a:cs typeface="+mn-cs"/>
              </a:rPr>
              <a:t>Slow Down Your Reactions:</a:t>
            </a:r>
            <a:r>
              <a:rPr lang="en-US" sz="1200" kern="1200" dirty="0">
                <a:solidFill>
                  <a:schemeClr val="tx1"/>
                </a:solidFill>
                <a:effectLst/>
                <a:latin typeface="+mn-lt"/>
                <a:ea typeface="+mn-ea"/>
                <a:cs typeface="+mn-cs"/>
              </a:rPr>
              <a:t> Protect the space between stimulus and response. </a:t>
            </a:r>
          </a:p>
          <a:p>
            <a:pPr marL="0" indent="0">
              <a:buFont typeface="+mj-lt"/>
              <a:buNone/>
            </a:pPr>
            <a:r>
              <a:rPr lang="en-US" sz="1200" kern="1200" dirty="0">
                <a:solidFill>
                  <a:schemeClr val="tx1"/>
                </a:solidFill>
                <a:effectLst/>
                <a:latin typeface="+mn-lt"/>
                <a:ea typeface="+mn-ea"/>
                <a:cs typeface="+mn-cs"/>
              </a:rPr>
              <a:t>5. </a:t>
            </a:r>
            <a:r>
              <a:rPr lang="en-US" sz="1200" i="1" kern="1200" dirty="0">
                <a:solidFill>
                  <a:schemeClr val="tx1"/>
                </a:solidFill>
                <a:effectLst/>
                <a:latin typeface="+mn-lt"/>
                <a:ea typeface="+mn-ea"/>
                <a:cs typeface="+mn-cs"/>
              </a:rPr>
              <a:t>Demand Proof Over Promises:</a:t>
            </a:r>
            <a:r>
              <a:rPr lang="en-US" sz="1200" kern="1200" dirty="0">
                <a:solidFill>
                  <a:schemeClr val="tx1"/>
                </a:solidFill>
                <a:effectLst/>
                <a:latin typeface="+mn-lt"/>
                <a:ea typeface="+mn-ea"/>
                <a:cs typeface="+mn-cs"/>
              </a:rPr>
              <a:t> Test ideas against real-world data. </a:t>
            </a:r>
          </a:p>
          <a:p>
            <a:pPr marL="0" indent="0">
              <a:buFont typeface="+mj-lt"/>
              <a:buNone/>
            </a:pPr>
            <a:r>
              <a:rPr lang="en-US" sz="1200" kern="1200" dirty="0">
                <a:solidFill>
                  <a:schemeClr val="tx1"/>
                </a:solidFill>
                <a:effectLst/>
                <a:latin typeface="+mn-lt"/>
                <a:ea typeface="+mn-ea"/>
                <a:cs typeface="+mn-cs"/>
              </a:rPr>
              <a:t>6. </a:t>
            </a:r>
            <a:r>
              <a:rPr lang="en-US" sz="1200" i="1" kern="1200" dirty="0">
                <a:solidFill>
                  <a:schemeClr val="tx1"/>
                </a:solidFill>
                <a:effectLst/>
                <a:latin typeface="+mn-lt"/>
                <a:ea typeface="+mn-ea"/>
                <a:cs typeface="+mn-cs"/>
              </a:rPr>
              <a:t>Measure Risk vs. Reward:</a:t>
            </a:r>
            <a:r>
              <a:rPr lang="en-US" sz="1200" kern="1200" dirty="0">
                <a:solidFill>
                  <a:schemeClr val="tx1"/>
                </a:solidFill>
                <a:effectLst/>
                <a:latin typeface="+mn-lt"/>
                <a:ea typeface="+mn-ea"/>
                <a:cs typeface="+mn-cs"/>
              </a:rPr>
              <a:t> Explicitly list potential downside versus upside. </a:t>
            </a:r>
          </a:p>
          <a:p>
            <a:r>
              <a:rPr lang="en-US" sz="1200" kern="1200" dirty="0">
                <a:solidFill>
                  <a:schemeClr val="tx1"/>
                </a:solidFill>
                <a:effectLst/>
                <a:latin typeface="+mn-lt"/>
                <a:ea typeface="+mn-ea"/>
                <a:cs typeface="+mn-cs"/>
              </a:rPr>
              <a:t>Contrast weak thinking with strong thinking: Weak thinking relies on vague questions, rigid beliefs, and immediate emotional reactions. Strong thinking uses productive questions, tested beliefs, and deliberate pauses.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13</a:t>
            </a:fld>
            <a:endParaRPr lang="en-US"/>
          </a:p>
        </p:txBody>
      </p:sp>
    </p:spTree>
    <p:extLst>
      <p:ext uri="{BB962C8B-B14F-4D97-AF65-F5344CB8AC3E}">
        <p14:creationId xmlns:p14="http://schemas.microsoft.com/office/powerpoint/2010/main" val="4134461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gives us </a:t>
            </a:r>
            <a:r>
              <a:rPr lang="en-US" sz="1200" b="1" kern="1200" dirty="0">
                <a:solidFill>
                  <a:schemeClr val="tx1"/>
                </a:solidFill>
                <a:effectLst/>
                <a:latin typeface="+mn-lt"/>
                <a:ea typeface="+mn-ea"/>
                <a:cs typeface="+mn-cs"/>
              </a:rPr>
              <a:t>The Critical Thinker’s Blueprint</a:t>
            </a:r>
            <a:r>
              <a:rPr lang="en-US" sz="1200" kern="1200" dirty="0">
                <a:solidFill>
                  <a:schemeClr val="tx1"/>
                </a:solidFill>
                <a:effectLst/>
                <a:latin typeface="+mn-lt"/>
                <a:ea typeface="+mn-ea"/>
                <a:cs typeface="+mn-cs"/>
              </a:rPr>
              <a:t>. Let's compare passive mental habits with critical mental habits across key areas: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Daily Focus:</a:t>
            </a:r>
            <a:r>
              <a:rPr lang="en-US" sz="1200" kern="1200" dirty="0">
                <a:solidFill>
                  <a:schemeClr val="tx1"/>
                </a:solidFill>
                <a:effectLst/>
                <a:latin typeface="+mn-lt"/>
                <a:ea typeface="+mn-ea"/>
                <a:cs typeface="+mn-cs"/>
              </a:rPr>
              <a:t> Passive minds operate in reactive overwhelm; critical minds are intentional and step-based.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Disagreement:</a:t>
            </a:r>
            <a:r>
              <a:rPr lang="en-US" sz="1200" kern="1200" dirty="0">
                <a:solidFill>
                  <a:schemeClr val="tx1"/>
                </a:solidFill>
                <a:effectLst/>
                <a:latin typeface="+mn-lt"/>
                <a:ea typeface="+mn-ea"/>
                <a:cs typeface="+mn-cs"/>
              </a:rPr>
              <a:t> Passive minds become defensive and demand certainty; critical minds remain curious, seeking opposite views to disrupt bias.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Failure:</a:t>
            </a:r>
            <a:r>
              <a:rPr lang="en-US" sz="1200" kern="1200" dirty="0">
                <a:solidFill>
                  <a:schemeClr val="tx1"/>
                </a:solidFill>
                <a:effectLst/>
                <a:latin typeface="+mn-lt"/>
                <a:ea typeface="+mn-ea"/>
                <a:cs typeface="+mn-cs"/>
              </a:rPr>
              <a:t> Passive minds view failure as proof of personal limits; critical minds treat failure as feedback for iterative improvement. </a:t>
            </a:r>
          </a:p>
          <a:p>
            <a:r>
              <a:rPr lang="en-US" sz="1200" kern="1200" dirty="0">
                <a:solidFill>
                  <a:schemeClr val="tx1"/>
                </a:solidFill>
                <a:effectLst/>
                <a:latin typeface="+mn-lt"/>
                <a:ea typeface="+mn-ea"/>
                <a:cs typeface="+mn-cs"/>
              </a:rPr>
              <a:t>Ground your daily routine in these four disciplines: Ask learning questions, remove mental noise, externalize thoughts in writing, and leverage the strategic pause.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14</a:t>
            </a:fld>
            <a:endParaRPr lang="en-US"/>
          </a:p>
        </p:txBody>
      </p:sp>
    </p:spTree>
    <p:extLst>
      <p:ext uri="{BB962C8B-B14F-4D97-AF65-F5344CB8AC3E}">
        <p14:creationId xmlns:p14="http://schemas.microsoft.com/office/powerpoint/2010/main" val="2629768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 me share a quick operational checklist you can apply whenever you encounter new information: </a:t>
            </a:r>
          </a:p>
          <a:p>
            <a:pPr marL="228600" lvl="0" indent="-228600">
              <a:buFont typeface="+mj-lt"/>
              <a:buAutoNum type="arabicPeriod"/>
            </a:pPr>
            <a:r>
              <a:rPr lang="en-US" sz="1200" b="1" kern="1200" dirty="0">
                <a:solidFill>
                  <a:schemeClr val="tx1"/>
                </a:solidFill>
                <a:effectLst/>
                <a:latin typeface="+mn-lt"/>
                <a:ea typeface="+mn-ea"/>
                <a:cs typeface="+mn-cs"/>
              </a:rPr>
              <a:t>Source Audit:</a:t>
            </a:r>
            <a:r>
              <a:rPr lang="en-US" sz="1200" kern="1200" dirty="0">
                <a:solidFill>
                  <a:schemeClr val="tx1"/>
                </a:solidFill>
                <a:effectLst/>
                <a:latin typeface="+mn-lt"/>
                <a:ea typeface="+mn-ea"/>
                <a:cs typeface="+mn-cs"/>
              </a:rPr>
              <a:t> Is this coming from an incentive-driven source, or is there objective data behind it? </a:t>
            </a:r>
          </a:p>
          <a:p>
            <a:pPr marL="228600" lvl="0" indent="-228600">
              <a:buFont typeface="+mj-lt"/>
              <a:buAutoNum type="arabicPeriod"/>
            </a:pPr>
            <a:r>
              <a:rPr lang="en-US" sz="1200" b="1" kern="1200" dirty="0">
                <a:solidFill>
                  <a:schemeClr val="tx1"/>
                </a:solidFill>
                <a:effectLst/>
                <a:latin typeface="+mn-lt"/>
                <a:ea typeface="+mn-ea"/>
                <a:cs typeface="+mn-cs"/>
              </a:rPr>
              <a:t>Falsifiability Check:</a:t>
            </a:r>
            <a:r>
              <a:rPr lang="en-US" sz="1200" kern="1200" dirty="0">
                <a:solidFill>
                  <a:schemeClr val="tx1"/>
                </a:solidFill>
                <a:effectLst/>
                <a:latin typeface="+mn-lt"/>
                <a:ea typeface="+mn-ea"/>
                <a:cs typeface="+mn-cs"/>
              </a:rPr>
              <a:t> What evidence would prove this claim wrong? If nothing can prove it wrong, it’s an ideology, not a fact. </a:t>
            </a:r>
          </a:p>
          <a:p>
            <a:pPr marL="228600" lvl="0" indent="-228600">
              <a:buFont typeface="+mj-lt"/>
              <a:buAutoNum type="arabicPeriod"/>
            </a:pPr>
            <a:r>
              <a:rPr lang="en-US" sz="1200" b="1" kern="1200" dirty="0">
                <a:solidFill>
                  <a:schemeClr val="tx1"/>
                </a:solidFill>
                <a:effectLst/>
                <a:latin typeface="+mn-lt"/>
                <a:ea typeface="+mn-ea"/>
                <a:cs typeface="+mn-cs"/>
              </a:rPr>
              <a:t>The 24-Hour Cooling Period:</a:t>
            </a:r>
            <a:r>
              <a:rPr lang="en-US" sz="1200" kern="1200" dirty="0">
                <a:solidFill>
                  <a:schemeClr val="tx1"/>
                </a:solidFill>
                <a:effectLst/>
                <a:latin typeface="+mn-lt"/>
                <a:ea typeface="+mn-ea"/>
                <a:cs typeface="+mn-cs"/>
              </a:rPr>
              <a:t> For high-stakes decisions or emotionally charged news, enforce a mandatory 24-hour pause before taking action. </a:t>
            </a:r>
          </a:p>
          <a:p>
            <a:r>
              <a:rPr lang="en-US" sz="1200" kern="1200" dirty="0">
                <a:solidFill>
                  <a:schemeClr val="tx1"/>
                </a:solidFill>
                <a:effectLst/>
                <a:latin typeface="+mn-lt"/>
                <a:ea typeface="+mn-ea"/>
                <a:cs typeface="+mn-cs"/>
              </a:rPr>
              <a:t>Protecting your morning hours from digital input preserves your cognitive energy for high-value processing. </a:t>
            </a:r>
          </a:p>
          <a:p>
            <a:endParaRPr lang="en-US" dirty="0"/>
          </a:p>
        </p:txBody>
      </p:sp>
      <p:sp>
        <p:nvSpPr>
          <p:cNvPr id="4" name="Slide Number Placeholder 3"/>
          <p:cNvSpPr>
            <a:spLocks noGrp="1"/>
          </p:cNvSpPr>
          <p:nvPr>
            <p:ph type="sldNum" sz="quarter" idx="5"/>
          </p:nvPr>
        </p:nvSpPr>
        <p:spPr/>
        <p:txBody>
          <a:bodyPr/>
          <a:lstStyle/>
          <a:p>
            <a:fld id="{AEEF6A7C-730B-4372-B806-2BABB093B48F}" type="slidenum">
              <a:rPr lang="en-US" smtClean="0"/>
              <a:t>15</a:t>
            </a:fld>
            <a:endParaRPr lang="en-US"/>
          </a:p>
        </p:txBody>
      </p:sp>
    </p:spTree>
    <p:extLst>
      <p:ext uri="{BB962C8B-B14F-4D97-AF65-F5344CB8AC3E}">
        <p14:creationId xmlns:p14="http://schemas.microsoft.com/office/powerpoint/2010/main" val="3613863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walk-through of Slides 1 through 16, let’s summarize your daily action plan: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Morning:</a:t>
            </a:r>
            <a:r>
              <a:rPr lang="en-US" sz="1200" kern="1200" dirty="0">
                <a:solidFill>
                  <a:schemeClr val="tx1"/>
                </a:solidFill>
                <a:effectLst/>
                <a:latin typeface="+mn-lt"/>
                <a:ea typeface="+mn-ea"/>
                <a:cs typeface="+mn-cs"/>
              </a:rPr>
              <a:t> Protect your inner space. Ask one high-leverage question: </a:t>
            </a:r>
            <a:r>
              <a:rPr lang="en-US" sz="1200" i="1" kern="1200" dirty="0">
                <a:solidFill>
                  <a:schemeClr val="tx1"/>
                </a:solidFill>
                <a:effectLst/>
                <a:latin typeface="+mn-lt"/>
                <a:ea typeface="+mn-ea"/>
                <a:cs typeface="+mn-cs"/>
              </a:rPr>
              <a:t>'What is the most important task today?'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Midday:</a:t>
            </a:r>
            <a:r>
              <a:rPr lang="en-US" sz="1200" kern="1200" dirty="0">
                <a:solidFill>
                  <a:schemeClr val="tx1"/>
                </a:solidFill>
                <a:effectLst/>
                <a:latin typeface="+mn-lt"/>
                <a:ea typeface="+mn-ea"/>
                <a:cs typeface="+mn-cs"/>
              </a:rPr>
              <a:t> Use the strategic pause. When friction arises, ask: </a:t>
            </a:r>
            <a:r>
              <a:rPr lang="en-US" sz="1200" i="1" kern="1200" dirty="0">
                <a:solidFill>
                  <a:schemeClr val="tx1"/>
                </a:solidFill>
                <a:effectLst/>
                <a:latin typeface="+mn-lt"/>
                <a:ea typeface="+mn-ea"/>
                <a:cs typeface="+mn-cs"/>
              </a:rPr>
              <a:t>'Can you explain the reasoning behind this?'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Evening:</a:t>
            </a:r>
            <a:r>
              <a:rPr lang="en-US" sz="1200" kern="1200" dirty="0">
                <a:solidFill>
                  <a:schemeClr val="tx1"/>
                </a:solidFill>
                <a:effectLst/>
                <a:latin typeface="+mn-lt"/>
                <a:ea typeface="+mn-ea"/>
                <a:cs typeface="+mn-cs"/>
              </a:rPr>
              <a:t> Audit your mind. Spend 5 minutes writing down lingering thoughts to clear mental clutter. </a:t>
            </a:r>
          </a:p>
          <a:p>
            <a:r>
              <a:rPr lang="en-US" sz="1200" kern="1200" dirty="0">
                <a:solidFill>
                  <a:schemeClr val="tx1"/>
                </a:solidFill>
                <a:effectLst/>
                <a:latin typeface="+mn-lt"/>
                <a:ea typeface="+mn-ea"/>
                <a:cs typeface="+mn-cs"/>
              </a:rPr>
              <a:t>You are the architect of your own reality. Master your inputs, calibrate your processing, execute with intention, and audit regularly. Thank you. </a:t>
            </a:r>
          </a:p>
          <a:p>
            <a:endParaRPr lang="en-US" dirty="0"/>
          </a:p>
          <a:p>
            <a:endParaRPr lang="en-US" dirty="0"/>
          </a:p>
          <a:p>
            <a:endParaRPr lang="en-US" dirty="0"/>
          </a:p>
          <a:p>
            <a:endParaRPr lang="en-US" dirty="0"/>
          </a:p>
          <a:p>
            <a:r>
              <a:rPr lang="en-US" b="1" dirty="0"/>
              <a:t>Improving Your Critical Thinking Skills | Think Smarter &amp; Make Better Decisions (Audiobook)</a:t>
            </a:r>
          </a:p>
          <a:p>
            <a:r>
              <a:rPr lang="en-US" dirty="0"/>
              <a:t>https://www.youtube.com/watch?v=vKPvsr64U2w</a:t>
            </a:r>
          </a:p>
          <a:p>
            <a:endParaRPr lang="en-US" dirty="0"/>
          </a:p>
        </p:txBody>
      </p:sp>
      <p:sp>
        <p:nvSpPr>
          <p:cNvPr id="4" name="Slide Number Placeholder 3"/>
          <p:cNvSpPr>
            <a:spLocks noGrp="1"/>
          </p:cNvSpPr>
          <p:nvPr>
            <p:ph type="sldNum" sz="quarter" idx="5"/>
          </p:nvPr>
        </p:nvSpPr>
        <p:spPr/>
        <p:txBody>
          <a:bodyPr/>
          <a:lstStyle/>
          <a:p>
            <a:fld id="{D5D8EBD0-B5B9-4FA3-AC49-88ECE0DC20EC}" type="slidenum">
              <a:rPr lang="en-US" smtClean="0"/>
              <a:t>16</a:t>
            </a:fld>
            <a:endParaRPr lang="en-US"/>
          </a:p>
        </p:txBody>
      </p:sp>
    </p:spTree>
    <p:extLst>
      <p:ext uri="{BB962C8B-B14F-4D97-AF65-F5344CB8AC3E}">
        <p14:creationId xmlns:p14="http://schemas.microsoft.com/office/powerpoint/2010/main" val="1357235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8304D3-107D-7CA5-DF93-96892AB525A5}"/>
              </a:ext>
            </a:extLst>
          </p:cNvPr>
          <p:cNvSpPr>
            <a:spLocks noGrp="1"/>
          </p:cNvSpPr>
          <p:nvPr>
            <p:ph type="dt" sz="half" idx="10"/>
          </p:nvPr>
        </p:nvSpPr>
        <p:spPr/>
        <p:txBody>
          <a:bodyPr/>
          <a:lstStyle/>
          <a:p>
            <a:fld id="{212D0C5E-6866-4499-8951-5D20E6687DC9}" type="datetimeFigureOut">
              <a:rPr lang="en-US" smtClean="0"/>
              <a:t>10/21/2026</a:t>
            </a:fld>
            <a:endParaRPr lang="en-US"/>
          </a:p>
        </p:txBody>
      </p:sp>
      <p:sp>
        <p:nvSpPr>
          <p:cNvPr id="3" name="Footer Placeholder 2">
            <a:extLst>
              <a:ext uri="{FF2B5EF4-FFF2-40B4-BE49-F238E27FC236}">
                <a16:creationId xmlns:a16="http://schemas.microsoft.com/office/drawing/2014/main" id="{C1712C45-68BA-089F-1AD7-11B9E6E80B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E5D239-C124-736F-B386-1FBB2100B2E8}"/>
              </a:ext>
            </a:extLst>
          </p:cNvPr>
          <p:cNvSpPr>
            <a:spLocks noGrp="1"/>
          </p:cNvSpPr>
          <p:nvPr>
            <p:ph type="sldNum" sz="quarter" idx="12"/>
          </p:nvPr>
        </p:nvSpPr>
        <p:spPr/>
        <p:txBody>
          <a:bodyPr/>
          <a:lstStyle/>
          <a:p>
            <a:fld id="{177C9638-7457-4B87-AABB-3A3A039BAFE4}" type="slidenum">
              <a:rPr lang="en-US" smtClean="0"/>
              <a:t>‹#›</a:t>
            </a:fld>
            <a:endParaRPr lang="en-US"/>
          </a:p>
        </p:txBody>
      </p:sp>
    </p:spTree>
    <p:extLst>
      <p:ext uri="{BB962C8B-B14F-4D97-AF65-F5344CB8AC3E}">
        <p14:creationId xmlns:p14="http://schemas.microsoft.com/office/powerpoint/2010/main" val="304285527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0DE536-62C1-04B1-66D5-4FA5D14743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E12E7C-C010-7CE7-8212-A8D1544663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F0238A-FAB0-2220-CDAC-BA4E200484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2D0C5E-6866-4499-8951-5D20E6687DC9}" type="datetimeFigureOut">
              <a:rPr lang="en-US" smtClean="0"/>
              <a:t>10/21/2026</a:t>
            </a:fld>
            <a:endParaRPr lang="en-US"/>
          </a:p>
        </p:txBody>
      </p:sp>
      <p:sp>
        <p:nvSpPr>
          <p:cNvPr id="5" name="Footer Placeholder 4">
            <a:extLst>
              <a:ext uri="{FF2B5EF4-FFF2-40B4-BE49-F238E27FC236}">
                <a16:creationId xmlns:a16="http://schemas.microsoft.com/office/drawing/2014/main" id="{25F316B6-B040-E212-59E6-A54F191711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0312A7-8AE2-F07F-8360-81F06214C4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7C9638-7457-4B87-AABB-3A3A039BAFE4}" type="slidenum">
              <a:rPr lang="en-US" smtClean="0"/>
              <a:t>‹#›</a:t>
            </a:fld>
            <a:endParaRPr lang="en-US"/>
          </a:p>
        </p:txBody>
      </p:sp>
    </p:spTree>
    <p:extLst>
      <p:ext uri="{BB962C8B-B14F-4D97-AF65-F5344CB8AC3E}">
        <p14:creationId xmlns:p14="http://schemas.microsoft.com/office/powerpoint/2010/main" val="336021036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CFF94D-FCCF-A26E-1C2C-CA6DA49E4F1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BC5FF0-0417-3695-016D-32A0DCAE71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AC18BE-2048-8BF8-7F7B-FAE0C92671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5D320B-11FE-50BA-CC06-575522DE5D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8CE64B-45C0-AB25-C60C-EFF8D77777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1F6426-CA04-91BE-6C2C-089874A39D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31CEC7-0FD0-5BE1-2A74-66C3F33A53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0CA890-2C67-1ED3-A638-47D8242898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179FAA-FABB-A455-0D25-A334D559EE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4DF954-5003-6210-1739-DA8E8504E42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7F722F-A566-714F-87F0-B0BF39ACC6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CA7B6D-31D5-BE09-BCB2-0EFF388CEDA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22E68A-FC9C-1522-9294-08EDC6FE55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914AD2-7FAC-4EAA-1BAD-DA660E9B24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BC4660-FADF-9492-F432-C0B668A65B5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38CB10-8592-3C3D-A44C-9781765ABA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477814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3612CA-76E0-D40C-7249-A0022592392C}"/>
              </a:ext>
            </a:extLst>
          </p:cNvPr>
          <p:cNvPicPr>
            <a:picLocks noChangeAspect="1"/>
          </p:cNvPicPr>
          <p:nvPr/>
        </p:nvPicPr>
        <p:blipFill>
          <a:blip r:embed="rId2"/>
          <a:stretch>
            <a:fillRect/>
          </a:stretch>
        </p:blipFill>
        <p:spPr>
          <a:xfrm>
            <a:off x="0" y="28575"/>
            <a:ext cx="12192000" cy="6800850"/>
          </a:xfrm>
          <a:prstGeom prst="rect">
            <a:avLst/>
          </a:prstGeom>
        </p:spPr>
      </p:pic>
    </p:spTree>
    <p:extLst>
      <p:ext uri="{BB962C8B-B14F-4D97-AF65-F5344CB8AC3E}">
        <p14:creationId xmlns:p14="http://schemas.microsoft.com/office/powerpoint/2010/main" val="512436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2211</Words>
  <Application>Microsoft Office PowerPoint</Application>
  <PresentationFormat>寬螢幕</PresentationFormat>
  <Paragraphs>124</Paragraphs>
  <Slides>17</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17</vt:i4>
      </vt:variant>
    </vt:vector>
  </HeadingPairs>
  <TitlesOfParts>
    <vt:vector size="21"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2026-09-25T11:34:49Z</dcterms:created>
  <dcterms:modified xsi:type="dcterms:W3CDTF">2026-10-21T02:52:03Z</dcterms:modified>
</cp:coreProperties>
</file>