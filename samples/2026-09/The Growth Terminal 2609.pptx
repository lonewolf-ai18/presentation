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627CD8-2E9B-4820-ACC6-072FFF477E0B}" v="20" dt="2026-09-06T09:45:54.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18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06T14:56:15.958" v="87" actId="166"/>
      <pc:docMkLst>
        <pc:docMk/>
      </pc:docMkLst>
      <pc:sldChg chg="addSp delSp modSp mod modAnim modNotesTx">
        <pc:chgData name="Lai, Wilson" userId="2840974a-0d84-4886-90a9-9a3ed79f3a48" providerId="ADAL" clId="{9F23B798-9E84-4552-BA63-E776E805C424}" dt="2026-09-06T14:56:15.958" v="87" actId="166"/>
        <pc:sldMkLst>
          <pc:docMk/>
          <pc:sldMk cId="0" sldId="257"/>
        </pc:sldMkLst>
        <pc:spChg chg="add mod">
          <ac:chgData name="Lai, Wilson" userId="2840974a-0d84-4886-90a9-9a3ed79f3a48" providerId="ADAL" clId="{9F23B798-9E84-4552-BA63-E776E805C424}" dt="2026-09-06T09:07:41.058" v="12" actId="20577"/>
          <ac:spMkLst>
            <pc:docMk/>
            <pc:sldMk cId="0" sldId="257"/>
            <ac:spMk id="5" creationId="{9C889EC4-4B16-C618-01DE-20E5E3527865}"/>
          </ac:spMkLst>
        </pc:spChg>
        <pc:grpChg chg="add mod">
          <ac:chgData name="Lai, Wilson" userId="2840974a-0d84-4886-90a9-9a3ed79f3a48" providerId="ADAL" clId="{9F23B798-9E84-4552-BA63-E776E805C424}" dt="2026-09-06T09:46:12.491" v="53" actId="1076"/>
          <ac:grpSpMkLst>
            <pc:docMk/>
            <pc:sldMk cId="0" sldId="257"/>
            <ac:grpSpMk id="6" creationId="{4F816F76-5A76-FDA9-9547-4A554C00433D}"/>
          </ac:grpSpMkLst>
        </pc:grpChg>
        <pc:picChg chg="del ord">
          <ac:chgData name="Lai, Wilson" userId="2840974a-0d84-4886-90a9-9a3ed79f3a48" providerId="ADAL" clId="{9F23B798-9E84-4552-BA63-E776E805C424}" dt="2026-09-06T14:50:10.814" v="55" actId="21"/>
          <ac:picMkLst>
            <pc:docMk/>
            <pc:sldMk cId="0" sldId="257"/>
            <ac:picMk id="2" creationId="{00000000-0000-0000-0000-000000000000}"/>
          </ac:picMkLst>
        </pc:picChg>
        <pc:picChg chg="add mod">
          <ac:chgData name="Lai, Wilson" userId="2840974a-0d84-4886-90a9-9a3ed79f3a48" providerId="ADAL" clId="{9F23B798-9E84-4552-BA63-E776E805C424}" dt="2026-09-06T09:07:29.033" v="8" actId="164"/>
          <ac:picMkLst>
            <pc:docMk/>
            <pc:sldMk cId="0" sldId="257"/>
            <ac:picMk id="3" creationId="{662B5926-3EC8-07A6-6ABC-6C6CA83B7B23}"/>
          </ac:picMkLst>
        </pc:picChg>
        <pc:picChg chg="add ord">
          <ac:chgData name="Lai, Wilson" userId="2840974a-0d84-4886-90a9-9a3ed79f3a48" providerId="ADAL" clId="{9F23B798-9E84-4552-BA63-E776E805C424}" dt="2026-09-06T14:56:15.958" v="87" actId="166"/>
          <ac:picMkLst>
            <pc:docMk/>
            <pc:sldMk cId="0" sldId="257"/>
            <ac:picMk id="7" creationId="{2D68C7BE-9190-CD3C-47CE-FE46A876145C}"/>
          </ac:picMkLst>
        </pc:picChg>
      </pc:sldChg>
      <pc:sldChg chg="addSp delSp mod modNotesTx">
        <pc:chgData name="Lai, Wilson" userId="2840974a-0d84-4886-90a9-9a3ed79f3a48" providerId="ADAL" clId="{9F23B798-9E84-4552-BA63-E776E805C424}" dt="2026-09-06T14:52:18.728" v="58" actId="22"/>
        <pc:sldMkLst>
          <pc:docMk/>
          <pc:sldMk cId="0" sldId="258"/>
        </pc:sldMkLst>
        <pc:picChg chg="del">
          <ac:chgData name="Lai, Wilson" userId="2840974a-0d84-4886-90a9-9a3ed79f3a48" providerId="ADAL" clId="{9F23B798-9E84-4552-BA63-E776E805C424}" dt="2026-09-06T14:51:45.696" v="57" actId="21"/>
          <ac:picMkLst>
            <pc:docMk/>
            <pc:sldMk cId="0" sldId="258"/>
            <ac:picMk id="2" creationId="{00000000-0000-0000-0000-000000000000}"/>
          </ac:picMkLst>
        </pc:picChg>
        <pc:picChg chg="add">
          <ac:chgData name="Lai, Wilson" userId="2840974a-0d84-4886-90a9-9a3ed79f3a48" providerId="ADAL" clId="{9F23B798-9E84-4552-BA63-E776E805C424}" dt="2026-09-06T14:52:18.728" v="58" actId="22"/>
          <ac:picMkLst>
            <pc:docMk/>
            <pc:sldMk cId="0" sldId="258"/>
            <ac:picMk id="4" creationId="{34416661-DE1C-AB17-D15D-C9E364AD24EB}"/>
          </ac:picMkLst>
        </pc:picChg>
      </pc:sldChg>
      <pc:sldChg chg="addSp delSp mod">
        <pc:chgData name="Lai, Wilson" userId="2840974a-0d84-4886-90a9-9a3ed79f3a48" providerId="ADAL" clId="{9F23B798-9E84-4552-BA63-E776E805C424}" dt="2026-09-06T14:52:32.028" v="60" actId="22"/>
        <pc:sldMkLst>
          <pc:docMk/>
          <pc:sldMk cId="0" sldId="259"/>
        </pc:sldMkLst>
        <pc:picChg chg="del">
          <ac:chgData name="Lai, Wilson" userId="2840974a-0d84-4886-90a9-9a3ed79f3a48" providerId="ADAL" clId="{9F23B798-9E84-4552-BA63-E776E805C424}" dt="2026-09-06T14:52:21.673" v="59" actId="21"/>
          <ac:picMkLst>
            <pc:docMk/>
            <pc:sldMk cId="0" sldId="259"/>
            <ac:picMk id="2" creationId="{00000000-0000-0000-0000-000000000000}"/>
          </ac:picMkLst>
        </pc:picChg>
        <pc:picChg chg="add">
          <ac:chgData name="Lai, Wilson" userId="2840974a-0d84-4886-90a9-9a3ed79f3a48" providerId="ADAL" clId="{9F23B798-9E84-4552-BA63-E776E805C424}" dt="2026-09-06T14:52:32.028" v="60" actId="22"/>
          <ac:picMkLst>
            <pc:docMk/>
            <pc:sldMk cId="0" sldId="259"/>
            <ac:picMk id="4" creationId="{E2641DEE-BE91-0A6B-2DA1-593F62EABAB1}"/>
          </ac:picMkLst>
        </pc:picChg>
      </pc:sldChg>
      <pc:sldChg chg="addSp delSp mod modNotesTx">
        <pc:chgData name="Lai, Wilson" userId="2840974a-0d84-4886-90a9-9a3ed79f3a48" providerId="ADAL" clId="{9F23B798-9E84-4552-BA63-E776E805C424}" dt="2026-09-06T14:53:01.490" v="62" actId="22"/>
        <pc:sldMkLst>
          <pc:docMk/>
          <pc:sldMk cId="0" sldId="260"/>
        </pc:sldMkLst>
        <pc:picChg chg="del">
          <ac:chgData name="Lai, Wilson" userId="2840974a-0d84-4886-90a9-9a3ed79f3a48" providerId="ADAL" clId="{9F23B798-9E84-4552-BA63-E776E805C424}" dt="2026-09-06T14:52:34.051" v="61" actId="21"/>
          <ac:picMkLst>
            <pc:docMk/>
            <pc:sldMk cId="0" sldId="260"/>
            <ac:picMk id="2" creationId="{00000000-0000-0000-0000-000000000000}"/>
          </ac:picMkLst>
        </pc:picChg>
        <pc:picChg chg="add">
          <ac:chgData name="Lai, Wilson" userId="2840974a-0d84-4886-90a9-9a3ed79f3a48" providerId="ADAL" clId="{9F23B798-9E84-4552-BA63-E776E805C424}" dt="2026-09-06T14:53:01.490" v="62" actId="22"/>
          <ac:picMkLst>
            <pc:docMk/>
            <pc:sldMk cId="0" sldId="260"/>
            <ac:picMk id="4" creationId="{7A5B6988-1F90-AFC1-B794-A74E197EFED0}"/>
          </ac:picMkLst>
        </pc:picChg>
      </pc:sldChg>
      <pc:sldChg chg="addSp delSp mod modNotesTx">
        <pc:chgData name="Lai, Wilson" userId="2840974a-0d84-4886-90a9-9a3ed79f3a48" providerId="ADAL" clId="{9F23B798-9E84-4552-BA63-E776E805C424}" dt="2026-09-06T14:54:01.646" v="64" actId="22"/>
        <pc:sldMkLst>
          <pc:docMk/>
          <pc:sldMk cId="0" sldId="261"/>
        </pc:sldMkLst>
        <pc:picChg chg="del">
          <ac:chgData name="Lai, Wilson" userId="2840974a-0d84-4886-90a9-9a3ed79f3a48" providerId="ADAL" clId="{9F23B798-9E84-4552-BA63-E776E805C424}" dt="2026-09-06T14:53:03.401" v="63" actId="21"/>
          <ac:picMkLst>
            <pc:docMk/>
            <pc:sldMk cId="0" sldId="261"/>
            <ac:picMk id="2" creationId="{00000000-0000-0000-0000-000000000000}"/>
          </ac:picMkLst>
        </pc:picChg>
        <pc:picChg chg="add">
          <ac:chgData name="Lai, Wilson" userId="2840974a-0d84-4886-90a9-9a3ed79f3a48" providerId="ADAL" clId="{9F23B798-9E84-4552-BA63-E776E805C424}" dt="2026-09-06T14:54:01.646" v="64" actId="22"/>
          <ac:picMkLst>
            <pc:docMk/>
            <pc:sldMk cId="0" sldId="261"/>
            <ac:picMk id="4" creationId="{06FE1842-8700-9724-532F-F295A5A0BE2D}"/>
          </ac:picMkLst>
        </pc:picChg>
      </pc:sldChg>
      <pc:sldChg chg="addSp delSp mod modNotesTx">
        <pc:chgData name="Lai, Wilson" userId="2840974a-0d84-4886-90a9-9a3ed79f3a48" providerId="ADAL" clId="{9F23B798-9E84-4552-BA63-E776E805C424}" dt="2026-09-06T14:54:14.913" v="66" actId="22"/>
        <pc:sldMkLst>
          <pc:docMk/>
          <pc:sldMk cId="0" sldId="262"/>
        </pc:sldMkLst>
        <pc:picChg chg="del">
          <ac:chgData name="Lai, Wilson" userId="2840974a-0d84-4886-90a9-9a3ed79f3a48" providerId="ADAL" clId="{9F23B798-9E84-4552-BA63-E776E805C424}" dt="2026-09-06T14:54:05.564" v="65" actId="21"/>
          <ac:picMkLst>
            <pc:docMk/>
            <pc:sldMk cId="0" sldId="262"/>
            <ac:picMk id="2" creationId="{00000000-0000-0000-0000-000000000000}"/>
          </ac:picMkLst>
        </pc:picChg>
        <pc:picChg chg="add">
          <ac:chgData name="Lai, Wilson" userId="2840974a-0d84-4886-90a9-9a3ed79f3a48" providerId="ADAL" clId="{9F23B798-9E84-4552-BA63-E776E805C424}" dt="2026-09-06T14:54:14.913" v="66" actId="22"/>
          <ac:picMkLst>
            <pc:docMk/>
            <pc:sldMk cId="0" sldId="262"/>
            <ac:picMk id="4" creationId="{2954032C-A9EA-E310-331C-549E8FB50D54}"/>
          </ac:picMkLst>
        </pc:picChg>
      </pc:sldChg>
      <pc:sldChg chg="addSp delSp mod modNotesTx">
        <pc:chgData name="Lai, Wilson" userId="2840974a-0d84-4886-90a9-9a3ed79f3a48" providerId="ADAL" clId="{9F23B798-9E84-4552-BA63-E776E805C424}" dt="2026-09-06T14:54:25.448" v="68" actId="22"/>
        <pc:sldMkLst>
          <pc:docMk/>
          <pc:sldMk cId="0" sldId="263"/>
        </pc:sldMkLst>
        <pc:picChg chg="del">
          <ac:chgData name="Lai, Wilson" userId="2840974a-0d84-4886-90a9-9a3ed79f3a48" providerId="ADAL" clId="{9F23B798-9E84-4552-BA63-E776E805C424}" dt="2026-09-06T14:54:17.246" v="67" actId="21"/>
          <ac:picMkLst>
            <pc:docMk/>
            <pc:sldMk cId="0" sldId="263"/>
            <ac:picMk id="2" creationId="{00000000-0000-0000-0000-000000000000}"/>
          </ac:picMkLst>
        </pc:picChg>
        <pc:picChg chg="add">
          <ac:chgData name="Lai, Wilson" userId="2840974a-0d84-4886-90a9-9a3ed79f3a48" providerId="ADAL" clId="{9F23B798-9E84-4552-BA63-E776E805C424}" dt="2026-09-06T14:54:25.448" v="68" actId="22"/>
          <ac:picMkLst>
            <pc:docMk/>
            <pc:sldMk cId="0" sldId="263"/>
            <ac:picMk id="4" creationId="{C2C7677B-0CD8-DEA6-2F9E-00F32D6ABA3B}"/>
          </ac:picMkLst>
        </pc:picChg>
      </pc:sldChg>
      <pc:sldChg chg="addSp delSp mod modNotesTx">
        <pc:chgData name="Lai, Wilson" userId="2840974a-0d84-4886-90a9-9a3ed79f3a48" providerId="ADAL" clId="{9F23B798-9E84-4552-BA63-E776E805C424}" dt="2026-09-06T14:54:35.815" v="70" actId="22"/>
        <pc:sldMkLst>
          <pc:docMk/>
          <pc:sldMk cId="0" sldId="264"/>
        </pc:sldMkLst>
        <pc:picChg chg="del">
          <ac:chgData name="Lai, Wilson" userId="2840974a-0d84-4886-90a9-9a3ed79f3a48" providerId="ADAL" clId="{9F23B798-9E84-4552-BA63-E776E805C424}" dt="2026-09-06T14:54:27.024" v="69" actId="21"/>
          <ac:picMkLst>
            <pc:docMk/>
            <pc:sldMk cId="0" sldId="264"/>
            <ac:picMk id="2" creationId="{00000000-0000-0000-0000-000000000000}"/>
          </ac:picMkLst>
        </pc:picChg>
        <pc:picChg chg="add">
          <ac:chgData name="Lai, Wilson" userId="2840974a-0d84-4886-90a9-9a3ed79f3a48" providerId="ADAL" clId="{9F23B798-9E84-4552-BA63-E776E805C424}" dt="2026-09-06T14:54:35.815" v="70" actId="22"/>
          <ac:picMkLst>
            <pc:docMk/>
            <pc:sldMk cId="0" sldId="264"/>
            <ac:picMk id="4" creationId="{A2DFDA33-260C-2235-3E11-39DBBA8B086A}"/>
          </ac:picMkLst>
        </pc:picChg>
      </pc:sldChg>
      <pc:sldChg chg="addSp delSp mod modNotesTx">
        <pc:chgData name="Lai, Wilson" userId="2840974a-0d84-4886-90a9-9a3ed79f3a48" providerId="ADAL" clId="{9F23B798-9E84-4552-BA63-E776E805C424}" dt="2026-09-06T14:54:45.335" v="72" actId="22"/>
        <pc:sldMkLst>
          <pc:docMk/>
          <pc:sldMk cId="0" sldId="265"/>
        </pc:sldMkLst>
        <pc:picChg chg="del">
          <ac:chgData name="Lai, Wilson" userId="2840974a-0d84-4886-90a9-9a3ed79f3a48" providerId="ADAL" clId="{9F23B798-9E84-4552-BA63-E776E805C424}" dt="2026-09-06T14:54:37.680" v="71" actId="21"/>
          <ac:picMkLst>
            <pc:docMk/>
            <pc:sldMk cId="0" sldId="265"/>
            <ac:picMk id="2" creationId="{00000000-0000-0000-0000-000000000000}"/>
          </ac:picMkLst>
        </pc:picChg>
        <pc:picChg chg="add">
          <ac:chgData name="Lai, Wilson" userId="2840974a-0d84-4886-90a9-9a3ed79f3a48" providerId="ADAL" clId="{9F23B798-9E84-4552-BA63-E776E805C424}" dt="2026-09-06T14:54:45.335" v="72" actId="22"/>
          <ac:picMkLst>
            <pc:docMk/>
            <pc:sldMk cId="0" sldId="265"/>
            <ac:picMk id="4" creationId="{6A459BE4-B4B0-63CC-91A0-0E5E1AB27C5C}"/>
          </ac:picMkLst>
        </pc:picChg>
      </pc:sldChg>
      <pc:sldChg chg="addSp delSp mod modNotesTx">
        <pc:chgData name="Lai, Wilson" userId="2840974a-0d84-4886-90a9-9a3ed79f3a48" providerId="ADAL" clId="{9F23B798-9E84-4552-BA63-E776E805C424}" dt="2026-09-06T14:55:00.832" v="74" actId="22"/>
        <pc:sldMkLst>
          <pc:docMk/>
          <pc:sldMk cId="0" sldId="266"/>
        </pc:sldMkLst>
        <pc:picChg chg="del">
          <ac:chgData name="Lai, Wilson" userId="2840974a-0d84-4886-90a9-9a3ed79f3a48" providerId="ADAL" clId="{9F23B798-9E84-4552-BA63-E776E805C424}" dt="2026-09-06T14:54:48.386" v="73" actId="21"/>
          <ac:picMkLst>
            <pc:docMk/>
            <pc:sldMk cId="0" sldId="266"/>
            <ac:picMk id="2" creationId="{00000000-0000-0000-0000-000000000000}"/>
          </ac:picMkLst>
        </pc:picChg>
        <pc:picChg chg="add">
          <ac:chgData name="Lai, Wilson" userId="2840974a-0d84-4886-90a9-9a3ed79f3a48" providerId="ADAL" clId="{9F23B798-9E84-4552-BA63-E776E805C424}" dt="2026-09-06T14:55:00.832" v="74" actId="22"/>
          <ac:picMkLst>
            <pc:docMk/>
            <pc:sldMk cId="0" sldId="266"/>
            <ac:picMk id="4" creationId="{5CDE5B3D-DE04-9D6A-14E0-D50279807736}"/>
          </ac:picMkLst>
        </pc:picChg>
      </pc:sldChg>
      <pc:sldChg chg="addSp delSp mod modNotesTx">
        <pc:chgData name="Lai, Wilson" userId="2840974a-0d84-4886-90a9-9a3ed79f3a48" providerId="ADAL" clId="{9F23B798-9E84-4552-BA63-E776E805C424}" dt="2026-09-06T14:55:09.715" v="76" actId="22"/>
        <pc:sldMkLst>
          <pc:docMk/>
          <pc:sldMk cId="0" sldId="267"/>
        </pc:sldMkLst>
        <pc:picChg chg="del">
          <ac:chgData name="Lai, Wilson" userId="2840974a-0d84-4886-90a9-9a3ed79f3a48" providerId="ADAL" clId="{9F23B798-9E84-4552-BA63-E776E805C424}" dt="2026-09-06T14:55:02.487" v="75" actId="21"/>
          <ac:picMkLst>
            <pc:docMk/>
            <pc:sldMk cId="0" sldId="267"/>
            <ac:picMk id="2" creationId="{00000000-0000-0000-0000-000000000000}"/>
          </ac:picMkLst>
        </pc:picChg>
        <pc:picChg chg="add">
          <ac:chgData name="Lai, Wilson" userId="2840974a-0d84-4886-90a9-9a3ed79f3a48" providerId="ADAL" clId="{9F23B798-9E84-4552-BA63-E776E805C424}" dt="2026-09-06T14:55:09.715" v="76" actId="22"/>
          <ac:picMkLst>
            <pc:docMk/>
            <pc:sldMk cId="0" sldId="267"/>
            <ac:picMk id="4" creationId="{98CECF4B-C866-886E-2803-E8C2E071030E}"/>
          </ac:picMkLst>
        </pc:picChg>
      </pc:sldChg>
      <pc:sldChg chg="addSp delSp mod modNotesTx">
        <pc:chgData name="Lai, Wilson" userId="2840974a-0d84-4886-90a9-9a3ed79f3a48" providerId="ADAL" clId="{9F23B798-9E84-4552-BA63-E776E805C424}" dt="2026-09-06T14:55:21.265" v="78" actId="22"/>
        <pc:sldMkLst>
          <pc:docMk/>
          <pc:sldMk cId="0" sldId="268"/>
        </pc:sldMkLst>
        <pc:picChg chg="del">
          <ac:chgData name="Lai, Wilson" userId="2840974a-0d84-4886-90a9-9a3ed79f3a48" providerId="ADAL" clId="{9F23B798-9E84-4552-BA63-E776E805C424}" dt="2026-09-06T14:55:11.816" v="77" actId="21"/>
          <ac:picMkLst>
            <pc:docMk/>
            <pc:sldMk cId="0" sldId="268"/>
            <ac:picMk id="2" creationId="{00000000-0000-0000-0000-000000000000}"/>
          </ac:picMkLst>
        </pc:picChg>
        <pc:picChg chg="add">
          <ac:chgData name="Lai, Wilson" userId="2840974a-0d84-4886-90a9-9a3ed79f3a48" providerId="ADAL" clId="{9F23B798-9E84-4552-BA63-E776E805C424}" dt="2026-09-06T14:55:21.265" v="78" actId="22"/>
          <ac:picMkLst>
            <pc:docMk/>
            <pc:sldMk cId="0" sldId="268"/>
            <ac:picMk id="4" creationId="{B67282ED-1693-8BAF-61A4-F1C92B10C5AD}"/>
          </ac:picMkLst>
        </pc:picChg>
      </pc:sldChg>
      <pc:sldChg chg="addSp delSp mod modNotesTx">
        <pc:chgData name="Lai, Wilson" userId="2840974a-0d84-4886-90a9-9a3ed79f3a48" providerId="ADAL" clId="{9F23B798-9E84-4552-BA63-E776E805C424}" dt="2026-09-06T14:55:33.884" v="80" actId="22"/>
        <pc:sldMkLst>
          <pc:docMk/>
          <pc:sldMk cId="0" sldId="269"/>
        </pc:sldMkLst>
        <pc:picChg chg="del">
          <ac:chgData name="Lai, Wilson" userId="2840974a-0d84-4886-90a9-9a3ed79f3a48" providerId="ADAL" clId="{9F23B798-9E84-4552-BA63-E776E805C424}" dt="2026-09-06T14:55:24.708" v="79" actId="21"/>
          <ac:picMkLst>
            <pc:docMk/>
            <pc:sldMk cId="0" sldId="269"/>
            <ac:picMk id="2" creationId="{00000000-0000-0000-0000-000000000000}"/>
          </ac:picMkLst>
        </pc:picChg>
        <pc:picChg chg="add">
          <ac:chgData name="Lai, Wilson" userId="2840974a-0d84-4886-90a9-9a3ed79f3a48" providerId="ADAL" clId="{9F23B798-9E84-4552-BA63-E776E805C424}" dt="2026-09-06T14:55:33.884" v="80" actId="22"/>
          <ac:picMkLst>
            <pc:docMk/>
            <pc:sldMk cId="0" sldId="269"/>
            <ac:picMk id="4" creationId="{B7DEDBA4-642A-9449-5F12-3DAE7C70D92C}"/>
          </ac:picMkLst>
        </pc:picChg>
      </pc:sldChg>
      <pc:sldChg chg="addSp delSp mod modNotesTx">
        <pc:chgData name="Lai, Wilson" userId="2840974a-0d84-4886-90a9-9a3ed79f3a48" providerId="ADAL" clId="{9F23B798-9E84-4552-BA63-E776E805C424}" dt="2026-09-06T14:55:45.308" v="82" actId="22"/>
        <pc:sldMkLst>
          <pc:docMk/>
          <pc:sldMk cId="0" sldId="270"/>
        </pc:sldMkLst>
        <pc:picChg chg="del">
          <ac:chgData name="Lai, Wilson" userId="2840974a-0d84-4886-90a9-9a3ed79f3a48" providerId="ADAL" clId="{9F23B798-9E84-4552-BA63-E776E805C424}" dt="2026-09-06T14:55:35.669" v="81" actId="21"/>
          <ac:picMkLst>
            <pc:docMk/>
            <pc:sldMk cId="0" sldId="270"/>
            <ac:picMk id="2" creationId="{00000000-0000-0000-0000-000000000000}"/>
          </ac:picMkLst>
        </pc:picChg>
        <pc:picChg chg="add">
          <ac:chgData name="Lai, Wilson" userId="2840974a-0d84-4886-90a9-9a3ed79f3a48" providerId="ADAL" clId="{9F23B798-9E84-4552-BA63-E776E805C424}" dt="2026-09-06T14:55:45.308" v="82" actId="22"/>
          <ac:picMkLst>
            <pc:docMk/>
            <pc:sldMk cId="0" sldId="270"/>
            <ac:picMk id="4" creationId="{5A51DFDC-BBFC-19A5-EA56-593BB2224FD4}"/>
          </ac:picMkLst>
        </pc:picChg>
      </pc:sldChg>
      <pc:sldChg chg="addSp delSp mod">
        <pc:chgData name="Lai, Wilson" userId="2840974a-0d84-4886-90a9-9a3ed79f3a48" providerId="ADAL" clId="{9F23B798-9E84-4552-BA63-E776E805C424}" dt="2026-09-06T14:55:57.312" v="84" actId="22"/>
        <pc:sldMkLst>
          <pc:docMk/>
          <pc:sldMk cId="0" sldId="271"/>
        </pc:sldMkLst>
        <pc:picChg chg="del">
          <ac:chgData name="Lai, Wilson" userId="2840974a-0d84-4886-90a9-9a3ed79f3a48" providerId="ADAL" clId="{9F23B798-9E84-4552-BA63-E776E805C424}" dt="2026-09-06T14:55:47.001" v="83" actId="21"/>
          <ac:picMkLst>
            <pc:docMk/>
            <pc:sldMk cId="0" sldId="271"/>
            <ac:picMk id="2" creationId="{00000000-0000-0000-0000-000000000000}"/>
          </ac:picMkLst>
        </pc:picChg>
        <pc:picChg chg="add">
          <ac:chgData name="Lai, Wilson" userId="2840974a-0d84-4886-90a9-9a3ed79f3a48" providerId="ADAL" clId="{9F23B798-9E84-4552-BA63-E776E805C424}" dt="2026-09-06T14:55:57.312" v="84" actId="22"/>
          <ac:picMkLst>
            <pc:docMk/>
            <pc:sldMk cId="0" sldId="271"/>
            <ac:picMk id="4" creationId="{04BA5465-2084-98A9-915C-EA35613F0CC8}"/>
          </ac:picMkLst>
        </pc:picChg>
      </pc:sldChg>
      <pc:sldChg chg="addSp delSp mod modNotesTx">
        <pc:chgData name="Lai, Wilson" userId="2840974a-0d84-4886-90a9-9a3ed79f3a48" providerId="ADAL" clId="{9F23B798-9E84-4552-BA63-E776E805C424}" dt="2026-09-06T14:56:09.946" v="86" actId="22"/>
        <pc:sldMkLst>
          <pc:docMk/>
          <pc:sldMk cId="1296994668" sldId="272"/>
        </pc:sldMkLst>
        <pc:picChg chg="del">
          <ac:chgData name="Lai, Wilson" userId="2840974a-0d84-4886-90a9-9a3ed79f3a48" providerId="ADAL" clId="{9F23B798-9E84-4552-BA63-E776E805C424}" dt="2026-09-06T14:55:59.928" v="85" actId="21"/>
          <ac:picMkLst>
            <pc:docMk/>
            <pc:sldMk cId="1296994668" sldId="272"/>
            <ac:picMk id="3" creationId="{DE0C5830-473D-2EA5-D126-97C84386CC97}"/>
          </ac:picMkLst>
        </pc:picChg>
        <pc:picChg chg="add">
          <ac:chgData name="Lai, Wilson" userId="2840974a-0d84-4886-90a9-9a3ed79f3a48" providerId="ADAL" clId="{9F23B798-9E84-4552-BA63-E776E805C424}" dt="2026-09-06T14:56:09.946" v="86" actId="22"/>
          <ac:picMkLst>
            <pc:docMk/>
            <pc:sldMk cId="1296994668" sldId="272"/>
            <ac:picMk id="4" creationId="{434CD3DA-3748-E6A0-730F-1C91FD84161D}"/>
          </ac:picMkLst>
        </pc:picChg>
      </pc:sldChg>
      <pc:sldMasterChg chg="setBg">
        <pc:chgData name="Lai, Wilson" userId="2840974a-0d84-4886-90a9-9a3ed79f3a48" providerId="ADAL" clId="{9F23B798-9E84-4552-BA63-E776E805C424}" dt="2026-09-06T09:13:18.617" v="13"/>
        <pc:sldMasterMkLst>
          <pc:docMk/>
          <pc:sldMasterMk cId="61813202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F9BBC-277F-4B9F-8B18-8B220C87292D}"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20CC-85C8-4277-B187-FC2D45C2C12F}" type="slidenum">
              <a:rPr lang="en-US" smtClean="0"/>
              <a:t>‹#›</a:t>
            </a:fld>
            <a:endParaRPr lang="en-US"/>
          </a:p>
        </p:txBody>
      </p:sp>
    </p:spTree>
    <p:extLst>
      <p:ext uri="{BB962C8B-B14F-4D97-AF65-F5344CB8AC3E}">
        <p14:creationId xmlns:p14="http://schemas.microsoft.com/office/powerpoint/2010/main" val="1066297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Hook:</a:t>
            </a:r>
            <a:r>
              <a:rPr lang="en-US" sz="1200" kern="1200" dirty="0">
                <a:solidFill>
                  <a:schemeClr val="tx1"/>
                </a:solidFill>
                <a:effectLst/>
                <a:latin typeface="+mn-lt"/>
                <a:ea typeface="+mn-ea"/>
                <a:cs typeface="+mn-cs"/>
              </a:rPr>
              <a:t> Welcome everyone. Over the next 18 to 24 months, we are witnessing a fundamental shift in tech and growth. A new, highly lucrative role is emerging—what we call the </a:t>
            </a:r>
            <a:r>
              <a:rPr lang="en-US" sz="1200" b="1" kern="1200" dirty="0">
                <a:solidFill>
                  <a:schemeClr val="tx1"/>
                </a:solidFill>
                <a:effectLst/>
                <a:latin typeface="+mn-lt"/>
                <a:ea typeface="+mn-ea"/>
                <a:cs typeface="+mn-cs"/>
              </a:rPr>
              <a:t>Marketing Engineer</a:t>
            </a:r>
            <a:r>
              <a:rPr lang="en-US" sz="1200" kern="1200" dirty="0">
                <a:solidFill>
                  <a:schemeClr val="tx1"/>
                </a:solidFill>
                <a:effectLst/>
                <a:latin typeface="+mn-lt"/>
                <a:ea typeface="+mn-ea"/>
                <a:cs typeface="+mn-cs"/>
              </a:rPr>
              <a:t>, or the "Forward Deployed Marketer" / "AI Growth Operator". </a:t>
            </a:r>
          </a:p>
          <a:p>
            <a:pPr lvl="0"/>
            <a:r>
              <a:rPr lang="en-US" sz="1200" b="1" kern="1200" dirty="0">
                <a:solidFill>
                  <a:schemeClr val="tx1"/>
                </a:solidFill>
                <a:effectLst/>
                <a:latin typeface="+mn-lt"/>
                <a:ea typeface="+mn-ea"/>
                <a:cs typeface="+mn-cs"/>
              </a:rPr>
              <a:t>The Core Value Proposition:</a:t>
            </a:r>
            <a:r>
              <a:rPr lang="en-US" sz="1200" kern="1200" dirty="0">
                <a:solidFill>
                  <a:schemeClr val="tx1"/>
                </a:solidFill>
                <a:effectLst/>
                <a:latin typeface="+mn-lt"/>
                <a:ea typeface="+mn-ea"/>
                <a:cs typeface="+mn-cs"/>
              </a:rPr>
              <a:t> Why is this a $250k–$1M+ role? Because every company wants faster experiments, sharper positioning, deeper customer understanding, and a marketing architecture that automatically gets smarter every single week with a smaller, hyper-efficient team. </a:t>
            </a:r>
          </a:p>
          <a:p>
            <a:pPr lvl="0"/>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Traditional marketing relied on adding more headcount or agencies to scale. A Marketing Engineer uses AI agents, data, code, and human taste to build automated, agentic growth systems that operate 24/7 with sub-millisecond latency and continuous feedback loops. </a:t>
            </a:r>
          </a:p>
          <a:p>
            <a:pPr lvl="0"/>
            <a:r>
              <a:rPr lang="en-US" sz="1200" b="1" kern="1200" dirty="0">
                <a:solidFill>
                  <a:schemeClr val="tx1"/>
                </a:solidFill>
                <a:effectLst/>
                <a:latin typeface="+mn-lt"/>
                <a:ea typeface="+mn-ea"/>
                <a:cs typeface="+mn-cs"/>
              </a:rPr>
              <a:t>What We’ll Cover:</a:t>
            </a:r>
            <a:r>
              <a:rPr lang="en-US" sz="1200" kern="1200" dirty="0">
                <a:solidFill>
                  <a:schemeClr val="tx1"/>
                </a:solidFill>
                <a:effectLst/>
                <a:latin typeface="+mn-lt"/>
                <a:ea typeface="+mn-ea"/>
                <a:cs typeface="+mn-cs"/>
              </a:rPr>
              <a:t> Today, we’ll analyze how marketing value has shifted over the decades, look at the 6 core automated growth engines, break down the AI tool stack, and walk through a tactical 30-day playbook to deploy your first Growth OS. </a:t>
            </a:r>
          </a:p>
          <a:p>
            <a:endParaRPr lang="en-US" dirty="0"/>
          </a:p>
          <a:p>
            <a:endParaRPr lang="en-US" dirty="0"/>
          </a:p>
          <a:p>
            <a:endParaRPr lang="en-US" dirty="0"/>
          </a:p>
          <a:p>
            <a:r>
              <a:rPr lang="en-US" dirty="0"/>
              <a:t>https://www.youtube.com/watch?v=8ZC1G1ezN5o</a:t>
            </a:r>
          </a:p>
        </p:txBody>
      </p:sp>
      <p:sp>
        <p:nvSpPr>
          <p:cNvPr id="4" name="Slide Number Placeholder 3"/>
          <p:cNvSpPr>
            <a:spLocks noGrp="1"/>
          </p:cNvSpPr>
          <p:nvPr>
            <p:ph type="sldNum" sz="quarter" idx="5"/>
          </p:nvPr>
        </p:nvSpPr>
        <p:spPr/>
        <p:txBody>
          <a:bodyPr/>
          <a:lstStyle/>
          <a:p>
            <a:fld id="{53D720CC-85C8-4277-B187-FC2D45C2C12F}" type="slidenum">
              <a:rPr lang="en-US" smtClean="0"/>
              <a:t>1</a:t>
            </a:fld>
            <a:endParaRPr lang="en-US"/>
          </a:p>
        </p:txBody>
      </p:sp>
    </p:spTree>
    <p:extLst>
      <p:ext uri="{BB962C8B-B14F-4D97-AF65-F5344CB8AC3E}">
        <p14:creationId xmlns:p14="http://schemas.microsoft.com/office/powerpoint/2010/main" val="3167758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To understand where we are going, we must look at how marketing has evolved through four major technology cycles: </a:t>
            </a:r>
          </a:p>
          <a:p>
            <a:pPr marL="228600" lvl="0" indent="-228600">
              <a:buFont typeface="+mj-lt"/>
              <a:buAutoNum type="arabicPeriod"/>
            </a:pPr>
            <a:r>
              <a:rPr lang="en-US" sz="1200" b="1" kern="1200" dirty="0">
                <a:solidFill>
                  <a:schemeClr val="tx1"/>
                </a:solidFill>
                <a:effectLst/>
                <a:latin typeface="+mn-lt"/>
                <a:ea typeface="+mn-ea"/>
                <a:cs typeface="+mn-cs"/>
              </a:rPr>
              <a:t>Traditional Era (Don Draper Era):</a:t>
            </a:r>
            <a:r>
              <a:rPr lang="en-US" sz="1200" kern="1200" dirty="0">
                <a:solidFill>
                  <a:schemeClr val="tx1"/>
                </a:solidFill>
                <a:effectLst/>
                <a:latin typeface="+mn-lt"/>
                <a:ea typeface="+mn-ea"/>
                <a:cs typeface="+mn-cs"/>
              </a:rPr>
              <a:t> Focused on story, brand psychology, and traditional media like print and radio. The key skill was intuition and creative pitch. </a:t>
            </a:r>
          </a:p>
          <a:p>
            <a:pPr marL="228600" lvl="0" indent="-228600">
              <a:buFont typeface="+mj-lt"/>
              <a:buAutoNum type="arabicPeriod"/>
            </a:pPr>
            <a:r>
              <a:rPr lang="en-US" sz="1200" b="1" kern="1200" dirty="0">
                <a:solidFill>
                  <a:schemeClr val="tx1"/>
                </a:solidFill>
                <a:effectLst/>
                <a:latin typeface="+mn-lt"/>
                <a:ea typeface="+mn-ea"/>
                <a:cs typeface="+mn-cs"/>
              </a:rPr>
              <a:t>Digital Era (2005+):</a:t>
            </a:r>
            <a:r>
              <a:rPr lang="en-US" sz="1200" kern="1200" dirty="0">
                <a:solidFill>
                  <a:schemeClr val="tx1"/>
                </a:solidFill>
                <a:effectLst/>
                <a:latin typeface="+mn-lt"/>
                <a:ea typeface="+mn-ea"/>
                <a:cs typeface="+mn-cs"/>
              </a:rPr>
              <a:t> Driven by search, pixels, SEO, and paid channels. Marketing became measurable, focusing heavily on funnel conversion metrics. </a:t>
            </a:r>
          </a:p>
          <a:p>
            <a:pPr marL="228600" lvl="0" indent="-228600">
              <a:buFont typeface="+mj-lt"/>
              <a:buAutoNum type="arabicPeriod"/>
            </a:pPr>
            <a:r>
              <a:rPr lang="en-US" sz="1200" b="1" kern="1200" dirty="0">
                <a:solidFill>
                  <a:schemeClr val="tx1"/>
                </a:solidFill>
                <a:effectLst/>
                <a:latin typeface="+mn-lt"/>
                <a:ea typeface="+mn-ea"/>
                <a:cs typeface="+mn-cs"/>
              </a:rPr>
              <a:t>Growth Hacker Era (2010s):</a:t>
            </a:r>
            <a:r>
              <a:rPr lang="en-US" sz="1200" kern="1200" dirty="0">
                <a:solidFill>
                  <a:schemeClr val="tx1"/>
                </a:solidFill>
                <a:effectLst/>
                <a:latin typeface="+mn-lt"/>
                <a:ea typeface="+mn-ea"/>
                <a:cs typeface="+mn-cs"/>
              </a:rPr>
              <a:t> The product itself became the growth engine. Driven by pirate metrics (AARRR: Activation, Acquisition, Retention, Referral, Revenue) and software-driven virality. </a:t>
            </a:r>
          </a:p>
          <a:p>
            <a:pPr marL="228600" lvl="0" indent="-228600">
              <a:buFont typeface="+mj-lt"/>
              <a:buAutoNum type="arabicPeriod"/>
            </a:pPr>
            <a:r>
              <a:rPr lang="en-US" sz="1200" b="1" kern="1200" dirty="0">
                <a:solidFill>
                  <a:schemeClr val="tx1"/>
                </a:solidFill>
                <a:effectLst/>
                <a:latin typeface="+mn-lt"/>
                <a:ea typeface="+mn-ea"/>
                <a:cs typeface="+mn-cs"/>
              </a:rPr>
              <a:t>Marketing Engineer Era (Now):</a:t>
            </a:r>
            <a:r>
              <a:rPr lang="en-US" sz="1200" kern="1200" dirty="0">
                <a:solidFill>
                  <a:schemeClr val="tx1"/>
                </a:solidFill>
                <a:effectLst/>
                <a:latin typeface="+mn-lt"/>
                <a:ea typeface="+mn-ea"/>
                <a:cs typeface="+mn-cs"/>
              </a:rPr>
              <a:t> Powered by AI Agents, code, and system architecture. </a:t>
            </a:r>
          </a:p>
          <a:p>
            <a:pPr lvl="0"/>
            <a:r>
              <a:rPr lang="en-US" sz="1200" b="1" kern="1200" dirty="0">
                <a:solidFill>
                  <a:schemeClr val="tx1"/>
                </a:solidFill>
                <a:effectLst/>
                <a:latin typeface="+mn-lt"/>
                <a:ea typeface="+mn-ea"/>
                <a:cs typeface="+mn-cs"/>
              </a:rPr>
              <a:t>The Crucial Realization:</a:t>
            </a:r>
            <a:r>
              <a:rPr lang="en-US" sz="1200" kern="1200" dirty="0">
                <a:solidFill>
                  <a:schemeClr val="tx1"/>
                </a:solidFill>
                <a:effectLst/>
                <a:latin typeface="+mn-lt"/>
                <a:ea typeface="+mn-ea"/>
                <a:cs typeface="+mn-cs"/>
              </a:rPr>
              <a:t> Notice that each new era does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eliminate the previous skills. The Marketing Engineer still needs storytelling, channel understanding, and funnel analytics. However, because AI lowers the cost of average execution to near zero, </a:t>
            </a:r>
            <a:r>
              <a:rPr lang="en-US" sz="1200" b="1" kern="1200" dirty="0">
                <a:solidFill>
                  <a:schemeClr val="tx1"/>
                </a:solidFill>
                <a:effectLst/>
                <a:latin typeface="+mn-lt"/>
                <a:ea typeface="+mn-ea"/>
                <a:cs typeface="+mn-cs"/>
              </a:rPr>
              <a:t>human taste, judgment, and system architecture become the ultimate competitive moat</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2</a:t>
            </a:fld>
            <a:endParaRPr lang="en-US"/>
          </a:p>
        </p:txBody>
      </p:sp>
    </p:spTree>
    <p:extLst>
      <p:ext uri="{BB962C8B-B14F-4D97-AF65-F5344CB8AC3E}">
        <p14:creationId xmlns:p14="http://schemas.microsoft.com/office/powerpoint/2010/main" val="3523044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Average AI Marketing (Amnesia):</a:t>
            </a:r>
            <a:r>
              <a:rPr lang="en-US" sz="1200" kern="1200" dirty="0">
                <a:solidFill>
                  <a:schemeClr val="tx1"/>
                </a:solidFill>
                <a:effectLst/>
                <a:latin typeface="+mn-lt"/>
                <a:ea typeface="+mn-ea"/>
                <a:cs typeface="+mn-cs"/>
              </a:rPr>
              <a:t> How do 95% of companies use AI today? They treat LLMs like a scratchpad. They open ChatGPT or Claude, type "Write 10 posts" or "Summarize this transcript," copy the output, and close the tab. Next week, they start entirely from scratch. The AI has zero memory of what worked, what failed, or what buyers actually care about. </a:t>
            </a:r>
          </a:p>
          <a:p>
            <a:pPr lvl="0"/>
            <a:r>
              <a:rPr lang="en-US" sz="1200" b="1" kern="1200" dirty="0">
                <a:solidFill>
                  <a:schemeClr val="tx1"/>
                </a:solidFill>
                <a:effectLst/>
                <a:latin typeface="+mn-lt"/>
                <a:ea typeface="+mn-ea"/>
                <a:cs typeface="+mn-cs"/>
              </a:rPr>
              <a:t>Marketing Engineering (Compounding Memory):</a:t>
            </a:r>
            <a:r>
              <a:rPr lang="en-US" sz="1200" kern="1200" dirty="0">
                <a:solidFill>
                  <a:schemeClr val="tx1"/>
                </a:solidFill>
                <a:effectLst/>
                <a:latin typeface="+mn-lt"/>
                <a:ea typeface="+mn-ea"/>
                <a:cs typeface="+mn-cs"/>
              </a:rPr>
              <a:t> In contrast, a Marketing Engineering approach builds a centralized </a:t>
            </a:r>
            <a:r>
              <a:rPr lang="en-US" sz="1200" b="1" kern="1200" dirty="0">
                <a:solidFill>
                  <a:schemeClr val="tx1"/>
                </a:solidFill>
                <a:effectLst/>
                <a:latin typeface="+mn-lt"/>
                <a:ea typeface="+mn-ea"/>
                <a:cs typeface="+mn-cs"/>
              </a:rPr>
              <a:t>Marketing Memory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Closed Feedback Loop:</a:t>
            </a:r>
            <a:r>
              <a:rPr lang="en-US" sz="1200" kern="1200" dirty="0">
                <a:solidFill>
                  <a:schemeClr val="tx1"/>
                </a:solidFill>
                <a:effectLst/>
                <a:latin typeface="+mn-lt"/>
                <a:ea typeface="+mn-ea"/>
                <a:cs typeface="+mn-cs"/>
              </a:rPr>
              <a:t> We feed raw, real-world signals—such as sales call transcripts, customer objections, and ad performance data—into a centralized data engine. The system processes these signals, retains context, and continuously feeds updated prompts to AI workers to produce optimized, compounding growth.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3</a:t>
            </a:fld>
            <a:endParaRPr lang="en-US"/>
          </a:p>
        </p:txBody>
      </p:sp>
    </p:spTree>
    <p:extLst>
      <p:ext uri="{BB962C8B-B14F-4D97-AF65-F5344CB8AC3E}">
        <p14:creationId xmlns:p14="http://schemas.microsoft.com/office/powerpoint/2010/main" val="3886758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Role Breakdown:</a:t>
            </a:r>
            <a:r>
              <a:rPr lang="en-US" sz="1200" kern="1200" dirty="0">
                <a:solidFill>
                  <a:schemeClr val="tx1"/>
                </a:solidFill>
                <a:effectLst/>
                <a:latin typeface="+mn-lt"/>
                <a:ea typeface="+mn-ea"/>
                <a:cs typeface="+mn-cs"/>
              </a:rPr>
              <a:t> What makes a Marketing Engineer unique is that they combine multiple cross-functional skill sets into a single operator: </a:t>
            </a:r>
          </a:p>
          <a:p>
            <a:pPr marL="228600" lvl="0" indent="-228600">
              <a:buFont typeface="+mj-lt"/>
              <a:buAutoNum type="arabicPeriod"/>
            </a:pPr>
            <a:r>
              <a:rPr lang="en-US" sz="1200" b="1" kern="1200" dirty="0">
                <a:solidFill>
                  <a:schemeClr val="tx1"/>
                </a:solidFill>
                <a:effectLst/>
                <a:latin typeface="+mn-lt"/>
                <a:ea typeface="+mn-ea"/>
                <a:cs typeface="+mn-cs"/>
              </a:rPr>
              <a:t>Marketer:</a:t>
            </a:r>
            <a:r>
              <a:rPr lang="en-US" sz="1200" kern="1200" dirty="0">
                <a:solidFill>
                  <a:schemeClr val="tx1"/>
                </a:solidFill>
                <a:effectLst/>
                <a:latin typeface="+mn-lt"/>
                <a:ea typeface="+mn-ea"/>
                <a:cs typeface="+mn-cs"/>
              </a:rPr>
              <a:t> Deep positioning, messaging strategy, and human taste. </a:t>
            </a:r>
          </a:p>
          <a:p>
            <a:pPr marL="228600" lvl="0" indent="-228600">
              <a:buFont typeface="+mj-lt"/>
              <a:buAutoNum type="arabicPeriod"/>
            </a:pPr>
            <a:r>
              <a:rPr lang="en-US" sz="1200" b="1" kern="1200" dirty="0" err="1">
                <a:solidFill>
                  <a:schemeClr val="tx1"/>
                </a:solidFill>
                <a:effectLst/>
                <a:latin typeface="+mn-lt"/>
                <a:ea typeface="+mn-ea"/>
                <a:cs typeface="+mn-cs"/>
              </a:rPr>
              <a:t>RevOps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Wiring automated workflows, triggers, and integrations. </a:t>
            </a:r>
          </a:p>
          <a:p>
            <a:pPr marL="228600" lvl="0" indent="-228600">
              <a:buFont typeface="+mj-lt"/>
              <a:buAutoNum type="arabicPeriod"/>
            </a:pPr>
            <a:r>
              <a:rPr lang="en-US" sz="1200" b="1" kern="1200" dirty="0">
                <a:solidFill>
                  <a:schemeClr val="tx1"/>
                </a:solidFill>
                <a:effectLst/>
                <a:latin typeface="+mn-lt"/>
                <a:ea typeface="+mn-ea"/>
                <a:cs typeface="+mn-cs"/>
              </a:rPr>
              <a:t>Data Analyst:</a:t>
            </a:r>
            <a:r>
              <a:rPr lang="en-US" sz="1200" kern="1200" dirty="0">
                <a:solidFill>
                  <a:schemeClr val="tx1"/>
                </a:solidFill>
                <a:effectLst/>
                <a:latin typeface="+mn-lt"/>
                <a:ea typeface="+mn-ea"/>
                <a:cs typeface="+mn-cs"/>
              </a:rPr>
              <a:t> Reading market signals, conversion metrics, and isolating true quantitative performance. </a:t>
            </a:r>
          </a:p>
          <a:p>
            <a:pPr marL="228600" lvl="0" indent="-228600">
              <a:buFont typeface="+mj-lt"/>
              <a:buAutoNum type="arabicPeriod"/>
            </a:pPr>
            <a:r>
              <a:rPr lang="en-US" sz="1200" b="1" kern="1200" dirty="0">
                <a:solidFill>
                  <a:schemeClr val="tx1"/>
                </a:solidFill>
                <a:effectLst/>
                <a:latin typeface="+mn-lt"/>
                <a:ea typeface="+mn-ea"/>
                <a:cs typeface="+mn-cs"/>
              </a:rPr>
              <a:t>Creator:</a:t>
            </a:r>
            <a:r>
              <a:rPr lang="en-US" sz="1200" kern="1200" dirty="0">
                <a:solidFill>
                  <a:schemeClr val="tx1"/>
                </a:solidFill>
                <a:effectLst/>
                <a:latin typeface="+mn-lt"/>
                <a:ea typeface="+mn-ea"/>
                <a:cs typeface="+mn-cs"/>
              </a:rPr>
              <a:t> Maintaining authentic founder voice and creative direction. </a:t>
            </a:r>
          </a:p>
          <a:p>
            <a:pPr marL="228600" lvl="0" indent="-228600">
              <a:buFont typeface="+mj-lt"/>
              <a:buAutoNum type="arabicPeriod"/>
            </a:pPr>
            <a:r>
              <a:rPr lang="en-US" sz="1200" b="1" kern="1200" dirty="0">
                <a:solidFill>
                  <a:schemeClr val="tx1"/>
                </a:solidFill>
                <a:effectLst/>
                <a:latin typeface="+mn-lt"/>
                <a:ea typeface="+mn-ea"/>
                <a:cs typeface="+mn-cs"/>
              </a:rPr>
              <a:t>Engineer:</a:t>
            </a:r>
            <a:r>
              <a:rPr lang="en-US" sz="1200" kern="1200" dirty="0">
                <a:solidFill>
                  <a:schemeClr val="tx1"/>
                </a:solidFill>
                <a:effectLst/>
                <a:latin typeface="+mn-lt"/>
                <a:ea typeface="+mn-ea"/>
                <a:cs typeface="+mn-cs"/>
              </a:rPr>
              <a:t> Writing job specs for AI agents, managing repositories, and scripting systems. </a:t>
            </a:r>
          </a:p>
          <a:p>
            <a:pPr lvl="0"/>
            <a:r>
              <a:rPr lang="en-US" sz="1200" b="1" kern="1200" dirty="0">
                <a:solidFill>
                  <a:schemeClr val="tx1"/>
                </a:solidFill>
                <a:effectLst/>
                <a:latin typeface="+mn-lt"/>
                <a:ea typeface="+mn-ea"/>
                <a:cs typeface="+mn-cs"/>
              </a:rPr>
              <a:t>The Key Takeaway: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"Agents are a commodity. Your taste, judgment, and architecture are the moat."</a:t>
            </a:r>
            <a:r>
              <a:rPr lang="en-US" sz="1200" kern="1200" dirty="0">
                <a:solidFill>
                  <a:schemeClr val="tx1"/>
                </a:solidFill>
                <a:effectLst/>
                <a:latin typeface="+mn-lt"/>
                <a:ea typeface="+mn-ea"/>
                <a:cs typeface="+mn-cs"/>
              </a:rPr>
              <a:t> AI agents can execute tasks in seconds, but pointing them at the right problem and setting strict guardrails requires human expertise.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4</a:t>
            </a:fld>
            <a:endParaRPr lang="en-US"/>
          </a:p>
        </p:txBody>
      </p:sp>
    </p:spTree>
    <p:extLst>
      <p:ext uri="{BB962C8B-B14F-4D97-AF65-F5344CB8AC3E}">
        <p14:creationId xmlns:p14="http://schemas.microsoft.com/office/powerpoint/2010/main" val="3824692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Actionable First Step:</a:t>
            </a:r>
            <a:r>
              <a:rPr lang="en-US" sz="1200" kern="1200" dirty="0">
                <a:solidFill>
                  <a:schemeClr val="tx1"/>
                </a:solidFill>
                <a:effectLst/>
                <a:latin typeface="+mn-lt"/>
                <a:ea typeface="+mn-ea"/>
                <a:cs typeface="+mn-cs"/>
              </a:rPr>
              <a:t> Stop random chat prompting and give your AI workers a shared brain by building a </a:t>
            </a:r>
            <a:r>
              <a:rPr lang="en-US" sz="1200" b="1" kern="1200" dirty="0">
                <a:solidFill>
                  <a:schemeClr val="tx1"/>
                </a:solidFill>
                <a:effectLst/>
                <a:latin typeface="+mn-lt"/>
                <a:ea typeface="+mn-ea"/>
                <a:cs typeface="+mn-cs"/>
              </a:rPr>
              <a:t>Growth Repo</a:t>
            </a:r>
            <a:r>
              <a:rPr lang="en-US" sz="1200" kern="1200" dirty="0">
                <a:solidFill>
                  <a:schemeClr val="tx1"/>
                </a:solidFill>
                <a:effectLst/>
                <a:latin typeface="+mn-lt"/>
                <a:ea typeface="+mn-ea"/>
                <a:cs typeface="+mn-cs"/>
              </a:rPr>
              <a:t> (or a structured </a:t>
            </a:r>
            <a:r>
              <a:rPr lang="en-US" sz="1200" kern="1200" dirty="0" err="1">
                <a:solidFill>
                  <a:schemeClr val="tx1"/>
                </a:solidFill>
                <a:effectLst/>
                <a:latin typeface="+mn-lt"/>
                <a:ea typeface="+mn-ea"/>
                <a:cs typeface="+mn-cs"/>
              </a:rPr>
              <a:t>growth_os</a:t>
            </a:r>
            <a:r>
              <a:rPr lang="en-US" sz="1200" kern="1200" dirty="0">
                <a:solidFill>
                  <a:schemeClr val="tx1"/>
                </a:solidFill>
                <a:effectLst/>
                <a:latin typeface="+mn-lt"/>
                <a:ea typeface="+mn-ea"/>
                <a:cs typeface="+mn-cs"/>
              </a:rPr>
              <a:t> folder). </a:t>
            </a:r>
          </a:p>
          <a:p>
            <a:pPr lvl="0"/>
            <a:r>
              <a:rPr lang="en-US" sz="1200" b="1" kern="1200" dirty="0">
                <a:solidFill>
                  <a:schemeClr val="tx1"/>
                </a:solidFill>
                <a:effectLst/>
                <a:latin typeface="+mn-lt"/>
                <a:ea typeface="+mn-ea"/>
                <a:cs typeface="+mn-cs"/>
              </a:rPr>
              <a:t>Folder Architecture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customer_truth</a:t>
            </a:r>
            <a:r>
              <a:rPr lang="en-US" sz="1200" kern="1200" dirty="0">
                <a:solidFill>
                  <a:schemeClr val="tx1"/>
                </a:solidFill>
                <a:effectLst/>
                <a:latin typeface="+mn-lt"/>
                <a:ea typeface="+mn-ea"/>
                <a:cs typeface="+mn-cs"/>
              </a:rPr>
              <a:t>/: Stores raw sales transcripts, churn logs, and support notes (e.g., sales_notes.md, churn_data.csv).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content_engine</a:t>
            </a:r>
            <a:r>
              <a:rPr lang="en-US" sz="1200" kern="1200" dirty="0">
                <a:solidFill>
                  <a:schemeClr val="tx1"/>
                </a:solidFill>
                <a:effectLst/>
                <a:latin typeface="+mn-lt"/>
                <a:ea typeface="+mn-ea"/>
                <a:cs typeface="+mn-cs"/>
              </a:rPr>
              <a:t>/: Holds tone guidelines, founder voice parameters, and high-performing copy hooks (founder_voice.md, </a:t>
            </a:r>
            <a:r>
              <a:rPr lang="en-US" sz="1200" kern="1200" dirty="0" err="1">
                <a:solidFill>
                  <a:schemeClr val="tx1"/>
                </a:solidFill>
                <a:effectLst/>
                <a:latin typeface="+mn-lt"/>
                <a:ea typeface="+mn-ea"/>
                <a:cs typeface="+mn-cs"/>
              </a:rPr>
              <a:t>hooks.json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outbound_engine</a:t>
            </a:r>
            <a:r>
              <a:rPr lang="en-US" sz="1200" kern="1200" dirty="0">
                <a:solidFill>
                  <a:schemeClr val="tx1"/>
                </a:solidFill>
                <a:effectLst/>
                <a:latin typeface="+mn-lt"/>
                <a:ea typeface="+mn-ea"/>
                <a:cs typeface="+mn-cs"/>
              </a:rPr>
              <a:t>/: Keeps Ideal Customer Profile (ICP) triggers, account target criteria, and banned words/clichés (icp_triggers.md, banned_words.txt). </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creative_testing</a:t>
            </a:r>
            <a:r>
              <a:rPr lang="en-US" sz="1200" kern="1200" dirty="0">
                <a:solidFill>
                  <a:schemeClr val="tx1"/>
                </a:solidFill>
                <a:effectLst/>
                <a:latin typeface="+mn-lt"/>
                <a:ea typeface="+mn-ea"/>
                <a:cs typeface="+mn-cs"/>
              </a:rPr>
              <a:t>/: Organizes visual angles and quantitative experiment records (angles.md, test_results.csv).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agents/: Contains explicit worker specifications and instructions (worker_specs.md). </a:t>
            </a:r>
          </a:p>
          <a:p>
            <a:pPr lvl="0"/>
            <a:r>
              <a:rPr lang="en-US" sz="1200" b="1" kern="1200" dirty="0">
                <a:solidFill>
                  <a:schemeClr val="tx1"/>
                </a:solidFill>
                <a:effectLst/>
                <a:latin typeface="+mn-lt"/>
                <a:ea typeface="+mn-ea"/>
                <a:cs typeface="+mn-cs"/>
              </a:rPr>
              <a:t>Prompting Transformation:</a:t>
            </a:r>
            <a:r>
              <a:rPr lang="en-US" sz="1200" kern="1200" dirty="0">
                <a:solidFill>
                  <a:schemeClr val="tx1"/>
                </a:solidFill>
                <a:effectLst/>
                <a:latin typeface="+mn-lt"/>
                <a:ea typeface="+mn-ea"/>
                <a:cs typeface="+mn-cs"/>
              </a:rPr>
              <a:t> Instead of "Write a post about X," your prompt becomes: </a:t>
            </a:r>
            <a:r>
              <a:rPr lang="en-US" sz="1200" i="1" kern="1200" dirty="0">
                <a:solidFill>
                  <a:schemeClr val="tx1"/>
                </a:solidFill>
                <a:effectLst/>
                <a:latin typeface="+mn-lt"/>
                <a:ea typeface="+mn-ea"/>
                <a:cs typeface="+mn-cs"/>
              </a:rPr>
              <a:t>"Read sales_notes.md, filter by churn objections from this week, reference founder_voice.md, and generate 3 post angles."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5</a:t>
            </a:fld>
            <a:endParaRPr lang="en-US"/>
          </a:p>
        </p:txBody>
      </p:sp>
    </p:spTree>
    <p:extLst>
      <p:ext uri="{BB962C8B-B14F-4D97-AF65-F5344CB8AC3E}">
        <p14:creationId xmlns:p14="http://schemas.microsoft.com/office/powerpoint/2010/main" val="433053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System Layering:</a:t>
            </a:r>
            <a:r>
              <a:rPr lang="en-US" sz="1200" kern="1200" dirty="0">
                <a:solidFill>
                  <a:schemeClr val="tx1"/>
                </a:solidFill>
                <a:effectLst/>
                <a:latin typeface="+mn-lt"/>
                <a:ea typeface="+mn-ea"/>
                <a:cs typeface="+mn-cs"/>
              </a:rPr>
              <a:t> A mature Marketing Engineering stack divides AI agents by specialized functional layers: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Sensors (</a:t>
            </a:r>
            <a:r>
              <a:rPr lang="en-US" sz="1200" b="1" kern="1200" dirty="0" err="1">
                <a:solidFill>
                  <a:schemeClr val="tx1"/>
                </a:solidFill>
                <a:effectLst/>
                <a:latin typeface="+mn-lt"/>
                <a:ea typeface="+mn-ea"/>
                <a:cs typeface="+mn-cs"/>
              </a:rPr>
              <a:t>Grockbot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Connected directly to live internet feeds (X, Reddit, competitor sites) to detect shifts in audience conversation and market trends in real 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Builders (Claude / Codex):</a:t>
            </a:r>
            <a:r>
              <a:rPr lang="en-US" sz="1200" kern="1200" dirty="0">
                <a:solidFill>
                  <a:schemeClr val="tx1"/>
                </a:solidFill>
                <a:effectLst/>
                <a:latin typeface="+mn-lt"/>
                <a:ea typeface="+mn-ea"/>
                <a:cs typeface="+mn-cs"/>
              </a:rPr>
              <a:t> Write code, update repository files, generate web pages/calculators, and run technical scripts.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Routers (Hermes):</a:t>
            </a:r>
            <a:r>
              <a:rPr lang="en-US" sz="1200" kern="1200" dirty="0">
                <a:solidFill>
                  <a:schemeClr val="tx1"/>
                </a:solidFill>
                <a:effectLst/>
                <a:latin typeface="+mn-lt"/>
                <a:ea typeface="+mn-ea"/>
                <a:cs typeface="+mn-cs"/>
              </a:rPr>
              <a:t> Manage scheduled operations, memory persistence, human-in-the-loop approval queues, and agent-to-agent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Creative (Foul AI / </a:t>
            </a:r>
            <a:r>
              <a:rPr lang="en-US" sz="1200" b="1" kern="1200" dirty="0" err="1">
                <a:solidFill>
                  <a:schemeClr val="tx1"/>
                </a:solidFill>
                <a:effectLst/>
                <a:latin typeface="+mn-lt"/>
                <a:ea typeface="+mn-ea"/>
                <a:cs typeface="+mn-cs"/>
              </a:rPr>
              <a:t>Higsfield</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Rapidly generate programmatic video assets, ad variations, and design concepts.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Vault (Local AI):</a:t>
            </a:r>
            <a:r>
              <a:rPr lang="en-US" sz="1200" kern="1200" dirty="0">
                <a:solidFill>
                  <a:schemeClr val="tx1"/>
                </a:solidFill>
                <a:effectLst/>
                <a:latin typeface="+mn-lt"/>
                <a:ea typeface="+mn-ea"/>
                <a:cs typeface="+mn-cs"/>
              </a:rPr>
              <a:t> Handles highly sensitive customer transcripts, private pricing structures, and regulatory compliance data securely without cloud exposure.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6</a:t>
            </a:fld>
            <a:endParaRPr lang="en-US"/>
          </a:p>
        </p:txBody>
      </p:sp>
    </p:spTree>
    <p:extLst>
      <p:ext uri="{BB962C8B-B14F-4D97-AF65-F5344CB8AC3E}">
        <p14:creationId xmlns:p14="http://schemas.microsoft.com/office/powerpoint/2010/main" val="2184074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Amateur vs. Engineer: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Amateur Approach:</a:t>
            </a:r>
            <a:r>
              <a:rPr lang="en-US" sz="1200" kern="1200" dirty="0">
                <a:solidFill>
                  <a:schemeClr val="tx1"/>
                </a:solidFill>
                <a:effectLst/>
                <a:latin typeface="+mn-lt"/>
                <a:ea typeface="+mn-ea"/>
                <a:cs typeface="+mn-cs"/>
              </a:rPr>
              <a:t> Gives vague, single-line prompts like "Write a blog post about HVAC." Output is generic, uninspired AI text.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Engineering Approach:</a:t>
            </a:r>
            <a:r>
              <a:rPr lang="en-US" sz="1200" kern="1200" dirty="0">
                <a:solidFill>
                  <a:schemeClr val="tx1"/>
                </a:solidFill>
                <a:effectLst/>
                <a:latin typeface="+mn-lt"/>
                <a:ea typeface="+mn-ea"/>
                <a:cs typeface="+mn-cs"/>
              </a:rPr>
              <a:t> Treats an AI agent like a new team hire by defining a complete, structured </a:t>
            </a:r>
            <a:r>
              <a:rPr lang="en-US" sz="1200" b="1" kern="1200" dirty="0">
                <a:solidFill>
                  <a:schemeClr val="tx1"/>
                </a:solidFill>
                <a:effectLst/>
                <a:latin typeface="+mn-lt"/>
                <a:ea typeface="+mn-ea"/>
                <a:cs typeface="+mn-cs"/>
              </a:rPr>
              <a:t>Job Spec</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Job Spec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Data Source:</a:t>
            </a:r>
            <a:r>
              <a:rPr lang="en-US" sz="1200" kern="1200" dirty="0">
                <a:solidFill>
                  <a:schemeClr val="tx1"/>
                </a:solidFill>
                <a:effectLst/>
                <a:latin typeface="+mn-lt"/>
                <a:ea typeface="+mn-ea"/>
                <a:cs typeface="+mn-cs"/>
              </a:rPr>
              <a:t> Pull keyword spikes directly from GSC/</a:t>
            </a:r>
            <a:r>
              <a:rPr lang="en-US" sz="1200" kern="1200" dirty="0" err="1">
                <a:solidFill>
                  <a:schemeClr val="tx1"/>
                </a:solidFill>
                <a:effectLst/>
                <a:latin typeface="+mn-lt"/>
                <a:ea typeface="+mn-ea"/>
                <a:cs typeface="+mn-cs"/>
              </a:rPr>
              <a:t>Ahrefs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Trigger:</a:t>
            </a:r>
            <a:r>
              <a:rPr lang="en-US" sz="1200" kern="1200" dirty="0">
                <a:solidFill>
                  <a:schemeClr val="tx1"/>
                </a:solidFill>
                <a:effectLst/>
                <a:latin typeface="+mn-lt"/>
                <a:ea typeface="+mn-ea"/>
                <a:cs typeface="+mn-cs"/>
              </a:rPr>
              <a:t> Initiate work when search volume increases by &gt;20%.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Filters:</a:t>
            </a:r>
            <a:r>
              <a:rPr lang="en-US" sz="1200" kern="1200" dirty="0">
                <a:solidFill>
                  <a:schemeClr val="tx1"/>
                </a:solidFill>
                <a:effectLst/>
                <a:latin typeface="+mn-lt"/>
                <a:ea typeface="+mn-ea"/>
                <a:cs typeface="+mn-cs"/>
              </a:rPr>
              <a:t> Exclude existing bottom-of-funnel (BOF) keywords we already rank for.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Output:</a:t>
            </a:r>
            <a:r>
              <a:rPr lang="en-US" sz="1200" kern="1200" dirty="0">
                <a:solidFill>
                  <a:schemeClr val="tx1"/>
                </a:solidFill>
                <a:effectLst/>
                <a:latin typeface="+mn-lt"/>
                <a:ea typeface="+mn-ea"/>
                <a:cs typeface="+mn-cs"/>
              </a:rPr>
              <a:t> Generate draft post, meta tags, and internal link structure, then send to approval queue.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Metric:</a:t>
            </a:r>
            <a:r>
              <a:rPr lang="en-US" sz="1200" kern="1200" dirty="0">
                <a:solidFill>
                  <a:schemeClr val="tx1"/>
                </a:solidFill>
                <a:effectLst/>
                <a:latin typeface="+mn-lt"/>
                <a:ea typeface="+mn-ea"/>
                <a:cs typeface="+mn-cs"/>
              </a:rPr>
              <a:t> Track qualified conversion pipeline.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Memory Write:</a:t>
            </a:r>
            <a:r>
              <a:rPr lang="en-US" sz="1200" kern="1200" dirty="0">
                <a:solidFill>
                  <a:schemeClr val="tx1"/>
                </a:solidFill>
                <a:effectLst/>
                <a:latin typeface="+mn-lt"/>
                <a:ea typeface="+mn-ea"/>
                <a:cs typeface="+mn-cs"/>
              </a:rPr>
              <a:t> Save all human editor corrections back to the repository.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7</a:t>
            </a:fld>
            <a:endParaRPr lang="en-US"/>
          </a:p>
        </p:txBody>
      </p:sp>
    </p:spTree>
    <p:extLst>
      <p:ext uri="{BB962C8B-B14F-4D97-AF65-F5344CB8AC3E}">
        <p14:creationId xmlns:p14="http://schemas.microsoft.com/office/powerpoint/2010/main" val="3385200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Case Study Concept:</a:t>
            </a:r>
            <a:r>
              <a:rPr lang="en-US" sz="1200" kern="1200" dirty="0">
                <a:solidFill>
                  <a:schemeClr val="tx1"/>
                </a:solidFill>
                <a:effectLst/>
                <a:latin typeface="+mn-lt"/>
                <a:ea typeface="+mn-ea"/>
                <a:cs typeface="+mn-cs"/>
              </a:rPr>
              <a:t> Let's look at a concrete B2B example—a Vertical SaaS company selling software to Commercial HVAC contractors. </a:t>
            </a:r>
          </a:p>
          <a:p>
            <a:pPr lvl="0"/>
            <a:r>
              <a:rPr lang="en-US" sz="1200" b="1" kern="1200" dirty="0">
                <a:solidFill>
                  <a:schemeClr val="tx1"/>
                </a:solidFill>
                <a:effectLst/>
                <a:latin typeface="+mn-lt"/>
                <a:ea typeface="+mn-ea"/>
                <a:cs typeface="+mn-cs"/>
              </a:rPr>
              <a:t>Synthesizing Real Signal:</a:t>
            </a:r>
            <a:r>
              <a:rPr lang="en-US" sz="1200" kern="1200" dirty="0">
                <a:solidFill>
                  <a:schemeClr val="tx1"/>
                </a:solidFill>
                <a:effectLst/>
                <a:latin typeface="+mn-lt"/>
                <a:ea typeface="+mn-ea"/>
                <a:cs typeface="+mn-cs"/>
              </a:rPr>
              <a:t> Most companies settle for vague feedback like "Customers want better collaboration." </a:t>
            </a:r>
          </a:p>
          <a:p>
            <a:pPr lvl="0"/>
            <a:r>
              <a:rPr lang="en-US" sz="1200" b="1" kern="1200" dirty="0">
                <a:solidFill>
                  <a:schemeClr val="tx1"/>
                </a:solidFill>
                <a:effectLst/>
                <a:latin typeface="+mn-lt"/>
                <a:ea typeface="+mn-ea"/>
                <a:cs typeface="+mn-cs"/>
              </a:rPr>
              <a:t>The Markdown Output (what_the_market_is_telling_us.md):</a:t>
            </a:r>
            <a:r>
              <a:rPr lang="en-US" sz="1200" kern="1200" dirty="0">
                <a:solidFill>
                  <a:schemeClr val="tx1"/>
                </a:solidFill>
                <a:effectLst/>
                <a:latin typeface="+mn-lt"/>
                <a:ea typeface="+mn-ea"/>
                <a:cs typeface="+mn-cs"/>
              </a:rPr>
              <a:t> The Customer Truth Engine parses dozens of sales recordings to extract </a:t>
            </a:r>
            <a:r>
              <a:rPr lang="en-US" sz="1200" i="1" kern="1200" dirty="0">
                <a:solidFill>
                  <a:schemeClr val="tx1"/>
                </a:solidFill>
                <a:effectLst/>
                <a:latin typeface="+mn-lt"/>
                <a:ea typeface="+mn-ea"/>
                <a:cs typeface="+mn-cs"/>
              </a:rPr>
              <a:t>sharp, actionable insights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Insight:</a:t>
            </a:r>
            <a:r>
              <a:rPr lang="en-US" sz="1200" kern="1200" dirty="0">
                <a:solidFill>
                  <a:schemeClr val="tx1"/>
                </a:solidFill>
                <a:effectLst/>
                <a:latin typeface="+mn-lt"/>
                <a:ea typeface="+mn-ea"/>
                <a:cs typeface="+mn-cs"/>
              </a:rPr>
              <a:t> 5 sales calls mentioned emergency dispatch, but 100% of closed-won deals specifically cited lost revenue from technicians failing to send follow-up quotes after leaving a job site. </a:t>
            </a:r>
          </a:p>
          <a:p>
            <a:pPr lvl="0"/>
            <a:r>
              <a:rPr lang="en-US" sz="1200" b="1" kern="1200" dirty="0">
                <a:solidFill>
                  <a:schemeClr val="tx1"/>
                </a:solidFill>
                <a:effectLst/>
                <a:latin typeface="+mn-lt"/>
                <a:ea typeface="+mn-ea"/>
                <a:cs typeface="+mn-cs"/>
              </a:rPr>
              <a:t>Strategic Impact:</a:t>
            </a:r>
            <a:r>
              <a:rPr lang="en-US" sz="1200" kern="1200" dirty="0">
                <a:solidFill>
                  <a:schemeClr val="tx1"/>
                </a:solidFill>
                <a:effectLst/>
                <a:latin typeface="+mn-lt"/>
                <a:ea typeface="+mn-ea"/>
                <a:cs typeface="+mn-cs"/>
              </a:rPr>
              <a:t> Instead of positioning around generic "efficiency," the company pivots messaging to </a:t>
            </a:r>
            <a:r>
              <a:rPr lang="en-US" sz="1200" b="1" kern="1200" dirty="0">
                <a:solidFill>
                  <a:schemeClr val="tx1"/>
                </a:solidFill>
                <a:effectLst/>
                <a:latin typeface="+mn-lt"/>
                <a:ea typeface="+mn-ea"/>
                <a:cs typeface="+mn-cs"/>
              </a:rPr>
              <a:t>"Stop losing replacement revenue after service calls."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8</a:t>
            </a:fld>
            <a:endParaRPr lang="en-US"/>
          </a:p>
        </p:txBody>
      </p:sp>
    </p:spTree>
    <p:extLst>
      <p:ext uri="{BB962C8B-B14F-4D97-AF65-F5344CB8AC3E}">
        <p14:creationId xmlns:p14="http://schemas.microsoft.com/office/powerpoint/2010/main" val="3716512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System 2: Content Engine: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Ingest raw founder audio or podcast recordings.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Extract core hooks identified by the Customer Truth engine (e.g., "Lost Replacement Revenue").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Automatically generate derivative assets: 5 LinkedIn text posts, 1 short-form video script, and a micro-calculator app. </a:t>
            </a:r>
          </a:p>
          <a:p>
            <a:pPr lvl="0"/>
            <a:r>
              <a:rPr lang="en-US" sz="1200" b="1" kern="1200" dirty="0">
                <a:solidFill>
                  <a:schemeClr val="tx1"/>
                </a:solidFill>
                <a:effectLst/>
                <a:latin typeface="+mn-lt"/>
                <a:ea typeface="+mn-ea"/>
                <a:cs typeface="+mn-cs"/>
              </a:rPr>
              <a:t>System 3: Outbound Signal Engine: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Move away from buying static email lists.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Monitor real-time intent triggers: contractors hiring dispatchers, receiving negative reviews regarding service delays, or opening new locations.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Pass filtered leads into an AI agent that drafts hyper-specific, personalized outreach messages and pushes them to a human approval queue.</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9</a:t>
            </a:fld>
            <a:endParaRPr lang="en-US"/>
          </a:p>
        </p:txBody>
      </p:sp>
    </p:spTree>
    <p:extLst>
      <p:ext uri="{BB962C8B-B14F-4D97-AF65-F5344CB8AC3E}">
        <p14:creationId xmlns:p14="http://schemas.microsoft.com/office/powerpoint/2010/main" val="131368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System 4: Creative Engine (Algorithmic Volume):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Take 1 core offer ("Recover Lost HVAC Revenue") and generate dozens of distinct AI visual hooks and messaging angles.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Run continuous ad matrix tests to overwhelm ad platform algorithms with structured creative variety until winning variants emerge. </a:t>
            </a:r>
          </a:p>
          <a:p>
            <a:pPr lvl="0"/>
            <a:r>
              <a:rPr lang="en-US" sz="1200" b="1" kern="1200" dirty="0">
                <a:solidFill>
                  <a:schemeClr val="tx1"/>
                </a:solidFill>
                <a:effectLst/>
                <a:latin typeface="+mn-lt"/>
                <a:ea typeface="+mn-ea"/>
                <a:cs typeface="+mn-cs"/>
              </a:rPr>
              <a:t>System 5: AI Search Visibility (GEO/AIO Optimization):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1 billion users now query AI models directly (ChatGPT, Perplexity, Claude) for solutions.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System 5 structures your website, technical whitepapers, and documentation specifically so LLM web crawlers parse and cite your product as the definitive industry solution.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10</a:t>
            </a:fld>
            <a:endParaRPr lang="en-US"/>
          </a:p>
        </p:txBody>
      </p:sp>
    </p:spTree>
    <p:extLst>
      <p:ext uri="{BB962C8B-B14F-4D97-AF65-F5344CB8AC3E}">
        <p14:creationId xmlns:p14="http://schemas.microsoft.com/office/powerpoint/2010/main" val="882122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Executive Overview:</a:t>
            </a:r>
            <a:r>
              <a:rPr lang="en-US" sz="1200" kern="1200" dirty="0">
                <a:solidFill>
                  <a:schemeClr val="tx1"/>
                </a:solidFill>
                <a:effectLst/>
                <a:latin typeface="+mn-lt"/>
                <a:ea typeface="+mn-ea"/>
                <a:cs typeface="+mn-cs"/>
              </a:rPr>
              <a:t> The Growth Cockpit is an automated weekly intelligence summary that keeps leadership grounded in objective market truth. </a:t>
            </a:r>
          </a:p>
          <a:p>
            <a:pPr lvl="0"/>
            <a:r>
              <a:rPr lang="en-US" sz="1200" b="1" kern="1200" dirty="0">
                <a:solidFill>
                  <a:schemeClr val="tx1"/>
                </a:solidFill>
                <a:effectLst/>
                <a:latin typeface="+mn-lt"/>
                <a:ea typeface="+mn-ea"/>
                <a:cs typeface="+mn-cs"/>
              </a:rPr>
              <a:t>Four Core Dashboard Panels: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What Changed:</a:t>
            </a:r>
            <a:r>
              <a:rPr lang="en-US" sz="1200" kern="1200" dirty="0">
                <a:solidFill>
                  <a:schemeClr val="tx1"/>
                </a:solidFill>
                <a:effectLst/>
                <a:latin typeface="+mn-lt"/>
                <a:ea typeface="+mn-ea"/>
                <a:cs typeface="+mn-cs"/>
              </a:rPr>
              <a:t> Detects macro shifts in buyer pain points (e.g., rising complaints about dispatch bottlenecks). </a:t>
            </a:r>
          </a:p>
          <a:p>
            <a:pPr marL="228600" lvl="0" indent="-228600">
              <a:buFont typeface="+mj-lt"/>
              <a:buAutoNum type="arabicPeriod"/>
            </a:pPr>
            <a:r>
              <a:rPr lang="en-US" sz="1200" b="1" kern="1200" dirty="0">
                <a:solidFill>
                  <a:schemeClr val="tx1"/>
                </a:solidFill>
                <a:effectLst/>
                <a:latin typeface="+mn-lt"/>
                <a:ea typeface="+mn-ea"/>
                <a:cs typeface="+mn-cs"/>
              </a:rPr>
              <a:t>Competitor Moves:</a:t>
            </a:r>
            <a:r>
              <a:rPr lang="en-US" sz="1200" kern="1200" dirty="0">
                <a:solidFill>
                  <a:schemeClr val="tx1"/>
                </a:solidFill>
                <a:effectLst/>
                <a:latin typeface="+mn-lt"/>
                <a:ea typeface="+mn-ea"/>
                <a:cs typeface="+mn-cs"/>
              </a:rPr>
              <a:t> Automatically tracks rival site updates, copy changes, and positioning shifts. </a:t>
            </a:r>
          </a:p>
          <a:p>
            <a:pPr marL="228600" lvl="0" indent="-228600">
              <a:buFont typeface="+mj-lt"/>
              <a:buAutoNum type="arabicPeriod"/>
            </a:pPr>
            <a:r>
              <a:rPr lang="en-US" sz="1200" b="1" kern="1200" dirty="0">
                <a:solidFill>
                  <a:schemeClr val="tx1"/>
                </a:solidFill>
                <a:effectLst/>
                <a:latin typeface="+mn-lt"/>
                <a:ea typeface="+mn-ea"/>
                <a:cs typeface="+mn-cs"/>
              </a:rPr>
              <a:t>What Won:</a:t>
            </a:r>
            <a:r>
              <a:rPr lang="en-US" sz="1200" kern="1200" dirty="0">
                <a:solidFill>
                  <a:schemeClr val="tx1"/>
                </a:solidFill>
                <a:effectLst/>
                <a:latin typeface="+mn-lt"/>
                <a:ea typeface="+mn-ea"/>
                <a:cs typeface="+mn-cs"/>
              </a:rPr>
              <a:t> Isolates campaign deltas (e.g., "The lost revenue hook had fewer total clicks, but generated 2x as many high-value demo requests"). </a:t>
            </a:r>
          </a:p>
          <a:p>
            <a:pPr marL="228600" lvl="0" indent="-228600">
              <a:buFont typeface="+mj-lt"/>
              <a:buAutoNum type="arabicPeriod"/>
            </a:pPr>
            <a:r>
              <a:rPr lang="en-US" sz="1200" b="1" kern="1200" dirty="0">
                <a:solidFill>
                  <a:schemeClr val="tx1"/>
                </a:solidFill>
                <a:effectLst/>
                <a:latin typeface="+mn-lt"/>
                <a:ea typeface="+mn-ea"/>
                <a:cs typeface="+mn-cs"/>
              </a:rPr>
              <a:t>What To Test Next:</a:t>
            </a:r>
            <a:r>
              <a:rPr lang="en-US" sz="1200" kern="1200" dirty="0">
                <a:solidFill>
                  <a:schemeClr val="tx1"/>
                </a:solidFill>
                <a:effectLst/>
                <a:latin typeface="+mn-lt"/>
                <a:ea typeface="+mn-ea"/>
                <a:cs typeface="+mn-cs"/>
              </a:rPr>
              <a:t> Provides actionable, AI-suggested experiments for the upcoming sprint.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11</a:t>
            </a:fld>
            <a:endParaRPr lang="en-US"/>
          </a:p>
        </p:txBody>
      </p:sp>
    </p:spTree>
    <p:extLst>
      <p:ext uri="{BB962C8B-B14F-4D97-AF65-F5344CB8AC3E}">
        <p14:creationId xmlns:p14="http://schemas.microsoft.com/office/powerpoint/2010/main" val="4057875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Four Strategic Career Paths:</a:t>
            </a:r>
            <a:r>
              <a:rPr lang="en-US" sz="1200" kern="1200" dirty="0">
                <a:solidFill>
                  <a:schemeClr val="tx1"/>
                </a:solidFill>
                <a:effectLst/>
                <a:latin typeface="+mn-lt"/>
                <a:ea typeface="+mn-ea"/>
                <a:cs typeface="+mn-cs"/>
              </a:rPr>
              <a:t> How do you monetize this skill set to hit $250k–$1M+?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In-House Leader:</a:t>
            </a:r>
            <a:r>
              <a:rPr lang="en-US" sz="1200" kern="1200" dirty="0">
                <a:solidFill>
                  <a:schemeClr val="tx1"/>
                </a:solidFill>
                <a:effectLst/>
                <a:latin typeface="+mn-lt"/>
                <a:ea typeface="+mn-ea"/>
                <a:cs typeface="+mn-cs"/>
              </a:rPr>
              <a:t> Become an indispensable full-stack growth leader. Replace expensive agency retainer fees, scale pipeline internally, and command top-tier compensation.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Consultant:</a:t>
            </a:r>
            <a:r>
              <a:rPr lang="en-US" sz="1200" kern="1200" dirty="0">
                <a:solidFill>
                  <a:schemeClr val="tx1"/>
                </a:solidFill>
                <a:effectLst/>
                <a:latin typeface="+mn-lt"/>
                <a:ea typeface="+mn-ea"/>
                <a:cs typeface="+mn-cs"/>
              </a:rPr>
              <a:t> Embed high-value 30-to-90-day sprints into companies. Build a custom Growth Repo or Outbound Engine, charging based on business outcome ($10k–$30k+/</a:t>
            </a:r>
            <a:r>
              <a:rPr lang="en-US" sz="1200" kern="1200" dirty="0" err="1">
                <a:solidFill>
                  <a:schemeClr val="tx1"/>
                </a:solidFill>
                <a:effectLst/>
                <a:latin typeface="+mn-lt"/>
                <a:ea typeface="+mn-ea"/>
                <a:cs typeface="+mn-cs"/>
              </a:rPr>
              <a:t>mo</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Productized Service:</a:t>
            </a:r>
            <a:r>
              <a:rPr lang="en-US" sz="1200" kern="1200" dirty="0">
                <a:solidFill>
                  <a:schemeClr val="tx1"/>
                </a:solidFill>
                <a:effectLst/>
                <a:latin typeface="+mn-lt"/>
                <a:ea typeface="+mn-ea"/>
                <a:cs typeface="+mn-cs"/>
              </a:rPr>
              <a:t> Focus on a single high-converting wedge (e.g., "Signal-driven outbound for Vertical SaaS") and repeat it at scale.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Software (SaaS):</a:t>
            </a:r>
            <a:r>
              <a:rPr lang="en-US" sz="1200" kern="1200" dirty="0">
                <a:solidFill>
                  <a:schemeClr val="tx1"/>
                </a:solidFill>
                <a:effectLst/>
                <a:latin typeface="+mn-lt"/>
                <a:ea typeface="+mn-ea"/>
                <a:cs typeface="+mn-cs"/>
              </a:rPr>
              <a:t> Manually deploy systems across multiple clients, identify repeating friction points, and code automated software solutions.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12</a:t>
            </a:fld>
            <a:endParaRPr lang="en-US"/>
          </a:p>
        </p:txBody>
      </p:sp>
    </p:spTree>
    <p:extLst>
      <p:ext uri="{BB962C8B-B14F-4D97-AF65-F5344CB8AC3E}">
        <p14:creationId xmlns:p14="http://schemas.microsoft.com/office/powerpoint/2010/main" val="3350985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Week 1: The Audit (Days 1–7):</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Conduct deep customer discovery. Map exact buyer pain points, audit competitive alternatives, analyze existing sales call logs, and pinpoint precise conversion leaks. </a:t>
            </a:r>
          </a:p>
          <a:p>
            <a:pPr lvl="0"/>
            <a:r>
              <a:rPr lang="en-US" sz="1200" b="1" kern="1200" dirty="0">
                <a:solidFill>
                  <a:schemeClr val="tx1"/>
                </a:solidFill>
                <a:effectLst/>
                <a:latin typeface="+mn-lt"/>
                <a:ea typeface="+mn-ea"/>
                <a:cs typeface="+mn-cs"/>
              </a:rPr>
              <a:t>Week 2: The Growth Repo (Days 8–14):</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Set up the core directory structure (</a:t>
            </a:r>
            <a:r>
              <a:rPr lang="en-US" sz="1200" kern="1200" dirty="0" err="1">
                <a:solidFill>
                  <a:schemeClr val="tx1"/>
                </a:solidFill>
                <a:effectLst/>
                <a:latin typeface="+mn-lt"/>
                <a:ea typeface="+mn-ea"/>
                <a:cs typeface="+mn-cs"/>
              </a:rPr>
              <a:t>growth_os</a:t>
            </a:r>
            <a:r>
              <a:rPr lang="en-US" sz="1200" kern="1200" dirty="0">
                <a:solidFill>
                  <a:schemeClr val="tx1"/>
                </a:solidFill>
                <a:effectLst/>
                <a:latin typeface="+mn-lt"/>
                <a:ea typeface="+mn-ea"/>
                <a:cs typeface="+mn-cs"/>
              </a:rPr>
              <a:t>). Ingest 20+ real sales call transcripts into the </a:t>
            </a:r>
            <a:r>
              <a:rPr lang="en-US" sz="1200" kern="1200" dirty="0" err="1">
                <a:solidFill>
                  <a:schemeClr val="tx1"/>
                </a:solidFill>
                <a:effectLst/>
                <a:latin typeface="+mn-lt"/>
                <a:ea typeface="+mn-ea"/>
                <a:cs typeface="+mn-cs"/>
              </a:rPr>
              <a:t>customer_truth</a:t>
            </a:r>
            <a:r>
              <a:rPr lang="en-US" sz="1200" kern="1200" dirty="0">
                <a:solidFill>
                  <a:schemeClr val="tx1"/>
                </a:solidFill>
                <a:effectLst/>
                <a:latin typeface="+mn-lt"/>
                <a:ea typeface="+mn-ea"/>
                <a:cs typeface="+mn-cs"/>
              </a:rPr>
              <a:t>/ directory and generate your first automated what_the_market_is_telling_us.md intelligence brief.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13</a:t>
            </a:fld>
            <a:endParaRPr lang="en-US"/>
          </a:p>
        </p:txBody>
      </p:sp>
    </p:spTree>
    <p:extLst>
      <p:ext uri="{BB962C8B-B14F-4D97-AF65-F5344CB8AC3E}">
        <p14:creationId xmlns:p14="http://schemas.microsoft.com/office/powerpoint/2010/main" val="987529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Week 3: The First Machine (Days 15–21):</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Focus entirely on shipping </a:t>
            </a:r>
            <a:r>
              <a:rPr lang="en-US" sz="1200" b="1" kern="1200" dirty="0">
                <a:solidFill>
                  <a:schemeClr val="tx1"/>
                </a:solidFill>
                <a:effectLst/>
                <a:latin typeface="+mn-lt"/>
                <a:ea typeface="+mn-ea"/>
                <a:cs typeface="+mn-cs"/>
              </a:rPr>
              <a:t>ONE</a:t>
            </a:r>
            <a:r>
              <a:rPr lang="en-US" sz="1200" kern="1200" dirty="0">
                <a:solidFill>
                  <a:schemeClr val="tx1"/>
                </a:solidFill>
                <a:effectLst/>
                <a:latin typeface="+mn-lt"/>
                <a:ea typeface="+mn-ea"/>
                <a:cs typeface="+mn-cs"/>
              </a:rPr>
              <a:t> working end-to-end automated system (e.g., Content Engine or Outbound Signal Engine). One functional machine provides far more value than five half-built concepts. </a:t>
            </a:r>
          </a:p>
          <a:p>
            <a:pPr lvl="0"/>
            <a:r>
              <a:rPr lang="en-US" sz="1200" b="1" kern="1200" dirty="0">
                <a:solidFill>
                  <a:schemeClr val="tx1"/>
                </a:solidFill>
                <a:effectLst/>
                <a:latin typeface="+mn-lt"/>
                <a:ea typeface="+mn-ea"/>
                <a:cs typeface="+mn-cs"/>
              </a:rPr>
              <a:t>Week 4: The ROI Case Study (Days 22–30):</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Measure performance deltas and package concrete proof of business impact.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Example Portfolio Result:</a:t>
            </a:r>
            <a:r>
              <a:rPr lang="en-US" sz="1200" kern="1200" dirty="0">
                <a:solidFill>
                  <a:schemeClr val="tx1"/>
                </a:solidFill>
                <a:effectLst/>
                <a:latin typeface="+mn-lt"/>
                <a:ea typeface="+mn-ea"/>
                <a:cs typeface="+mn-cs"/>
              </a:rPr>
              <a:t> "Built signal outbound engine ➔ Sent 75 targeted messages ➔ Generated 9 warm replies ➔ Booked 3 qualified demo calls."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14</a:t>
            </a:fld>
            <a:endParaRPr lang="en-US"/>
          </a:p>
        </p:txBody>
      </p:sp>
    </p:spTree>
    <p:extLst>
      <p:ext uri="{BB962C8B-B14F-4D97-AF65-F5344CB8AC3E}">
        <p14:creationId xmlns:p14="http://schemas.microsoft.com/office/powerpoint/2010/main" val="1189488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Strategic Choice:</a:t>
            </a:r>
            <a:r>
              <a:rPr lang="en-US" sz="1200" kern="1200" dirty="0">
                <a:solidFill>
                  <a:schemeClr val="tx1"/>
                </a:solidFill>
                <a:effectLst/>
                <a:latin typeface="+mn-lt"/>
                <a:ea typeface="+mn-ea"/>
                <a:cs typeface="+mn-cs"/>
              </a:rPr>
              <a:t> Organizations face a clear divide: use AI as a basic production tool to make assets faster, or build a systemic feedback engine that accelerates organizational intelligence week over week. </a:t>
            </a:r>
          </a:p>
          <a:p>
            <a:pPr lvl="0"/>
            <a:r>
              <a:rPr lang="en-US" sz="1200" b="1" kern="1200" dirty="0">
                <a:solidFill>
                  <a:schemeClr val="tx1"/>
                </a:solidFill>
                <a:effectLst/>
                <a:latin typeface="+mn-lt"/>
                <a:ea typeface="+mn-ea"/>
                <a:cs typeface="+mn-cs"/>
              </a:rPr>
              <a:t>The Compounding Loop:</a:t>
            </a:r>
            <a:r>
              <a:rPr lang="en-US" sz="1200" kern="1200" dirty="0">
                <a:solidFill>
                  <a:schemeClr val="tx1"/>
                </a:solidFill>
                <a:effectLst/>
                <a:latin typeface="+mn-lt"/>
                <a:ea typeface="+mn-ea"/>
                <a:cs typeface="+mn-cs"/>
              </a:rPr>
              <a:t> Data Ingestion ➔ Pattern Recognition ➔ Model Training ➔ Optimization ➔ Execution ➔ Knowledge Integration.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The window of opportunity to build these agentic growth systems ahead of the market is open right now. Initialize your Growth Repo and start engineering. </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15</a:t>
            </a:fld>
            <a:endParaRPr lang="en-US"/>
          </a:p>
        </p:txBody>
      </p:sp>
    </p:spTree>
    <p:extLst>
      <p:ext uri="{BB962C8B-B14F-4D97-AF65-F5344CB8AC3E}">
        <p14:creationId xmlns:p14="http://schemas.microsoft.com/office/powerpoint/2010/main" val="2370287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Side-by-Side Comparison: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Execution:</a:t>
            </a:r>
            <a:r>
              <a:rPr lang="en-US" sz="1200" kern="1200" dirty="0">
                <a:solidFill>
                  <a:schemeClr val="tx1"/>
                </a:solidFill>
                <a:effectLst/>
                <a:latin typeface="+mn-lt"/>
                <a:ea typeface="+mn-ea"/>
                <a:cs typeface="+mn-cs"/>
              </a:rPr>
              <a:t> Traditional marketing relies on manual content creation and ad set management. Marketing Engineering uses autonomous AI agents executing structured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Learning:</a:t>
            </a:r>
            <a:r>
              <a:rPr lang="en-US" sz="1200" kern="1200" dirty="0">
                <a:solidFill>
                  <a:schemeClr val="tx1"/>
                </a:solidFill>
                <a:effectLst/>
                <a:latin typeface="+mn-lt"/>
                <a:ea typeface="+mn-ea"/>
                <a:cs typeface="+mn-cs"/>
              </a:rPr>
              <a:t> Traditional growth relies on scattered meeting notes. Marketing Engineering centralizes market signal inside a dynamic, persistent Growth Repo.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Scale:</a:t>
            </a:r>
            <a:r>
              <a:rPr lang="en-US" sz="1200" kern="1200" dirty="0">
                <a:solidFill>
                  <a:schemeClr val="tx1"/>
                </a:solidFill>
                <a:effectLst/>
                <a:latin typeface="+mn-lt"/>
                <a:ea typeface="+mn-ea"/>
                <a:cs typeface="+mn-cs"/>
              </a:rPr>
              <a:t> Traditional scaling is linear (more headcount = more output). Marketing Engineering scaling is exponential (more agentic systems = exponentially higher output). </a:t>
            </a:r>
          </a:p>
          <a:p>
            <a:pPr lvl="0"/>
            <a:r>
              <a:rPr lang="en-US" sz="1200" b="1" kern="1200" dirty="0">
                <a:solidFill>
                  <a:schemeClr val="tx1"/>
                </a:solidFill>
                <a:effectLst/>
                <a:latin typeface="+mn-lt"/>
                <a:ea typeface="+mn-ea"/>
                <a:cs typeface="+mn-cs"/>
              </a:rPr>
              <a:t>Closing Perspective:</a:t>
            </a:r>
            <a:r>
              <a:rPr lang="en-US" sz="1200" kern="1200" dirty="0">
                <a:solidFill>
                  <a:schemeClr val="tx1"/>
                </a:solidFill>
                <a:effectLst/>
                <a:latin typeface="+mn-lt"/>
                <a:ea typeface="+mn-ea"/>
                <a:cs typeface="+mn-cs"/>
              </a:rPr>
              <a:t> This transition transforms growth teams into high-value revenue drivers. Master these systems to lead the next era of marketing engineering.</a:t>
            </a:r>
          </a:p>
          <a:p>
            <a:endParaRPr lang="en-US" dirty="0"/>
          </a:p>
        </p:txBody>
      </p:sp>
      <p:sp>
        <p:nvSpPr>
          <p:cNvPr id="4" name="Slide Number Placeholder 3"/>
          <p:cNvSpPr>
            <a:spLocks noGrp="1"/>
          </p:cNvSpPr>
          <p:nvPr>
            <p:ph type="sldNum" sz="quarter" idx="5"/>
          </p:nvPr>
        </p:nvSpPr>
        <p:spPr/>
        <p:txBody>
          <a:bodyPr/>
          <a:lstStyle/>
          <a:p>
            <a:fld id="{53D720CC-85C8-4277-B187-FC2D45C2C12F}" type="slidenum">
              <a:rPr lang="en-US" smtClean="0"/>
              <a:t>16</a:t>
            </a:fld>
            <a:endParaRPr lang="en-US"/>
          </a:p>
        </p:txBody>
      </p:sp>
    </p:spTree>
    <p:extLst>
      <p:ext uri="{BB962C8B-B14F-4D97-AF65-F5344CB8AC3E}">
        <p14:creationId xmlns:p14="http://schemas.microsoft.com/office/powerpoint/2010/main" val="2036695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6B6DC0-794C-BD23-DE96-F6908A468E42}"/>
              </a:ext>
            </a:extLst>
          </p:cNvPr>
          <p:cNvSpPr>
            <a:spLocks noGrp="1"/>
          </p:cNvSpPr>
          <p:nvPr>
            <p:ph type="dt" sz="half" idx="10"/>
          </p:nvPr>
        </p:nvSpPr>
        <p:spPr/>
        <p:txBody>
          <a:bodyPr/>
          <a:lstStyle/>
          <a:p>
            <a:fld id="{CC7B1608-D2C5-4D7F-9946-7C71226C66D5}" type="datetimeFigureOut">
              <a:rPr lang="en-US" smtClean="0"/>
              <a:t>10/21/2026</a:t>
            </a:fld>
            <a:endParaRPr lang="en-US"/>
          </a:p>
        </p:txBody>
      </p:sp>
      <p:sp>
        <p:nvSpPr>
          <p:cNvPr id="3" name="Footer Placeholder 2">
            <a:extLst>
              <a:ext uri="{FF2B5EF4-FFF2-40B4-BE49-F238E27FC236}">
                <a16:creationId xmlns:a16="http://schemas.microsoft.com/office/drawing/2014/main" id="{85DC6C1C-0CD0-8A06-967B-D6F7710BDA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731CD-175F-7EF0-64F2-898BBB0262E8}"/>
              </a:ext>
            </a:extLst>
          </p:cNvPr>
          <p:cNvSpPr>
            <a:spLocks noGrp="1"/>
          </p:cNvSpPr>
          <p:nvPr>
            <p:ph type="sldNum" sz="quarter" idx="12"/>
          </p:nvPr>
        </p:nvSpPr>
        <p:spPr/>
        <p:txBody>
          <a:bodyPr/>
          <a:lstStyle/>
          <a:p>
            <a:fld id="{CD5DC9A0-47BF-425C-A2D0-745342D39DDE}" type="slidenum">
              <a:rPr lang="en-US" smtClean="0"/>
              <a:t>‹#›</a:t>
            </a:fld>
            <a:endParaRPr lang="en-US"/>
          </a:p>
        </p:txBody>
      </p:sp>
    </p:spTree>
    <p:extLst>
      <p:ext uri="{BB962C8B-B14F-4D97-AF65-F5344CB8AC3E}">
        <p14:creationId xmlns:p14="http://schemas.microsoft.com/office/powerpoint/2010/main" val="7971792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2CDAE-6984-8138-E00C-88EE84045D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80EECE-9203-BA5E-3390-63E2ACAD1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66BD0D-B375-07B7-DA1C-5478A9FE8F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7B1608-D2C5-4D7F-9946-7C71226C66D5}" type="datetimeFigureOut">
              <a:rPr lang="en-US" smtClean="0"/>
              <a:t>10/21/2026</a:t>
            </a:fld>
            <a:endParaRPr lang="en-US"/>
          </a:p>
        </p:txBody>
      </p:sp>
      <p:sp>
        <p:nvSpPr>
          <p:cNvPr id="5" name="Footer Placeholder 4">
            <a:extLst>
              <a:ext uri="{FF2B5EF4-FFF2-40B4-BE49-F238E27FC236}">
                <a16:creationId xmlns:a16="http://schemas.microsoft.com/office/drawing/2014/main" id="{91DD1790-8D10-4B3B-5120-038E793E6C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F0EA7A-A9EA-EF2A-27F8-459899A84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5DC9A0-47BF-425C-A2D0-745342D39DDE}" type="slidenum">
              <a:rPr lang="en-US" smtClean="0"/>
              <a:t>‹#›</a:t>
            </a:fld>
            <a:endParaRPr lang="en-US"/>
          </a:p>
        </p:txBody>
      </p:sp>
    </p:spTree>
    <p:extLst>
      <p:ext uri="{BB962C8B-B14F-4D97-AF65-F5344CB8AC3E}">
        <p14:creationId xmlns:p14="http://schemas.microsoft.com/office/powerpoint/2010/main" val="61813202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68C7BE-9190-CD3C-47CE-FE46A87614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416661-DE1C-AB17-D15D-C9E364AD24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641DEE-BE91-0A6B-2DA1-593F62EABA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5B6988-1F90-AFC1-B794-A74E197EFE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FE1842-8700-9724-532F-F295A5A0BE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54032C-A9EA-E310-331C-549E8FB50D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C7677B-0CD8-DEA6-2F9E-00F32D6ABA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DFDA33-260C-2235-3E11-39DBBA8B08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459BE4-B4B0-63CC-91A0-0E5E1AB27C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DE5B3D-DE04-9D6A-14E0-D502798077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ECF4B-C866-886E-2803-E8C2E07103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7282ED-1693-8BAF-61A4-F1C92B10C5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EDBA4-642A-9449-5F12-3DAE7C70D9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51DFDC-BBFC-19A5-EA56-593BB2224F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BA5465-2084-98A9-915C-EA35613F0C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4CD3DA-3748-E6A0-730F-1C91FD84161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296994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2138</Words>
  <Application>Microsoft Office PowerPoint</Application>
  <PresentationFormat>寬螢幕</PresentationFormat>
  <Paragraphs>111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2026-09-06T09:05:47Z</dcterms:created>
  <dcterms:modified xsi:type="dcterms:W3CDTF">2026-10-21T02:46:49Z</dcterms:modified>
</cp:coreProperties>
</file>