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161" r:id="rId4"/>
  </p:sldMasterIdLst>
  <p:notesMasterIdLst>
    <p:notesMasterId r:id="rId20"/>
  </p:notesMasterIdLst>
  <p:handoutMasterIdLst>
    <p:handoutMasterId r:id="rId21"/>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1C336792-6781-FE4B-9D05-284068487FDB}">
          <p14:sldIdLst>
            <p14:sldId id="256"/>
            <p14:sldId id="257"/>
            <p14:sldId id="258"/>
            <p14:sldId id="259"/>
            <p14:sldId id="260"/>
            <p14:sldId id="261"/>
            <p14:sldId id="262"/>
            <p14:sldId id="263"/>
            <p14:sldId id="264"/>
            <p14:sldId id="265"/>
            <p14:sldId id="266"/>
            <p14:sldId id="267"/>
            <p14:sldId id="268"/>
            <p14:sldId id="269"/>
            <p14:sldId id="270"/>
          </p14:sldIdLst>
        </p14:section>
      </p14:sectionLst>
    </p:ext>
    <p:ext uri="{EFAFB233-063F-42B5-8137-9DF3F51BA10A}">
      <p15:sldGuideLst xmlns:p15="http://schemas.microsoft.com/office/powerpoint/2012/main">
        <p15:guide id="2" pos="3817" userDrawn="1">
          <p15:clr>
            <a:srgbClr val="A4A3A4"/>
          </p15:clr>
        </p15:guide>
        <p15:guide id="3" orient="horz" pos="3067"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74FE31B-85AA-352C-0645-E1B31FA62AD9}" name="Primeau, Andy" initials="PA" userId="S::andy.primeau@dynatrace.com::3379d370-2e2a-4659-8abb-c21ad41dd794" providerId="AD"/>
  <p188:author id="{D8A79A48-4A1E-81A1-A6B3-06D6A487F319}" name="Emily McDonald" initials="EM" userId="S::emily.m@stinson.co::1abcd3e3-1340-47fa-a12e-3b2b09e81e15" providerId="AD"/>
  <p188:author id="{C1E63661-04B9-2A70-163A-ECFBEFFE723E}" name="Umbach, Debbie" initials="UD" userId="S::debbie.umbach@dynatrace.com::6e5fb65f-d042-4a99-ba64-12c842631b82" providerId="AD"/>
  <p188:author id="{2E13DB6C-0B43-FB98-E5D1-CD0756603570}" name="Sims, Josh" initials="SJ" userId="S::josh.sims@dynatrace.com::49612728-8116-4575-b10b-51a5f72e9882" providerId="AD"/>
  <p188:author id="{BDA0A097-10B5-3F13-7D6B-02FF768C0835}" name="Seelye, Hannah" initials="SH" userId="S::hannah.seelye@dynatrace.com::4bdad6dd-1730-4bc3-8a70-96856c72f22c" providerId="AD"/>
  <p188:author id="{EFE3E1D1-9FA8-54AD-114E-76541E48EE06}" name="Aylmer, Jed" initials="AJ" userId="S::jed.aylmer@dynatrace.com::063f29d7-db01-4138-a04c-586bd0c78c69" providerId="AD"/>
  <p188:author id="{197912D3-FC8A-6A9A-D53F-6521D9156398}" name="Tollefson, Nina" initials="TN" userId="S::nina.tollefson@dynatrace.com::e496fee5-b356-4526-b03f-9e2676692c2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9E7D0"/>
    <a:srgbClr val="E9E6CC"/>
    <a:srgbClr val="B8B497"/>
    <a:srgbClr val="262A99"/>
    <a:srgbClr val="00125D"/>
    <a:srgbClr val="001119"/>
    <a:srgbClr val="3377FF"/>
    <a:srgbClr val="AE70FF"/>
    <a:srgbClr val="9747FF"/>
    <a:srgbClr val="030C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55E36B-51D1-460A-9210-1DD50C21E920}" v="213" dt="2026-03-17T04:57:21.4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447" autoAdjust="0"/>
  </p:normalViewPr>
  <p:slideViewPr>
    <p:cSldViewPr snapToGrid="0">
      <p:cViewPr varScale="1">
        <p:scale>
          <a:sx n="52" d="100"/>
          <a:sy n="52" d="100"/>
        </p:scale>
        <p:origin x="1136" y="264"/>
      </p:cViewPr>
      <p:guideLst>
        <p:guide pos="3817"/>
        <p:guide orient="horz" pos="3067"/>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addSld delSld modSld sldOrd modMainMaster modSection">
      <pc:chgData name="Lai, Wilson" userId="2840974a-0d84-4886-90a9-9a3ed79f3a48" providerId="ADAL" clId="{9F23B798-9E84-4552-BA63-E776E805C424}" dt="2026-03-17T05:02:21.592" v="1834" actId="207"/>
      <pc:docMkLst>
        <pc:docMk/>
      </pc:docMkLst>
      <pc:sldChg chg="addSp delSp modSp add mod setBg modClrScheme chgLayout modNotesTx">
        <pc:chgData name="Lai, Wilson" userId="2840974a-0d84-4886-90a9-9a3ed79f3a48" providerId="ADAL" clId="{9F23B798-9E84-4552-BA63-E776E805C424}" dt="2026-03-17T05:00:27.712" v="1827" actId="207"/>
        <pc:sldMkLst>
          <pc:docMk/>
          <pc:sldMk cId="0" sldId="256"/>
        </pc:sldMkLst>
        <pc:spChg chg="add del mod">
          <ac:chgData name="Lai, Wilson" userId="2840974a-0d84-4886-90a9-9a3ed79f3a48" providerId="ADAL" clId="{9F23B798-9E84-4552-BA63-E776E805C424}" dt="2026-03-17T05:00:23.627" v="1826" actId="207"/>
          <ac:spMkLst>
            <pc:docMk/>
            <pc:sldMk cId="0" sldId="256"/>
            <ac:spMk id="4" creationId="{0BFCC86A-A7EE-48C5-A412-EA73C4879E08}"/>
          </ac:spMkLst>
        </pc:spChg>
        <pc:spChg chg="add del mod">
          <ac:chgData name="Lai, Wilson" userId="2840974a-0d84-4886-90a9-9a3ed79f3a48" providerId="ADAL" clId="{9F23B798-9E84-4552-BA63-E776E805C424}" dt="2026-03-17T05:00:27.712" v="1827" actId="207"/>
          <ac:spMkLst>
            <pc:docMk/>
            <pc:sldMk cId="0" sldId="256"/>
            <ac:spMk id="6" creationId="{A93FD1F9-BA4F-87D2-3497-D22978388B19}"/>
          </ac:spMkLst>
        </pc:spChg>
        <pc:picChg chg="del mod">
          <ac:chgData name="Lai, Wilson" userId="2840974a-0d84-4886-90a9-9a3ed79f3a48" providerId="ADAL" clId="{9F23B798-9E84-4552-BA63-E776E805C424}" dt="2026-03-17T04:02:14.667" v="1103" actId="478"/>
          <ac:picMkLst>
            <pc:docMk/>
            <pc:sldMk cId="0" sldId="256"/>
            <ac:picMk id="2" creationId="{00000000-0000-0000-0000-000000000000}"/>
          </ac:picMkLst>
        </pc:picChg>
      </pc:sldChg>
      <pc:sldChg chg="addSp delSp modSp add mod setBg modClrScheme chgLayout modNotes">
        <pc:chgData name="Lai, Wilson" userId="2840974a-0d84-4886-90a9-9a3ed79f3a48" providerId="ADAL" clId="{9F23B798-9E84-4552-BA63-E776E805C424}" dt="2026-03-17T05:01:45.521" v="1829" actId="207"/>
        <pc:sldMkLst>
          <pc:docMk/>
          <pc:sldMk cId="0" sldId="257"/>
        </pc:sldMkLst>
        <pc:spChg chg="add mod">
          <ac:chgData name="Lai, Wilson" userId="2840974a-0d84-4886-90a9-9a3ed79f3a48" providerId="ADAL" clId="{9F23B798-9E84-4552-BA63-E776E805C424}" dt="2026-03-17T05:00:16.891" v="1825" actId="14100"/>
          <ac:spMkLst>
            <pc:docMk/>
            <pc:sldMk cId="0" sldId="257"/>
            <ac:spMk id="3" creationId="{E3F3110A-8D6A-1316-2CD3-6EAF9F82B658}"/>
          </ac:spMkLst>
        </pc:spChg>
        <pc:spChg chg="add mod">
          <ac:chgData name="Lai, Wilson" userId="2840974a-0d84-4886-90a9-9a3ed79f3a48" providerId="ADAL" clId="{9F23B798-9E84-4552-BA63-E776E805C424}" dt="2026-03-17T05:01:42.592" v="1828" actId="207"/>
          <ac:spMkLst>
            <pc:docMk/>
            <pc:sldMk cId="0" sldId="257"/>
            <ac:spMk id="4" creationId="{AA48C8CB-B485-223A-9658-CDC3FF9F4066}"/>
          </ac:spMkLst>
        </pc:spChg>
        <pc:spChg chg="add mod">
          <ac:chgData name="Lai, Wilson" userId="2840974a-0d84-4886-90a9-9a3ed79f3a48" providerId="ADAL" clId="{9F23B798-9E84-4552-BA63-E776E805C424}" dt="2026-03-17T05:01:45.521" v="1829" actId="207"/>
          <ac:spMkLst>
            <pc:docMk/>
            <pc:sldMk cId="0" sldId="257"/>
            <ac:spMk id="5" creationId="{0601E6AD-3A9E-4EFD-B18C-679133FA47EA}"/>
          </ac:spMkLst>
        </pc:spChg>
        <pc:picChg chg="del mod">
          <ac:chgData name="Lai, Wilson" userId="2840974a-0d84-4886-90a9-9a3ed79f3a48" providerId="ADAL" clId="{9F23B798-9E84-4552-BA63-E776E805C424}" dt="2026-03-17T04:07:11.583" v="1184" actId="478"/>
          <ac:picMkLst>
            <pc:docMk/>
            <pc:sldMk cId="0" sldId="257"/>
            <ac:picMk id="2" creationId="{00000000-0000-0000-0000-000000000000}"/>
          </ac:picMkLst>
        </pc:picChg>
      </pc:sldChg>
      <pc:sldChg chg="addSp delSp modSp add mod setBg modClrScheme chgLayout modNotes">
        <pc:chgData name="Lai, Wilson" userId="2840974a-0d84-4886-90a9-9a3ed79f3a48" providerId="ADAL" clId="{9F23B798-9E84-4552-BA63-E776E805C424}" dt="2026-03-17T05:01:55.233" v="1832" actId="207"/>
        <pc:sldMkLst>
          <pc:docMk/>
          <pc:sldMk cId="0" sldId="258"/>
        </pc:sldMkLst>
        <pc:spChg chg="add mod">
          <ac:chgData name="Lai, Wilson" userId="2840974a-0d84-4886-90a9-9a3ed79f3a48" providerId="ADAL" clId="{9F23B798-9E84-4552-BA63-E776E805C424}" dt="2026-03-17T04:59:51.125" v="1815" actId="14100"/>
          <ac:spMkLst>
            <pc:docMk/>
            <pc:sldMk cId="0" sldId="258"/>
            <ac:spMk id="3" creationId="{C18862A3-B4B2-6DD6-FCF2-AF6F470A9495}"/>
          </ac:spMkLst>
        </pc:spChg>
        <pc:spChg chg="add mod">
          <ac:chgData name="Lai, Wilson" userId="2840974a-0d84-4886-90a9-9a3ed79f3a48" providerId="ADAL" clId="{9F23B798-9E84-4552-BA63-E776E805C424}" dt="2026-03-17T05:00:06.183" v="1822" actId="14100"/>
          <ac:spMkLst>
            <pc:docMk/>
            <pc:sldMk cId="0" sldId="258"/>
            <ac:spMk id="4" creationId="{44D6D71D-50E9-C48C-67AA-98A6D884CB89}"/>
          </ac:spMkLst>
        </pc:spChg>
        <pc:spChg chg="add mod">
          <ac:chgData name="Lai, Wilson" userId="2840974a-0d84-4886-90a9-9a3ed79f3a48" providerId="ADAL" clId="{9F23B798-9E84-4552-BA63-E776E805C424}" dt="2026-03-17T05:01:49.955" v="1830" actId="207"/>
          <ac:spMkLst>
            <pc:docMk/>
            <pc:sldMk cId="0" sldId="258"/>
            <ac:spMk id="6" creationId="{B1B3C908-5B97-900D-002A-CE56678B0653}"/>
          </ac:spMkLst>
        </pc:spChg>
        <pc:spChg chg="add mod">
          <ac:chgData name="Lai, Wilson" userId="2840974a-0d84-4886-90a9-9a3ed79f3a48" providerId="ADAL" clId="{9F23B798-9E84-4552-BA63-E776E805C424}" dt="2026-03-17T05:01:52.721" v="1831" actId="207"/>
          <ac:spMkLst>
            <pc:docMk/>
            <pc:sldMk cId="0" sldId="258"/>
            <ac:spMk id="7" creationId="{D69450FD-BD29-0904-9308-D3FD6DB2C755}"/>
          </ac:spMkLst>
        </pc:spChg>
        <pc:spChg chg="add mod">
          <ac:chgData name="Lai, Wilson" userId="2840974a-0d84-4886-90a9-9a3ed79f3a48" providerId="ADAL" clId="{9F23B798-9E84-4552-BA63-E776E805C424}" dt="2026-03-17T05:01:55.233" v="1832" actId="207"/>
          <ac:spMkLst>
            <pc:docMk/>
            <pc:sldMk cId="0" sldId="258"/>
            <ac:spMk id="8" creationId="{FB2502A2-DF49-4AAF-DB4B-A7474F2682F4}"/>
          </ac:spMkLst>
        </pc:spChg>
        <pc:picChg chg="del mod">
          <ac:chgData name="Lai, Wilson" userId="2840974a-0d84-4886-90a9-9a3ed79f3a48" providerId="ADAL" clId="{9F23B798-9E84-4552-BA63-E776E805C424}" dt="2026-03-17T04:10:24.226" v="1238" actId="478"/>
          <ac:picMkLst>
            <pc:docMk/>
            <pc:sldMk cId="0" sldId="258"/>
            <ac:picMk id="2" creationId="{00000000-0000-0000-0000-000000000000}"/>
          </ac:picMkLst>
        </pc:picChg>
      </pc:sldChg>
      <pc:sldChg chg="addSp delSp modSp add mod setBg modClrScheme chgLayout modNotesTx">
        <pc:chgData name="Lai, Wilson" userId="2840974a-0d84-4886-90a9-9a3ed79f3a48" providerId="ADAL" clId="{9F23B798-9E84-4552-BA63-E776E805C424}" dt="2026-03-17T04:59:41.585" v="1811" actId="207"/>
        <pc:sldMkLst>
          <pc:docMk/>
          <pc:sldMk cId="0" sldId="259"/>
        </pc:sldMkLst>
        <pc:spChg chg="add del">
          <ac:chgData name="Lai, Wilson" userId="2840974a-0d84-4886-90a9-9a3ed79f3a48" providerId="ADAL" clId="{9F23B798-9E84-4552-BA63-E776E805C424}" dt="2026-03-17T04:52:11.201" v="1752" actId="11529"/>
          <ac:spMkLst>
            <pc:docMk/>
            <pc:sldMk cId="0" sldId="259"/>
            <ac:spMk id="2" creationId="{E7E3656F-3012-FE91-865D-2FA60BF751E9}"/>
          </ac:spMkLst>
        </pc:spChg>
        <pc:spChg chg="add mod">
          <ac:chgData name="Lai, Wilson" userId="2840974a-0d84-4886-90a9-9a3ed79f3a48" providerId="ADAL" clId="{9F23B798-9E84-4552-BA63-E776E805C424}" dt="2026-03-17T04:59:41.585" v="1811" actId="207"/>
          <ac:spMkLst>
            <pc:docMk/>
            <pc:sldMk cId="0" sldId="259"/>
            <ac:spMk id="3" creationId="{351C1510-F14A-8A20-5207-7EBB0B3B9EF3}"/>
          </ac:spMkLst>
        </pc:spChg>
        <pc:spChg chg="add mod">
          <ac:chgData name="Lai, Wilson" userId="2840974a-0d84-4886-90a9-9a3ed79f3a48" providerId="ADAL" clId="{9F23B798-9E84-4552-BA63-E776E805C424}" dt="2026-03-17T04:58:02.532" v="1792" actId="1076"/>
          <ac:spMkLst>
            <pc:docMk/>
            <pc:sldMk cId="0" sldId="259"/>
            <ac:spMk id="4" creationId="{B2E0C1E3-1EE9-E5CA-0A4F-588186252413}"/>
          </ac:spMkLst>
        </pc:spChg>
        <pc:spChg chg="add del mod">
          <ac:chgData name="Lai, Wilson" userId="2840974a-0d84-4886-90a9-9a3ed79f3a48" providerId="ADAL" clId="{9F23B798-9E84-4552-BA63-E776E805C424}" dt="2026-03-17T04:54:58.478" v="1758" actId="478"/>
          <ac:spMkLst>
            <pc:docMk/>
            <pc:sldMk cId="0" sldId="259"/>
            <ac:spMk id="5" creationId="{21204BE7-73A5-D31B-753C-03BE3535CEC2}"/>
          </ac:spMkLst>
        </pc:spChg>
        <pc:spChg chg="add mod">
          <ac:chgData name="Lai, Wilson" userId="2840974a-0d84-4886-90a9-9a3ed79f3a48" providerId="ADAL" clId="{9F23B798-9E84-4552-BA63-E776E805C424}" dt="2026-03-17T04:57:21.407" v="1790" actId="164"/>
          <ac:spMkLst>
            <pc:docMk/>
            <pc:sldMk cId="0" sldId="259"/>
            <ac:spMk id="6" creationId="{6EFC33EF-97DB-007E-FEA6-17861C855852}"/>
          </ac:spMkLst>
        </pc:spChg>
        <pc:spChg chg="add mod">
          <ac:chgData name="Lai, Wilson" userId="2840974a-0d84-4886-90a9-9a3ed79f3a48" providerId="ADAL" clId="{9F23B798-9E84-4552-BA63-E776E805C424}" dt="2026-03-17T04:57:21.407" v="1790" actId="164"/>
          <ac:spMkLst>
            <pc:docMk/>
            <pc:sldMk cId="0" sldId="259"/>
            <ac:spMk id="7" creationId="{D2280645-A6B0-010F-53DA-661C0466FDF6}"/>
          </ac:spMkLst>
        </pc:spChg>
        <pc:spChg chg="add mod">
          <ac:chgData name="Lai, Wilson" userId="2840974a-0d84-4886-90a9-9a3ed79f3a48" providerId="ADAL" clId="{9F23B798-9E84-4552-BA63-E776E805C424}" dt="2026-03-17T04:57:21.407" v="1790" actId="164"/>
          <ac:spMkLst>
            <pc:docMk/>
            <pc:sldMk cId="0" sldId="259"/>
            <ac:spMk id="8" creationId="{68AF21B7-2C42-AFED-7699-F3D34023A69F}"/>
          </ac:spMkLst>
        </pc:spChg>
        <pc:grpChg chg="add mod">
          <ac:chgData name="Lai, Wilson" userId="2840974a-0d84-4886-90a9-9a3ed79f3a48" providerId="ADAL" clId="{9F23B798-9E84-4552-BA63-E776E805C424}" dt="2026-03-17T04:57:21.407" v="1790" actId="164"/>
          <ac:grpSpMkLst>
            <pc:docMk/>
            <pc:sldMk cId="0" sldId="259"/>
            <ac:grpSpMk id="9" creationId="{51A554D2-5F09-736B-C1FC-6236E5E7A372}"/>
          </ac:grpSpMkLst>
        </pc:grpChg>
        <pc:picChg chg="del mod">
          <ac:chgData name="Lai, Wilson" userId="2840974a-0d84-4886-90a9-9a3ed79f3a48" providerId="ADAL" clId="{9F23B798-9E84-4552-BA63-E776E805C424}" dt="2026-03-17T04:13:48.923" v="1280" actId="478"/>
          <ac:picMkLst>
            <pc:docMk/>
            <pc:sldMk cId="0" sldId="259"/>
            <ac:picMk id="2" creationId="{00000000-0000-0000-0000-000000000000}"/>
          </ac:picMkLst>
        </pc:picChg>
      </pc:sldChg>
      <pc:sldChg chg="addSp delSp modSp add mod setBg modClrScheme chgLayout modNotes">
        <pc:chgData name="Lai, Wilson" userId="2840974a-0d84-4886-90a9-9a3ed79f3a48" providerId="ADAL" clId="{9F23B798-9E84-4552-BA63-E776E805C424}" dt="2026-03-17T04:59:37.250" v="1810" actId="207"/>
        <pc:sldMkLst>
          <pc:docMk/>
          <pc:sldMk cId="0" sldId="260"/>
        </pc:sldMkLst>
        <pc:spChg chg="add mod">
          <ac:chgData name="Lai, Wilson" userId="2840974a-0d84-4886-90a9-9a3ed79f3a48" providerId="ADAL" clId="{9F23B798-9E84-4552-BA63-E776E805C424}" dt="2026-03-17T04:59:37.250" v="1810" actId="207"/>
          <ac:spMkLst>
            <pc:docMk/>
            <pc:sldMk cId="0" sldId="260"/>
            <ac:spMk id="3" creationId="{9729B541-B3FD-D5BF-D339-40E30C9C5212}"/>
          </ac:spMkLst>
        </pc:spChg>
        <pc:spChg chg="add mod">
          <ac:chgData name="Lai, Wilson" userId="2840974a-0d84-4886-90a9-9a3ed79f3a48" providerId="ADAL" clId="{9F23B798-9E84-4552-BA63-E776E805C424}" dt="2026-03-17T04:20:19.709" v="1325" actId="1076"/>
          <ac:spMkLst>
            <pc:docMk/>
            <pc:sldMk cId="0" sldId="260"/>
            <ac:spMk id="4" creationId="{7484DD53-E9C1-24A6-DE7A-1AEAC273E5D9}"/>
          </ac:spMkLst>
        </pc:spChg>
        <pc:spChg chg="add mod">
          <ac:chgData name="Lai, Wilson" userId="2840974a-0d84-4886-90a9-9a3ed79f3a48" providerId="ADAL" clId="{9F23B798-9E84-4552-BA63-E776E805C424}" dt="2026-03-17T04:20:01.688" v="1321" actId="1076"/>
          <ac:spMkLst>
            <pc:docMk/>
            <pc:sldMk cId="0" sldId="260"/>
            <ac:spMk id="5" creationId="{76148B79-F359-D8B5-5CB0-99108452AC9C}"/>
          </ac:spMkLst>
        </pc:spChg>
        <pc:spChg chg="add mod">
          <ac:chgData name="Lai, Wilson" userId="2840974a-0d84-4886-90a9-9a3ed79f3a48" providerId="ADAL" clId="{9F23B798-9E84-4552-BA63-E776E805C424}" dt="2026-03-17T04:20:01.688" v="1321" actId="1076"/>
          <ac:spMkLst>
            <pc:docMk/>
            <pc:sldMk cId="0" sldId="260"/>
            <ac:spMk id="6" creationId="{07E49355-0B76-DBF6-7672-6916681E9485}"/>
          </ac:spMkLst>
        </pc:spChg>
        <pc:spChg chg="add mod">
          <ac:chgData name="Lai, Wilson" userId="2840974a-0d84-4886-90a9-9a3ed79f3a48" providerId="ADAL" clId="{9F23B798-9E84-4552-BA63-E776E805C424}" dt="2026-03-17T04:19:43.076" v="1319" actId="1036"/>
          <ac:spMkLst>
            <pc:docMk/>
            <pc:sldMk cId="0" sldId="260"/>
            <ac:spMk id="7" creationId="{0AE76BFA-64E4-1AE3-B680-910396AB3CD5}"/>
          </ac:spMkLst>
        </pc:spChg>
        <pc:spChg chg="add mod">
          <ac:chgData name="Lai, Wilson" userId="2840974a-0d84-4886-90a9-9a3ed79f3a48" providerId="ADAL" clId="{9F23B798-9E84-4552-BA63-E776E805C424}" dt="2026-03-17T04:19:43.076" v="1319" actId="1036"/>
          <ac:spMkLst>
            <pc:docMk/>
            <pc:sldMk cId="0" sldId="260"/>
            <ac:spMk id="8" creationId="{5A0B2806-2136-8A70-F615-B144FA583A38}"/>
          </ac:spMkLst>
        </pc:spChg>
        <pc:picChg chg="del mod">
          <ac:chgData name="Lai, Wilson" userId="2840974a-0d84-4886-90a9-9a3ed79f3a48" providerId="ADAL" clId="{9F23B798-9E84-4552-BA63-E776E805C424}" dt="2026-03-17T04:20:06.169" v="1322" actId="478"/>
          <ac:picMkLst>
            <pc:docMk/>
            <pc:sldMk cId="0" sldId="260"/>
            <ac:picMk id="2" creationId="{00000000-0000-0000-0000-000000000000}"/>
          </ac:picMkLst>
        </pc:picChg>
      </pc:sldChg>
      <pc:sldChg chg="addSp delSp modSp add mod setBg modClrScheme chgLayout modNotes">
        <pc:chgData name="Lai, Wilson" userId="2840974a-0d84-4886-90a9-9a3ed79f3a48" providerId="ADAL" clId="{9F23B798-9E84-4552-BA63-E776E805C424}" dt="2026-03-17T05:02:05.542" v="1833" actId="207"/>
        <pc:sldMkLst>
          <pc:docMk/>
          <pc:sldMk cId="0" sldId="261"/>
        </pc:sldMkLst>
        <pc:spChg chg="add mod">
          <ac:chgData name="Lai, Wilson" userId="2840974a-0d84-4886-90a9-9a3ed79f3a48" providerId="ADAL" clId="{9F23B798-9E84-4552-BA63-E776E805C424}" dt="2026-03-17T04:20:21.895" v="1326"/>
          <ac:spMkLst>
            <pc:docMk/>
            <pc:sldMk cId="0" sldId="261"/>
            <ac:spMk id="3" creationId="{33E9F735-34E3-C932-7741-83D8D251ECF1}"/>
          </ac:spMkLst>
        </pc:spChg>
        <pc:spChg chg="add mod">
          <ac:chgData name="Lai, Wilson" userId="2840974a-0d84-4886-90a9-9a3ed79f3a48" providerId="ADAL" clId="{9F23B798-9E84-4552-BA63-E776E805C424}" dt="2026-03-17T04:20:21.895" v="1326"/>
          <ac:spMkLst>
            <pc:docMk/>
            <pc:sldMk cId="0" sldId="261"/>
            <ac:spMk id="4" creationId="{A0D3D3B4-40F6-343A-C023-73114036A0C9}"/>
          </ac:spMkLst>
        </pc:spChg>
        <pc:spChg chg="add mod">
          <ac:chgData name="Lai, Wilson" userId="2840974a-0d84-4886-90a9-9a3ed79f3a48" providerId="ADAL" clId="{9F23B798-9E84-4552-BA63-E776E805C424}" dt="2026-03-17T04:59:31.226" v="1809" actId="207"/>
          <ac:spMkLst>
            <pc:docMk/>
            <pc:sldMk cId="0" sldId="261"/>
            <ac:spMk id="5" creationId="{7EBF1D0A-732A-C97F-A5BF-0A3570104A77}"/>
          </ac:spMkLst>
        </pc:spChg>
        <pc:spChg chg="add mod">
          <ac:chgData name="Lai, Wilson" userId="2840974a-0d84-4886-90a9-9a3ed79f3a48" providerId="ADAL" clId="{9F23B798-9E84-4552-BA63-E776E805C424}" dt="2026-03-17T04:20:53.883" v="1331"/>
          <ac:spMkLst>
            <pc:docMk/>
            <pc:sldMk cId="0" sldId="261"/>
            <ac:spMk id="6" creationId="{0B6140F3-ACCA-7CB1-A2E6-42BF11A8B16A}"/>
          </ac:spMkLst>
        </pc:spChg>
        <pc:spChg chg="add mod">
          <ac:chgData name="Lai, Wilson" userId="2840974a-0d84-4886-90a9-9a3ed79f3a48" providerId="ADAL" clId="{9F23B798-9E84-4552-BA63-E776E805C424}" dt="2026-03-17T04:21:16.129" v="1335" actId="14100"/>
          <ac:spMkLst>
            <pc:docMk/>
            <pc:sldMk cId="0" sldId="261"/>
            <ac:spMk id="7" creationId="{719F4132-3DB0-A9AD-A4F0-7704A3DED651}"/>
          </ac:spMkLst>
        </pc:spChg>
        <pc:spChg chg="add mod">
          <ac:chgData name="Lai, Wilson" userId="2840974a-0d84-4886-90a9-9a3ed79f3a48" providerId="ADAL" clId="{9F23B798-9E84-4552-BA63-E776E805C424}" dt="2026-03-17T04:21:31.630" v="1339" actId="1076"/>
          <ac:spMkLst>
            <pc:docMk/>
            <pc:sldMk cId="0" sldId="261"/>
            <ac:spMk id="8" creationId="{FF2B61A7-773D-075A-59C6-D56877514F42}"/>
          </ac:spMkLst>
        </pc:spChg>
        <pc:spChg chg="add mod">
          <ac:chgData name="Lai, Wilson" userId="2840974a-0d84-4886-90a9-9a3ed79f3a48" providerId="ADAL" clId="{9F23B798-9E84-4552-BA63-E776E805C424}" dt="2026-03-17T05:02:05.542" v="1833" actId="207"/>
          <ac:spMkLst>
            <pc:docMk/>
            <pc:sldMk cId="0" sldId="261"/>
            <ac:spMk id="10" creationId="{689098EE-1588-7AE4-8A61-DDA6E7A5527A}"/>
          </ac:spMkLst>
        </pc:spChg>
        <pc:picChg chg="del mod">
          <ac:chgData name="Lai, Wilson" userId="2840974a-0d84-4886-90a9-9a3ed79f3a48" providerId="ADAL" clId="{9F23B798-9E84-4552-BA63-E776E805C424}" dt="2026-03-17T04:22:52.876" v="1367" actId="478"/>
          <ac:picMkLst>
            <pc:docMk/>
            <pc:sldMk cId="0" sldId="261"/>
            <ac:picMk id="2" creationId="{00000000-0000-0000-0000-000000000000}"/>
          </ac:picMkLst>
        </pc:picChg>
      </pc:sldChg>
      <pc:sldChg chg="addSp delSp modSp add mod setBg modClrScheme chgLayout modNotes">
        <pc:chgData name="Lai, Wilson" userId="2840974a-0d84-4886-90a9-9a3ed79f3a48" providerId="ADAL" clId="{9F23B798-9E84-4552-BA63-E776E805C424}" dt="2026-03-17T04:59:26.758" v="1808" actId="207"/>
        <pc:sldMkLst>
          <pc:docMk/>
          <pc:sldMk cId="0" sldId="262"/>
        </pc:sldMkLst>
        <pc:spChg chg="add mod">
          <ac:chgData name="Lai, Wilson" userId="2840974a-0d84-4886-90a9-9a3ed79f3a48" providerId="ADAL" clId="{9F23B798-9E84-4552-BA63-E776E805C424}" dt="2026-03-17T04:59:26.758" v="1808" actId="207"/>
          <ac:spMkLst>
            <pc:docMk/>
            <pc:sldMk cId="0" sldId="262"/>
            <ac:spMk id="3" creationId="{83AE87E2-F96F-5180-8B2E-A017B669F495}"/>
          </ac:spMkLst>
        </pc:spChg>
        <pc:spChg chg="add mod">
          <ac:chgData name="Lai, Wilson" userId="2840974a-0d84-4886-90a9-9a3ed79f3a48" providerId="ADAL" clId="{9F23B798-9E84-4552-BA63-E776E805C424}" dt="2026-03-17T04:23:31.319" v="1373"/>
          <ac:spMkLst>
            <pc:docMk/>
            <pc:sldMk cId="0" sldId="262"/>
            <ac:spMk id="4" creationId="{83CDCBF5-713D-C9B6-7AA5-A76A2F5E6254}"/>
          </ac:spMkLst>
        </pc:spChg>
        <pc:spChg chg="add mod">
          <ac:chgData name="Lai, Wilson" userId="2840974a-0d84-4886-90a9-9a3ed79f3a48" providerId="ADAL" clId="{9F23B798-9E84-4552-BA63-E776E805C424}" dt="2026-03-17T04:24:12.334" v="1382" actId="1076"/>
          <ac:spMkLst>
            <pc:docMk/>
            <pc:sldMk cId="0" sldId="262"/>
            <ac:spMk id="5" creationId="{C27A05DD-24AE-2415-8DB6-726C5D6CC867}"/>
          </ac:spMkLst>
        </pc:spChg>
        <pc:spChg chg="add mod">
          <ac:chgData name="Lai, Wilson" userId="2840974a-0d84-4886-90a9-9a3ed79f3a48" providerId="ADAL" clId="{9F23B798-9E84-4552-BA63-E776E805C424}" dt="2026-03-17T04:24:01.404" v="1380" actId="1076"/>
          <ac:spMkLst>
            <pc:docMk/>
            <pc:sldMk cId="0" sldId="262"/>
            <ac:spMk id="6" creationId="{26B6126F-60B2-1815-B4E3-E8ED788CA024}"/>
          </ac:spMkLst>
        </pc:spChg>
        <pc:spChg chg="add mod">
          <ac:chgData name="Lai, Wilson" userId="2840974a-0d84-4886-90a9-9a3ed79f3a48" providerId="ADAL" clId="{9F23B798-9E84-4552-BA63-E776E805C424}" dt="2026-03-17T04:24:40.024" v="1389"/>
          <ac:spMkLst>
            <pc:docMk/>
            <pc:sldMk cId="0" sldId="262"/>
            <ac:spMk id="7" creationId="{AC60F2B2-CA00-C676-7179-98E6DAEB3DEA}"/>
          </ac:spMkLst>
        </pc:spChg>
        <pc:spChg chg="add mod">
          <ac:chgData name="Lai, Wilson" userId="2840974a-0d84-4886-90a9-9a3ed79f3a48" providerId="ADAL" clId="{9F23B798-9E84-4552-BA63-E776E805C424}" dt="2026-03-17T04:24:31.200" v="1388"/>
          <ac:spMkLst>
            <pc:docMk/>
            <pc:sldMk cId="0" sldId="262"/>
            <ac:spMk id="8" creationId="{FEB38675-AD0F-EE6B-5A7B-4238F76B11EF}"/>
          </ac:spMkLst>
        </pc:spChg>
        <pc:picChg chg="del mod">
          <ac:chgData name="Lai, Wilson" userId="2840974a-0d84-4886-90a9-9a3ed79f3a48" providerId="ADAL" clId="{9F23B798-9E84-4552-BA63-E776E805C424}" dt="2026-03-17T04:24:43.120" v="1390" actId="478"/>
          <ac:picMkLst>
            <pc:docMk/>
            <pc:sldMk cId="0" sldId="262"/>
            <ac:picMk id="2" creationId="{00000000-0000-0000-0000-000000000000}"/>
          </ac:picMkLst>
        </pc:picChg>
      </pc:sldChg>
      <pc:sldChg chg="addSp delSp modSp add mod setBg modClrScheme chgLayout modNotes">
        <pc:chgData name="Lai, Wilson" userId="2840974a-0d84-4886-90a9-9a3ed79f3a48" providerId="ADAL" clId="{9F23B798-9E84-4552-BA63-E776E805C424}" dt="2026-03-17T04:59:23.105" v="1807" actId="207"/>
        <pc:sldMkLst>
          <pc:docMk/>
          <pc:sldMk cId="0" sldId="263"/>
        </pc:sldMkLst>
        <pc:spChg chg="add mod">
          <ac:chgData name="Lai, Wilson" userId="2840974a-0d84-4886-90a9-9a3ed79f3a48" providerId="ADAL" clId="{9F23B798-9E84-4552-BA63-E776E805C424}" dt="2026-03-17T04:59:23.105" v="1807" actId="207"/>
          <ac:spMkLst>
            <pc:docMk/>
            <pc:sldMk cId="0" sldId="263"/>
            <ac:spMk id="3" creationId="{7FA3CE75-78D3-0676-CB1D-F9DEBF5E6C14}"/>
          </ac:spMkLst>
        </pc:spChg>
        <pc:spChg chg="add mod">
          <ac:chgData name="Lai, Wilson" userId="2840974a-0d84-4886-90a9-9a3ed79f3a48" providerId="ADAL" clId="{9F23B798-9E84-4552-BA63-E776E805C424}" dt="2026-03-17T04:25:41.950" v="1407" actId="20577"/>
          <ac:spMkLst>
            <pc:docMk/>
            <pc:sldMk cId="0" sldId="263"/>
            <ac:spMk id="4" creationId="{5E3E51B5-A091-6D2E-E407-356EEDCF68F0}"/>
          </ac:spMkLst>
        </pc:spChg>
        <pc:spChg chg="add mod">
          <ac:chgData name="Lai, Wilson" userId="2840974a-0d84-4886-90a9-9a3ed79f3a48" providerId="ADAL" clId="{9F23B798-9E84-4552-BA63-E776E805C424}" dt="2026-03-17T04:27:57.202" v="1447" actId="164"/>
          <ac:spMkLst>
            <pc:docMk/>
            <pc:sldMk cId="0" sldId="263"/>
            <ac:spMk id="5" creationId="{57BB1BD8-0729-2D18-6B68-A00B656124B7}"/>
          </ac:spMkLst>
        </pc:spChg>
        <pc:spChg chg="add mod">
          <ac:chgData name="Lai, Wilson" userId="2840974a-0d84-4886-90a9-9a3ed79f3a48" providerId="ADAL" clId="{9F23B798-9E84-4552-BA63-E776E805C424}" dt="2026-03-17T04:27:57.202" v="1447" actId="164"/>
          <ac:spMkLst>
            <pc:docMk/>
            <pc:sldMk cId="0" sldId="263"/>
            <ac:spMk id="6" creationId="{4A56F328-A3C0-2AEC-75B8-9AD3398E48C7}"/>
          </ac:spMkLst>
        </pc:spChg>
        <pc:spChg chg="add mod">
          <ac:chgData name="Lai, Wilson" userId="2840974a-0d84-4886-90a9-9a3ed79f3a48" providerId="ADAL" clId="{9F23B798-9E84-4552-BA63-E776E805C424}" dt="2026-03-17T04:27:57.202" v="1447" actId="164"/>
          <ac:spMkLst>
            <pc:docMk/>
            <pc:sldMk cId="0" sldId="263"/>
            <ac:spMk id="7" creationId="{D293A4EC-6F9C-57D6-3C53-2D8B68A35FD3}"/>
          </ac:spMkLst>
        </pc:spChg>
        <pc:spChg chg="add mod">
          <ac:chgData name="Lai, Wilson" userId="2840974a-0d84-4886-90a9-9a3ed79f3a48" providerId="ADAL" clId="{9F23B798-9E84-4552-BA63-E776E805C424}" dt="2026-03-17T04:27:57.202" v="1447" actId="164"/>
          <ac:spMkLst>
            <pc:docMk/>
            <pc:sldMk cId="0" sldId="263"/>
            <ac:spMk id="8" creationId="{B35DA70D-A890-C9CD-1146-DF8AF3A368FA}"/>
          </ac:spMkLst>
        </pc:spChg>
        <pc:spChg chg="add del mod">
          <ac:chgData name="Lai, Wilson" userId="2840974a-0d84-4886-90a9-9a3ed79f3a48" providerId="ADAL" clId="{9F23B798-9E84-4552-BA63-E776E805C424}" dt="2026-03-17T04:27:51.293" v="1446" actId="478"/>
          <ac:spMkLst>
            <pc:docMk/>
            <pc:sldMk cId="0" sldId="263"/>
            <ac:spMk id="9" creationId="{4A8C186C-A31F-13AF-D7DE-8C4BC95D463F}"/>
          </ac:spMkLst>
        </pc:spChg>
        <pc:spChg chg="add mod">
          <ac:chgData name="Lai, Wilson" userId="2840974a-0d84-4886-90a9-9a3ed79f3a48" providerId="ADAL" clId="{9F23B798-9E84-4552-BA63-E776E805C424}" dt="2026-03-17T04:27:57.202" v="1447" actId="164"/>
          <ac:spMkLst>
            <pc:docMk/>
            <pc:sldMk cId="0" sldId="263"/>
            <ac:spMk id="10" creationId="{7AE5AFC6-1C30-7C22-A911-1CD07EADE7A2}"/>
          </ac:spMkLst>
        </pc:spChg>
        <pc:spChg chg="add mod">
          <ac:chgData name="Lai, Wilson" userId="2840974a-0d84-4886-90a9-9a3ed79f3a48" providerId="ADAL" clId="{9F23B798-9E84-4552-BA63-E776E805C424}" dt="2026-03-17T04:27:57.202" v="1447" actId="164"/>
          <ac:spMkLst>
            <pc:docMk/>
            <pc:sldMk cId="0" sldId="263"/>
            <ac:spMk id="11" creationId="{61F95396-FE5F-2BE9-A932-3A68B64880B0}"/>
          </ac:spMkLst>
        </pc:spChg>
        <pc:grpChg chg="add mod">
          <ac:chgData name="Lai, Wilson" userId="2840974a-0d84-4886-90a9-9a3ed79f3a48" providerId="ADAL" clId="{9F23B798-9E84-4552-BA63-E776E805C424}" dt="2026-03-17T04:27:57.202" v="1447" actId="164"/>
          <ac:grpSpMkLst>
            <pc:docMk/>
            <pc:sldMk cId="0" sldId="263"/>
            <ac:grpSpMk id="12" creationId="{03C79D86-86E0-F7D6-23C6-9787399B788E}"/>
          </ac:grpSpMkLst>
        </pc:grpChg>
        <pc:picChg chg="del mod ord modCrop">
          <ac:chgData name="Lai, Wilson" userId="2840974a-0d84-4886-90a9-9a3ed79f3a48" providerId="ADAL" clId="{9F23B798-9E84-4552-BA63-E776E805C424}" dt="2026-03-17T04:27:59.903" v="1448" actId="478"/>
          <ac:picMkLst>
            <pc:docMk/>
            <pc:sldMk cId="0" sldId="263"/>
            <ac:picMk id="2" creationId="{00000000-0000-0000-0000-000000000000}"/>
          </ac:picMkLst>
        </pc:picChg>
      </pc:sldChg>
      <pc:sldChg chg="addSp delSp modSp add mod setBg modClrScheme chgLayout modNotes modNotesTx">
        <pc:chgData name="Lai, Wilson" userId="2840974a-0d84-4886-90a9-9a3ed79f3a48" providerId="ADAL" clId="{9F23B798-9E84-4552-BA63-E776E805C424}" dt="2026-03-17T04:59:19.541" v="1806" actId="207"/>
        <pc:sldMkLst>
          <pc:docMk/>
          <pc:sldMk cId="0" sldId="264"/>
        </pc:sldMkLst>
        <pc:spChg chg="add mod">
          <ac:chgData name="Lai, Wilson" userId="2840974a-0d84-4886-90a9-9a3ed79f3a48" providerId="ADAL" clId="{9F23B798-9E84-4552-BA63-E776E805C424}" dt="2026-03-17T04:59:19.541" v="1806" actId="207"/>
          <ac:spMkLst>
            <pc:docMk/>
            <pc:sldMk cId="0" sldId="264"/>
            <ac:spMk id="3" creationId="{A5A63F05-113D-3A08-DC61-CAE23EE4F480}"/>
          </ac:spMkLst>
        </pc:spChg>
        <pc:spChg chg="add mod">
          <ac:chgData name="Lai, Wilson" userId="2840974a-0d84-4886-90a9-9a3ed79f3a48" providerId="ADAL" clId="{9F23B798-9E84-4552-BA63-E776E805C424}" dt="2026-03-17T04:30:35.598" v="1481" actId="1076"/>
          <ac:spMkLst>
            <pc:docMk/>
            <pc:sldMk cId="0" sldId="264"/>
            <ac:spMk id="4" creationId="{CE01E28F-7E41-1607-62AB-ADA353C717D2}"/>
          </ac:spMkLst>
        </pc:spChg>
        <pc:spChg chg="add mod">
          <ac:chgData name="Lai, Wilson" userId="2840974a-0d84-4886-90a9-9a3ed79f3a48" providerId="ADAL" clId="{9F23B798-9E84-4552-BA63-E776E805C424}" dt="2026-03-17T04:29:24.685" v="1468" actId="113"/>
          <ac:spMkLst>
            <pc:docMk/>
            <pc:sldMk cId="0" sldId="264"/>
            <ac:spMk id="6" creationId="{CF133D20-B3B6-9A73-50A6-56DF5F166D93}"/>
          </ac:spMkLst>
        </pc:spChg>
        <pc:spChg chg="add mod">
          <ac:chgData name="Lai, Wilson" userId="2840974a-0d84-4886-90a9-9a3ed79f3a48" providerId="ADAL" clId="{9F23B798-9E84-4552-BA63-E776E805C424}" dt="2026-03-17T04:29:36.941" v="1470" actId="14100"/>
          <ac:spMkLst>
            <pc:docMk/>
            <pc:sldMk cId="0" sldId="264"/>
            <ac:spMk id="7" creationId="{A4316F8F-9D4A-05BE-6529-0286CF49F0ED}"/>
          </ac:spMkLst>
        </pc:spChg>
        <pc:spChg chg="add mod">
          <ac:chgData name="Lai, Wilson" userId="2840974a-0d84-4886-90a9-9a3ed79f3a48" providerId="ADAL" clId="{9F23B798-9E84-4552-BA63-E776E805C424}" dt="2026-03-17T04:29:56.692" v="1474" actId="20577"/>
          <ac:spMkLst>
            <pc:docMk/>
            <pc:sldMk cId="0" sldId="264"/>
            <ac:spMk id="8" creationId="{9F3AE439-3C47-8ACA-F387-8576887C474C}"/>
          </ac:spMkLst>
        </pc:spChg>
        <pc:spChg chg="add mod">
          <ac:chgData name="Lai, Wilson" userId="2840974a-0d84-4886-90a9-9a3ed79f3a48" providerId="ADAL" clId="{9F23B798-9E84-4552-BA63-E776E805C424}" dt="2026-03-17T04:30:13.950" v="1478" actId="20577"/>
          <ac:spMkLst>
            <pc:docMk/>
            <pc:sldMk cId="0" sldId="264"/>
            <ac:spMk id="9" creationId="{599A9C96-51F0-A6D9-B20D-A96C7F1227B5}"/>
          </ac:spMkLst>
        </pc:spChg>
        <pc:picChg chg="del mod">
          <ac:chgData name="Lai, Wilson" userId="2840974a-0d84-4886-90a9-9a3ed79f3a48" providerId="ADAL" clId="{9F23B798-9E84-4552-BA63-E776E805C424}" dt="2026-03-17T04:30:18.171" v="1479" actId="478"/>
          <ac:picMkLst>
            <pc:docMk/>
            <pc:sldMk cId="0" sldId="264"/>
            <ac:picMk id="2" creationId="{00000000-0000-0000-0000-000000000000}"/>
          </ac:picMkLst>
        </pc:picChg>
      </pc:sldChg>
      <pc:sldChg chg="addSp delSp modSp add mod setBg modClrScheme chgLayout modNotesTx">
        <pc:chgData name="Lai, Wilson" userId="2840974a-0d84-4886-90a9-9a3ed79f3a48" providerId="ADAL" clId="{9F23B798-9E84-4552-BA63-E776E805C424}" dt="2026-03-17T04:59:12.048" v="1805" actId="207"/>
        <pc:sldMkLst>
          <pc:docMk/>
          <pc:sldMk cId="0" sldId="265"/>
        </pc:sldMkLst>
        <pc:spChg chg="add mod">
          <ac:chgData name="Lai, Wilson" userId="2840974a-0d84-4886-90a9-9a3ed79f3a48" providerId="ADAL" clId="{9F23B798-9E84-4552-BA63-E776E805C424}" dt="2026-03-17T04:59:12.048" v="1805" actId="207"/>
          <ac:spMkLst>
            <pc:docMk/>
            <pc:sldMk cId="0" sldId="265"/>
            <ac:spMk id="3" creationId="{B0C12DE7-09A8-E95A-C456-773D6CAB8101}"/>
          </ac:spMkLst>
        </pc:spChg>
        <pc:spChg chg="add mod">
          <ac:chgData name="Lai, Wilson" userId="2840974a-0d84-4886-90a9-9a3ed79f3a48" providerId="ADAL" clId="{9F23B798-9E84-4552-BA63-E776E805C424}" dt="2026-03-17T04:31:05.498" v="1487" actId="14100"/>
          <ac:spMkLst>
            <pc:docMk/>
            <pc:sldMk cId="0" sldId="265"/>
            <ac:spMk id="4" creationId="{819A2A64-E36C-81DE-1B76-BC39E7D057E0}"/>
          </ac:spMkLst>
        </pc:spChg>
        <pc:spChg chg="add mod">
          <ac:chgData name="Lai, Wilson" userId="2840974a-0d84-4886-90a9-9a3ed79f3a48" providerId="ADAL" clId="{9F23B798-9E84-4552-BA63-E776E805C424}" dt="2026-03-17T04:31:28.437" v="1492"/>
          <ac:spMkLst>
            <pc:docMk/>
            <pc:sldMk cId="0" sldId="265"/>
            <ac:spMk id="5" creationId="{C8E2CD43-F052-A8BF-0E23-9079550DF613}"/>
          </ac:spMkLst>
        </pc:spChg>
        <pc:spChg chg="add mod">
          <ac:chgData name="Lai, Wilson" userId="2840974a-0d84-4886-90a9-9a3ed79f3a48" providerId="ADAL" clId="{9F23B798-9E84-4552-BA63-E776E805C424}" dt="2026-03-17T04:32:21.486" v="1507" actId="14100"/>
          <ac:spMkLst>
            <pc:docMk/>
            <pc:sldMk cId="0" sldId="265"/>
            <ac:spMk id="6" creationId="{8764A81F-8724-36B5-70FA-8408CEA92222}"/>
          </ac:spMkLst>
        </pc:spChg>
        <pc:spChg chg="add mod">
          <ac:chgData name="Lai, Wilson" userId="2840974a-0d84-4886-90a9-9a3ed79f3a48" providerId="ADAL" clId="{9F23B798-9E84-4552-BA63-E776E805C424}" dt="2026-03-17T04:32:41.343" v="1516" actId="20577"/>
          <ac:spMkLst>
            <pc:docMk/>
            <pc:sldMk cId="0" sldId="265"/>
            <ac:spMk id="7" creationId="{395F286A-803E-8459-1AA5-979E311D7B06}"/>
          </ac:spMkLst>
        </pc:spChg>
        <pc:spChg chg="add mod">
          <ac:chgData name="Lai, Wilson" userId="2840974a-0d84-4886-90a9-9a3ed79f3a48" providerId="ADAL" clId="{9F23B798-9E84-4552-BA63-E776E805C424}" dt="2026-03-17T04:32:51.783" v="1518" actId="5793"/>
          <ac:spMkLst>
            <pc:docMk/>
            <pc:sldMk cId="0" sldId="265"/>
            <ac:spMk id="8" creationId="{262D5A18-8288-39C3-E54C-BAF04BCC13B4}"/>
          </ac:spMkLst>
        </pc:spChg>
        <pc:picChg chg="del mod">
          <ac:chgData name="Lai, Wilson" userId="2840974a-0d84-4886-90a9-9a3ed79f3a48" providerId="ADAL" clId="{9F23B798-9E84-4552-BA63-E776E805C424}" dt="2026-03-17T04:32:57.729" v="1520" actId="478"/>
          <ac:picMkLst>
            <pc:docMk/>
            <pc:sldMk cId="0" sldId="265"/>
            <ac:picMk id="2" creationId="{00000000-0000-0000-0000-000000000000}"/>
          </ac:picMkLst>
        </pc:picChg>
      </pc:sldChg>
      <pc:sldChg chg="addSp delSp modSp add mod setBg modClrScheme chgLayout modNotes">
        <pc:chgData name="Lai, Wilson" userId="2840974a-0d84-4886-90a9-9a3ed79f3a48" providerId="ADAL" clId="{9F23B798-9E84-4552-BA63-E776E805C424}" dt="2026-03-17T04:59:04.535" v="1804" actId="14100"/>
        <pc:sldMkLst>
          <pc:docMk/>
          <pc:sldMk cId="0" sldId="266"/>
        </pc:sldMkLst>
        <pc:spChg chg="add mod">
          <ac:chgData name="Lai, Wilson" userId="2840974a-0d84-4886-90a9-9a3ed79f3a48" providerId="ADAL" clId="{9F23B798-9E84-4552-BA63-E776E805C424}" dt="2026-03-17T04:59:04.535" v="1804" actId="14100"/>
          <ac:spMkLst>
            <pc:docMk/>
            <pc:sldMk cId="0" sldId="266"/>
            <ac:spMk id="3" creationId="{7846E3A2-210D-02B5-795A-4A768F1F86AD}"/>
          </ac:spMkLst>
        </pc:spChg>
        <pc:spChg chg="add del mod">
          <ac:chgData name="Lai, Wilson" userId="2840974a-0d84-4886-90a9-9a3ed79f3a48" providerId="ADAL" clId="{9F23B798-9E84-4552-BA63-E776E805C424}" dt="2026-03-17T04:33:34.211" v="1526" actId="478"/>
          <ac:spMkLst>
            <pc:docMk/>
            <pc:sldMk cId="0" sldId="266"/>
            <ac:spMk id="4" creationId="{959751A1-9B3E-4226-1772-5B0B908ED7CA}"/>
          </ac:spMkLst>
        </pc:spChg>
        <pc:spChg chg="add mod">
          <ac:chgData name="Lai, Wilson" userId="2840974a-0d84-4886-90a9-9a3ed79f3a48" providerId="ADAL" clId="{9F23B798-9E84-4552-BA63-E776E805C424}" dt="2026-03-17T04:34:08.642" v="1538" actId="20577"/>
          <ac:spMkLst>
            <pc:docMk/>
            <pc:sldMk cId="0" sldId="266"/>
            <ac:spMk id="5" creationId="{B4A1FE01-AC6D-C739-9C57-1A54C5814C6D}"/>
          </ac:spMkLst>
        </pc:spChg>
        <pc:spChg chg="add mod">
          <ac:chgData name="Lai, Wilson" userId="2840974a-0d84-4886-90a9-9a3ed79f3a48" providerId="ADAL" clId="{9F23B798-9E84-4552-BA63-E776E805C424}" dt="2026-03-17T04:34:25.626" v="1545" actId="1036"/>
          <ac:spMkLst>
            <pc:docMk/>
            <pc:sldMk cId="0" sldId="266"/>
            <ac:spMk id="6" creationId="{B7799B62-F65E-8461-589F-1390F9DBB697}"/>
          </ac:spMkLst>
        </pc:spChg>
        <pc:spChg chg="add mod">
          <ac:chgData name="Lai, Wilson" userId="2840974a-0d84-4886-90a9-9a3ed79f3a48" providerId="ADAL" clId="{9F23B798-9E84-4552-BA63-E776E805C424}" dt="2026-03-17T04:34:47.939" v="1551" actId="20577"/>
          <ac:spMkLst>
            <pc:docMk/>
            <pc:sldMk cId="0" sldId="266"/>
            <ac:spMk id="7" creationId="{26D2AEFA-209F-EC55-9BCD-1F23AF3E24E8}"/>
          </ac:spMkLst>
        </pc:spChg>
        <pc:spChg chg="add mod">
          <ac:chgData name="Lai, Wilson" userId="2840974a-0d84-4886-90a9-9a3ed79f3a48" providerId="ADAL" clId="{9F23B798-9E84-4552-BA63-E776E805C424}" dt="2026-03-17T04:34:57.423" v="1552"/>
          <ac:spMkLst>
            <pc:docMk/>
            <pc:sldMk cId="0" sldId="266"/>
            <ac:spMk id="8" creationId="{C965AE5B-B043-C73E-ABEF-C27B3FF6E796}"/>
          </ac:spMkLst>
        </pc:spChg>
        <pc:spChg chg="add mod">
          <ac:chgData name="Lai, Wilson" userId="2840974a-0d84-4886-90a9-9a3ed79f3a48" providerId="ADAL" clId="{9F23B798-9E84-4552-BA63-E776E805C424}" dt="2026-03-17T04:35:16.710" v="1556"/>
          <ac:spMkLst>
            <pc:docMk/>
            <pc:sldMk cId="0" sldId="266"/>
            <ac:spMk id="9" creationId="{100C8B3E-ADBB-7BCE-FB7E-48CE648075D5}"/>
          </ac:spMkLst>
        </pc:spChg>
        <pc:spChg chg="add mod">
          <ac:chgData name="Lai, Wilson" userId="2840974a-0d84-4886-90a9-9a3ed79f3a48" providerId="ADAL" clId="{9F23B798-9E84-4552-BA63-E776E805C424}" dt="2026-03-17T04:35:50.592" v="1559" actId="20577"/>
          <ac:spMkLst>
            <pc:docMk/>
            <pc:sldMk cId="0" sldId="266"/>
            <ac:spMk id="10" creationId="{A77F79A3-8EA2-4C12-5AF7-48BEEB6E91CC}"/>
          </ac:spMkLst>
        </pc:spChg>
        <pc:spChg chg="add mod">
          <ac:chgData name="Lai, Wilson" userId="2840974a-0d84-4886-90a9-9a3ed79f3a48" providerId="ADAL" clId="{9F23B798-9E84-4552-BA63-E776E805C424}" dt="2026-03-17T04:35:59.106" v="1560"/>
          <ac:spMkLst>
            <pc:docMk/>
            <pc:sldMk cId="0" sldId="266"/>
            <ac:spMk id="11" creationId="{C3847F94-8C82-60BA-E36C-2ABF94D5B3FB}"/>
          </ac:spMkLst>
        </pc:spChg>
        <pc:spChg chg="add mod">
          <ac:chgData name="Lai, Wilson" userId="2840974a-0d84-4886-90a9-9a3ed79f3a48" providerId="ADAL" clId="{9F23B798-9E84-4552-BA63-E776E805C424}" dt="2026-03-17T04:36:03.940" v="1561"/>
          <ac:spMkLst>
            <pc:docMk/>
            <pc:sldMk cId="0" sldId="266"/>
            <ac:spMk id="12" creationId="{FFA64451-D1EF-2BF8-5BC1-703D4E1F6725}"/>
          </ac:spMkLst>
        </pc:spChg>
        <pc:picChg chg="del mod">
          <ac:chgData name="Lai, Wilson" userId="2840974a-0d84-4886-90a9-9a3ed79f3a48" providerId="ADAL" clId="{9F23B798-9E84-4552-BA63-E776E805C424}" dt="2026-03-17T04:36:06.076" v="1563" actId="478"/>
          <ac:picMkLst>
            <pc:docMk/>
            <pc:sldMk cId="0" sldId="266"/>
            <ac:picMk id="2" creationId="{00000000-0000-0000-0000-000000000000}"/>
          </ac:picMkLst>
        </pc:picChg>
      </pc:sldChg>
      <pc:sldChg chg="addSp delSp modSp add mod setBg modClrScheme chgLayout modNotes">
        <pc:chgData name="Lai, Wilson" userId="2840974a-0d84-4886-90a9-9a3ed79f3a48" providerId="ADAL" clId="{9F23B798-9E84-4552-BA63-E776E805C424}" dt="2026-03-17T05:02:21.592" v="1834" actId="207"/>
        <pc:sldMkLst>
          <pc:docMk/>
          <pc:sldMk cId="0" sldId="267"/>
        </pc:sldMkLst>
        <pc:spChg chg="add mod">
          <ac:chgData name="Lai, Wilson" userId="2840974a-0d84-4886-90a9-9a3ed79f3a48" providerId="ADAL" clId="{9F23B798-9E84-4552-BA63-E776E805C424}" dt="2026-03-17T04:58:57.999" v="1801" actId="14100"/>
          <ac:spMkLst>
            <pc:docMk/>
            <pc:sldMk cId="0" sldId="267"/>
            <ac:spMk id="3" creationId="{0DF26CF4-4A76-33EF-E419-F0C98A766137}"/>
          </ac:spMkLst>
        </pc:spChg>
        <pc:spChg chg="add del mod">
          <ac:chgData name="Lai, Wilson" userId="2840974a-0d84-4886-90a9-9a3ed79f3a48" providerId="ADAL" clId="{9F23B798-9E84-4552-BA63-E776E805C424}" dt="2026-03-17T04:42:30.181" v="1705" actId="478"/>
          <ac:spMkLst>
            <pc:docMk/>
            <pc:sldMk cId="0" sldId="267"/>
            <ac:spMk id="4" creationId="{EFB6E13A-C242-C9BA-5851-099D49C5AF17}"/>
          </ac:spMkLst>
        </pc:spChg>
        <pc:spChg chg="add mod">
          <ac:chgData name="Lai, Wilson" userId="2840974a-0d84-4886-90a9-9a3ed79f3a48" providerId="ADAL" clId="{9F23B798-9E84-4552-BA63-E776E805C424}" dt="2026-03-17T04:44:13.194" v="1739" actId="20577"/>
          <ac:spMkLst>
            <pc:docMk/>
            <pc:sldMk cId="0" sldId="267"/>
            <ac:spMk id="5" creationId="{60F6013A-A442-4441-9785-36D9B3B36400}"/>
          </ac:spMkLst>
        </pc:spChg>
        <pc:spChg chg="add mod">
          <ac:chgData name="Lai, Wilson" userId="2840974a-0d84-4886-90a9-9a3ed79f3a48" providerId="ADAL" clId="{9F23B798-9E84-4552-BA63-E776E805C424}" dt="2026-03-17T05:02:21.592" v="1834" actId="207"/>
          <ac:spMkLst>
            <pc:docMk/>
            <pc:sldMk cId="0" sldId="267"/>
            <ac:spMk id="6" creationId="{FE279E4B-1A59-BC7D-85E8-8F196A1F5C34}"/>
          </ac:spMkLst>
        </pc:spChg>
        <pc:spChg chg="add mod">
          <ac:chgData name="Lai, Wilson" userId="2840974a-0d84-4886-90a9-9a3ed79f3a48" providerId="ADAL" clId="{9F23B798-9E84-4552-BA63-E776E805C424}" dt="2026-03-17T04:44:18.768" v="1740"/>
          <ac:spMkLst>
            <pc:docMk/>
            <pc:sldMk cId="0" sldId="267"/>
            <ac:spMk id="7" creationId="{EF461C2C-19FE-E9FC-E4C6-18B0998DE66E}"/>
          </ac:spMkLst>
        </pc:spChg>
        <pc:spChg chg="add mod">
          <ac:chgData name="Lai, Wilson" userId="2840974a-0d84-4886-90a9-9a3ed79f3a48" providerId="ADAL" clId="{9F23B798-9E84-4552-BA63-E776E805C424}" dt="2026-03-17T05:02:21.592" v="1834" actId="207"/>
          <ac:spMkLst>
            <pc:docMk/>
            <pc:sldMk cId="0" sldId="267"/>
            <ac:spMk id="8" creationId="{DEA52F59-92A8-DA5F-CF8E-EFD5A8C80F10}"/>
          </ac:spMkLst>
        </pc:spChg>
        <pc:spChg chg="add mod">
          <ac:chgData name="Lai, Wilson" userId="2840974a-0d84-4886-90a9-9a3ed79f3a48" providerId="ADAL" clId="{9F23B798-9E84-4552-BA63-E776E805C424}" dt="2026-03-17T04:44:34.160" v="1742"/>
          <ac:spMkLst>
            <pc:docMk/>
            <pc:sldMk cId="0" sldId="267"/>
            <ac:spMk id="9" creationId="{056C0353-A7E2-8319-4D1B-338DDD3B54F0}"/>
          </ac:spMkLst>
        </pc:spChg>
        <pc:spChg chg="add mod">
          <ac:chgData name="Lai, Wilson" userId="2840974a-0d84-4886-90a9-9a3ed79f3a48" providerId="ADAL" clId="{9F23B798-9E84-4552-BA63-E776E805C424}" dt="2026-03-17T05:02:21.592" v="1834" actId="207"/>
          <ac:spMkLst>
            <pc:docMk/>
            <pc:sldMk cId="0" sldId="267"/>
            <ac:spMk id="10" creationId="{9215BE0E-6F03-9CD5-EE7B-AD1E155821C9}"/>
          </ac:spMkLst>
        </pc:spChg>
        <pc:picChg chg="del mod">
          <ac:chgData name="Lai, Wilson" userId="2840974a-0d84-4886-90a9-9a3ed79f3a48" providerId="ADAL" clId="{9F23B798-9E84-4552-BA63-E776E805C424}" dt="2026-03-17T04:44:40.363" v="1744" actId="478"/>
          <ac:picMkLst>
            <pc:docMk/>
            <pc:sldMk cId="0" sldId="267"/>
            <ac:picMk id="2" creationId="{00000000-0000-0000-0000-000000000000}"/>
          </ac:picMkLst>
        </pc:picChg>
      </pc:sldChg>
      <pc:sldChg chg="addSp delSp modSp add mod ord setBg modClrScheme chgLayout modNotes modNotesTx">
        <pc:chgData name="Lai, Wilson" userId="2840974a-0d84-4886-90a9-9a3ed79f3a48" providerId="ADAL" clId="{9F23B798-9E84-4552-BA63-E776E805C424}" dt="2026-03-17T04:58:50.426" v="1799" actId="403"/>
        <pc:sldMkLst>
          <pc:docMk/>
          <pc:sldMk cId="0" sldId="268"/>
        </pc:sldMkLst>
        <pc:spChg chg="add mod">
          <ac:chgData name="Lai, Wilson" userId="2840974a-0d84-4886-90a9-9a3ed79f3a48" providerId="ADAL" clId="{9F23B798-9E84-4552-BA63-E776E805C424}" dt="2026-03-17T04:58:50.426" v="1799" actId="403"/>
          <ac:spMkLst>
            <pc:docMk/>
            <pc:sldMk cId="0" sldId="268"/>
            <ac:spMk id="5" creationId="{8F10D1A7-C871-E4FB-225B-68EB10E21E11}"/>
          </ac:spMkLst>
        </pc:spChg>
        <pc:spChg chg="add mod">
          <ac:chgData name="Lai, Wilson" userId="2840974a-0d84-4886-90a9-9a3ed79f3a48" providerId="ADAL" clId="{9F23B798-9E84-4552-BA63-E776E805C424}" dt="2026-03-17T04:41:39.824" v="1696" actId="1076"/>
          <ac:spMkLst>
            <pc:docMk/>
            <pc:sldMk cId="0" sldId="268"/>
            <ac:spMk id="6" creationId="{E8BDD896-2C43-12BE-66FF-9D1267A6A341}"/>
          </ac:spMkLst>
        </pc:spChg>
        <pc:spChg chg="add mod">
          <ac:chgData name="Lai, Wilson" userId="2840974a-0d84-4886-90a9-9a3ed79f3a48" providerId="ADAL" clId="{9F23B798-9E84-4552-BA63-E776E805C424}" dt="2026-03-17T04:41:43.691" v="1699" actId="6549"/>
          <ac:spMkLst>
            <pc:docMk/>
            <pc:sldMk cId="0" sldId="268"/>
            <ac:spMk id="7" creationId="{4F1BAD07-861E-911C-7522-3077BECD16DE}"/>
          </ac:spMkLst>
        </pc:spChg>
        <pc:spChg chg="add mod">
          <ac:chgData name="Lai, Wilson" userId="2840974a-0d84-4886-90a9-9a3ed79f3a48" providerId="ADAL" clId="{9F23B798-9E84-4552-BA63-E776E805C424}" dt="2026-03-17T04:41:49.492" v="1700" actId="1076"/>
          <ac:spMkLst>
            <pc:docMk/>
            <pc:sldMk cId="0" sldId="268"/>
            <ac:spMk id="8" creationId="{A2CD69E1-37E0-3936-57C7-08705BDE6CDE}"/>
          </ac:spMkLst>
        </pc:spChg>
        <pc:spChg chg="add mod">
          <ac:chgData name="Lai, Wilson" userId="2840974a-0d84-4886-90a9-9a3ed79f3a48" providerId="ADAL" clId="{9F23B798-9E84-4552-BA63-E776E805C424}" dt="2026-03-17T04:41:51.887" v="1701" actId="1076"/>
          <ac:spMkLst>
            <pc:docMk/>
            <pc:sldMk cId="0" sldId="268"/>
            <ac:spMk id="9" creationId="{63C55791-0F0F-7741-52C6-FC28AFB7DBE8}"/>
          </ac:spMkLst>
        </pc:spChg>
        <pc:graphicFrameChg chg="add del modGraphic">
          <ac:chgData name="Lai, Wilson" userId="2840974a-0d84-4886-90a9-9a3ed79f3a48" providerId="ADAL" clId="{9F23B798-9E84-4552-BA63-E776E805C424}" dt="2026-03-17T04:36:18.739" v="1567" actId="27309"/>
          <ac:graphicFrameMkLst>
            <pc:docMk/>
            <pc:sldMk cId="0" sldId="268"/>
            <ac:graphicFrameMk id="4" creationId="{45084F09-8CEC-817D-BE35-E5B38471A8FE}"/>
          </ac:graphicFrameMkLst>
        </pc:graphicFrameChg>
        <pc:picChg chg="del mod">
          <ac:chgData name="Lai, Wilson" userId="2840974a-0d84-4886-90a9-9a3ed79f3a48" providerId="ADAL" clId="{9F23B798-9E84-4552-BA63-E776E805C424}" dt="2026-03-17T04:41:54.378" v="1702" actId="478"/>
          <ac:picMkLst>
            <pc:docMk/>
            <pc:sldMk cId="0" sldId="268"/>
            <ac:picMk id="2" creationId="{00000000-0000-0000-0000-000000000000}"/>
          </ac:picMkLst>
        </pc:picChg>
      </pc:sldChg>
      <pc:sldChg chg="addSp delSp modSp add mod setBg modClrScheme chgLayout modNotes modNotesTx">
        <pc:chgData name="Lai, Wilson" userId="2840974a-0d84-4886-90a9-9a3ed79f3a48" providerId="ADAL" clId="{9F23B798-9E84-4552-BA63-E776E805C424}" dt="2026-03-17T04:58:42.908" v="1797" actId="1076"/>
        <pc:sldMkLst>
          <pc:docMk/>
          <pc:sldMk cId="0" sldId="269"/>
        </pc:sldMkLst>
        <pc:spChg chg="add mod">
          <ac:chgData name="Lai, Wilson" userId="2840974a-0d84-4886-90a9-9a3ed79f3a48" providerId="ADAL" clId="{9F23B798-9E84-4552-BA63-E776E805C424}" dt="2026-03-17T04:58:42.908" v="1797" actId="1076"/>
          <ac:spMkLst>
            <pc:docMk/>
            <pc:sldMk cId="0" sldId="269"/>
            <ac:spMk id="3" creationId="{4703E861-484F-94CA-54D7-620E30802226}"/>
          </ac:spMkLst>
        </pc:spChg>
        <pc:spChg chg="add mod">
          <ac:chgData name="Lai, Wilson" userId="2840974a-0d84-4886-90a9-9a3ed79f3a48" providerId="ADAL" clId="{9F23B798-9E84-4552-BA63-E776E805C424}" dt="2026-03-17T04:38:00.897" v="1617" actId="207"/>
          <ac:spMkLst>
            <pc:docMk/>
            <pc:sldMk cId="0" sldId="269"/>
            <ac:spMk id="4" creationId="{FC6C1767-1CFD-7EA1-A78E-6A2B1CF51B91}"/>
          </ac:spMkLst>
        </pc:spChg>
        <pc:spChg chg="add mod">
          <ac:chgData name="Lai, Wilson" userId="2840974a-0d84-4886-90a9-9a3ed79f3a48" providerId="ADAL" clId="{9F23B798-9E84-4552-BA63-E776E805C424}" dt="2026-03-17T04:38:47.937" v="1632" actId="20577"/>
          <ac:spMkLst>
            <pc:docMk/>
            <pc:sldMk cId="0" sldId="269"/>
            <ac:spMk id="5" creationId="{E985CC2B-B4DF-146D-7D2A-D9FF861A167E}"/>
          </ac:spMkLst>
        </pc:spChg>
        <pc:spChg chg="add mod">
          <ac:chgData name="Lai, Wilson" userId="2840974a-0d84-4886-90a9-9a3ed79f3a48" providerId="ADAL" clId="{9F23B798-9E84-4552-BA63-E776E805C424}" dt="2026-03-17T04:38:34.691" v="1626" actId="20577"/>
          <ac:spMkLst>
            <pc:docMk/>
            <pc:sldMk cId="0" sldId="269"/>
            <ac:spMk id="6" creationId="{515A394A-9EAC-FDFE-9839-4C2B0DF9CF22}"/>
          </ac:spMkLst>
        </pc:spChg>
        <pc:spChg chg="add mod">
          <ac:chgData name="Lai, Wilson" userId="2840974a-0d84-4886-90a9-9a3ed79f3a48" providerId="ADAL" clId="{9F23B798-9E84-4552-BA63-E776E805C424}" dt="2026-03-17T04:38:56.631" v="1637" actId="20577"/>
          <ac:spMkLst>
            <pc:docMk/>
            <pc:sldMk cId="0" sldId="269"/>
            <ac:spMk id="7" creationId="{A64A0D1D-1F54-DBEE-7A89-6C4F4FB8917F}"/>
          </ac:spMkLst>
        </pc:spChg>
        <pc:spChg chg="add mod">
          <ac:chgData name="Lai, Wilson" userId="2840974a-0d84-4886-90a9-9a3ed79f3a48" providerId="ADAL" clId="{9F23B798-9E84-4552-BA63-E776E805C424}" dt="2026-03-17T04:39:12.239" v="1640"/>
          <ac:spMkLst>
            <pc:docMk/>
            <pc:sldMk cId="0" sldId="269"/>
            <ac:spMk id="8" creationId="{60478B38-F29C-E6B9-BC8E-A4E9A58F29C5}"/>
          </ac:spMkLst>
        </pc:spChg>
        <pc:picChg chg="del mod">
          <ac:chgData name="Lai, Wilson" userId="2840974a-0d84-4886-90a9-9a3ed79f3a48" providerId="ADAL" clId="{9F23B798-9E84-4552-BA63-E776E805C424}" dt="2026-03-17T04:39:01.545" v="1639" actId="478"/>
          <ac:picMkLst>
            <pc:docMk/>
            <pc:sldMk cId="0" sldId="269"/>
            <ac:picMk id="2" creationId="{00000000-0000-0000-0000-000000000000}"/>
          </ac:picMkLst>
        </pc:picChg>
      </pc:sldChg>
      <pc:sldChg chg="addSp delSp modSp add mod setBg modClrScheme chgLayout modNotes">
        <pc:chgData name="Lai, Wilson" userId="2840974a-0d84-4886-90a9-9a3ed79f3a48" providerId="ADAL" clId="{9F23B798-9E84-4552-BA63-E776E805C424}" dt="2026-03-17T04:04:27.257" v="1135"/>
        <pc:sldMkLst>
          <pc:docMk/>
          <pc:sldMk cId="0" sldId="270"/>
        </pc:sldMkLst>
        <pc:spChg chg="add mod">
          <ac:chgData name="Lai, Wilson" userId="2840974a-0d84-4886-90a9-9a3ed79f3a48" providerId="ADAL" clId="{9F23B798-9E84-4552-BA63-E776E805C424}" dt="2026-03-17T04:04:00.867" v="1131" actId="12788"/>
          <ac:spMkLst>
            <pc:docMk/>
            <pc:sldMk cId="0" sldId="270"/>
            <ac:spMk id="3" creationId="{4DF5630B-0EDD-CDFA-8E24-9F3C699AB70C}"/>
          </ac:spMkLst>
        </pc:spChg>
        <pc:spChg chg="add del mod">
          <ac:chgData name="Lai, Wilson" userId="2840974a-0d84-4886-90a9-9a3ed79f3a48" providerId="ADAL" clId="{9F23B798-9E84-4552-BA63-E776E805C424}" dt="2026-03-17T04:04:07.586" v="1134"/>
          <ac:spMkLst>
            <pc:docMk/>
            <pc:sldMk cId="0" sldId="270"/>
            <ac:spMk id="5" creationId="{16B557EE-931D-482C-3881-80ACF4BA7016}"/>
          </ac:spMkLst>
        </pc:spChg>
        <pc:spChg chg="add mod">
          <ac:chgData name="Lai, Wilson" userId="2840974a-0d84-4886-90a9-9a3ed79f3a48" providerId="ADAL" clId="{9F23B798-9E84-4552-BA63-E776E805C424}" dt="2026-03-17T04:04:00.867" v="1131" actId="12788"/>
          <ac:spMkLst>
            <pc:docMk/>
            <pc:sldMk cId="0" sldId="270"/>
            <ac:spMk id="7" creationId="{611DBCC7-3E44-0E91-8269-4C50CC6BD36A}"/>
          </ac:spMkLst>
        </pc:spChg>
        <pc:picChg chg="del mod">
          <ac:chgData name="Lai, Wilson" userId="2840974a-0d84-4886-90a9-9a3ed79f3a48" providerId="ADAL" clId="{9F23B798-9E84-4552-BA63-E776E805C424}" dt="2026-03-17T04:04:07.584" v="1132" actId="478"/>
          <ac:picMkLst>
            <pc:docMk/>
            <pc:sldMk cId="0" sldId="270"/>
            <ac:picMk id="2" creationId="{00000000-0000-0000-0000-000000000000}"/>
          </ac:picMkLst>
        </pc:picChg>
      </pc:sldChg>
      <pc:sldChg chg="del">
        <pc:chgData name="Lai, Wilson" userId="2840974a-0d84-4886-90a9-9a3ed79f3a48" providerId="ADAL" clId="{9F23B798-9E84-4552-BA63-E776E805C424}" dt="2026-03-17T03:00:07.497" v="956" actId="47"/>
        <pc:sldMkLst>
          <pc:docMk/>
          <pc:sldMk cId="1848876444" sldId="2147308581"/>
        </pc:sldMkLst>
      </pc:sldChg>
      <pc:sldChg chg="del">
        <pc:chgData name="Lai, Wilson" userId="2840974a-0d84-4886-90a9-9a3ed79f3a48" providerId="ADAL" clId="{9F23B798-9E84-4552-BA63-E776E805C424}" dt="2026-03-17T03:00:07.497" v="956" actId="47"/>
        <pc:sldMkLst>
          <pc:docMk/>
          <pc:sldMk cId="4285547825" sldId="2147483565"/>
        </pc:sldMkLst>
      </pc:sldChg>
      <pc:sldChg chg="addSp delSp modSp del mod ord chgLayout">
        <pc:chgData name="Lai, Wilson" userId="2840974a-0d84-4886-90a9-9a3ed79f3a48" providerId="ADAL" clId="{9F23B798-9E84-4552-BA63-E776E805C424}" dt="2026-03-17T03:00:19.493" v="958" actId="47"/>
        <pc:sldMkLst>
          <pc:docMk/>
          <pc:sldMk cId="2108549825" sldId="2147483566"/>
        </pc:sldMkLst>
      </pc:sldChg>
      <pc:sldChg chg="del">
        <pc:chgData name="Lai, Wilson" userId="2840974a-0d84-4886-90a9-9a3ed79f3a48" providerId="ADAL" clId="{9F23B798-9E84-4552-BA63-E776E805C424}" dt="2026-03-17T03:00:07.497" v="956" actId="47"/>
        <pc:sldMkLst>
          <pc:docMk/>
          <pc:sldMk cId="3111730211" sldId="2147483576"/>
        </pc:sldMkLst>
      </pc:sldChg>
      <pc:sldChg chg="addSp delSp modSp add del mod ord">
        <pc:chgData name="Lai, Wilson" userId="2840974a-0d84-4886-90a9-9a3ed79f3a48" providerId="ADAL" clId="{9F23B798-9E84-4552-BA63-E776E805C424}" dt="2026-03-17T03:00:07.497" v="956" actId="47"/>
        <pc:sldMkLst>
          <pc:docMk/>
          <pc:sldMk cId="697467356" sldId="2147483577"/>
        </pc:sldMkLst>
      </pc:sldChg>
      <pc:sldChg chg="del">
        <pc:chgData name="Lai, Wilson" userId="2840974a-0d84-4886-90a9-9a3ed79f3a48" providerId="ADAL" clId="{9F23B798-9E84-4552-BA63-E776E805C424}" dt="2026-03-17T03:00:07.497" v="956" actId="47"/>
        <pc:sldMkLst>
          <pc:docMk/>
          <pc:sldMk cId="3160716332" sldId="2147483579"/>
        </pc:sldMkLst>
      </pc:sldChg>
      <pc:sldMasterChg chg="delSldLayout modSldLayout">
        <pc:chgData name="Lai, Wilson" userId="2840974a-0d84-4886-90a9-9a3ed79f3a48" providerId="ADAL" clId="{9F23B798-9E84-4552-BA63-E776E805C424}" dt="2026-03-17T03:03:20.188" v="963" actId="478"/>
        <pc:sldMasterMkLst>
          <pc:docMk/>
          <pc:sldMasterMk cId="3253947480" sldId="2147484161"/>
        </pc:sldMasterMkLst>
        <pc:sldLayoutChg chg="delSp mod">
          <pc:chgData name="Lai, Wilson" userId="2840974a-0d84-4886-90a9-9a3ed79f3a48" providerId="ADAL" clId="{9F23B798-9E84-4552-BA63-E776E805C424}" dt="2026-03-17T03:03:20.188" v="963" actId="478"/>
          <pc:sldLayoutMkLst>
            <pc:docMk/>
            <pc:sldMasterMk cId="3253947480" sldId="2147484161"/>
            <pc:sldLayoutMk cId="1708515662" sldId="2147484400"/>
          </pc:sldLayoutMkLst>
          <pc:spChg chg="del">
            <ac:chgData name="Lai, Wilson" userId="2840974a-0d84-4886-90a9-9a3ed79f3a48" providerId="ADAL" clId="{9F23B798-9E84-4552-BA63-E776E805C424}" dt="2026-03-17T03:03:20.188" v="963" actId="478"/>
            <ac:spMkLst>
              <pc:docMk/>
              <pc:sldMasterMk cId="3253947480" sldId="2147484161"/>
              <pc:sldLayoutMk cId="1708515662" sldId="2147484400"/>
              <ac:spMk id="7" creationId="{E22D0D4A-281A-0291-99B6-20C64F68DA03}"/>
            </ac:spMkLst>
          </pc:spChg>
        </pc:sldLayoutChg>
        <pc:sldLayoutChg chg="del">
          <pc:chgData name="Lai, Wilson" userId="2840974a-0d84-4886-90a9-9a3ed79f3a48" providerId="ADAL" clId="{9F23B798-9E84-4552-BA63-E776E805C424}" dt="2026-03-17T03:00:07.497" v="956" actId="47"/>
          <pc:sldLayoutMkLst>
            <pc:docMk/>
            <pc:sldMasterMk cId="3253947480" sldId="2147484161"/>
            <pc:sldLayoutMk cId="1506395247" sldId="2147484446"/>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D434A32-7511-8C43-93A3-DE9403D2394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Bernina Sans Offc" panose="02000000000000000000" pitchFamily="2" charset="77"/>
            </a:endParaRPr>
          </a:p>
        </p:txBody>
      </p:sp>
      <p:sp>
        <p:nvSpPr>
          <p:cNvPr id="3" name="Date Placeholder 2">
            <a:extLst>
              <a:ext uri="{FF2B5EF4-FFF2-40B4-BE49-F238E27FC236}">
                <a16:creationId xmlns:a16="http://schemas.microsoft.com/office/drawing/2014/main" id="{AC367D4B-0CFC-9A42-80C2-A558705BB33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9BB3A80-9212-694F-9646-09E5B1B63663}" type="datetimeFigureOut">
              <a:rPr lang="en-US" smtClean="0">
                <a:latin typeface="Bernina Sans Offc" panose="02000000000000000000" pitchFamily="2" charset="77"/>
              </a:rPr>
              <a:t>3/17/2026</a:t>
            </a:fld>
            <a:endParaRPr lang="en-US">
              <a:latin typeface="Bernina Sans Offc" panose="02000000000000000000" pitchFamily="2" charset="77"/>
            </a:endParaRPr>
          </a:p>
        </p:txBody>
      </p:sp>
      <p:sp>
        <p:nvSpPr>
          <p:cNvPr id="4" name="Footer Placeholder 3">
            <a:extLst>
              <a:ext uri="{FF2B5EF4-FFF2-40B4-BE49-F238E27FC236}">
                <a16:creationId xmlns:a16="http://schemas.microsoft.com/office/drawing/2014/main" id="{F6BD3EF5-D65F-CE45-B8C0-982B5048D2D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Bernina Sans Offc" panose="02000000000000000000" pitchFamily="2" charset="77"/>
            </a:endParaRPr>
          </a:p>
        </p:txBody>
      </p:sp>
      <p:sp>
        <p:nvSpPr>
          <p:cNvPr id="5" name="Slide Number Placeholder 4">
            <a:extLst>
              <a:ext uri="{FF2B5EF4-FFF2-40B4-BE49-F238E27FC236}">
                <a16:creationId xmlns:a16="http://schemas.microsoft.com/office/drawing/2014/main" id="{50C93D6A-87D5-7140-87ED-C6831CE6185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722681-44E4-CF4F-8AB8-36CACAFE212E}" type="slidenum">
              <a:rPr lang="en-US" smtClean="0">
                <a:latin typeface="Bernina Sans Offc" panose="02000000000000000000" pitchFamily="2" charset="77"/>
              </a:rPr>
              <a:t>‹#›</a:t>
            </a:fld>
            <a:endParaRPr lang="en-US">
              <a:latin typeface="Bernina Sans Offc" panose="02000000000000000000" pitchFamily="2" charset="77"/>
            </a:endParaRPr>
          </a:p>
        </p:txBody>
      </p:sp>
    </p:spTree>
    <p:extLst>
      <p:ext uri="{BB962C8B-B14F-4D97-AF65-F5344CB8AC3E}">
        <p14:creationId xmlns:p14="http://schemas.microsoft.com/office/powerpoint/2010/main" val="28687474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Bernina Sans Offc" panose="02000000000000000000" pitchFamily="2" charset="77"/>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Bernina Sans Offc" panose="02000000000000000000" pitchFamily="2" charset="77"/>
              </a:defRPr>
            </a:lvl1pPr>
          </a:lstStyle>
          <a:p>
            <a:fld id="{D0C2CEBF-44E1-424B-BDE3-1D18FF87BDBC}" type="datetimeFigureOut">
              <a:rPr lang="en-US" smtClean="0"/>
              <a:pPr/>
              <a:t>3/17/2026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Bernina Sans Offc" panose="02000000000000000000" pitchFamily="2" charset="77"/>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Bernina Sans Offc" panose="02000000000000000000" pitchFamily="2" charset="77"/>
              </a:defRPr>
            </a:lvl1pPr>
          </a:lstStyle>
          <a:p>
            <a:fld id="{E599A960-DA56-5541-9DBD-B49AD79C0B5E}" type="slidenum">
              <a:rPr lang="en-US" smtClean="0"/>
              <a:pPr/>
              <a:t>‹#›</a:t>
            </a:fld>
            <a:endParaRPr lang="en-US"/>
          </a:p>
        </p:txBody>
      </p:sp>
    </p:spTree>
    <p:extLst>
      <p:ext uri="{BB962C8B-B14F-4D97-AF65-F5344CB8AC3E}">
        <p14:creationId xmlns:p14="http://schemas.microsoft.com/office/powerpoint/2010/main" val="706339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Bernina Sans Offc" panose="02000000000000000000" pitchFamily="2" charset="77"/>
        <a:ea typeface="+mn-ea"/>
        <a:cs typeface="+mn-cs"/>
      </a:defRPr>
    </a:lvl1pPr>
    <a:lvl2pPr marL="457200" algn="l" defTabSz="914400" rtl="0" eaLnBrk="1" latinLnBrk="0" hangingPunct="1">
      <a:defRPr sz="1200" b="0" i="0" kern="1200">
        <a:solidFill>
          <a:schemeClr val="tx1"/>
        </a:solidFill>
        <a:latin typeface="Bernina Sans Offc" panose="02000000000000000000" pitchFamily="2" charset="77"/>
        <a:ea typeface="+mn-ea"/>
        <a:cs typeface="+mn-cs"/>
      </a:defRPr>
    </a:lvl2pPr>
    <a:lvl3pPr marL="914400" algn="l" defTabSz="914400" rtl="0" eaLnBrk="1" latinLnBrk="0" hangingPunct="1">
      <a:defRPr sz="1200" b="0" i="0" kern="1200">
        <a:solidFill>
          <a:schemeClr val="tx1"/>
        </a:solidFill>
        <a:latin typeface="Bernina Sans Offc" panose="02000000000000000000" pitchFamily="2" charset="77"/>
        <a:ea typeface="+mn-ea"/>
        <a:cs typeface="+mn-cs"/>
      </a:defRPr>
    </a:lvl3pPr>
    <a:lvl4pPr marL="1371600" algn="l" defTabSz="914400" rtl="0" eaLnBrk="1" latinLnBrk="0" hangingPunct="1">
      <a:defRPr sz="1200" b="0" i="0" kern="1200">
        <a:solidFill>
          <a:schemeClr val="tx1"/>
        </a:solidFill>
        <a:latin typeface="Bernina Sans Offc" panose="02000000000000000000" pitchFamily="2" charset="77"/>
        <a:ea typeface="+mn-ea"/>
        <a:cs typeface="+mn-cs"/>
      </a:defRPr>
    </a:lvl4pPr>
    <a:lvl5pPr marL="1828800" algn="l" defTabSz="914400" rtl="0" eaLnBrk="1" latinLnBrk="0" hangingPunct="1">
      <a:defRPr sz="1200" b="0" i="0" kern="1200">
        <a:solidFill>
          <a:schemeClr val="tx1"/>
        </a:solidFill>
        <a:latin typeface="Bernina Sans Offc" panose="02000000000000000000" pitchFamily="2" charset="77"/>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99A960-DA56-5541-9DBD-B49AD79C0B5E}" type="slidenum">
              <a:rPr lang="en-US" smtClean="0"/>
              <a:pPr/>
              <a:t>1</a:t>
            </a:fld>
            <a:endParaRPr lang="en-US"/>
          </a:p>
        </p:txBody>
      </p:sp>
    </p:spTree>
    <p:extLst>
      <p:ext uri="{BB962C8B-B14F-4D97-AF65-F5344CB8AC3E}">
        <p14:creationId xmlns:p14="http://schemas.microsoft.com/office/powerpoint/2010/main" val="3724942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99A960-DA56-5541-9DBD-B49AD79C0B5E}" type="slidenum">
              <a:rPr lang="en-US" smtClean="0"/>
              <a:pPr/>
              <a:t>2</a:t>
            </a:fld>
            <a:endParaRPr lang="en-US"/>
          </a:p>
        </p:txBody>
      </p:sp>
    </p:spTree>
    <p:extLst>
      <p:ext uri="{BB962C8B-B14F-4D97-AF65-F5344CB8AC3E}">
        <p14:creationId xmlns:p14="http://schemas.microsoft.com/office/powerpoint/2010/main" val="3933301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99A960-DA56-5541-9DBD-B49AD79C0B5E}" type="slidenum">
              <a:rPr lang="en-US" smtClean="0"/>
              <a:pPr/>
              <a:t>3</a:t>
            </a:fld>
            <a:endParaRPr lang="en-US"/>
          </a:p>
        </p:txBody>
      </p:sp>
    </p:spTree>
    <p:extLst>
      <p:ext uri="{BB962C8B-B14F-4D97-AF65-F5344CB8AC3E}">
        <p14:creationId xmlns:p14="http://schemas.microsoft.com/office/powerpoint/2010/main" val="32587813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99A960-DA56-5541-9DBD-B49AD79C0B5E}" type="slidenum">
              <a:rPr lang="en-US" smtClean="0"/>
              <a:pPr/>
              <a:t>4</a:t>
            </a:fld>
            <a:endParaRPr lang="en-US"/>
          </a:p>
        </p:txBody>
      </p:sp>
    </p:spTree>
    <p:extLst>
      <p:ext uri="{BB962C8B-B14F-4D97-AF65-F5344CB8AC3E}">
        <p14:creationId xmlns:p14="http://schemas.microsoft.com/office/powerpoint/2010/main" val="34923624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99A960-DA56-5541-9DBD-B49AD79C0B5E}" type="slidenum">
              <a:rPr lang="en-US" smtClean="0"/>
              <a:pPr/>
              <a:t>5</a:t>
            </a:fld>
            <a:endParaRPr lang="en-US"/>
          </a:p>
        </p:txBody>
      </p:sp>
    </p:spTree>
    <p:extLst>
      <p:ext uri="{BB962C8B-B14F-4D97-AF65-F5344CB8AC3E}">
        <p14:creationId xmlns:p14="http://schemas.microsoft.com/office/powerpoint/2010/main" val="17747383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99A960-DA56-5541-9DBD-B49AD79C0B5E}" type="slidenum">
              <a:rPr lang="en-US" smtClean="0"/>
              <a:pPr/>
              <a:t>6</a:t>
            </a:fld>
            <a:endParaRPr lang="en-US"/>
          </a:p>
        </p:txBody>
      </p:sp>
    </p:spTree>
    <p:extLst>
      <p:ext uri="{BB962C8B-B14F-4D97-AF65-F5344CB8AC3E}">
        <p14:creationId xmlns:p14="http://schemas.microsoft.com/office/powerpoint/2010/main" val="27003401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99A960-DA56-5541-9DBD-B49AD79C0B5E}" type="slidenum">
              <a:rPr lang="en-US" smtClean="0"/>
              <a:pPr/>
              <a:t>7</a:t>
            </a:fld>
            <a:endParaRPr lang="en-US"/>
          </a:p>
        </p:txBody>
      </p:sp>
    </p:spTree>
    <p:extLst>
      <p:ext uri="{BB962C8B-B14F-4D97-AF65-F5344CB8AC3E}">
        <p14:creationId xmlns:p14="http://schemas.microsoft.com/office/powerpoint/2010/main" val="2033701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Grail </a:t>
            </a:r>
            <a:r>
              <a:rPr lang="en-US" dirty="0" err="1"/>
              <a:t>datahouse</a:t>
            </a:r>
            <a:endParaRPr lang="en-US" dirty="0"/>
          </a:p>
        </p:txBody>
      </p:sp>
      <p:sp>
        <p:nvSpPr>
          <p:cNvPr id="4" name="Slide Number Placeholder 3"/>
          <p:cNvSpPr>
            <a:spLocks noGrp="1"/>
          </p:cNvSpPr>
          <p:nvPr>
            <p:ph type="sldNum" sz="quarter" idx="5"/>
          </p:nvPr>
        </p:nvSpPr>
        <p:spPr/>
        <p:txBody>
          <a:bodyPr/>
          <a:lstStyle/>
          <a:p>
            <a:fld id="{E599A960-DA56-5541-9DBD-B49AD79C0B5E}" type="slidenum">
              <a:rPr lang="en-US" smtClean="0"/>
              <a:pPr/>
              <a:t>8</a:t>
            </a:fld>
            <a:endParaRPr lang="en-US"/>
          </a:p>
        </p:txBody>
      </p:sp>
    </p:spTree>
    <p:extLst>
      <p:ext uri="{BB962C8B-B14F-4D97-AF65-F5344CB8AC3E}">
        <p14:creationId xmlns:p14="http://schemas.microsoft.com/office/powerpoint/2010/main" val="11185058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99A960-DA56-5541-9DBD-B49AD79C0B5E}" type="slidenum">
              <a:rPr lang="en-US" smtClean="0"/>
              <a:pPr/>
              <a:t>9</a:t>
            </a:fld>
            <a:endParaRPr lang="en-US"/>
          </a:p>
        </p:txBody>
      </p:sp>
    </p:spTree>
    <p:extLst>
      <p:ext uri="{BB962C8B-B14F-4D97-AF65-F5344CB8AC3E}">
        <p14:creationId xmlns:p14="http://schemas.microsoft.com/office/powerpoint/2010/main" val="260632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99A960-DA56-5541-9DBD-B49AD79C0B5E}" type="slidenum">
              <a:rPr lang="en-US" smtClean="0"/>
              <a:pPr/>
              <a:t>10</a:t>
            </a:fld>
            <a:endParaRPr lang="en-US"/>
          </a:p>
        </p:txBody>
      </p:sp>
    </p:spTree>
    <p:extLst>
      <p:ext uri="{BB962C8B-B14F-4D97-AF65-F5344CB8AC3E}">
        <p14:creationId xmlns:p14="http://schemas.microsoft.com/office/powerpoint/2010/main" val="29123939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99A960-DA56-5541-9DBD-B49AD79C0B5E}" type="slidenum">
              <a:rPr lang="en-US" smtClean="0"/>
              <a:pPr/>
              <a:t>11</a:t>
            </a:fld>
            <a:endParaRPr lang="en-US"/>
          </a:p>
        </p:txBody>
      </p:sp>
    </p:spTree>
    <p:extLst>
      <p:ext uri="{BB962C8B-B14F-4D97-AF65-F5344CB8AC3E}">
        <p14:creationId xmlns:p14="http://schemas.microsoft.com/office/powerpoint/2010/main" val="5986812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99A960-DA56-5541-9DBD-B49AD79C0B5E}" type="slidenum">
              <a:rPr lang="en-US" smtClean="0"/>
              <a:pPr/>
              <a:t>12</a:t>
            </a:fld>
            <a:endParaRPr lang="en-US"/>
          </a:p>
        </p:txBody>
      </p:sp>
    </p:spTree>
    <p:extLst>
      <p:ext uri="{BB962C8B-B14F-4D97-AF65-F5344CB8AC3E}">
        <p14:creationId xmlns:p14="http://schemas.microsoft.com/office/powerpoint/2010/main" val="3248548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99A960-DA56-5541-9DBD-B49AD79C0B5E}" type="slidenum">
              <a:rPr lang="en-US" smtClean="0"/>
              <a:pPr/>
              <a:t>13</a:t>
            </a:fld>
            <a:endParaRPr lang="en-US"/>
          </a:p>
        </p:txBody>
      </p:sp>
    </p:spTree>
    <p:extLst>
      <p:ext uri="{BB962C8B-B14F-4D97-AF65-F5344CB8AC3E}">
        <p14:creationId xmlns:p14="http://schemas.microsoft.com/office/powerpoint/2010/main" val="15342415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99A960-DA56-5541-9DBD-B49AD79C0B5E}" type="slidenum">
              <a:rPr lang="en-US" smtClean="0"/>
              <a:pPr/>
              <a:t>14</a:t>
            </a:fld>
            <a:endParaRPr lang="en-US"/>
          </a:p>
        </p:txBody>
      </p:sp>
    </p:spTree>
    <p:extLst>
      <p:ext uri="{BB962C8B-B14F-4D97-AF65-F5344CB8AC3E}">
        <p14:creationId xmlns:p14="http://schemas.microsoft.com/office/powerpoint/2010/main" val="26899963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99A960-DA56-5541-9DBD-B49AD79C0B5E}" type="slidenum">
              <a:rPr lang="en-US" smtClean="0"/>
              <a:pPr/>
              <a:t>15</a:t>
            </a:fld>
            <a:endParaRPr lang="en-US"/>
          </a:p>
        </p:txBody>
      </p:sp>
    </p:spTree>
    <p:extLst>
      <p:ext uri="{BB962C8B-B14F-4D97-AF65-F5344CB8AC3E}">
        <p14:creationId xmlns:p14="http://schemas.microsoft.com/office/powerpoint/2010/main" val="22221718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svg"/><Relationship Id="rId7" Type="http://schemas.openxmlformats.org/officeDocument/2006/relationships/image" Target="../media/image13.sv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15.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p:spTree>
      <p:nvGrpSpPr>
        <p:cNvPr id="1" name=""/>
        <p:cNvGrpSpPr/>
        <p:nvPr/>
      </p:nvGrpSpPr>
      <p:grpSpPr>
        <a:xfrm>
          <a:off x="0" y="0"/>
          <a:ext cx="0" cy="0"/>
          <a:chOff x="0" y="0"/>
          <a:chExt cx="0" cy="0"/>
        </a:xfrm>
      </p:grpSpPr>
      <p:pic>
        <p:nvPicPr>
          <p:cNvPr id="5" name="Picture 4" descr="A picture containing fish&#10;&#10;Description automatically generated">
            <a:extLst>
              <a:ext uri="{FF2B5EF4-FFF2-40B4-BE49-F238E27FC236}">
                <a16:creationId xmlns:a16="http://schemas.microsoft.com/office/drawing/2014/main" id="{DFA14054-1FFE-C980-BD15-B3129CAC9AF1}"/>
              </a:ext>
            </a:extLst>
          </p:cNvPr>
          <p:cNvPicPr>
            <a:picLocks noChangeAspect="1"/>
          </p:cNvPicPr>
          <p:nvPr userDrawn="1"/>
        </p:nvPicPr>
        <p:blipFill>
          <a:blip r:embed="rId2"/>
          <a:stretch>
            <a:fillRect/>
          </a:stretch>
        </p:blipFill>
        <p:spPr>
          <a:xfrm>
            <a:off x="0" y="3807"/>
            <a:ext cx="12192000" cy="6850386"/>
          </a:xfrm>
          <a:prstGeom prst="rect">
            <a:avLst/>
          </a:prstGeom>
        </p:spPr>
      </p:pic>
      <p:pic>
        <p:nvPicPr>
          <p:cNvPr id="6" name="Graphic 5">
            <a:extLst>
              <a:ext uri="{FF2B5EF4-FFF2-40B4-BE49-F238E27FC236}">
                <a16:creationId xmlns:a16="http://schemas.microsoft.com/office/drawing/2014/main" id="{DCCED6E7-AECB-A1B7-029F-E3389363E7A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521640" y="373942"/>
            <a:ext cx="2268000" cy="396000"/>
          </a:xfrm>
          <a:prstGeom prst="rect">
            <a:avLst/>
          </a:prstGeom>
        </p:spPr>
      </p:pic>
      <p:sp>
        <p:nvSpPr>
          <p:cNvPr id="2" name="Title 1">
            <a:extLst>
              <a:ext uri="{FF2B5EF4-FFF2-40B4-BE49-F238E27FC236}">
                <a16:creationId xmlns:a16="http://schemas.microsoft.com/office/drawing/2014/main" id="{896CB1B4-3C0C-3E4E-94F1-AC47228A691F}"/>
              </a:ext>
            </a:extLst>
          </p:cNvPr>
          <p:cNvSpPr>
            <a:spLocks noGrp="1"/>
          </p:cNvSpPr>
          <p:nvPr>
            <p:ph type="ctrTitle" hasCustomPrompt="1"/>
          </p:nvPr>
        </p:nvSpPr>
        <p:spPr>
          <a:xfrm>
            <a:off x="438520" y="2703532"/>
            <a:ext cx="10406958" cy="923330"/>
          </a:xfrm>
        </p:spPr>
        <p:txBody>
          <a:bodyPr wrap="square" tIns="0" bIns="0" anchor="b">
            <a:spAutoFit/>
          </a:bodyPr>
          <a:lstStyle>
            <a:lvl1pPr marL="0" marR="0" indent="0" algn="l" defTabSz="914400" rtl="0" eaLnBrk="1" fontAlgn="auto" latinLnBrk="0" hangingPunct="1">
              <a:lnSpc>
                <a:spcPct val="100000"/>
              </a:lnSpc>
              <a:spcBef>
                <a:spcPct val="0"/>
              </a:spcBef>
              <a:spcAft>
                <a:spcPts val="0"/>
              </a:spcAft>
              <a:buClrTx/>
              <a:buSzTx/>
              <a:buFontTx/>
              <a:buNone/>
              <a:tabLst/>
              <a:defRPr sz="6000" b="0" i="0">
                <a:solidFill>
                  <a:schemeClr val="bg1"/>
                </a:solidFill>
                <a:latin typeface="+mj-lt"/>
              </a:defRPr>
            </a:lvl1pPr>
          </a:lstStyle>
          <a:p>
            <a:r>
              <a:rPr lang="en-US"/>
              <a:t>Presentation title</a:t>
            </a:r>
          </a:p>
        </p:txBody>
      </p:sp>
      <p:sp>
        <p:nvSpPr>
          <p:cNvPr id="4" name="Date Placeholder 3">
            <a:extLst>
              <a:ext uri="{FF2B5EF4-FFF2-40B4-BE49-F238E27FC236}">
                <a16:creationId xmlns:a16="http://schemas.microsoft.com/office/drawing/2014/main" id="{615BFF97-F472-4E44-AA8E-88A749291CDF}"/>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17" name="Subtitle 2">
            <a:extLst>
              <a:ext uri="{FF2B5EF4-FFF2-40B4-BE49-F238E27FC236}">
                <a16:creationId xmlns:a16="http://schemas.microsoft.com/office/drawing/2014/main" id="{9830F320-FB25-5A0B-A514-6AF718D41D28}"/>
              </a:ext>
            </a:extLst>
          </p:cNvPr>
          <p:cNvSpPr>
            <a:spLocks noGrp="1"/>
          </p:cNvSpPr>
          <p:nvPr>
            <p:ph type="subTitle" idx="1" hasCustomPrompt="1"/>
          </p:nvPr>
        </p:nvSpPr>
        <p:spPr>
          <a:xfrm>
            <a:off x="438520" y="3857117"/>
            <a:ext cx="6616793" cy="332399"/>
          </a:xfrm>
          <a:prstGeom prst="rect">
            <a:avLst/>
          </a:prstGeom>
          <a:ln w="38100">
            <a:noFill/>
          </a:ln>
        </p:spPr>
        <p:style>
          <a:lnRef idx="1">
            <a:schemeClr val="accent1"/>
          </a:lnRef>
          <a:fillRef idx="0">
            <a:schemeClr val="accent1"/>
          </a:fillRef>
          <a:effectRef idx="0">
            <a:schemeClr val="accent1"/>
          </a:effectRef>
          <a:fontRef idx="minor">
            <a:schemeClr val="tx1"/>
          </a:fontRef>
        </p:style>
        <p:txBody>
          <a:bodyPr tIns="0">
            <a:spAutoFit/>
          </a:bodyPr>
          <a:lstStyle>
            <a:lvl1pPr marL="0" indent="0" algn="l">
              <a:spcBef>
                <a:spcPts val="0"/>
              </a:spcBef>
              <a:buNone/>
              <a:defRPr sz="24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Lorem ipsum dolor set</a:t>
            </a:r>
          </a:p>
        </p:txBody>
      </p:sp>
    </p:spTree>
    <p:extLst>
      <p:ext uri="{BB962C8B-B14F-4D97-AF65-F5344CB8AC3E}">
        <p14:creationId xmlns:p14="http://schemas.microsoft.com/office/powerpoint/2010/main" val="40216336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slide_photo 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6FB636A-8E8F-5D65-AB8C-2E92A72B97D5}"/>
              </a:ext>
            </a:extLst>
          </p:cNvPr>
          <p:cNvSpPr>
            <a:spLocks noGrp="1"/>
          </p:cNvSpPr>
          <p:nvPr>
            <p:ph type="pic" sz="quarter" idx="11"/>
          </p:nvPr>
        </p:nvSpPr>
        <p:spPr>
          <a:xfrm>
            <a:off x="0" y="0"/>
            <a:ext cx="12192000" cy="6854825"/>
          </a:xfrm>
        </p:spPr>
        <p:txBody>
          <a:bodyPr/>
          <a:lstStyle/>
          <a:p>
            <a:endParaRPr lang="en-US"/>
          </a:p>
        </p:txBody>
      </p:sp>
      <p:sp>
        <p:nvSpPr>
          <p:cNvPr id="2" name="Title 1">
            <a:extLst>
              <a:ext uri="{FF2B5EF4-FFF2-40B4-BE49-F238E27FC236}">
                <a16:creationId xmlns:a16="http://schemas.microsoft.com/office/drawing/2014/main" id="{896CB1B4-3C0C-3E4E-94F1-AC47228A691F}"/>
              </a:ext>
            </a:extLst>
          </p:cNvPr>
          <p:cNvSpPr>
            <a:spLocks noGrp="1"/>
          </p:cNvSpPr>
          <p:nvPr>
            <p:ph type="ctrTitle" hasCustomPrompt="1"/>
          </p:nvPr>
        </p:nvSpPr>
        <p:spPr>
          <a:xfrm>
            <a:off x="438520" y="1547182"/>
            <a:ext cx="10406958" cy="923330"/>
          </a:xfrm>
        </p:spPr>
        <p:txBody>
          <a:bodyPr wrap="square" tIns="0" bIns="0" anchor="b">
            <a:spAutoFit/>
          </a:bodyPr>
          <a:lstStyle>
            <a:lvl1pPr marL="0" marR="0" indent="0" algn="l" defTabSz="914400" rtl="0" eaLnBrk="1" fontAlgn="auto" latinLnBrk="0" hangingPunct="1">
              <a:lnSpc>
                <a:spcPct val="100000"/>
              </a:lnSpc>
              <a:spcBef>
                <a:spcPct val="0"/>
              </a:spcBef>
              <a:spcAft>
                <a:spcPts val="0"/>
              </a:spcAft>
              <a:buClrTx/>
              <a:buSzTx/>
              <a:buFontTx/>
              <a:buNone/>
              <a:tabLst/>
              <a:defRPr sz="6000" b="0" i="0">
                <a:solidFill>
                  <a:schemeClr val="bg1"/>
                </a:solidFill>
                <a:latin typeface="+mj-lt"/>
              </a:defRPr>
            </a:lvl1pPr>
          </a:lstStyle>
          <a:p>
            <a:r>
              <a:rPr lang="en-US"/>
              <a:t>Presentation title</a:t>
            </a:r>
          </a:p>
        </p:txBody>
      </p:sp>
      <p:sp>
        <p:nvSpPr>
          <p:cNvPr id="17" name="Subtitle 2">
            <a:extLst>
              <a:ext uri="{FF2B5EF4-FFF2-40B4-BE49-F238E27FC236}">
                <a16:creationId xmlns:a16="http://schemas.microsoft.com/office/drawing/2014/main" id="{9830F320-FB25-5A0B-A514-6AF718D41D28}"/>
              </a:ext>
            </a:extLst>
          </p:cNvPr>
          <p:cNvSpPr>
            <a:spLocks noGrp="1"/>
          </p:cNvSpPr>
          <p:nvPr>
            <p:ph type="subTitle" idx="1" hasCustomPrompt="1"/>
          </p:nvPr>
        </p:nvSpPr>
        <p:spPr>
          <a:xfrm>
            <a:off x="438520" y="2714883"/>
            <a:ext cx="6616793" cy="332399"/>
          </a:xfrm>
          <a:prstGeom prst="rect">
            <a:avLst/>
          </a:prstGeom>
          <a:ln w="38100">
            <a:noFill/>
          </a:ln>
        </p:spPr>
        <p:style>
          <a:lnRef idx="1">
            <a:schemeClr val="accent1"/>
          </a:lnRef>
          <a:fillRef idx="0">
            <a:schemeClr val="accent1"/>
          </a:fillRef>
          <a:effectRef idx="0">
            <a:schemeClr val="accent1"/>
          </a:effectRef>
          <a:fontRef idx="minor">
            <a:schemeClr val="tx1"/>
          </a:fontRef>
        </p:style>
        <p:txBody>
          <a:bodyPr tIns="0">
            <a:spAutoFit/>
          </a:bodyPr>
          <a:lstStyle>
            <a:lvl1pPr marL="0" indent="0" algn="l">
              <a:spcBef>
                <a:spcPts val="0"/>
              </a:spcBef>
              <a:buNone/>
              <a:defRPr sz="24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Lorem ipsum dolor set</a:t>
            </a:r>
          </a:p>
        </p:txBody>
      </p:sp>
      <p:sp>
        <p:nvSpPr>
          <p:cNvPr id="9" name="Text Placeholder 8">
            <a:extLst>
              <a:ext uri="{FF2B5EF4-FFF2-40B4-BE49-F238E27FC236}">
                <a16:creationId xmlns:a16="http://schemas.microsoft.com/office/drawing/2014/main" id="{36F6BB91-1267-BD9E-CAF7-38C636BBE0B3}"/>
              </a:ext>
            </a:extLst>
          </p:cNvPr>
          <p:cNvSpPr>
            <a:spLocks noGrp="1"/>
          </p:cNvSpPr>
          <p:nvPr>
            <p:ph type="body" sz="quarter" idx="12" hasCustomPrompt="1"/>
          </p:nvPr>
        </p:nvSpPr>
        <p:spPr>
          <a:xfrm>
            <a:off x="9521640" y="373942"/>
            <a:ext cx="2267712" cy="393192"/>
          </a:xfrm>
          <a:blipFill>
            <a:blip r:embed="rId2">
              <a:extLst>
                <a:ext uri="{96DAC541-7B7A-43D3-8B79-37D633B846F1}">
                  <asvg:svgBlip xmlns:asvg="http://schemas.microsoft.com/office/drawing/2016/SVG/main" r:embed="rId3"/>
                </a:ext>
              </a:extLst>
            </a:blip>
            <a:stretch>
              <a:fillRect/>
            </a:stretch>
          </a:blipFill>
          <a:ln>
            <a:solidFill>
              <a:schemeClr val="bg1">
                <a:alpha val="0"/>
              </a:schemeClr>
            </a:solidFill>
          </a:ln>
          <a:effectLst>
            <a:outerShdw blurRad="101600" dist="38100" dir="8100000" algn="tr" rotWithShape="0">
              <a:prstClr val="black">
                <a:alpha val="20000"/>
              </a:prstClr>
            </a:outerShdw>
          </a:effectLst>
        </p:spPr>
        <p:txBody>
          <a:bodyPr/>
          <a:lstStyle>
            <a:lvl1pPr marL="0" indent="0">
              <a:buNone/>
              <a:defRPr>
                <a:ln>
                  <a:noFill/>
                </a:ln>
                <a:solidFill>
                  <a:schemeClr val="tx1">
                    <a:alpha val="0"/>
                  </a:schemeClr>
                </a:solidFill>
              </a:defRPr>
            </a:lvl1pPr>
          </a:lstStyle>
          <a:p>
            <a:pPr lvl="0"/>
            <a:r>
              <a:rPr lang="en-US"/>
              <a:t>.</a:t>
            </a:r>
          </a:p>
        </p:txBody>
      </p:sp>
      <p:sp>
        <p:nvSpPr>
          <p:cNvPr id="12" name="Date Placeholder 11">
            <a:extLst>
              <a:ext uri="{FF2B5EF4-FFF2-40B4-BE49-F238E27FC236}">
                <a16:creationId xmlns:a16="http://schemas.microsoft.com/office/drawing/2014/main" id="{3A3D724F-D429-F1A0-F5E0-02ADB0C78068}"/>
              </a:ext>
            </a:extLst>
          </p:cNvPr>
          <p:cNvSpPr>
            <a:spLocks noGrp="1"/>
          </p:cNvSpPr>
          <p:nvPr>
            <p:ph type="dt" sz="half" idx="13"/>
          </p:nvPr>
        </p:nvSpPr>
        <p:spPr/>
        <p:txBody>
          <a:bodyPr/>
          <a:lstStyle/>
          <a:p>
            <a:endParaRPr lang="en-US"/>
          </a:p>
        </p:txBody>
      </p:sp>
      <p:sp>
        <p:nvSpPr>
          <p:cNvPr id="13" name="Footer Placeholder 12">
            <a:extLst>
              <a:ext uri="{FF2B5EF4-FFF2-40B4-BE49-F238E27FC236}">
                <a16:creationId xmlns:a16="http://schemas.microsoft.com/office/drawing/2014/main" id="{E7A43BEC-D250-CAF9-C7B5-67373C6D66CC}"/>
              </a:ext>
            </a:extLst>
          </p:cNvPr>
          <p:cNvSpPr>
            <a:spLocks noGrp="1"/>
          </p:cNvSpPr>
          <p:nvPr>
            <p:ph type="ftr" sz="quarter" idx="14"/>
          </p:nvPr>
        </p:nvSpPr>
        <p:spPr/>
        <p:txBody>
          <a:bodyPr/>
          <a:lstStyle/>
          <a:p>
            <a:r>
              <a:rPr lang="en-US"/>
              <a:t>CONFIDENTIAL</a:t>
            </a:r>
          </a:p>
        </p:txBody>
      </p:sp>
      <p:sp>
        <p:nvSpPr>
          <p:cNvPr id="14" name="Slide Number Placeholder 13">
            <a:extLst>
              <a:ext uri="{FF2B5EF4-FFF2-40B4-BE49-F238E27FC236}">
                <a16:creationId xmlns:a16="http://schemas.microsoft.com/office/drawing/2014/main" id="{9A024FFA-1ABF-0A4F-0DC6-03D9A820F328}"/>
              </a:ext>
            </a:extLst>
          </p:cNvPr>
          <p:cNvSpPr>
            <a:spLocks noGrp="1"/>
          </p:cNvSpPr>
          <p:nvPr>
            <p:ph type="sldNum" sz="quarter" idx="15"/>
          </p:nvPr>
        </p:nvSpPr>
        <p:spPr/>
        <p:txBody>
          <a:bodyPr/>
          <a:lstStyle/>
          <a:p>
            <a:fld id="{9FA35C58-AF1F-6E44-9CA6-D1E4B719D256}" type="slidenum">
              <a:rPr lang="en-US"/>
              <a:pPr/>
              <a:t>‹#›</a:t>
            </a:fld>
            <a:endParaRPr lang="en-US"/>
          </a:p>
        </p:txBody>
      </p:sp>
    </p:spTree>
    <p:extLst>
      <p:ext uri="{BB962C8B-B14F-4D97-AF65-F5344CB8AC3E}">
        <p14:creationId xmlns:p14="http://schemas.microsoft.com/office/powerpoint/2010/main" val="771059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over slide">
    <p:spTree>
      <p:nvGrpSpPr>
        <p:cNvPr id="1" name=""/>
        <p:cNvGrpSpPr/>
        <p:nvPr/>
      </p:nvGrpSpPr>
      <p:grpSpPr>
        <a:xfrm>
          <a:off x="0" y="0"/>
          <a:ext cx="0" cy="0"/>
          <a:chOff x="0" y="0"/>
          <a:chExt cx="0" cy="0"/>
        </a:xfrm>
      </p:grpSpPr>
      <p:sp>
        <p:nvSpPr>
          <p:cNvPr id="10" name="Picture Placeholder 15">
            <a:extLst>
              <a:ext uri="{FF2B5EF4-FFF2-40B4-BE49-F238E27FC236}">
                <a16:creationId xmlns:a16="http://schemas.microsoft.com/office/drawing/2014/main" id="{C265EB5F-4F05-27F5-EDD5-2A0B247467BF}"/>
              </a:ext>
            </a:extLst>
          </p:cNvPr>
          <p:cNvSpPr>
            <a:spLocks noGrp="1"/>
          </p:cNvSpPr>
          <p:nvPr>
            <p:ph type="pic" sz="quarter" idx="13" hasCustomPrompt="1"/>
          </p:nvPr>
        </p:nvSpPr>
        <p:spPr>
          <a:xfrm>
            <a:off x="0" y="0"/>
            <a:ext cx="12192001" cy="6857999"/>
          </a:xfrm>
          <a:prstGeom prst="rect">
            <a:avLst/>
          </a:prstGeom>
          <a:solidFill>
            <a:srgbClr val="000000"/>
          </a:solidFill>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tx1"/>
                </a:solidFill>
                <a:latin typeface="Bernina Sans Offc" panose="02000000000000000000" pitchFamily="2" charset="77"/>
                <a:ea typeface="+mn-ea"/>
                <a:cs typeface="+mn-cs"/>
              </a:defRPr>
            </a:lvl1pPr>
          </a:lstStyle>
          <a:p>
            <a:r>
              <a:rPr lang="en-CA"/>
              <a:t>Drag a photo onto the slide</a:t>
            </a:r>
          </a:p>
        </p:txBody>
      </p:sp>
      <p:sp>
        <p:nvSpPr>
          <p:cNvPr id="2" name="Title 1">
            <a:extLst>
              <a:ext uri="{FF2B5EF4-FFF2-40B4-BE49-F238E27FC236}">
                <a16:creationId xmlns:a16="http://schemas.microsoft.com/office/drawing/2014/main" id="{896CB1B4-3C0C-3E4E-94F1-AC47228A691F}"/>
              </a:ext>
            </a:extLst>
          </p:cNvPr>
          <p:cNvSpPr>
            <a:spLocks noGrp="1"/>
          </p:cNvSpPr>
          <p:nvPr>
            <p:ph type="ctrTitle" hasCustomPrompt="1"/>
          </p:nvPr>
        </p:nvSpPr>
        <p:spPr>
          <a:xfrm>
            <a:off x="438520" y="2875002"/>
            <a:ext cx="10406958" cy="553998"/>
          </a:xfrm>
        </p:spPr>
        <p:txBody>
          <a:bodyPr wrap="square" tIns="0" bIns="0" anchor="b">
            <a:spAutoFit/>
          </a:bodyPr>
          <a:lstStyle>
            <a:lvl1pPr marL="0" marR="0" indent="0" algn="l" defTabSz="914400" rtl="0" eaLnBrk="1" fontAlgn="auto" latinLnBrk="0" hangingPunct="1">
              <a:lnSpc>
                <a:spcPct val="100000"/>
              </a:lnSpc>
              <a:spcBef>
                <a:spcPct val="0"/>
              </a:spcBef>
              <a:spcAft>
                <a:spcPts val="0"/>
              </a:spcAft>
              <a:buClrTx/>
              <a:buSzTx/>
              <a:buFontTx/>
              <a:buNone/>
              <a:tabLst/>
              <a:defRPr sz="3600" b="0" i="0">
                <a:solidFill>
                  <a:schemeClr val="bg1"/>
                </a:solidFill>
                <a:latin typeface="+mj-lt"/>
              </a:defRPr>
            </a:lvl1pPr>
          </a:lstStyle>
          <a:p>
            <a:r>
              <a:rPr lang="en-US"/>
              <a:t>Presentation title</a:t>
            </a:r>
          </a:p>
        </p:txBody>
      </p:sp>
      <p:sp>
        <p:nvSpPr>
          <p:cNvPr id="17" name="Subtitle 2">
            <a:extLst>
              <a:ext uri="{FF2B5EF4-FFF2-40B4-BE49-F238E27FC236}">
                <a16:creationId xmlns:a16="http://schemas.microsoft.com/office/drawing/2014/main" id="{9830F320-FB25-5A0B-A514-6AF718D41D28}"/>
              </a:ext>
            </a:extLst>
          </p:cNvPr>
          <p:cNvSpPr>
            <a:spLocks noGrp="1"/>
          </p:cNvSpPr>
          <p:nvPr>
            <p:ph type="subTitle" idx="1" hasCustomPrompt="1"/>
          </p:nvPr>
        </p:nvSpPr>
        <p:spPr>
          <a:xfrm>
            <a:off x="438520" y="3429000"/>
            <a:ext cx="6616793" cy="431057"/>
          </a:xfrm>
          <a:prstGeom prst="rect">
            <a:avLst/>
          </a:prstGeom>
          <a:ln w="38100">
            <a:noFill/>
          </a:ln>
        </p:spPr>
        <p:style>
          <a:lnRef idx="1">
            <a:schemeClr val="accent1"/>
          </a:lnRef>
          <a:fillRef idx="0">
            <a:schemeClr val="accent1"/>
          </a:fillRef>
          <a:effectRef idx="0">
            <a:schemeClr val="accent1"/>
          </a:effectRef>
          <a:fontRef idx="minor">
            <a:schemeClr val="tx1"/>
          </a:fontRef>
        </p:style>
        <p:txBody>
          <a:bodyPr tIns="180000">
            <a:spAutoFit/>
          </a:bodyPr>
          <a:lstStyle>
            <a:lvl1pPr marL="0" indent="0" algn="l">
              <a:spcBef>
                <a:spcPts val="0"/>
              </a:spcBef>
              <a:buNone/>
              <a:defRPr sz="18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Lorem ipsum dolor set</a:t>
            </a:r>
          </a:p>
        </p:txBody>
      </p:sp>
      <p:sp>
        <p:nvSpPr>
          <p:cNvPr id="6" name="Date Placeholder 5">
            <a:extLst>
              <a:ext uri="{FF2B5EF4-FFF2-40B4-BE49-F238E27FC236}">
                <a16:creationId xmlns:a16="http://schemas.microsoft.com/office/drawing/2014/main" id="{AC87D575-96D9-8865-27B0-8DEB05F19D94}"/>
              </a:ext>
            </a:extLst>
          </p:cNvPr>
          <p:cNvSpPr>
            <a:spLocks noGrp="1"/>
          </p:cNvSpPr>
          <p:nvPr>
            <p:ph type="dt" sz="half" idx="14"/>
          </p:nvPr>
        </p:nvSpPr>
        <p:spPr/>
        <p:txBody>
          <a:bodyPr/>
          <a:lstStyle/>
          <a:p>
            <a:endParaRPr lang="en-US"/>
          </a:p>
        </p:txBody>
      </p:sp>
      <p:sp>
        <p:nvSpPr>
          <p:cNvPr id="7" name="Footer Placeholder 6">
            <a:extLst>
              <a:ext uri="{FF2B5EF4-FFF2-40B4-BE49-F238E27FC236}">
                <a16:creationId xmlns:a16="http://schemas.microsoft.com/office/drawing/2014/main" id="{0F3C0272-06E5-FBBB-BC93-7901EEB8F386}"/>
              </a:ext>
            </a:extLst>
          </p:cNvPr>
          <p:cNvSpPr>
            <a:spLocks noGrp="1"/>
          </p:cNvSpPr>
          <p:nvPr>
            <p:ph type="ftr" sz="quarter" idx="15"/>
          </p:nvPr>
        </p:nvSpPr>
        <p:spPr/>
        <p:txBody>
          <a:bodyPr/>
          <a:lstStyle/>
          <a:p>
            <a:r>
              <a:rPr lang="en-US"/>
              <a:t>CONFIDENTIAL</a:t>
            </a:r>
          </a:p>
        </p:txBody>
      </p:sp>
      <p:sp>
        <p:nvSpPr>
          <p:cNvPr id="8" name="Slide Number Placeholder 7">
            <a:extLst>
              <a:ext uri="{FF2B5EF4-FFF2-40B4-BE49-F238E27FC236}">
                <a16:creationId xmlns:a16="http://schemas.microsoft.com/office/drawing/2014/main" id="{2BDE02C3-0D48-50D2-70FD-561FFECFAD39}"/>
              </a:ext>
            </a:extLst>
          </p:cNvPr>
          <p:cNvSpPr>
            <a:spLocks noGrp="1"/>
          </p:cNvSpPr>
          <p:nvPr>
            <p:ph type="sldNum" sz="quarter" idx="16"/>
          </p:nvPr>
        </p:nvSpPr>
        <p:spPr/>
        <p:txBody>
          <a:bodyPr/>
          <a:lstStyle/>
          <a:p>
            <a:fld id="{9FA35C58-AF1F-6E44-9CA6-D1E4B719D256}" type="slidenum">
              <a:rPr lang="en-US"/>
              <a:pPr/>
              <a:t>‹#›</a:t>
            </a:fld>
            <a:endParaRPr lang="en-US"/>
          </a:p>
        </p:txBody>
      </p:sp>
    </p:spTree>
    <p:extLst>
      <p:ext uri="{BB962C8B-B14F-4D97-AF65-F5344CB8AC3E}">
        <p14:creationId xmlns:p14="http://schemas.microsoft.com/office/powerpoint/2010/main" val="20582969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ndard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59ADC9E-22DF-D463-95AE-F53BF7942A86}"/>
              </a:ext>
            </a:extLst>
          </p:cNvPr>
          <p:cNvSpPr/>
          <p:nvPr userDrawn="1"/>
        </p:nvSpPr>
        <p:spPr>
          <a:xfrm>
            <a:off x="442913" y="1177242"/>
            <a:ext cx="1090868" cy="45719"/>
          </a:xfrm>
          <a:prstGeom prst="rect">
            <a:avLst/>
          </a:prstGeom>
          <a:gradFill>
            <a:gsLst>
              <a:gs pos="0">
                <a:schemeClr val="accent2"/>
              </a:gs>
              <a:gs pos="4700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0" name="Title 9">
            <a:extLst>
              <a:ext uri="{FF2B5EF4-FFF2-40B4-BE49-F238E27FC236}">
                <a16:creationId xmlns:a16="http://schemas.microsoft.com/office/drawing/2014/main" id="{1CAF374F-79E3-7B0A-CA08-752BFF729DBF}"/>
              </a:ext>
            </a:extLst>
          </p:cNvPr>
          <p:cNvSpPr>
            <a:spLocks noGrp="1"/>
          </p:cNvSpPr>
          <p:nvPr>
            <p:ph type="title"/>
          </p:nvPr>
        </p:nvSpPr>
        <p:spPr/>
        <p:txBody>
          <a:bodyPr/>
          <a:lstStyle/>
          <a:p>
            <a:r>
              <a:rPr lang="en-US"/>
              <a:t>Click to edit Master title style</a:t>
            </a:r>
          </a:p>
        </p:txBody>
      </p:sp>
      <p:sp>
        <p:nvSpPr>
          <p:cNvPr id="11" name="Text Placeholder 2">
            <a:extLst>
              <a:ext uri="{FF2B5EF4-FFF2-40B4-BE49-F238E27FC236}">
                <a16:creationId xmlns:a16="http://schemas.microsoft.com/office/drawing/2014/main" id="{2CAEC9F8-5D8E-7198-BCEF-F368F66357D2}"/>
              </a:ext>
            </a:extLst>
          </p:cNvPr>
          <p:cNvSpPr>
            <a:spLocks noGrp="1"/>
          </p:cNvSpPr>
          <p:nvPr>
            <p:ph idx="1"/>
          </p:nvPr>
        </p:nvSpPr>
        <p:spPr>
          <a:xfrm>
            <a:off x="442913" y="1503680"/>
            <a:ext cx="11306175" cy="47336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2" name="Text Placeholder 8">
            <a:extLst>
              <a:ext uri="{FF2B5EF4-FFF2-40B4-BE49-F238E27FC236}">
                <a16:creationId xmlns:a16="http://schemas.microsoft.com/office/drawing/2014/main" id="{A8341671-A252-BBF3-24B5-15CA1EBF3E9F}"/>
              </a:ext>
            </a:extLst>
          </p:cNvPr>
          <p:cNvSpPr>
            <a:spLocks noGrp="1"/>
          </p:cNvSpPr>
          <p:nvPr>
            <p:ph type="body" sz="quarter" idx="12" hasCustomPrompt="1"/>
          </p:nvPr>
        </p:nvSpPr>
        <p:spPr>
          <a:xfrm>
            <a:off x="11647625" y="244580"/>
            <a:ext cx="253223" cy="250903"/>
          </a:xfrm>
          <a:blipFill>
            <a:blip r:embed="rId2">
              <a:extLst>
                <a:ext uri="{96DAC541-7B7A-43D3-8B79-37D633B846F1}">
                  <asvg:svgBlip xmlns:asvg="http://schemas.microsoft.com/office/drawing/2016/SVG/main" r:embed="rId3"/>
                </a:ext>
              </a:extLst>
            </a:blip>
            <a:stretch>
              <a:fillRect/>
            </a:stretch>
          </a:blipFill>
          <a:ln>
            <a:solidFill>
              <a:schemeClr val="bg1">
                <a:alpha val="0"/>
              </a:schemeClr>
            </a:solidFill>
          </a:ln>
          <a:effectLst>
            <a:outerShdw blurRad="101600" dist="38100" dir="8100000" algn="tr" rotWithShape="0">
              <a:prstClr val="black">
                <a:alpha val="20000"/>
              </a:prstClr>
            </a:outerShdw>
          </a:effectLst>
        </p:spPr>
        <p:txBody>
          <a:bodyPr/>
          <a:lstStyle>
            <a:lvl1pPr marL="0" indent="0">
              <a:buNone/>
              <a:defRPr>
                <a:ln>
                  <a:noFill/>
                </a:ln>
                <a:solidFill>
                  <a:schemeClr val="tx1">
                    <a:alpha val="0"/>
                  </a:schemeClr>
                </a:solidFill>
              </a:defRPr>
            </a:lvl1pPr>
          </a:lstStyle>
          <a:p>
            <a:pPr lvl="0"/>
            <a:r>
              <a:rPr lang="en-US"/>
              <a:t>.</a:t>
            </a:r>
          </a:p>
        </p:txBody>
      </p:sp>
      <p:sp>
        <p:nvSpPr>
          <p:cNvPr id="13" name="Date Placeholder 12">
            <a:extLst>
              <a:ext uri="{FF2B5EF4-FFF2-40B4-BE49-F238E27FC236}">
                <a16:creationId xmlns:a16="http://schemas.microsoft.com/office/drawing/2014/main" id="{2623A779-C171-B87E-632F-39DEA60C1D0F}"/>
              </a:ext>
            </a:extLst>
          </p:cNvPr>
          <p:cNvSpPr>
            <a:spLocks noGrp="1"/>
          </p:cNvSpPr>
          <p:nvPr>
            <p:ph type="dt" sz="half" idx="13"/>
          </p:nvPr>
        </p:nvSpPr>
        <p:spPr/>
        <p:txBody>
          <a:bodyPr/>
          <a:lstStyle/>
          <a:p>
            <a:endParaRPr lang="en-US"/>
          </a:p>
        </p:txBody>
      </p:sp>
      <p:sp>
        <p:nvSpPr>
          <p:cNvPr id="14" name="Footer Placeholder 13">
            <a:extLst>
              <a:ext uri="{FF2B5EF4-FFF2-40B4-BE49-F238E27FC236}">
                <a16:creationId xmlns:a16="http://schemas.microsoft.com/office/drawing/2014/main" id="{2CE4EC0B-18B2-7002-DA45-96235ACF09CA}"/>
              </a:ext>
            </a:extLst>
          </p:cNvPr>
          <p:cNvSpPr>
            <a:spLocks noGrp="1"/>
          </p:cNvSpPr>
          <p:nvPr>
            <p:ph type="ftr" sz="quarter" idx="14"/>
          </p:nvPr>
        </p:nvSpPr>
        <p:spPr/>
        <p:txBody>
          <a:bodyPr/>
          <a:lstStyle/>
          <a:p>
            <a:r>
              <a:rPr lang="en-US"/>
              <a:t>CONFIDENTIAL</a:t>
            </a:r>
          </a:p>
        </p:txBody>
      </p:sp>
      <p:sp>
        <p:nvSpPr>
          <p:cNvPr id="15" name="Slide Number Placeholder 14">
            <a:extLst>
              <a:ext uri="{FF2B5EF4-FFF2-40B4-BE49-F238E27FC236}">
                <a16:creationId xmlns:a16="http://schemas.microsoft.com/office/drawing/2014/main" id="{0A18749A-1795-22D9-1AD4-C84431EA7839}"/>
              </a:ext>
            </a:extLst>
          </p:cNvPr>
          <p:cNvSpPr>
            <a:spLocks noGrp="1"/>
          </p:cNvSpPr>
          <p:nvPr>
            <p:ph type="sldNum" sz="quarter" idx="15"/>
          </p:nvPr>
        </p:nvSpPr>
        <p:spPr/>
        <p:txBody>
          <a:bodyPr/>
          <a:lstStyle/>
          <a:p>
            <a:fld id="{9FA35C58-AF1F-6E44-9CA6-D1E4B719D256}" type="slidenum">
              <a:rPr lang="en-US"/>
              <a:pPr/>
              <a:t>‹#›</a:t>
            </a:fld>
            <a:endParaRPr lang="en-US"/>
          </a:p>
        </p:txBody>
      </p:sp>
    </p:spTree>
    <p:extLst>
      <p:ext uri="{BB962C8B-B14F-4D97-AF65-F5344CB8AC3E}">
        <p14:creationId xmlns:p14="http://schemas.microsoft.com/office/powerpoint/2010/main" val="1006304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eader no line">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F4BBD51E-29A2-84F2-B441-8980D97832FF}"/>
              </a:ext>
            </a:extLst>
          </p:cNvPr>
          <p:cNvSpPr>
            <a:spLocks noGrp="1"/>
          </p:cNvSpPr>
          <p:nvPr>
            <p:ph sz="quarter" idx="23"/>
          </p:nvPr>
        </p:nvSpPr>
        <p:spPr>
          <a:xfrm>
            <a:off x="442913" y="1381759"/>
            <a:ext cx="11306175" cy="4689273"/>
          </a:xfrm>
        </p:spPr>
        <p:txBody>
          <a:bodyPr>
            <a:normAutofit/>
          </a:bodyPr>
          <a:lstStyle>
            <a:lvl1pPr>
              <a:defRPr sz="2000" b="0" i="0">
                <a:latin typeface="+mn-lt"/>
              </a:defRPr>
            </a:lvl1pPr>
            <a:lvl2pPr>
              <a:defRPr sz="1800" b="0" i="0">
                <a:latin typeface="+mn-lt"/>
              </a:defRPr>
            </a:lvl2pPr>
            <a:lvl3pPr>
              <a:defRPr sz="1600" b="0" i="0">
                <a:latin typeface="+mn-lt"/>
              </a:defRPr>
            </a:lvl3pPr>
            <a:lvl4pPr>
              <a:defRPr sz="1400" b="0" i="0">
                <a:latin typeface="+mn-lt"/>
              </a:defRPr>
            </a:lvl4pPr>
            <a:lvl5pPr>
              <a:defRPr sz="1200"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3" name="Title 2">
            <a:extLst>
              <a:ext uri="{FF2B5EF4-FFF2-40B4-BE49-F238E27FC236}">
                <a16:creationId xmlns:a16="http://schemas.microsoft.com/office/drawing/2014/main" id="{99BF576C-C594-18FF-C293-EE87336C6284}"/>
              </a:ext>
            </a:extLst>
          </p:cNvPr>
          <p:cNvSpPr>
            <a:spLocks noGrp="1"/>
          </p:cNvSpPr>
          <p:nvPr>
            <p:ph type="title"/>
          </p:nvPr>
        </p:nvSpPr>
        <p:spPr/>
        <p:txBody>
          <a:bodyPr/>
          <a:lstStyle/>
          <a:p>
            <a:r>
              <a:rPr lang="en-US"/>
              <a:t>Click to edit Master title style</a:t>
            </a:r>
          </a:p>
        </p:txBody>
      </p:sp>
      <p:sp>
        <p:nvSpPr>
          <p:cNvPr id="6" name="Text Placeholder 8">
            <a:extLst>
              <a:ext uri="{FF2B5EF4-FFF2-40B4-BE49-F238E27FC236}">
                <a16:creationId xmlns:a16="http://schemas.microsoft.com/office/drawing/2014/main" id="{596791D5-357E-F25C-9C69-133B11135FD2}"/>
              </a:ext>
            </a:extLst>
          </p:cNvPr>
          <p:cNvSpPr>
            <a:spLocks noGrp="1"/>
          </p:cNvSpPr>
          <p:nvPr>
            <p:ph type="body" sz="quarter" idx="12" hasCustomPrompt="1"/>
          </p:nvPr>
        </p:nvSpPr>
        <p:spPr>
          <a:xfrm>
            <a:off x="11647625" y="244580"/>
            <a:ext cx="253223" cy="250903"/>
          </a:xfrm>
          <a:blipFill>
            <a:blip r:embed="rId2">
              <a:extLst>
                <a:ext uri="{96DAC541-7B7A-43D3-8B79-37D633B846F1}">
                  <asvg:svgBlip xmlns:asvg="http://schemas.microsoft.com/office/drawing/2016/SVG/main" r:embed="rId3"/>
                </a:ext>
              </a:extLst>
            </a:blip>
            <a:stretch>
              <a:fillRect/>
            </a:stretch>
          </a:blipFill>
          <a:ln>
            <a:solidFill>
              <a:schemeClr val="bg1">
                <a:alpha val="0"/>
              </a:schemeClr>
            </a:solidFill>
          </a:ln>
          <a:effectLst>
            <a:outerShdw blurRad="101600" dist="38100" dir="8100000" algn="tr" rotWithShape="0">
              <a:prstClr val="black">
                <a:alpha val="20000"/>
              </a:prstClr>
            </a:outerShdw>
          </a:effectLst>
        </p:spPr>
        <p:txBody>
          <a:bodyPr/>
          <a:lstStyle>
            <a:lvl1pPr marL="0" indent="0">
              <a:buNone/>
              <a:defRPr>
                <a:ln>
                  <a:noFill/>
                </a:ln>
                <a:solidFill>
                  <a:schemeClr val="tx1">
                    <a:alpha val="0"/>
                  </a:schemeClr>
                </a:solidFill>
              </a:defRPr>
            </a:lvl1pPr>
          </a:lstStyle>
          <a:p>
            <a:pPr lvl="0"/>
            <a:r>
              <a:rPr lang="en-US"/>
              <a:t>.</a:t>
            </a:r>
          </a:p>
        </p:txBody>
      </p:sp>
      <p:sp>
        <p:nvSpPr>
          <p:cNvPr id="7" name="Date Placeholder 6">
            <a:extLst>
              <a:ext uri="{FF2B5EF4-FFF2-40B4-BE49-F238E27FC236}">
                <a16:creationId xmlns:a16="http://schemas.microsoft.com/office/drawing/2014/main" id="{674325A7-CF4A-DDB7-46FD-28E8767427F2}"/>
              </a:ext>
            </a:extLst>
          </p:cNvPr>
          <p:cNvSpPr>
            <a:spLocks noGrp="1"/>
          </p:cNvSpPr>
          <p:nvPr>
            <p:ph type="dt" sz="half" idx="24"/>
          </p:nvPr>
        </p:nvSpPr>
        <p:spPr/>
        <p:txBody>
          <a:bodyPr/>
          <a:lstStyle/>
          <a:p>
            <a:endParaRPr lang="en-US"/>
          </a:p>
        </p:txBody>
      </p:sp>
      <p:sp>
        <p:nvSpPr>
          <p:cNvPr id="8" name="Footer Placeholder 7">
            <a:extLst>
              <a:ext uri="{FF2B5EF4-FFF2-40B4-BE49-F238E27FC236}">
                <a16:creationId xmlns:a16="http://schemas.microsoft.com/office/drawing/2014/main" id="{55F94DCB-C82C-1184-E84D-A9C770BCF8F9}"/>
              </a:ext>
            </a:extLst>
          </p:cNvPr>
          <p:cNvSpPr>
            <a:spLocks noGrp="1"/>
          </p:cNvSpPr>
          <p:nvPr>
            <p:ph type="ftr" sz="quarter" idx="25"/>
          </p:nvPr>
        </p:nvSpPr>
        <p:spPr/>
        <p:txBody>
          <a:bodyPr/>
          <a:lstStyle/>
          <a:p>
            <a:r>
              <a:rPr lang="en-US"/>
              <a:t>CONFIDENTIAL</a:t>
            </a:r>
          </a:p>
        </p:txBody>
      </p:sp>
      <p:sp>
        <p:nvSpPr>
          <p:cNvPr id="9" name="Slide Number Placeholder 8">
            <a:extLst>
              <a:ext uri="{FF2B5EF4-FFF2-40B4-BE49-F238E27FC236}">
                <a16:creationId xmlns:a16="http://schemas.microsoft.com/office/drawing/2014/main" id="{C5629593-0714-37AB-23E6-0A58181E8443}"/>
              </a:ext>
            </a:extLst>
          </p:cNvPr>
          <p:cNvSpPr>
            <a:spLocks noGrp="1"/>
          </p:cNvSpPr>
          <p:nvPr>
            <p:ph type="sldNum" sz="quarter" idx="26"/>
          </p:nvPr>
        </p:nvSpPr>
        <p:spPr/>
        <p:txBody>
          <a:bodyPr/>
          <a:lstStyle/>
          <a:p>
            <a:fld id="{9FA35C58-AF1F-6E44-9CA6-D1E4B719D256}" type="slidenum">
              <a:rPr lang="en-US"/>
              <a:pPr/>
              <a:t>‹#›</a:t>
            </a:fld>
            <a:endParaRPr lang="en-US"/>
          </a:p>
        </p:txBody>
      </p:sp>
    </p:spTree>
    <p:extLst>
      <p:ext uri="{BB962C8B-B14F-4D97-AF65-F5344CB8AC3E}">
        <p14:creationId xmlns:p14="http://schemas.microsoft.com/office/powerpoint/2010/main" val="2742075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_body_photo bg_skewed">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6FB636A-8E8F-5D65-AB8C-2E92A72B97D5}"/>
              </a:ext>
            </a:extLst>
          </p:cNvPr>
          <p:cNvSpPr>
            <a:spLocks noGrp="1"/>
          </p:cNvSpPr>
          <p:nvPr>
            <p:ph type="pic" sz="quarter" idx="11"/>
          </p:nvPr>
        </p:nvSpPr>
        <p:spPr>
          <a:xfrm>
            <a:off x="0" y="0"/>
            <a:ext cx="12192000" cy="6854825"/>
          </a:xfrm>
        </p:spPr>
        <p:txBody>
          <a:bodyPr/>
          <a:lstStyle/>
          <a:p>
            <a:endParaRPr lang="en-US"/>
          </a:p>
        </p:txBody>
      </p:sp>
      <p:sp>
        <p:nvSpPr>
          <p:cNvPr id="4" name="Date Placeholder 3">
            <a:extLst>
              <a:ext uri="{FF2B5EF4-FFF2-40B4-BE49-F238E27FC236}">
                <a16:creationId xmlns:a16="http://schemas.microsoft.com/office/drawing/2014/main" id="{615BFF97-F472-4E44-AA8E-88A749291CDF}"/>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17" name="Subtitle 2">
            <a:extLst>
              <a:ext uri="{FF2B5EF4-FFF2-40B4-BE49-F238E27FC236}">
                <a16:creationId xmlns:a16="http://schemas.microsoft.com/office/drawing/2014/main" id="{9830F320-FB25-5A0B-A514-6AF718D41D28}"/>
              </a:ext>
            </a:extLst>
          </p:cNvPr>
          <p:cNvSpPr>
            <a:spLocks noGrp="1"/>
          </p:cNvSpPr>
          <p:nvPr>
            <p:ph type="subTitle" idx="1" hasCustomPrompt="1"/>
          </p:nvPr>
        </p:nvSpPr>
        <p:spPr>
          <a:xfrm>
            <a:off x="5877169" y="3948573"/>
            <a:ext cx="5876311" cy="2389997"/>
          </a:xfrm>
          <a:prstGeom prst="rect">
            <a:avLst/>
          </a:prstGeom>
          <a:ln w="38100">
            <a:noFill/>
          </a:ln>
        </p:spPr>
        <p:style>
          <a:lnRef idx="1">
            <a:schemeClr val="accent1"/>
          </a:lnRef>
          <a:fillRef idx="0">
            <a:schemeClr val="accent1"/>
          </a:fillRef>
          <a:effectRef idx="0">
            <a:schemeClr val="accent1"/>
          </a:effectRef>
          <a:fontRef idx="minor">
            <a:schemeClr val="tx1"/>
          </a:fontRef>
        </p:style>
        <p:txBody>
          <a:bodyPr wrap="square" lIns="0" tIns="0" rIns="0" bIns="0">
            <a:noAutofit/>
          </a:bodyPr>
          <a:lstStyle>
            <a:lvl1pPr marL="0" indent="0" algn="l">
              <a:spcBef>
                <a:spcPts val="0"/>
              </a:spcBef>
              <a:buNone/>
              <a:defRPr sz="18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Lorem ipsum dolor set</a:t>
            </a:r>
          </a:p>
        </p:txBody>
      </p:sp>
      <p:sp>
        <p:nvSpPr>
          <p:cNvPr id="13" name="Title 9">
            <a:extLst>
              <a:ext uri="{FF2B5EF4-FFF2-40B4-BE49-F238E27FC236}">
                <a16:creationId xmlns:a16="http://schemas.microsoft.com/office/drawing/2014/main" id="{EB3E2F12-6264-ECAB-F658-6DDE04FA55F5}"/>
              </a:ext>
            </a:extLst>
          </p:cNvPr>
          <p:cNvSpPr>
            <a:spLocks noGrp="1"/>
          </p:cNvSpPr>
          <p:nvPr>
            <p:ph type="title"/>
          </p:nvPr>
        </p:nvSpPr>
        <p:spPr>
          <a:xfrm>
            <a:off x="442914" y="960690"/>
            <a:ext cx="6538458" cy="1107996"/>
          </a:xfrm>
        </p:spPr>
        <p:txBody>
          <a:bodyPr anchor="t">
            <a:spAutoFit/>
          </a:bodyPr>
          <a:lstStyle>
            <a:lvl1pPr>
              <a:defRPr sz="4000"/>
            </a:lvl1pPr>
          </a:lstStyle>
          <a:p>
            <a:r>
              <a:rPr lang="en-US"/>
              <a:t>Click to edit Master title style</a:t>
            </a:r>
          </a:p>
        </p:txBody>
      </p:sp>
      <p:sp>
        <p:nvSpPr>
          <p:cNvPr id="14" name="Text Placeholder 8">
            <a:extLst>
              <a:ext uri="{FF2B5EF4-FFF2-40B4-BE49-F238E27FC236}">
                <a16:creationId xmlns:a16="http://schemas.microsoft.com/office/drawing/2014/main" id="{E9FF774A-619D-3001-FEEB-258B8535287A}"/>
              </a:ext>
            </a:extLst>
          </p:cNvPr>
          <p:cNvSpPr>
            <a:spLocks noGrp="1"/>
          </p:cNvSpPr>
          <p:nvPr>
            <p:ph type="body" sz="quarter" idx="12" hasCustomPrompt="1"/>
          </p:nvPr>
        </p:nvSpPr>
        <p:spPr>
          <a:xfrm>
            <a:off x="11647625" y="244580"/>
            <a:ext cx="253223" cy="250903"/>
          </a:xfrm>
          <a:blipFill>
            <a:blip r:embed="rId2">
              <a:extLst>
                <a:ext uri="{96DAC541-7B7A-43D3-8B79-37D633B846F1}">
                  <asvg:svgBlip xmlns:asvg="http://schemas.microsoft.com/office/drawing/2016/SVG/main" r:embed="rId3"/>
                </a:ext>
              </a:extLst>
            </a:blip>
            <a:stretch>
              <a:fillRect/>
            </a:stretch>
          </a:blipFill>
          <a:ln>
            <a:solidFill>
              <a:schemeClr val="bg1">
                <a:alpha val="0"/>
              </a:schemeClr>
            </a:solidFill>
          </a:ln>
          <a:effectLst>
            <a:outerShdw blurRad="101600" dist="38100" dir="8100000" algn="tr" rotWithShape="0">
              <a:prstClr val="black">
                <a:alpha val="20000"/>
              </a:prstClr>
            </a:outerShdw>
          </a:effectLst>
        </p:spPr>
        <p:txBody>
          <a:bodyPr/>
          <a:lstStyle>
            <a:lvl1pPr marL="0" indent="0">
              <a:buNone/>
              <a:defRPr>
                <a:ln>
                  <a:noFill/>
                </a:ln>
                <a:solidFill>
                  <a:schemeClr val="tx1">
                    <a:alpha val="0"/>
                  </a:schemeClr>
                </a:solidFill>
              </a:defRPr>
            </a:lvl1pPr>
          </a:lstStyle>
          <a:p>
            <a:pPr lvl="0"/>
            <a:r>
              <a:rPr lang="en-US"/>
              <a:t>.</a:t>
            </a:r>
          </a:p>
        </p:txBody>
      </p:sp>
      <p:sp>
        <p:nvSpPr>
          <p:cNvPr id="15" name="Footer Placeholder 14">
            <a:extLst>
              <a:ext uri="{FF2B5EF4-FFF2-40B4-BE49-F238E27FC236}">
                <a16:creationId xmlns:a16="http://schemas.microsoft.com/office/drawing/2014/main" id="{E2C8A91A-A2B5-2950-CD7D-59F33805EC0C}"/>
              </a:ext>
            </a:extLst>
          </p:cNvPr>
          <p:cNvSpPr>
            <a:spLocks noGrp="1"/>
          </p:cNvSpPr>
          <p:nvPr>
            <p:ph type="ftr" sz="quarter" idx="13"/>
          </p:nvPr>
        </p:nvSpPr>
        <p:spPr/>
        <p:txBody>
          <a:bodyPr/>
          <a:lstStyle/>
          <a:p>
            <a:r>
              <a:rPr lang="en-US"/>
              <a:t>CONFIDENTIAL</a:t>
            </a:r>
          </a:p>
        </p:txBody>
      </p:sp>
      <p:sp>
        <p:nvSpPr>
          <p:cNvPr id="16" name="Slide Number Placeholder 15">
            <a:extLst>
              <a:ext uri="{FF2B5EF4-FFF2-40B4-BE49-F238E27FC236}">
                <a16:creationId xmlns:a16="http://schemas.microsoft.com/office/drawing/2014/main" id="{8F3225A4-41BF-C98E-B982-C88AE793ECE6}"/>
              </a:ext>
            </a:extLst>
          </p:cNvPr>
          <p:cNvSpPr>
            <a:spLocks noGrp="1"/>
          </p:cNvSpPr>
          <p:nvPr>
            <p:ph type="sldNum" sz="quarter" idx="14"/>
          </p:nvPr>
        </p:nvSpPr>
        <p:spPr/>
        <p:txBody>
          <a:bodyPr/>
          <a:lstStyle/>
          <a:p>
            <a:fld id="{9FA35C58-AF1F-6E44-9CA6-D1E4B719D256}" type="slidenum">
              <a:rPr lang="en-US"/>
              <a:pPr/>
              <a:t>‹#›</a:t>
            </a:fld>
            <a:endParaRPr lang="en-US"/>
          </a:p>
        </p:txBody>
      </p:sp>
    </p:spTree>
    <p:extLst>
      <p:ext uri="{BB962C8B-B14F-4D97-AF65-F5344CB8AC3E}">
        <p14:creationId xmlns:p14="http://schemas.microsoft.com/office/powerpoint/2010/main" val="3650699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yebrow_title_photo 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6FB636A-8E8F-5D65-AB8C-2E92A72B97D5}"/>
              </a:ext>
            </a:extLst>
          </p:cNvPr>
          <p:cNvSpPr>
            <a:spLocks noGrp="1"/>
          </p:cNvSpPr>
          <p:nvPr>
            <p:ph type="pic" sz="quarter" idx="11"/>
          </p:nvPr>
        </p:nvSpPr>
        <p:spPr>
          <a:xfrm>
            <a:off x="0" y="0"/>
            <a:ext cx="12192000" cy="6854825"/>
          </a:xfrm>
        </p:spPr>
        <p:txBody>
          <a:bodyPr/>
          <a:lstStyle/>
          <a:p>
            <a:endParaRPr lang="en-US"/>
          </a:p>
        </p:txBody>
      </p:sp>
      <p:sp>
        <p:nvSpPr>
          <p:cNvPr id="4" name="Date Placeholder 3">
            <a:extLst>
              <a:ext uri="{FF2B5EF4-FFF2-40B4-BE49-F238E27FC236}">
                <a16:creationId xmlns:a16="http://schemas.microsoft.com/office/drawing/2014/main" id="{615BFF97-F472-4E44-AA8E-88A749291CDF}"/>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17" name="Subtitle 2">
            <a:extLst>
              <a:ext uri="{FF2B5EF4-FFF2-40B4-BE49-F238E27FC236}">
                <a16:creationId xmlns:a16="http://schemas.microsoft.com/office/drawing/2014/main" id="{9830F320-FB25-5A0B-A514-6AF718D41D28}"/>
              </a:ext>
            </a:extLst>
          </p:cNvPr>
          <p:cNvSpPr>
            <a:spLocks noGrp="1"/>
          </p:cNvSpPr>
          <p:nvPr>
            <p:ph type="subTitle" idx="1" hasCustomPrompt="1"/>
          </p:nvPr>
        </p:nvSpPr>
        <p:spPr>
          <a:xfrm>
            <a:off x="442913" y="581078"/>
            <a:ext cx="6538458" cy="252057"/>
          </a:xfrm>
          <a:prstGeom prst="rect">
            <a:avLst/>
          </a:prstGeom>
        </p:spPr>
        <p:txBody>
          <a:bodyPr vert="horz" wrap="square" lIns="36576" tIns="0" rIns="36576" bIns="0" rtlCol="0" anchor="b">
            <a:noAutofit/>
          </a:bodyPr>
          <a:lstStyle>
            <a:lvl1pPr marL="0" indent="0">
              <a:buNone/>
              <a:defRPr lang="en-US" sz="1600" cap="all" spc="300" baseline="0">
                <a:solidFill>
                  <a:schemeClr val="bg1"/>
                </a:solidFill>
                <a:latin typeface="DT Flow Light"/>
              </a:defRPr>
            </a:lvl1pPr>
          </a:lstStyle>
          <a:p>
            <a:pPr marL="184150" lvl="0" indent="-184150">
              <a:lnSpc>
                <a:spcPct val="120000"/>
              </a:lnSpc>
              <a:buClr>
                <a:schemeClr val="bg1"/>
              </a:buClr>
            </a:pPr>
            <a:r>
              <a:rPr lang="en-US"/>
              <a:t>Lorem ipsum dolor</a:t>
            </a:r>
          </a:p>
        </p:txBody>
      </p:sp>
      <p:sp>
        <p:nvSpPr>
          <p:cNvPr id="10" name="Title 9">
            <a:extLst>
              <a:ext uri="{FF2B5EF4-FFF2-40B4-BE49-F238E27FC236}">
                <a16:creationId xmlns:a16="http://schemas.microsoft.com/office/drawing/2014/main" id="{DA626DD1-08BB-2C59-4DA9-E272CA144964}"/>
              </a:ext>
            </a:extLst>
          </p:cNvPr>
          <p:cNvSpPr>
            <a:spLocks noGrp="1"/>
          </p:cNvSpPr>
          <p:nvPr>
            <p:ph type="title"/>
          </p:nvPr>
        </p:nvSpPr>
        <p:spPr>
          <a:xfrm>
            <a:off x="442914" y="960690"/>
            <a:ext cx="6538458" cy="1107996"/>
          </a:xfrm>
        </p:spPr>
        <p:txBody>
          <a:bodyPr anchor="t">
            <a:spAutoFit/>
          </a:bodyPr>
          <a:lstStyle>
            <a:lvl1pPr>
              <a:defRPr sz="4000"/>
            </a:lvl1pPr>
          </a:lstStyle>
          <a:p>
            <a:r>
              <a:rPr lang="en-US"/>
              <a:t>Click to edit Master title style</a:t>
            </a:r>
          </a:p>
        </p:txBody>
      </p:sp>
      <p:sp>
        <p:nvSpPr>
          <p:cNvPr id="11" name="Text Placeholder 8">
            <a:extLst>
              <a:ext uri="{FF2B5EF4-FFF2-40B4-BE49-F238E27FC236}">
                <a16:creationId xmlns:a16="http://schemas.microsoft.com/office/drawing/2014/main" id="{EEF25159-ED53-A4BF-E55B-26698622295C}"/>
              </a:ext>
            </a:extLst>
          </p:cNvPr>
          <p:cNvSpPr>
            <a:spLocks noGrp="1"/>
          </p:cNvSpPr>
          <p:nvPr>
            <p:ph type="body" sz="quarter" idx="12" hasCustomPrompt="1"/>
          </p:nvPr>
        </p:nvSpPr>
        <p:spPr>
          <a:xfrm>
            <a:off x="11647625" y="244580"/>
            <a:ext cx="253223" cy="250903"/>
          </a:xfrm>
          <a:blipFill>
            <a:blip r:embed="rId2">
              <a:extLst>
                <a:ext uri="{96DAC541-7B7A-43D3-8B79-37D633B846F1}">
                  <asvg:svgBlip xmlns:asvg="http://schemas.microsoft.com/office/drawing/2016/SVG/main" r:embed="rId3"/>
                </a:ext>
              </a:extLst>
            </a:blip>
            <a:stretch>
              <a:fillRect/>
            </a:stretch>
          </a:blipFill>
          <a:ln>
            <a:solidFill>
              <a:schemeClr val="bg1">
                <a:alpha val="0"/>
              </a:schemeClr>
            </a:solidFill>
          </a:ln>
          <a:effectLst>
            <a:outerShdw blurRad="101600" dist="38100" dir="8100000" algn="tr" rotWithShape="0">
              <a:prstClr val="black">
                <a:alpha val="20000"/>
              </a:prstClr>
            </a:outerShdw>
          </a:effectLst>
        </p:spPr>
        <p:txBody>
          <a:bodyPr/>
          <a:lstStyle>
            <a:lvl1pPr marL="0" indent="0">
              <a:buNone/>
              <a:defRPr>
                <a:ln>
                  <a:noFill/>
                </a:ln>
                <a:solidFill>
                  <a:schemeClr val="tx1">
                    <a:alpha val="0"/>
                  </a:schemeClr>
                </a:solidFill>
              </a:defRPr>
            </a:lvl1pPr>
          </a:lstStyle>
          <a:p>
            <a:pPr lvl="0"/>
            <a:r>
              <a:rPr lang="en-US"/>
              <a:t>.</a:t>
            </a:r>
          </a:p>
        </p:txBody>
      </p:sp>
      <p:sp>
        <p:nvSpPr>
          <p:cNvPr id="12" name="Footer Placeholder 11">
            <a:extLst>
              <a:ext uri="{FF2B5EF4-FFF2-40B4-BE49-F238E27FC236}">
                <a16:creationId xmlns:a16="http://schemas.microsoft.com/office/drawing/2014/main" id="{036B2B74-C867-4339-D49D-4546DEBB05D8}"/>
              </a:ext>
            </a:extLst>
          </p:cNvPr>
          <p:cNvSpPr>
            <a:spLocks noGrp="1"/>
          </p:cNvSpPr>
          <p:nvPr>
            <p:ph type="ftr" sz="quarter" idx="13"/>
          </p:nvPr>
        </p:nvSpPr>
        <p:spPr/>
        <p:txBody>
          <a:bodyPr/>
          <a:lstStyle/>
          <a:p>
            <a:r>
              <a:rPr lang="en-US"/>
              <a:t>CONFIDENTIAL</a:t>
            </a:r>
          </a:p>
        </p:txBody>
      </p:sp>
      <p:sp>
        <p:nvSpPr>
          <p:cNvPr id="13" name="Slide Number Placeholder 12">
            <a:extLst>
              <a:ext uri="{FF2B5EF4-FFF2-40B4-BE49-F238E27FC236}">
                <a16:creationId xmlns:a16="http://schemas.microsoft.com/office/drawing/2014/main" id="{6F3644B4-CDF7-ACDD-A7F6-4FA07D8C8A5B}"/>
              </a:ext>
            </a:extLst>
          </p:cNvPr>
          <p:cNvSpPr>
            <a:spLocks noGrp="1"/>
          </p:cNvSpPr>
          <p:nvPr>
            <p:ph type="sldNum" sz="quarter" idx="14"/>
          </p:nvPr>
        </p:nvSpPr>
        <p:spPr/>
        <p:txBody>
          <a:bodyPr/>
          <a:lstStyle/>
          <a:p>
            <a:fld id="{9FA35C58-AF1F-6E44-9CA6-D1E4B719D256}" type="slidenum">
              <a:rPr lang="en-US"/>
              <a:pPr/>
              <a:t>‹#›</a:t>
            </a:fld>
            <a:endParaRPr lang="en-US"/>
          </a:p>
        </p:txBody>
      </p:sp>
    </p:spTree>
    <p:extLst>
      <p:ext uri="{BB962C8B-B14F-4D97-AF65-F5344CB8AC3E}">
        <p14:creationId xmlns:p14="http://schemas.microsoft.com/office/powerpoint/2010/main" val="1876774155"/>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yebrow_title_para_photo 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6FB636A-8E8F-5D65-AB8C-2E92A72B97D5}"/>
              </a:ext>
            </a:extLst>
          </p:cNvPr>
          <p:cNvSpPr>
            <a:spLocks noGrp="1"/>
          </p:cNvSpPr>
          <p:nvPr>
            <p:ph type="pic" sz="quarter" idx="11"/>
          </p:nvPr>
        </p:nvSpPr>
        <p:spPr>
          <a:xfrm>
            <a:off x="0" y="0"/>
            <a:ext cx="12192000" cy="6854825"/>
          </a:xfrm>
        </p:spPr>
        <p:txBody>
          <a:bodyPr/>
          <a:lstStyle/>
          <a:p>
            <a:endParaRPr lang="en-US"/>
          </a:p>
        </p:txBody>
      </p:sp>
      <p:sp>
        <p:nvSpPr>
          <p:cNvPr id="4" name="Date Placeholder 3">
            <a:extLst>
              <a:ext uri="{FF2B5EF4-FFF2-40B4-BE49-F238E27FC236}">
                <a16:creationId xmlns:a16="http://schemas.microsoft.com/office/drawing/2014/main" id="{615BFF97-F472-4E44-AA8E-88A749291CDF}"/>
              </a:ext>
            </a:extLst>
          </p:cNvPr>
          <p:cNvSpPr>
            <a:spLocks noGrp="1"/>
          </p:cNvSpPr>
          <p:nvPr>
            <p:ph type="dt" sz="half" idx="10"/>
          </p:nvPr>
        </p:nvSpPr>
        <p:spPr>
          <a:xfrm flipH="1">
            <a:off x="-1" y="6796097"/>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11" name="Content Placeholder 10">
            <a:extLst>
              <a:ext uri="{FF2B5EF4-FFF2-40B4-BE49-F238E27FC236}">
                <a16:creationId xmlns:a16="http://schemas.microsoft.com/office/drawing/2014/main" id="{7A5829D7-9433-F93A-E211-7F848FD31CB4}"/>
              </a:ext>
            </a:extLst>
          </p:cNvPr>
          <p:cNvSpPr>
            <a:spLocks noGrp="1"/>
          </p:cNvSpPr>
          <p:nvPr>
            <p:ph sz="quarter" idx="27"/>
          </p:nvPr>
        </p:nvSpPr>
        <p:spPr>
          <a:xfrm>
            <a:off x="438149" y="2709804"/>
            <a:ext cx="6538457" cy="3657600"/>
          </a:xfrm>
        </p:spPr>
        <p:txBody>
          <a:bodyPr>
            <a:normAutofit/>
          </a:bodyPr>
          <a:lstStyle>
            <a:lvl1pPr marL="0" indent="0">
              <a:buNone/>
              <a:defRPr sz="1800"/>
            </a:lvl1pPr>
          </a:lstStyle>
          <a:p>
            <a:pPr lvl="0"/>
            <a:r>
              <a:rPr lang="en-US"/>
              <a:t>Click to edit Master text style</a:t>
            </a:r>
          </a:p>
        </p:txBody>
      </p:sp>
      <p:sp>
        <p:nvSpPr>
          <p:cNvPr id="12" name="Subtitle 2">
            <a:extLst>
              <a:ext uri="{FF2B5EF4-FFF2-40B4-BE49-F238E27FC236}">
                <a16:creationId xmlns:a16="http://schemas.microsoft.com/office/drawing/2014/main" id="{9FD72FFB-DD82-772F-C7E2-9A71A96B5490}"/>
              </a:ext>
            </a:extLst>
          </p:cNvPr>
          <p:cNvSpPr>
            <a:spLocks noGrp="1"/>
          </p:cNvSpPr>
          <p:nvPr>
            <p:ph type="subTitle" idx="1" hasCustomPrompt="1"/>
          </p:nvPr>
        </p:nvSpPr>
        <p:spPr>
          <a:xfrm>
            <a:off x="442914" y="581078"/>
            <a:ext cx="6537960" cy="252057"/>
          </a:xfrm>
          <a:prstGeom prst="rect">
            <a:avLst/>
          </a:prstGeom>
        </p:spPr>
        <p:txBody>
          <a:bodyPr vert="horz" wrap="square" lIns="36576" tIns="0" rIns="36576" bIns="0" rtlCol="0" anchor="b">
            <a:noAutofit/>
          </a:bodyPr>
          <a:lstStyle>
            <a:lvl1pPr marL="0" indent="0">
              <a:buNone/>
              <a:defRPr lang="en-US" sz="1600" cap="all" spc="300" baseline="0">
                <a:solidFill>
                  <a:schemeClr val="bg1"/>
                </a:solidFill>
                <a:latin typeface="DT Flow Light"/>
              </a:defRPr>
            </a:lvl1pPr>
          </a:lstStyle>
          <a:p>
            <a:pPr marL="184150" lvl="0" indent="-184150">
              <a:lnSpc>
                <a:spcPct val="120000"/>
              </a:lnSpc>
              <a:buClr>
                <a:schemeClr val="bg1"/>
              </a:buClr>
            </a:pPr>
            <a:r>
              <a:rPr lang="en-US"/>
              <a:t>Lorem ipsum dolor</a:t>
            </a:r>
          </a:p>
        </p:txBody>
      </p:sp>
      <p:sp>
        <p:nvSpPr>
          <p:cNvPr id="13" name="Title 9">
            <a:extLst>
              <a:ext uri="{FF2B5EF4-FFF2-40B4-BE49-F238E27FC236}">
                <a16:creationId xmlns:a16="http://schemas.microsoft.com/office/drawing/2014/main" id="{8B86D592-5520-3F27-40D0-592EECA730BB}"/>
              </a:ext>
            </a:extLst>
          </p:cNvPr>
          <p:cNvSpPr>
            <a:spLocks noGrp="1"/>
          </p:cNvSpPr>
          <p:nvPr>
            <p:ph type="title"/>
          </p:nvPr>
        </p:nvSpPr>
        <p:spPr>
          <a:xfrm>
            <a:off x="442914" y="950976"/>
            <a:ext cx="6538458" cy="1107996"/>
          </a:xfrm>
        </p:spPr>
        <p:txBody>
          <a:bodyPr anchor="b">
            <a:spAutoFit/>
          </a:bodyPr>
          <a:lstStyle>
            <a:lvl1pPr>
              <a:defRPr sz="4000"/>
            </a:lvl1pPr>
          </a:lstStyle>
          <a:p>
            <a:r>
              <a:rPr lang="en-US"/>
              <a:t>Click to edit Master title style</a:t>
            </a:r>
          </a:p>
        </p:txBody>
      </p:sp>
      <p:sp>
        <p:nvSpPr>
          <p:cNvPr id="14" name="Text Placeholder 12">
            <a:extLst>
              <a:ext uri="{FF2B5EF4-FFF2-40B4-BE49-F238E27FC236}">
                <a16:creationId xmlns:a16="http://schemas.microsoft.com/office/drawing/2014/main" id="{06C96C7B-F8CF-DAF5-C56E-3B68602086D4}"/>
              </a:ext>
            </a:extLst>
          </p:cNvPr>
          <p:cNvSpPr>
            <a:spLocks noGrp="1"/>
          </p:cNvSpPr>
          <p:nvPr>
            <p:ph type="body" sz="quarter" idx="28" hasCustomPrompt="1"/>
          </p:nvPr>
        </p:nvSpPr>
        <p:spPr>
          <a:xfrm rot="16200000">
            <a:off x="1288912" y="1463040"/>
            <a:ext cx="36576" cy="1737360"/>
          </a:xfrm>
          <a:gradFill>
            <a:gsLst>
              <a:gs pos="0">
                <a:srgbClr val="9747FF"/>
              </a:gs>
              <a:gs pos="75000">
                <a:srgbClr val="AE70FF"/>
              </a:gs>
              <a:gs pos="50000">
                <a:schemeClr val="accent1"/>
              </a:gs>
              <a:gs pos="100000">
                <a:srgbClr val="3377FF"/>
              </a:gs>
            </a:gsLst>
            <a:lin ang="5400000" scaled="0"/>
          </a:gradFill>
          <a:ln>
            <a:solidFill>
              <a:schemeClr val="bg1">
                <a:alpha val="0"/>
              </a:schemeClr>
            </a:solidFill>
          </a:ln>
        </p:spPr>
        <p:txBody>
          <a:bodyPr/>
          <a:lstStyle>
            <a:lvl1pPr marL="0" indent="0">
              <a:buFont typeface="Arial" panose="020B0604020202020204" pitchFamily="34" charset="0"/>
              <a:buNone/>
              <a:defRPr>
                <a:solidFill>
                  <a:schemeClr val="bg1">
                    <a:alpha val="0"/>
                  </a:schemeClr>
                </a:solidFill>
              </a:defRPr>
            </a:lvl1pPr>
          </a:lstStyle>
          <a:p>
            <a:pPr lvl="0"/>
            <a:r>
              <a:rPr lang="en-US"/>
              <a:t>.</a:t>
            </a:r>
          </a:p>
        </p:txBody>
      </p:sp>
      <p:sp>
        <p:nvSpPr>
          <p:cNvPr id="18" name="Text Placeholder 8">
            <a:extLst>
              <a:ext uri="{FF2B5EF4-FFF2-40B4-BE49-F238E27FC236}">
                <a16:creationId xmlns:a16="http://schemas.microsoft.com/office/drawing/2014/main" id="{4C35FDB0-A08E-EBB6-7861-AEF5FA9C89B7}"/>
              </a:ext>
            </a:extLst>
          </p:cNvPr>
          <p:cNvSpPr>
            <a:spLocks noGrp="1"/>
          </p:cNvSpPr>
          <p:nvPr>
            <p:ph type="body" sz="quarter" idx="12" hasCustomPrompt="1"/>
          </p:nvPr>
        </p:nvSpPr>
        <p:spPr>
          <a:xfrm>
            <a:off x="11647625" y="244580"/>
            <a:ext cx="253223" cy="250903"/>
          </a:xfrm>
          <a:blipFill>
            <a:blip r:embed="rId2">
              <a:extLst>
                <a:ext uri="{96DAC541-7B7A-43D3-8B79-37D633B846F1}">
                  <asvg:svgBlip xmlns:asvg="http://schemas.microsoft.com/office/drawing/2016/SVG/main" r:embed="rId3"/>
                </a:ext>
              </a:extLst>
            </a:blip>
            <a:stretch>
              <a:fillRect/>
            </a:stretch>
          </a:blipFill>
          <a:ln>
            <a:solidFill>
              <a:schemeClr val="bg1">
                <a:alpha val="0"/>
              </a:schemeClr>
            </a:solidFill>
          </a:ln>
          <a:effectLst>
            <a:outerShdw blurRad="101600" dist="38100" dir="8100000" algn="tr" rotWithShape="0">
              <a:prstClr val="black">
                <a:alpha val="20000"/>
              </a:prstClr>
            </a:outerShdw>
          </a:effectLst>
        </p:spPr>
        <p:txBody>
          <a:bodyPr/>
          <a:lstStyle>
            <a:lvl1pPr marL="0" indent="0">
              <a:buNone/>
              <a:defRPr>
                <a:ln>
                  <a:noFill/>
                </a:ln>
                <a:solidFill>
                  <a:schemeClr val="tx1">
                    <a:alpha val="0"/>
                  </a:schemeClr>
                </a:solidFill>
              </a:defRPr>
            </a:lvl1pPr>
          </a:lstStyle>
          <a:p>
            <a:pPr lvl="0"/>
            <a:r>
              <a:rPr lang="en-US"/>
              <a:t>.</a:t>
            </a:r>
          </a:p>
        </p:txBody>
      </p:sp>
      <p:sp>
        <p:nvSpPr>
          <p:cNvPr id="19" name="Footer Placeholder 18">
            <a:extLst>
              <a:ext uri="{FF2B5EF4-FFF2-40B4-BE49-F238E27FC236}">
                <a16:creationId xmlns:a16="http://schemas.microsoft.com/office/drawing/2014/main" id="{BA85D58B-7FED-05D0-F642-EFCB20405160}"/>
              </a:ext>
            </a:extLst>
          </p:cNvPr>
          <p:cNvSpPr>
            <a:spLocks noGrp="1"/>
          </p:cNvSpPr>
          <p:nvPr>
            <p:ph type="ftr" sz="quarter" idx="29"/>
          </p:nvPr>
        </p:nvSpPr>
        <p:spPr/>
        <p:txBody>
          <a:bodyPr/>
          <a:lstStyle/>
          <a:p>
            <a:r>
              <a:rPr lang="en-US"/>
              <a:t>CONFIDENTIAL</a:t>
            </a:r>
          </a:p>
        </p:txBody>
      </p:sp>
      <p:sp>
        <p:nvSpPr>
          <p:cNvPr id="20" name="Slide Number Placeholder 19">
            <a:extLst>
              <a:ext uri="{FF2B5EF4-FFF2-40B4-BE49-F238E27FC236}">
                <a16:creationId xmlns:a16="http://schemas.microsoft.com/office/drawing/2014/main" id="{B2B94F17-5B46-7CCA-BE47-1C5E8BBE1587}"/>
              </a:ext>
            </a:extLst>
          </p:cNvPr>
          <p:cNvSpPr>
            <a:spLocks noGrp="1"/>
          </p:cNvSpPr>
          <p:nvPr>
            <p:ph type="sldNum" sz="quarter" idx="30"/>
          </p:nvPr>
        </p:nvSpPr>
        <p:spPr/>
        <p:txBody>
          <a:bodyPr/>
          <a:lstStyle/>
          <a:p>
            <a:fld id="{9FA35C58-AF1F-6E44-9CA6-D1E4B719D256}" type="slidenum">
              <a:rPr lang="en-US"/>
              <a:pPr/>
              <a:t>‹#›</a:t>
            </a:fld>
            <a:endParaRPr lang="en-US"/>
          </a:p>
        </p:txBody>
      </p:sp>
    </p:spTree>
    <p:extLst>
      <p:ext uri="{BB962C8B-B14F-4D97-AF65-F5344CB8AC3E}">
        <p14:creationId xmlns:p14="http://schemas.microsoft.com/office/powerpoint/2010/main" val="387074723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er story">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6FB636A-8E8F-5D65-AB8C-2E92A72B97D5}"/>
              </a:ext>
            </a:extLst>
          </p:cNvPr>
          <p:cNvSpPr>
            <a:spLocks noGrp="1"/>
          </p:cNvSpPr>
          <p:nvPr>
            <p:ph type="pic" sz="quarter" idx="11"/>
          </p:nvPr>
        </p:nvSpPr>
        <p:spPr>
          <a:xfrm>
            <a:off x="6096000" y="0"/>
            <a:ext cx="6096000" cy="6854825"/>
          </a:xfrm>
        </p:spPr>
        <p:txBody>
          <a:bodyPr/>
          <a:lstStyle/>
          <a:p>
            <a:endParaRPr lang="en-US"/>
          </a:p>
        </p:txBody>
      </p:sp>
      <p:sp>
        <p:nvSpPr>
          <p:cNvPr id="14" name="side panel">
            <a:extLst>
              <a:ext uri="{FF2B5EF4-FFF2-40B4-BE49-F238E27FC236}">
                <a16:creationId xmlns:a16="http://schemas.microsoft.com/office/drawing/2014/main" id="{6069B29D-EA15-5F33-BE3C-5A9DE53762FA}"/>
              </a:ext>
            </a:extLst>
          </p:cNvPr>
          <p:cNvSpPr>
            <a:spLocks noGrp="1"/>
          </p:cNvSpPr>
          <p:nvPr>
            <p:ph type="body" sz="quarter" idx="28" hasCustomPrompt="1"/>
          </p:nvPr>
        </p:nvSpPr>
        <p:spPr>
          <a:xfrm>
            <a:off x="0" y="0"/>
            <a:ext cx="7882467" cy="6858000"/>
          </a:xfrm>
          <a:blipFill>
            <a:blip r:embed="rId2">
              <a:extLst>
                <a:ext uri="{96DAC541-7B7A-43D3-8B79-37D633B846F1}">
                  <asvg:svgBlip xmlns:asvg="http://schemas.microsoft.com/office/drawing/2016/SVG/main" r:embed="rId3"/>
                </a:ext>
              </a:extLst>
            </a:blip>
            <a:stretch>
              <a:fillRect/>
            </a:stretch>
          </a:blipFill>
          <a:ln>
            <a:solidFill>
              <a:schemeClr val="bg1">
                <a:alpha val="0"/>
              </a:schemeClr>
            </a:solidFill>
          </a:ln>
        </p:spPr>
        <p:txBody>
          <a:bodyPr/>
          <a:lstStyle>
            <a:lvl1pPr marL="0" indent="0">
              <a:buNone/>
              <a:defRPr>
                <a:solidFill>
                  <a:schemeClr val="bg1">
                    <a:alpha val="0"/>
                  </a:schemeClr>
                </a:solidFill>
              </a:defRPr>
            </a:lvl1pPr>
          </a:lstStyle>
          <a:p>
            <a:pPr lvl="0"/>
            <a:r>
              <a:rPr lang="en-US"/>
              <a:t>.</a:t>
            </a:r>
          </a:p>
        </p:txBody>
      </p:sp>
      <p:sp>
        <p:nvSpPr>
          <p:cNvPr id="4" name="Date Placeholder 3">
            <a:extLst>
              <a:ext uri="{FF2B5EF4-FFF2-40B4-BE49-F238E27FC236}">
                <a16:creationId xmlns:a16="http://schemas.microsoft.com/office/drawing/2014/main" id="{615BFF97-F472-4E44-AA8E-88A749291CDF}"/>
              </a:ext>
            </a:extLst>
          </p:cNvPr>
          <p:cNvSpPr>
            <a:spLocks noGrp="1"/>
          </p:cNvSpPr>
          <p:nvPr>
            <p:ph type="dt" sz="half" idx="10"/>
          </p:nvPr>
        </p:nvSpPr>
        <p:spPr>
          <a:xfrm flipH="1">
            <a:off x="-1" y="7981872"/>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9" name="Text Placeholder 8">
            <a:extLst>
              <a:ext uri="{FF2B5EF4-FFF2-40B4-BE49-F238E27FC236}">
                <a16:creationId xmlns:a16="http://schemas.microsoft.com/office/drawing/2014/main" id="{36F6BB91-1267-BD9E-CAF7-38C636BBE0B3}"/>
              </a:ext>
            </a:extLst>
          </p:cNvPr>
          <p:cNvSpPr>
            <a:spLocks noGrp="1"/>
          </p:cNvSpPr>
          <p:nvPr>
            <p:ph type="body" sz="quarter" idx="12" hasCustomPrompt="1"/>
          </p:nvPr>
        </p:nvSpPr>
        <p:spPr>
          <a:xfrm>
            <a:off x="11647625" y="244580"/>
            <a:ext cx="253223" cy="250903"/>
          </a:xfrm>
          <a:blipFill>
            <a:blip r:embed="rId4">
              <a:extLst>
                <a:ext uri="{96DAC541-7B7A-43D3-8B79-37D633B846F1}">
                  <asvg:svgBlip xmlns:asvg="http://schemas.microsoft.com/office/drawing/2016/SVG/main" r:embed="rId5"/>
                </a:ext>
              </a:extLst>
            </a:blip>
            <a:stretch>
              <a:fillRect/>
            </a:stretch>
          </a:blipFill>
          <a:ln>
            <a:solidFill>
              <a:schemeClr val="bg1">
                <a:alpha val="0"/>
              </a:schemeClr>
            </a:solidFill>
          </a:ln>
          <a:effectLst>
            <a:outerShdw blurRad="101600" dist="38100" dir="8100000" algn="tr" rotWithShape="0">
              <a:prstClr val="black">
                <a:alpha val="20000"/>
              </a:prstClr>
            </a:outerShdw>
          </a:effectLst>
        </p:spPr>
        <p:txBody>
          <a:bodyPr/>
          <a:lstStyle>
            <a:lvl1pPr marL="0" indent="0">
              <a:buNone/>
              <a:defRPr>
                <a:ln>
                  <a:noFill/>
                </a:ln>
                <a:solidFill>
                  <a:schemeClr val="tx1">
                    <a:alpha val="0"/>
                  </a:schemeClr>
                </a:solidFill>
              </a:defRPr>
            </a:lvl1pPr>
          </a:lstStyle>
          <a:p>
            <a:pPr lvl="0"/>
            <a:r>
              <a:rPr lang="en-US"/>
              <a:t>.</a:t>
            </a:r>
          </a:p>
        </p:txBody>
      </p:sp>
      <p:sp>
        <p:nvSpPr>
          <p:cNvPr id="3" name="Text Placeholder 12">
            <a:extLst>
              <a:ext uri="{FF2B5EF4-FFF2-40B4-BE49-F238E27FC236}">
                <a16:creationId xmlns:a16="http://schemas.microsoft.com/office/drawing/2014/main" id="{3E36F621-5849-0F0D-DD32-D121D30F7932}"/>
              </a:ext>
            </a:extLst>
          </p:cNvPr>
          <p:cNvSpPr>
            <a:spLocks noGrp="1"/>
          </p:cNvSpPr>
          <p:nvPr>
            <p:ph type="body" sz="quarter" idx="26" hasCustomPrompt="1"/>
          </p:nvPr>
        </p:nvSpPr>
        <p:spPr>
          <a:xfrm rot="16200000">
            <a:off x="1288912" y="2797632"/>
            <a:ext cx="36576" cy="1737360"/>
          </a:xfrm>
          <a:gradFill>
            <a:gsLst>
              <a:gs pos="0">
                <a:srgbClr val="9747FF"/>
              </a:gs>
              <a:gs pos="75000">
                <a:srgbClr val="AE70FF"/>
              </a:gs>
              <a:gs pos="50000">
                <a:schemeClr val="accent1"/>
              </a:gs>
              <a:gs pos="100000">
                <a:srgbClr val="3377FF"/>
              </a:gs>
            </a:gsLst>
            <a:lin ang="5400000" scaled="0"/>
          </a:gradFill>
          <a:ln>
            <a:solidFill>
              <a:schemeClr val="bg1">
                <a:alpha val="0"/>
              </a:schemeClr>
            </a:solidFill>
          </a:ln>
        </p:spPr>
        <p:txBody>
          <a:bodyPr/>
          <a:lstStyle>
            <a:lvl1pPr marL="0" indent="0">
              <a:buFont typeface="Arial" panose="020B0604020202020204" pitchFamily="34" charset="0"/>
              <a:buNone/>
              <a:defRPr>
                <a:solidFill>
                  <a:schemeClr val="bg1">
                    <a:alpha val="0"/>
                  </a:schemeClr>
                </a:solidFill>
              </a:defRPr>
            </a:lvl1pPr>
          </a:lstStyle>
          <a:p>
            <a:pPr lvl="0"/>
            <a:r>
              <a:rPr lang="en-US"/>
              <a:t>.</a:t>
            </a:r>
          </a:p>
        </p:txBody>
      </p:sp>
      <p:sp>
        <p:nvSpPr>
          <p:cNvPr id="19" name="Title 9">
            <a:extLst>
              <a:ext uri="{FF2B5EF4-FFF2-40B4-BE49-F238E27FC236}">
                <a16:creationId xmlns:a16="http://schemas.microsoft.com/office/drawing/2014/main" id="{94219A57-47D8-1BBD-6A87-BA0D1A199F0F}"/>
              </a:ext>
            </a:extLst>
          </p:cNvPr>
          <p:cNvSpPr>
            <a:spLocks noGrp="1"/>
          </p:cNvSpPr>
          <p:nvPr>
            <p:ph type="title" hasCustomPrompt="1"/>
          </p:nvPr>
        </p:nvSpPr>
        <p:spPr>
          <a:xfrm>
            <a:off x="442914" y="1726743"/>
            <a:ext cx="5753170" cy="1661993"/>
          </a:xfrm>
        </p:spPr>
        <p:txBody>
          <a:bodyPr wrap="square" anchor="b">
            <a:spAutoFit/>
          </a:bodyPr>
          <a:lstStyle>
            <a:lvl1pPr>
              <a:defRPr sz="4000"/>
            </a:lvl1pPr>
          </a:lstStyle>
          <a:p>
            <a:r>
              <a:rPr lang="en-US"/>
              <a:t>Lorem ipsum dolor sit amet consectetur adipiscing elit</a:t>
            </a:r>
          </a:p>
        </p:txBody>
      </p:sp>
      <p:sp>
        <p:nvSpPr>
          <p:cNvPr id="22" name="Text Placeholder 8">
            <a:extLst>
              <a:ext uri="{FF2B5EF4-FFF2-40B4-BE49-F238E27FC236}">
                <a16:creationId xmlns:a16="http://schemas.microsoft.com/office/drawing/2014/main" id="{0AC02454-68CD-73E1-70D6-70AB8A3C929F}"/>
              </a:ext>
            </a:extLst>
          </p:cNvPr>
          <p:cNvSpPr>
            <a:spLocks noGrp="1"/>
          </p:cNvSpPr>
          <p:nvPr>
            <p:ph type="body" sz="quarter" idx="29" hasCustomPrompt="1"/>
          </p:nvPr>
        </p:nvSpPr>
        <p:spPr>
          <a:xfrm>
            <a:off x="442914" y="638102"/>
            <a:ext cx="2267712" cy="393192"/>
          </a:xfrm>
          <a:blipFill>
            <a:blip r:embed="rId6">
              <a:extLst>
                <a:ext uri="{96DAC541-7B7A-43D3-8B79-37D633B846F1}">
                  <asvg:svgBlip xmlns:asvg="http://schemas.microsoft.com/office/drawing/2016/SVG/main" r:embed="rId7"/>
                </a:ext>
              </a:extLst>
            </a:blip>
            <a:stretch>
              <a:fillRect/>
            </a:stretch>
          </a:blipFill>
          <a:ln>
            <a:solidFill>
              <a:schemeClr val="bg1">
                <a:alpha val="0"/>
              </a:schemeClr>
            </a:solidFill>
          </a:ln>
          <a:effectLst>
            <a:outerShdw blurRad="101600" dist="38100" dir="8100000" algn="tr" rotWithShape="0">
              <a:prstClr val="black">
                <a:alpha val="20000"/>
              </a:prstClr>
            </a:outerShdw>
          </a:effectLst>
        </p:spPr>
        <p:txBody>
          <a:bodyPr/>
          <a:lstStyle>
            <a:lvl1pPr marL="0" indent="0">
              <a:buNone/>
              <a:defRPr>
                <a:ln>
                  <a:noFill/>
                </a:ln>
                <a:solidFill>
                  <a:schemeClr val="tx1">
                    <a:alpha val="0"/>
                  </a:schemeClr>
                </a:solidFill>
              </a:defRPr>
            </a:lvl1pPr>
          </a:lstStyle>
          <a:p>
            <a:pPr lvl="0"/>
            <a:r>
              <a:rPr lang="en-US"/>
              <a:t>.</a:t>
            </a:r>
          </a:p>
        </p:txBody>
      </p:sp>
      <p:sp>
        <p:nvSpPr>
          <p:cNvPr id="24" name="Text Placeholder 23">
            <a:extLst>
              <a:ext uri="{FF2B5EF4-FFF2-40B4-BE49-F238E27FC236}">
                <a16:creationId xmlns:a16="http://schemas.microsoft.com/office/drawing/2014/main" id="{81B10258-97C8-26B3-8BDC-5DF135BEDAF7}"/>
              </a:ext>
            </a:extLst>
          </p:cNvPr>
          <p:cNvSpPr>
            <a:spLocks noGrp="1"/>
          </p:cNvSpPr>
          <p:nvPr>
            <p:ph type="body" sz="quarter" idx="30" hasCustomPrompt="1"/>
          </p:nvPr>
        </p:nvSpPr>
        <p:spPr>
          <a:xfrm>
            <a:off x="2942924" y="732143"/>
            <a:ext cx="205110" cy="205110"/>
          </a:xfrm>
          <a:blipFill>
            <a:blip r:embed="rId8">
              <a:extLst>
                <a:ext uri="{96DAC541-7B7A-43D3-8B79-37D633B846F1}">
                  <asvg:svgBlip xmlns:asvg="http://schemas.microsoft.com/office/drawing/2016/SVG/main" r:embed="rId9"/>
                </a:ext>
              </a:extLst>
            </a:blip>
            <a:stretch>
              <a:fillRect/>
            </a:stretch>
          </a:blipFill>
          <a:ln>
            <a:solidFill>
              <a:schemeClr val="bg1">
                <a:alpha val="0"/>
              </a:schemeClr>
            </a:solidFill>
          </a:ln>
        </p:spPr>
        <p:txBody>
          <a:bodyPr anchor="ctr"/>
          <a:lstStyle>
            <a:lvl1pPr marL="0" indent="0" algn="ctr">
              <a:buNone/>
              <a:defRPr>
                <a:noFill/>
              </a:defRPr>
            </a:lvl1pPr>
            <a:lvl4pPr marL="639762" indent="0" algn="l">
              <a:buFont typeface="Arial" panose="020B0604020202020204" pitchFamily="34" charset="0"/>
              <a:buNone/>
              <a:defRPr>
                <a:noFill/>
              </a:defRPr>
            </a:lvl4pPr>
          </a:lstStyle>
          <a:p>
            <a:pPr lvl="0"/>
            <a:r>
              <a:rPr lang="en-US"/>
              <a:t>.</a:t>
            </a:r>
          </a:p>
        </p:txBody>
      </p:sp>
      <p:sp>
        <p:nvSpPr>
          <p:cNvPr id="29" name="Text Placeholder 28">
            <a:extLst>
              <a:ext uri="{FF2B5EF4-FFF2-40B4-BE49-F238E27FC236}">
                <a16:creationId xmlns:a16="http://schemas.microsoft.com/office/drawing/2014/main" id="{1F4B5630-CAB5-0384-5389-4072DF5DC63E}"/>
              </a:ext>
            </a:extLst>
          </p:cNvPr>
          <p:cNvSpPr>
            <a:spLocks noGrp="1"/>
          </p:cNvSpPr>
          <p:nvPr>
            <p:ph type="body" sz="quarter" idx="32"/>
          </p:nvPr>
        </p:nvSpPr>
        <p:spPr>
          <a:xfrm>
            <a:off x="438149" y="4044396"/>
            <a:ext cx="5753169" cy="2290999"/>
          </a:xfrm>
        </p:spPr>
        <p:txBody>
          <a:bodyPr>
            <a:normAutofit/>
          </a:bodyPr>
          <a:lstStyle>
            <a:lvl1pPr marL="0" indent="0">
              <a:buNone/>
              <a:defRPr sz="1800"/>
            </a:lvl1pPr>
            <a:lvl2pPr marL="215900" indent="0">
              <a:buNone/>
              <a:defRPr/>
            </a:lvl2pPr>
            <a:lvl3pPr marL="444500" indent="0">
              <a:buNone/>
              <a:defRPr/>
            </a:lvl3pPr>
            <a:lvl4pPr marL="639762" indent="0">
              <a:buNone/>
              <a:defRPr/>
            </a:lvl4pPr>
            <a:lvl5pPr marL="811212" indent="0">
              <a:buNone/>
              <a:defRPr/>
            </a:lvl5pPr>
          </a:lstStyle>
          <a:p>
            <a:pPr lvl="0"/>
            <a:r>
              <a:rPr lang="en-US"/>
              <a:t>Click to edit Master text styles</a:t>
            </a:r>
          </a:p>
        </p:txBody>
      </p:sp>
      <p:sp>
        <p:nvSpPr>
          <p:cNvPr id="30" name="Text Placeholder 28">
            <a:extLst>
              <a:ext uri="{FF2B5EF4-FFF2-40B4-BE49-F238E27FC236}">
                <a16:creationId xmlns:a16="http://schemas.microsoft.com/office/drawing/2014/main" id="{E86A668D-12EB-6199-EED6-C7FC57713316}"/>
              </a:ext>
            </a:extLst>
          </p:cNvPr>
          <p:cNvSpPr>
            <a:spLocks noGrp="1"/>
          </p:cNvSpPr>
          <p:nvPr>
            <p:ph type="body" sz="quarter" idx="33" hasCustomPrompt="1"/>
          </p:nvPr>
        </p:nvSpPr>
        <p:spPr>
          <a:xfrm>
            <a:off x="8032651" y="2731530"/>
            <a:ext cx="3721199" cy="2955264"/>
          </a:xfrm>
        </p:spPr>
        <p:txBody>
          <a:bodyPr anchor="b">
            <a:normAutofit/>
          </a:bodyPr>
          <a:lstStyle>
            <a:lvl1pPr marL="0" indent="0">
              <a:buNone/>
              <a:defRPr sz="1800"/>
            </a:lvl1pPr>
            <a:lvl2pPr marL="215900" indent="0">
              <a:buNone/>
              <a:defRPr/>
            </a:lvl2pPr>
            <a:lvl3pPr marL="444500" indent="0">
              <a:buNone/>
              <a:defRPr/>
            </a:lvl3pPr>
            <a:lvl4pPr marL="639762" indent="0">
              <a:buNone/>
              <a:defRPr/>
            </a:lvl4pPr>
            <a:lvl5pPr marL="811212" indent="0">
              <a:buNone/>
              <a:defRPr/>
            </a:lvl5pPr>
          </a:lstStyle>
          <a:p>
            <a:pPr lvl="0"/>
            <a:r>
              <a:rPr lang="en-US"/>
              <a:t>Quote… ut enim ad minim veniam, quis nostrud exercitation ullamco laboris nisi ut aliquip ex ea commodo consequat. Duis aute irure dolor in reprehenderit in voluptate velit esse cillum dolore eu fugiat nulla pariatur.</a:t>
            </a:r>
          </a:p>
        </p:txBody>
      </p:sp>
      <p:sp>
        <p:nvSpPr>
          <p:cNvPr id="31" name="Text Placeholder 28">
            <a:extLst>
              <a:ext uri="{FF2B5EF4-FFF2-40B4-BE49-F238E27FC236}">
                <a16:creationId xmlns:a16="http://schemas.microsoft.com/office/drawing/2014/main" id="{43C30037-BA63-8D83-C9B8-AEEC3C5952DA}"/>
              </a:ext>
            </a:extLst>
          </p:cNvPr>
          <p:cNvSpPr>
            <a:spLocks noGrp="1"/>
          </p:cNvSpPr>
          <p:nvPr>
            <p:ph type="body" sz="quarter" idx="34" hasCustomPrompt="1"/>
          </p:nvPr>
        </p:nvSpPr>
        <p:spPr>
          <a:xfrm>
            <a:off x="8032651" y="6091931"/>
            <a:ext cx="3721199" cy="175176"/>
          </a:xfrm>
        </p:spPr>
        <p:txBody>
          <a:bodyPr anchor="t">
            <a:spAutoFit/>
          </a:bodyPr>
          <a:lstStyle>
            <a:lvl1pPr marL="0" indent="0">
              <a:buNone/>
              <a:defRPr sz="1200" b="1" i="0">
                <a:latin typeface="+mn-lt"/>
              </a:defRPr>
            </a:lvl1pPr>
            <a:lvl2pPr marL="215900" indent="0">
              <a:buNone/>
              <a:defRPr/>
            </a:lvl2pPr>
            <a:lvl3pPr marL="444500" indent="0">
              <a:buNone/>
              <a:defRPr/>
            </a:lvl3pPr>
            <a:lvl4pPr marL="639762" indent="0">
              <a:buNone/>
              <a:defRPr/>
            </a:lvl4pPr>
            <a:lvl5pPr marL="811212" indent="0">
              <a:buNone/>
              <a:defRPr/>
            </a:lvl5pPr>
          </a:lstStyle>
          <a:p>
            <a:pPr lvl="0"/>
            <a:r>
              <a:rPr lang="en-US"/>
              <a:t>Title, Company</a:t>
            </a:r>
          </a:p>
        </p:txBody>
      </p:sp>
      <p:sp>
        <p:nvSpPr>
          <p:cNvPr id="32" name="Text Placeholder 28">
            <a:extLst>
              <a:ext uri="{FF2B5EF4-FFF2-40B4-BE49-F238E27FC236}">
                <a16:creationId xmlns:a16="http://schemas.microsoft.com/office/drawing/2014/main" id="{5F106AB7-9099-B42F-6046-BE2FD0C9F536}"/>
              </a:ext>
            </a:extLst>
          </p:cNvPr>
          <p:cNvSpPr>
            <a:spLocks noGrp="1"/>
          </p:cNvSpPr>
          <p:nvPr>
            <p:ph type="body" sz="quarter" idx="35" hasCustomPrompt="1"/>
          </p:nvPr>
        </p:nvSpPr>
        <p:spPr>
          <a:xfrm>
            <a:off x="8032651" y="5881955"/>
            <a:ext cx="3721199" cy="175176"/>
          </a:xfrm>
        </p:spPr>
        <p:txBody>
          <a:bodyPr anchor="b">
            <a:spAutoFit/>
          </a:bodyPr>
          <a:lstStyle>
            <a:lvl1pPr marL="0" indent="0">
              <a:buNone/>
              <a:defRPr sz="1200" b="1" i="0">
                <a:latin typeface="DT Flow" pitchFamily="2" charset="77"/>
              </a:defRPr>
            </a:lvl1pPr>
            <a:lvl2pPr marL="215900" indent="0">
              <a:buNone/>
              <a:defRPr/>
            </a:lvl2pPr>
            <a:lvl3pPr marL="444500" indent="0">
              <a:buNone/>
              <a:defRPr/>
            </a:lvl3pPr>
            <a:lvl4pPr marL="639762" indent="0">
              <a:buNone/>
              <a:defRPr/>
            </a:lvl4pPr>
            <a:lvl5pPr marL="811212" indent="0">
              <a:buNone/>
              <a:defRPr/>
            </a:lvl5pPr>
          </a:lstStyle>
          <a:p>
            <a:pPr lvl="0"/>
            <a:r>
              <a:rPr lang="en-US"/>
              <a:t>Name</a:t>
            </a:r>
          </a:p>
        </p:txBody>
      </p:sp>
      <p:sp>
        <p:nvSpPr>
          <p:cNvPr id="38" name="Footer Placeholder 37">
            <a:extLst>
              <a:ext uri="{FF2B5EF4-FFF2-40B4-BE49-F238E27FC236}">
                <a16:creationId xmlns:a16="http://schemas.microsoft.com/office/drawing/2014/main" id="{2A57047B-A0B6-F927-CF8A-0D2EBAD33AFA}"/>
              </a:ext>
            </a:extLst>
          </p:cNvPr>
          <p:cNvSpPr>
            <a:spLocks noGrp="1"/>
          </p:cNvSpPr>
          <p:nvPr>
            <p:ph type="ftr" sz="quarter" idx="36"/>
          </p:nvPr>
        </p:nvSpPr>
        <p:spPr/>
        <p:txBody>
          <a:bodyPr/>
          <a:lstStyle/>
          <a:p>
            <a:r>
              <a:rPr lang="en-US"/>
              <a:t>CONFIDENTIAL</a:t>
            </a:r>
          </a:p>
        </p:txBody>
      </p:sp>
      <p:sp>
        <p:nvSpPr>
          <p:cNvPr id="39" name="Slide Number Placeholder 38">
            <a:extLst>
              <a:ext uri="{FF2B5EF4-FFF2-40B4-BE49-F238E27FC236}">
                <a16:creationId xmlns:a16="http://schemas.microsoft.com/office/drawing/2014/main" id="{823B9A24-3348-1FEF-7EA1-F5D1A87EC400}"/>
              </a:ext>
            </a:extLst>
          </p:cNvPr>
          <p:cNvSpPr>
            <a:spLocks noGrp="1"/>
          </p:cNvSpPr>
          <p:nvPr>
            <p:ph type="sldNum" sz="quarter" idx="37"/>
          </p:nvPr>
        </p:nvSpPr>
        <p:spPr/>
        <p:txBody>
          <a:bodyPr/>
          <a:lstStyle/>
          <a:p>
            <a:fld id="{9FA35C58-AF1F-6E44-9CA6-D1E4B719D256}" type="slidenum">
              <a:rPr lang="en-US"/>
              <a:pPr/>
              <a:t>‹#›</a:t>
            </a:fld>
            <a:endParaRPr lang="en-US"/>
          </a:p>
        </p:txBody>
      </p:sp>
    </p:spTree>
    <p:extLst>
      <p:ext uri="{BB962C8B-B14F-4D97-AF65-F5344CB8AC3E}">
        <p14:creationId xmlns:p14="http://schemas.microsoft.com/office/powerpoint/2010/main" val="1732206611"/>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_photo bg_middle-left aligned">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6FB636A-8E8F-5D65-AB8C-2E92A72B97D5}"/>
              </a:ext>
            </a:extLst>
          </p:cNvPr>
          <p:cNvSpPr>
            <a:spLocks noGrp="1"/>
          </p:cNvSpPr>
          <p:nvPr>
            <p:ph type="pic" sz="quarter" idx="11"/>
          </p:nvPr>
        </p:nvSpPr>
        <p:spPr>
          <a:xfrm>
            <a:off x="0" y="0"/>
            <a:ext cx="12192000" cy="6854825"/>
          </a:xfrm>
        </p:spPr>
        <p:txBody>
          <a:bodyPr/>
          <a:lstStyle/>
          <a:p>
            <a:endParaRPr lang="en-US"/>
          </a:p>
        </p:txBody>
      </p:sp>
      <p:sp>
        <p:nvSpPr>
          <p:cNvPr id="13" name="Title 9">
            <a:extLst>
              <a:ext uri="{FF2B5EF4-FFF2-40B4-BE49-F238E27FC236}">
                <a16:creationId xmlns:a16="http://schemas.microsoft.com/office/drawing/2014/main" id="{8B86D592-5520-3F27-40D0-592EECA730BB}"/>
              </a:ext>
            </a:extLst>
          </p:cNvPr>
          <p:cNvSpPr>
            <a:spLocks noGrp="1"/>
          </p:cNvSpPr>
          <p:nvPr>
            <p:ph type="title"/>
          </p:nvPr>
        </p:nvSpPr>
        <p:spPr>
          <a:xfrm>
            <a:off x="438912" y="2140729"/>
            <a:ext cx="6538458" cy="1107996"/>
          </a:xfrm>
        </p:spPr>
        <p:txBody>
          <a:bodyPr anchor="b">
            <a:spAutoFit/>
          </a:bodyPr>
          <a:lstStyle>
            <a:lvl1pPr algn="l">
              <a:defRPr sz="4000"/>
            </a:lvl1pPr>
          </a:lstStyle>
          <a:p>
            <a:r>
              <a:rPr lang="en-US"/>
              <a:t>Click to edit Master title style</a:t>
            </a:r>
          </a:p>
        </p:txBody>
      </p:sp>
      <p:sp>
        <p:nvSpPr>
          <p:cNvPr id="5" name="divider">
            <a:extLst>
              <a:ext uri="{FF2B5EF4-FFF2-40B4-BE49-F238E27FC236}">
                <a16:creationId xmlns:a16="http://schemas.microsoft.com/office/drawing/2014/main" id="{A89B0AB4-EB86-91ED-659D-648020CDB8D7}"/>
              </a:ext>
            </a:extLst>
          </p:cNvPr>
          <p:cNvSpPr>
            <a:spLocks noGrp="1"/>
          </p:cNvSpPr>
          <p:nvPr>
            <p:ph type="body" sz="quarter" idx="27" hasCustomPrompt="1"/>
          </p:nvPr>
        </p:nvSpPr>
        <p:spPr>
          <a:xfrm rot="16200000">
            <a:off x="1289304" y="2659461"/>
            <a:ext cx="36576" cy="1737360"/>
          </a:xfrm>
          <a:gradFill>
            <a:gsLst>
              <a:gs pos="0">
                <a:srgbClr val="9747FF"/>
              </a:gs>
              <a:gs pos="75000">
                <a:srgbClr val="AE70FF"/>
              </a:gs>
              <a:gs pos="50000">
                <a:schemeClr val="accent1"/>
              </a:gs>
              <a:gs pos="100000">
                <a:srgbClr val="3377FF"/>
              </a:gs>
            </a:gsLst>
            <a:lin ang="5400000" scaled="0"/>
          </a:gradFill>
          <a:ln>
            <a:solidFill>
              <a:schemeClr val="bg1">
                <a:alpha val="0"/>
              </a:schemeClr>
            </a:solidFill>
          </a:ln>
        </p:spPr>
        <p:txBody>
          <a:bodyPr/>
          <a:lstStyle>
            <a:lvl1pPr marL="0" indent="0">
              <a:buFont typeface="Arial" panose="020B0604020202020204" pitchFamily="34" charset="0"/>
              <a:buNone/>
              <a:defRPr>
                <a:solidFill>
                  <a:schemeClr val="bg1">
                    <a:alpha val="0"/>
                  </a:schemeClr>
                </a:solidFill>
              </a:defRPr>
            </a:lvl1pPr>
          </a:lstStyle>
          <a:p>
            <a:pPr lvl="0"/>
            <a:r>
              <a:rPr lang="en-US"/>
              <a:t>.</a:t>
            </a:r>
          </a:p>
        </p:txBody>
      </p:sp>
      <p:sp>
        <p:nvSpPr>
          <p:cNvPr id="10" name="Text Placeholder 8">
            <a:extLst>
              <a:ext uri="{FF2B5EF4-FFF2-40B4-BE49-F238E27FC236}">
                <a16:creationId xmlns:a16="http://schemas.microsoft.com/office/drawing/2014/main" id="{61C72AAF-AA14-91BB-DBE9-325DCFBB9691}"/>
              </a:ext>
            </a:extLst>
          </p:cNvPr>
          <p:cNvSpPr>
            <a:spLocks noGrp="1"/>
          </p:cNvSpPr>
          <p:nvPr>
            <p:ph type="body" sz="quarter" idx="12" hasCustomPrompt="1"/>
          </p:nvPr>
        </p:nvSpPr>
        <p:spPr>
          <a:xfrm>
            <a:off x="11647625" y="244580"/>
            <a:ext cx="253223" cy="250903"/>
          </a:xfrm>
          <a:blipFill>
            <a:blip r:embed="rId2">
              <a:extLst>
                <a:ext uri="{96DAC541-7B7A-43D3-8B79-37D633B846F1}">
                  <asvg:svgBlip xmlns:asvg="http://schemas.microsoft.com/office/drawing/2016/SVG/main" r:embed="rId3"/>
                </a:ext>
              </a:extLst>
            </a:blip>
            <a:stretch>
              <a:fillRect/>
            </a:stretch>
          </a:blipFill>
          <a:ln>
            <a:solidFill>
              <a:schemeClr val="bg1">
                <a:alpha val="0"/>
              </a:schemeClr>
            </a:solidFill>
          </a:ln>
          <a:effectLst>
            <a:outerShdw blurRad="101600" dist="38100" dir="8100000" algn="tr" rotWithShape="0">
              <a:prstClr val="black">
                <a:alpha val="20000"/>
              </a:prstClr>
            </a:outerShdw>
          </a:effectLst>
        </p:spPr>
        <p:txBody>
          <a:bodyPr/>
          <a:lstStyle>
            <a:lvl1pPr marL="0" indent="0">
              <a:buNone/>
              <a:defRPr>
                <a:ln>
                  <a:noFill/>
                </a:ln>
                <a:solidFill>
                  <a:schemeClr val="tx1">
                    <a:alpha val="0"/>
                  </a:schemeClr>
                </a:solidFill>
              </a:defRPr>
            </a:lvl1pPr>
          </a:lstStyle>
          <a:p>
            <a:pPr lvl="0"/>
            <a:r>
              <a:rPr lang="en-US"/>
              <a:t>.</a:t>
            </a:r>
          </a:p>
        </p:txBody>
      </p:sp>
      <p:sp>
        <p:nvSpPr>
          <p:cNvPr id="14" name="Date Placeholder 13">
            <a:extLst>
              <a:ext uri="{FF2B5EF4-FFF2-40B4-BE49-F238E27FC236}">
                <a16:creationId xmlns:a16="http://schemas.microsoft.com/office/drawing/2014/main" id="{D38BF849-4860-328D-50D5-EDDCB1FF4165}"/>
              </a:ext>
            </a:extLst>
          </p:cNvPr>
          <p:cNvSpPr>
            <a:spLocks noGrp="1"/>
          </p:cNvSpPr>
          <p:nvPr>
            <p:ph type="dt" sz="half" idx="28"/>
          </p:nvPr>
        </p:nvSpPr>
        <p:spPr/>
        <p:txBody>
          <a:bodyPr/>
          <a:lstStyle/>
          <a:p>
            <a:endParaRPr lang="en-US"/>
          </a:p>
        </p:txBody>
      </p:sp>
      <p:sp>
        <p:nvSpPr>
          <p:cNvPr id="15" name="Footer Placeholder 14">
            <a:extLst>
              <a:ext uri="{FF2B5EF4-FFF2-40B4-BE49-F238E27FC236}">
                <a16:creationId xmlns:a16="http://schemas.microsoft.com/office/drawing/2014/main" id="{D239CAE5-AB6C-066F-297E-F729C310BE17}"/>
              </a:ext>
            </a:extLst>
          </p:cNvPr>
          <p:cNvSpPr>
            <a:spLocks noGrp="1"/>
          </p:cNvSpPr>
          <p:nvPr>
            <p:ph type="ftr" sz="quarter" idx="29"/>
          </p:nvPr>
        </p:nvSpPr>
        <p:spPr/>
        <p:txBody>
          <a:bodyPr/>
          <a:lstStyle/>
          <a:p>
            <a:r>
              <a:rPr lang="en-US"/>
              <a:t>CONFIDENTIAL</a:t>
            </a:r>
          </a:p>
        </p:txBody>
      </p:sp>
      <p:sp>
        <p:nvSpPr>
          <p:cNvPr id="16" name="Slide Number Placeholder 15">
            <a:extLst>
              <a:ext uri="{FF2B5EF4-FFF2-40B4-BE49-F238E27FC236}">
                <a16:creationId xmlns:a16="http://schemas.microsoft.com/office/drawing/2014/main" id="{07045104-ADAF-FEE1-81A5-D86C5777B178}"/>
              </a:ext>
            </a:extLst>
          </p:cNvPr>
          <p:cNvSpPr>
            <a:spLocks noGrp="1"/>
          </p:cNvSpPr>
          <p:nvPr>
            <p:ph type="sldNum" sz="quarter" idx="30"/>
          </p:nvPr>
        </p:nvSpPr>
        <p:spPr/>
        <p:txBody>
          <a:bodyPr/>
          <a:lstStyle/>
          <a:p>
            <a:fld id="{9FA35C58-AF1F-6E44-9CA6-D1E4B719D256}" type="slidenum">
              <a:rPr lang="en-US"/>
              <a:pPr/>
              <a:t>‹#›</a:t>
            </a:fld>
            <a:endParaRPr lang="en-US"/>
          </a:p>
        </p:txBody>
      </p:sp>
    </p:spTree>
    <p:extLst>
      <p:ext uri="{BB962C8B-B14F-4D97-AF65-F5344CB8AC3E}">
        <p14:creationId xmlns:p14="http://schemas.microsoft.com/office/powerpoint/2010/main" val="3478552430"/>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_photo bg_middle-center aligned">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6FB636A-8E8F-5D65-AB8C-2E92A72B97D5}"/>
              </a:ext>
            </a:extLst>
          </p:cNvPr>
          <p:cNvSpPr>
            <a:spLocks noGrp="1"/>
          </p:cNvSpPr>
          <p:nvPr>
            <p:ph type="pic" sz="quarter" idx="11"/>
          </p:nvPr>
        </p:nvSpPr>
        <p:spPr>
          <a:xfrm>
            <a:off x="0" y="0"/>
            <a:ext cx="12192000" cy="6854825"/>
          </a:xfrm>
        </p:spPr>
        <p:txBody>
          <a:bodyPr/>
          <a:lstStyle/>
          <a:p>
            <a:endParaRPr lang="en-US"/>
          </a:p>
        </p:txBody>
      </p:sp>
      <p:sp>
        <p:nvSpPr>
          <p:cNvPr id="13" name="Title 9">
            <a:extLst>
              <a:ext uri="{FF2B5EF4-FFF2-40B4-BE49-F238E27FC236}">
                <a16:creationId xmlns:a16="http://schemas.microsoft.com/office/drawing/2014/main" id="{8B86D592-5520-3F27-40D0-592EECA730BB}"/>
              </a:ext>
            </a:extLst>
          </p:cNvPr>
          <p:cNvSpPr>
            <a:spLocks noGrp="1"/>
          </p:cNvSpPr>
          <p:nvPr>
            <p:ph type="title"/>
          </p:nvPr>
        </p:nvSpPr>
        <p:spPr>
          <a:xfrm>
            <a:off x="2826771" y="2140729"/>
            <a:ext cx="6538458" cy="1107996"/>
          </a:xfrm>
        </p:spPr>
        <p:txBody>
          <a:bodyPr anchor="b">
            <a:spAutoFit/>
          </a:bodyPr>
          <a:lstStyle>
            <a:lvl1pPr algn="ctr">
              <a:defRPr sz="4000"/>
            </a:lvl1pPr>
          </a:lstStyle>
          <a:p>
            <a:r>
              <a:rPr lang="en-US"/>
              <a:t>Click to edit Master title style</a:t>
            </a:r>
          </a:p>
        </p:txBody>
      </p:sp>
      <p:sp>
        <p:nvSpPr>
          <p:cNvPr id="5" name="divider">
            <a:extLst>
              <a:ext uri="{FF2B5EF4-FFF2-40B4-BE49-F238E27FC236}">
                <a16:creationId xmlns:a16="http://schemas.microsoft.com/office/drawing/2014/main" id="{A89B0AB4-EB86-91ED-659D-648020CDB8D7}"/>
              </a:ext>
            </a:extLst>
          </p:cNvPr>
          <p:cNvSpPr>
            <a:spLocks noGrp="1"/>
          </p:cNvSpPr>
          <p:nvPr>
            <p:ph type="body" sz="quarter" idx="27" hasCustomPrompt="1"/>
          </p:nvPr>
        </p:nvSpPr>
        <p:spPr>
          <a:xfrm rot="16200000">
            <a:off x="6077712" y="2657621"/>
            <a:ext cx="36576" cy="1737360"/>
          </a:xfrm>
          <a:gradFill>
            <a:gsLst>
              <a:gs pos="0">
                <a:srgbClr val="9747FF"/>
              </a:gs>
              <a:gs pos="75000">
                <a:srgbClr val="AE70FF"/>
              </a:gs>
              <a:gs pos="50000">
                <a:schemeClr val="accent1"/>
              </a:gs>
              <a:gs pos="100000">
                <a:srgbClr val="3377FF"/>
              </a:gs>
            </a:gsLst>
            <a:lin ang="5400000" scaled="0"/>
          </a:gradFill>
          <a:ln>
            <a:solidFill>
              <a:schemeClr val="bg1">
                <a:alpha val="0"/>
              </a:schemeClr>
            </a:solidFill>
          </a:ln>
        </p:spPr>
        <p:txBody>
          <a:bodyPr/>
          <a:lstStyle>
            <a:lvl1pPr marL="0" indent="0">
              <a:buFont typeface="Arial" panose="020B0604020202020204" pitchFamily="34" charset="0"/>
              <a:buNone/>
              <a:defRPr>
                <a:solidFill>
                  <a:schemeClr val="bg1">
                    <a:alpha val="0"/>
                  </a:schemeClr>
                </a:solidFill>
              </a:defRPr>
            </a:lvl1pPr>
          </a:lstStyle>
          <a:p>
            <a:pPr lvl="0"/>
            <a:r>
              <a:rPr lang="en-US"/>
              <a:t>.</a:t>
            </a:r>
          </a:p>
        </p:txBody>
      </p:sp>
      <p:sp>
        <p:nvSpPr>
          <p:cNvPr id="10" name="Text Placeholder 8">
            <a:extLst>
              <a:ext uri="{FF2B5EF4-FFF2-40B4-BE49-F238E27FC236}">
                <a16:creationId xmlns:a16="http://schemas.microsoft.com/office/drawing/2014/main" id="{61C72AAF-AA14-91BB-DBE9-325DCFBB9691}"/>
              </a:ext>
            </a:extLst>
          </p:cNvPr>
          <p:cNvSpPr>
            <a:spLocks noGrp="1"/>
          </p:cNvSpPr>
          <p:nvPr>
            <p:ph type="body" sz="quarter" idx="12" hasCustomPrompt="1"/>
          </p:nvPr>
        </p:nvSpPr>
        <p:spPr>
          <a:xfrm>
            <a:off x="11647625" y="244580"/>
            <a:ext cx="253223" cy="250903"/>
          </a:xfrm>
          <a:blipFill>
            <a:blip r:embed="rId2">
              <a:extLst>
                <a:ext uri="{96DAC541-7B7A-43D3-8B79-37D633B846F1}">
                  <asvg:svgBlip xmlns:asvg="http://schemas.microsoft.com/office/drawing/2016/SVG/main" r:embed="rId3"/>
                </a:ext>
              </a:extLst>
            </a:blip>
            <a:stretch>
              <a:fillRect/>
            </a:stretch>
          </a:blipFill>
          <a:ln>
            <a:solidFill>
              <a:schemeClr val="bg1">
                <a:alpha val="0"/>
              </a:schemeClr>
            </a:solidFill>
          </a:ln>
          <a:effectLst>
            <a:outerShdw blurRad="101600" dist="38100" dir="8100000" algn="tr" rotWithShape="0">
              <a:prstClr val="black">
                <a:alpha val="20000"/>
              </a:prstClr>
            </a:outerShdw>
          </a:effectLst>
        </p:spPr>
        <p:txBody>
          <a:bodyPr/>
          <a:lstStyle>
            <a:lvl1pPr marL="0" indent="0">
              <a:buNone/>
              <a:defRPr>
                <a:ln>
                  <a:noFill/>
                </a:ln>
                <a:solidFill>
                  <a:schemeClr val="tx1">
                    <a:alpha val="0"/>
                  </a:schemeClr>
                </a:solidFill>
              </a:defRPr>
            </a:lvl1pPr>
          </a:lstStyle>
          <a:p>
            <a:pPr lvl="0"/>
            <a:r>
              <a:rPr lang="en-US"/>
              <a:t>.</a:t>
            </a:r>
          </a:p>
        </p:txBody>
      </p:sp>
      <p:sp>
        <p:nvSpPr>
          <p:cNvPr id="2" name="Date Placeholder 1">
            <a:extLst>
              <a:ext uri="{FF2B5EF4-FFF2-40B4-BE49-F238E27FC236}">
                <a16:creationId xmlns:a16="http://schemas.microsoft.com/office/drawing/2014/main" id="{452F45B1-9E56-35AA-FC1B-92D36769F98F}"/>
              </a:ext>
            </a:extLst>
          </p:cNvPr>
          <p:cNvSpPr>
            <a:spLocks noGrp="1"/>
          </p:cNvSpPr>
          <p:nvPr>
            <p:ph type="dt" sz="half" idx="28"/>
          </p:nvPr>
        </p:nvSpPr>
        <p:spPr/>
        <p:txBody>
          <a:bodyPr/>
          <a:lstStyle/>
          <a:p>
            <a:endParaRPr lang="en-US"/>
          </a:p>
        </p:txBody>
      </p:sp>
      <p:sp>
        <p:nvSpPr>
          <p:cNvPr id="3" name="Footer Placeholder 2">
            <a:extLst>
              <a:ext uri="{FF2B5EF4-FFF2-40B4-BE49-F238E27FC236}">
                <a16:creationId xmlns:a16="http://schemas.microsoft.com/office/drawing/2014/main" id="{37A4F896-8188-B6F1-A14C-E33B8E202F55}"/>
              </a:ext>
            </a:extLst>
          </p:cNvPr>
          <p:cNvSpPr>
            <a:spLocks noGrp="1"/>
          </p:cNvSpPr>
          <p:nvPr>
            <p:ph type="ftr" sz="quarter" idx="29"/>
          </p:nvPr>
        </p:nvSpPr>
        <p:spPr/>
        <p:txBody>
          <a:bodyPr/>
          <a:lstStyle/>
          <a:p>
            <a:r>
              <a:rPr lang="en-US"/>
              <a:t>CONFIDENTIAL</a:t>
            </a:r>
          </a:p>
        </p:txBody>
      </p:sp>
      <p:sp>
        <p:nvSpPr>
          <p:cNvPr id="4" name="Slide Number Placeholder 3">
            <a:extLst>
              <a:ext uri="{FF2B5EF4-FFF2-40B4-BE49-F238E27FC236}">
                <a16:creationId xmlns:a16="http://schemas.microsoft.com/office/drawing/2014/main" id="{F36CECEC-04CA-92BB-1C2B-CBAAF438CD69}"/>
              </a:ext>
            </a:extLst>
          </p:cNvPr>
          <p:cNvSpPr>
            <a:spLocks noGrp="1"/>
          </p:cNvSpPr>
          <p:nvPr>
            <p:ph type="sldNum" sz="quarter" idx="30"/>
          </p:nvPr>
        </p:nvSpPr>
        <p:spPr/>
        <p:txBody>
          <a:bodyPr/>
          <a:lstStyle/>
          <a:p>
            <a:fld id="{9FA35C58-AF1F-6E44-9CA6-D1E4B719D256}" type="slidenum">
              <a:rPr lang="en-US"/>
              <a:pPr/>
              <a:t>‹#›</a:t>
            </a:fld>
            <a:endParaRPr lang="en-US"/>
          </a:p>
        </p:txBody>
      </p:sp>
    </p:spTree>
    <p:extLst>
      <p:ext uri="{BB962C8B-B14F-4D97-AF65-F5344CB8AC3E}">
        <p14:creationId xmlns:p14="http://schemas.microsoft.com/office/powerpoint/2010/main" val="475494883"/>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Dark: standard slide with photo">
    <p:spTree>
      <p:nvGrpSpPr>
        <p:cNvPr id="1" name=""/>
        <p:cNvGrpSpPr/>
        <p:nvPr/>
      </p:nvGrpSpPr>
      <p:grpSpPr>
        <a:xfrm>
          <a:off x="0" y="0"/>
          <a:ext cx="0" cy="0"/>
          <a:chOff x="0" y="0"/>
          <a:chExt cx="0" cy="0"/>
        </a:xfrm>
      </p:grpSpPr>
      <p:sp>
        <p:nvSpPr>
          <p:cNvPr id="14" name="Picture Placeholder 15">
            <a:extLst>
              <a:ext uri="{FF2B5EF4-FFF2-40B4-BE49-F238E27FC236}">
                <a16:creationId xmlns:a16="http://schemas.microsoft.com/office/drawing/2014/main" id="{6A3B9D20-B61E-D6DA-8014-23D28060F4F9}"/>
              </a:ext>
            </a:extLst>
          </p:cNvPr>
          <p:cNvSpPr>
            <a:spLocks noGrp="1"/>
          </p:cNvSpPr>
          <p:nvPr>
            <p:ph type="pic" sz="quarter" idx="13" hasCustomPrompt="1"/>
          </p:nvPr>
        </p:nvSpPr>
        <p:spPr>
          <a:xfrm>
            <a:off x="0" y="0"/>
            <a:ext cx="12192001" cy="4349749"/>
          </a:xfrm>
          <a:prstGeom prst="rect">
            <a:avLst/>
          </a:prstGeom>
          <a:noFill/>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tx1"/>
                </a:solidFill>
                <a:latin typeface="Bernina Sans Offc" panose="02000000000000000000" pitchFamily="2" charset="77"/>
                <a:ea typeface="+mn-ea"/>
                <a:cs typeface="+mn-cs"/>
              </a:defRPr>
            </a:lvl1pPr>
          </a:lstStyle>
          <a:p>
            <a:r>
              <a:rPr lang="en-CA"/>
              <a:t>Drag a photo onto the slide</a:t>
            </a:r>
          </a:p>
        </p:txBody>
      </p:sp>
      <p:sp>
        <p:nvSpPr>
          <p:cNvPr id="13" name="divider">
            <a:extLst>
              <a:ext uri="{FF2B5EF4-FFF2-40B4-BE49-F238E27FC236}">
                <a16:creationId xmlns:a16="http://schemas.microsoft.com/office/drawing/2014/main" id="{F1D224A3-66F3-2B7D-5949-17D7881BA1CD}"/>
              </a:ext>
            </a:extLst>
          </p:cNvPr>
          <p:cNvSpPr>
            <a:spLocks noGrp="1"/>
          </p:cNvSpPr>
          <p:nvPr>
            <p:ph type="body" sz="quarter" idx="26" hasCustomPrompt="1"/>
          </p:nvPr>
        </p:nvSpPr>
        <p:spPr>
          <a:xfrm>
            <a:off x="4551939" y="4620257"/>
            <a:ext cx="36576" cy="1645920"/>
          </a:xfrm>
          <a:gradFill>
            <a:gsLst>
              <a:gs pos="0">
                <a:srgbClr val="9747FF"/>
              </a:gs>
              <a:gs pos="75000">
                <a:srgbClr val="AE70FF"/>
              </a:gs>
              <a:gs pos="50000">
                <a:schemeClr val="accent1"/>
              </a:gs>
              <a:gs pos="100000">
                <a:srgbClr val="3377FF"/>
              </a:gs>
            </a:gsLst>
            <a:lin ang="5400000" scaled="0"/>
          </a:gradFill>
          <a:ln>
            <a:solidFill>
              <a:schemeClr val="bg1">
                <a:alpha val="0"/>
              </a:schemeClr>
            </a:solidFill>
          </a:ln>
        </p:spPr>
        <p:txBody>
          <a:bodyPr/>
          <a:lstStyle>
            <a:lvl1pPr marL="0" indent="0">
              <a:buFont typeface="Arial" panose="020B0604020202020204" pitchFamily="34" charset="0"/>
              <a:buNone/>
              <a:defRPr>
                <a:solidFill>
                  <a:schemeClr val="bg1">
                    <a:alpha val="0"/>
                  </a:schemeClr>
                </a:solidFill>
              </a:defRPr>
            </a:lvl1pPr>
          </a:lstStyle>
          <a:p>
            <a:pPr lvl="0"/>
            <a:r>
              <a:rPr lang="en-US"/>
              <a:t>divider</a:t>
            </a:r>
          </a:p>
        </p:txBody>
      </p:sp>
      <p:sp>
        <p:nvSpPr>
          <p:cNvPr id="18" name="Text Placeholder 17">
            <a:extLst>
              <a:ext uri="{FF2B5EF4-FFF2-40B4-BE49-F238E27FC236}">
                <a16:creationId xmlns:a16="http://schemas.microsoft.com/office/drawing/2014/main" id="{A19B2B06-5095-E0DB-0AEA-F7C7D1109BF5}"/>
              </a:ext>
            </a:extLst>
          </p:cNvPr>
          <p:cNvSpPr>
            <a:spLocks noGrp="1"/>
          </p:cNvSpPr>
          <p:nvPr>
            <p:ph type="body" sz="quarter" idx="27"/>
          </p:nvPr>
        </p:nvSpPr>
        <p:spPr>
          <a:xfrm>
            <a:off x="4819465" y="4620257"/>
            <a:ext cx="6929620" cy="1645920"/>
          </a:xfrm>
        </p:spPr>
        <p:txBody>
          <a:bodyPr anchor="ctr">
            <a:normAutofit/>
          </a:bodyPr>
          <a:lstStyle>
            <a:lvl1pPr marL="0" indent="0">
              <a:spcBef>
                <a:spcPts val="1800"/>
              </a:spcBef>
              <a:buNone/>
              <a:defRPr sz="1800"/>
            </a:lvl1pPr>
          </a:lstStyle>
          <a:p>
            <a:pPr lvl="0"/>
            <a:r>
              <a:rPr lang="en-US"/>
              <a:t>Click to edit Master text styles</a:t>
            </a:r>
          </a:p>
        </p:txBody>
      </p:sp>
      <p:sp>
        <p:nvSpPr>
          <p:cNvPr id="20" name="Title 19">
            <a:extLst>
              <a:ext uri="{FF2B5EF4-FFF2-40B4-BE49-F238E27FC236}">
                <a16:creationId xmlns:a16="http://schemas.microsoft.com/office/drawing/2014/main" id="{C034E6B5-4014-39E9-E08C-05A7FA972D7F}"/>
              </a:ext>
            </a:extLst>
          </p:cNvPr>
          <p:cNvSpPr>
            <a:spLocks noGrp="1"/>
          </p:cNvSpPr>
          <p:nvPr>
            <p:ph type="title"/>
          </p:nvPr>
        </p:nvSpPr>
        <p:spPr>
          <a:xfrm>
            <a:off x="442915" y="4620260"/>
            <a:ext cx="3878074" cy="1645914"/>
          </a:xfrm>
        </p:spPr>
        <p:txBody>
          <a:bodyPr anchor="ctr"/>
          <a:lstStyle>
            <a:lvl1pPr>
              <a:defRPr sz="3600" b="0" i="0">
                <a:solidFill>
                  <a:schemeClr val="bg1"/>
                </a:solidFill>
                <a:latin typeface="+mj-lt"/>
              </a:defRPr>
            </a:lvl1pPr>
          </a:lstStyle>
          <a:p>
            <a:r>
              <a:rPr lang="en-US"/>
              <a:t>Click to edit Master title style</a:t>
            </a:r>
            <a:endParaRPr lang="en-CA"/>
          </a:p>
        </p:txBody>
      </p:sp>
      <p:sp>
        <p:nvSpPr>
          <p:cNvPr id="19" name="Text Placeholder 8">
            <a:extLst>
              <a:ext uri="{FF2B5EF4-FFF2-40B4-BE49-F238E27FC236}">
                <a16:creationId xmlns:a16="http://schemas.microsoft.com/office/drawing/2014/main" id="{EB466CAB-5399-CDBE-3EDF-342BBE87853D}"/>
              </a:ext>
            </a:extLst>
          </p:cNvPr>
          <p:cNvSpPr>
            <a:spLocks noGrp="1"/>
          </p:cNvSpPr>
          <p:nvPr>
            <p:ph type="body" sz="quarter" idx="12" hasCustomPrompt="1"/>
          </p:nvPr>
        </p:nvSpPr>
        <p:spPr>
          <a:xfrm>
            <a:off x="11647625" y="244580"/>
            <a:ext cx="253223" cy="250903"/>
          </a:xfrm>
          <a:blipFill>
            <a:blip r:embed="rId2">
              <a:extLst>
                <a:ext uri="{96DAC541-7B7A-43D3-8B79-37D633B846F1}">
                  <asvg:svgBlip xmlns:asvg="http://schemas.microsoft.com/office/drawing/2016/SVG/main" r:embed="rId3"/>
                </a:ext>
              </a:extLst>
            </a:blip>
            <a:stretch>
              <a:fillRect/>
            </a:stretch>
          </a:blipFill>
          <a:ln>
            <a:solidFill>
              <a:schemeClr val="bg1">
                <a:alpha val="0"/>
              </a:schemeClr>
            </a:solidFill>
          </a:ln>
          <a:effectLst>
            <a:outerShdw blurRad="101600" dist="38100" dir="8100000" algn="tr" rotWithShape="0">
              <a:prstClr val="black">
                <a:alpha val="20000"/>
              </a:prstClr>
            </a:outerShdw>
          </a:effectLst>
        </p:spPr>
        <p:txBody>
          <a:bodyPr/>
          <a:lstStyle>
            <a:lvl1pPr marL="0" indent="0">
              <a:buNone/>
              <a:defRPr>
                <a:ln>
                  <a:noFill/>
                </a:ln>
                <a:solidFill>
                  <a:schemeClr val="tx1">
                    <a:alpha val="0"/>
                  </a:schemeClr>
                </a:solidFill>
              </a:defRPr>
            </a:lvl1pPr>
          </a:lstStyle>
          <a:p>
            <a:pPr lvl="0"/>
            <a:r>
              <a:rPr lang="en-US"/>
              <a:t>.</a:t>
            </a:r>
          </a:p>
        </p:txBody>
      </p:sp>
      <p:sp>
        <p:nvSpPr>
          <p:cNvPr id="21" name="Date Placeholder 20">
            <a:extLst>
              <a:ext uri="{FF2B5EF4-FFF2-40B4-BE49-F238E27FC236}">
                <a16:creationId xmlns:a16="http://schemas.microsoft.com/office/drawing/2014/main" id="{D6055A81-84AB-FC0A-8F77-DB26631CF714}"/>
              </a:ext>
            </a:extLst>
          </p:cNvPr>
          <p:cNvSpPr>
            <a:spLocks noGrp="1"/>
          </p:cNvSpPr>
          <p:nvPr>
            <p:ph type="dt" sz="half" idx="28"/>
          </p:nvPr>
        </p:nvSpPr>
        <p:spPr/>
        <p:txBody>
          <a:bodyPr/>
          <a:lstStyle/>
          <a:p>
            <a:endParaRPr lang="en-US"/>
          </a:p>
        </p:txBody>
      </p:sp>
      <p:sp>
        <p:nvSpPr>
          <p:cNvPr id="22" name="Footer Placeholder 21">
            <a:extLst>
              <a:ext uri="{FF2B5EF4-FFF2-40B4-BE49-F238E27FC236}">
                <a16:creationId xmlns:a16="http://schemas.microsoft.com/office/drawing/2014/main" id="{319C2430-D650-664A-8930-45654675B467}"/>
              </a:ext>
            </a:extLst>
          </p:cNvPr>
          <p:cNvSpPr>
            <a:spLocks noGrp="1"/>
          </p:cNvSpPr>
          <p:nvPr>
            <p:ph type="ftr" sz="quarter" idx="29"/>
          </p:nvPr>
        </p:nvSpPr>
        <p:spPr/>
        <p:txBody>
          <a:bodyPr/>
          <a:lstStyle/>
          <a:p>
            <a:r>
              <a:rPr lang="en-US"/>
              <a:t>CONFIDENTIAL</a:t>
            </a:r>
          </a:p>
        </p:txBody>
      </p:sp>
      <p:sp>
        <p:nvSpPr>
          <p:cNvPr id="23" name="Slide Number Placeholder 22">
            <a:extLst>
              <a:ext uri="{FF2B5EF4-FFF2-40B4-BE49-F238E27FC236}">
                <a16:creationId xmlns:a16="http://schemas.microsoft.com/office/drawing/2014/main" id="{D563CE58-D244-66E4-2CE1-980DD4C2AD7B}"/>
              </a:ext>
            </a:extLst>
          </p:cNvPr>
          <p:cNvSpPr>
            <a:spLocks noGrp="1"/>
          </p:cNvSpPr>
          <p:nvPr>
            <p:ph type="sldNum" sz="quarter" idx="30"/>
          </p:nvPr>
        </p:nvSpPr>
        <p:spPr/>
        <p:txBody>
          <a:bodyPr/>
          <a:lstStyle/>
          <a:p>
            <a:fld id="{9FA35C58-AF1F-6E44-9CA6-D1E4B719D256}" type="slidenum">
              <a:rPr lang="en-US"/>
              <a:pPr/>
              <a:t>‹#›</a:t>
            </a:fld>
            <a:endParaRPr lang="en-US"/>
          </a:p>
        </p:txBody>
      </p:sp>
    </p:spTree>
    <p:extLst>
      <p:ext uri="{BB962C8B-B14F-4D97-AF65-F5344CB8AC3E}">
        <p14:creationId xmlns:p14="http://schemas.microsoft.com/office/powerpoint/2010/main" val="25560893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 Images with text">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4520FFAE-AB60-798E-7696-3B81EB51D630}"/>
              </a:ext>
            </a:extLst>
          </p:cNvPr>
          <p:cNvSpPr>
            <a:spLocks noGrp="1"/>
          </p:cNvSpPr>
          <p:nvPr>
            <p:ph type="pic" sz="quarter" idx="44" hasCustomPrompt="1"/>
          </p:nvPr>
        </p:nvSpPr>
        <p:spPr>
          <a:xfrm>
            <a:off x="442914" y="1960116"/>
            <a:ext cx="3606076" cy="2039078"/>
          </a:xfrm>
          <a:prstGeom prst="roundRect">
            <a:avLst>
              <a:gd name="adj" fmla="val 4653"/>
            </a:avLst>
          </a:prstGeom>
          <a:solidFill>
            <a:schemeClr val="bg1"/>
          </a:solidFill>
        </p:spPr>
        <p:txBody>
          <a:bodyPr wrap="square" tIns="144000">
            <a:noAutofit/>
          </a:bodyPr>
          <a:lstStyle>
            <a:lvl1pPr marL="0" indent="0" algn="ctr">
              <a:buNone/>
              <a:defRPr sz="1100" b="0" i="0">
                <a:latin typeface="Bernina Sans Offc" panose="02000000000000000000" pitchFamily="2" charset="77"/>
              </a:defRPr>
            </a:lvl1pPr>
          </a:lstStyle>
          <a:p>
            <a:r>
              <a:rPr lang="en-CA"/>
              <a:t>Drag a photo onto the slide</a:t>
            </a:r>
          </a:p>
        </p:txBody>
      </p:sp>
      <p:sp>
        <p:nvSpPr>
          <p:cNvPr id="14" name="Date Placeholder 13">
            <a:extLst>
              <a:ext uri="{FF2B5EF4-FFF2-40B4-BE49-F238E27FC236}">
                <a16:creationId xmlns:a16="http://schemas.microsoft.com/office/drawing/2014/main" id="{BBF6EE50-02A3-8C36-13AC-1C24E05A067B}"/>
              </a:ext>
            </a:extLst>
          </p:cNvPr>
          <p:cNvSpPr>
            <a:spLocks noGrp="1"/>
          </p:cNvSpPr>
          <p:nvPr>
            <p:ph type="dt" sz="half" idx="55"/>
          </p:nvPr>
        </p:nvSpPr>
        <p:spPr/>
        <p:txBody>
          <a:bodyPr/>
          <a:lstStyle/>
          <a:p>
            <a:endParaRPr lang="en-US"/>
          </a:p>
        </p:txBody>
      </p:sp>
      <p:sp>
        <p:nvSpPr>
          <p:cNvPr id="20" name="Footer Placeholder 19">
            <a:extLst>
              <a:ext uri="{FF2B5EF4-FFF2-40B4-BE49-F238E27FC236}">
                <a16:creationId xmlns:a16="http://schemas.microsoft.com/office/drawing/2014/main" id="{5D3B5BAD-2A30-6429-69A7-0BFD151E552A}"/>
              </a:ext>
            </a:extLst>
          </p:cNvPr>
          <p:cNvSpPr>
            <a:spLocks noGrp="1"/>
          </p:cNvSpPr>
          <p:nvPr>
            <p:ph type="ftr" sz="quarter" idx="56"/>
          </p:nvPr>
        </p:nvSpPr>
        <p:spPr/>
        <p:txBody>
          <a:bodyPr/>
          <a:lstStyle/>
          <a:p>
            <a:r>
              <a:rPr lang="en-US"/>
              <a:t>CONFIDENTIAL</a:t>
            </a:r>
          </a:p>
        </p:txBody>
      </p:sp>
      <p:sp>
        <p:nvSpPr>
          <p:cNvPr id="21" name="Slide Number Placeholder 20">
            <a:extLst>
              <a:ext uri="{FF2B5EF4-FFF2-40B4-BE49-F238E27FC236}">
                <a16:creationId xmlns:a16="http://schemas.microsoft.com/office/drawing/2014/main" id="{3137812B-F226-FFBB-5535-C7FE94675C3D}"/>
              </a:ext>
            </a:extLst>
          </p:cNvPr>
          <p:cNvSpPr>
            <a:spLocks noGrp="1"/>
          </p:cNvSpPr>
          <p:nvPr>
            <p:ph type="sldNum" sz="quarter" idx="57"/>
          </p:nvPr>
        </p:nvSpPr>
        <p:spPr/>
        <p:txBody>
          <a:bodyPr/>
          <a:lstStyle/>
          <a:p>
            <a:fld id="{9FA35C58-AF1F-6E44-9CA6-D1E4B719D256}" type="slidenum">
              <a:rPr lang="en-US"/>
              <a:pPr/>
              <a:t>‹#›</a:t>
            </a:fld>
            <a:endParaRPr lang="en-US"/>
          </a:p>
        </p:txBody>
      </p:sp>
      <p:sp>
        <p:nvSpPr>
          <p:cNvPr id="26" name="divider">
            <a:extLst>
              <a:ext uri="{FF2B5EF4-FFF2-40B4-BE49-F238E27FC236}">
                <a16:creationId xmlns:a16="http://schemas.microsoft.com/office/drawing/2014/main" id="{8598221C-01FD-A378-7290-4C066494E184}"/>
              </a:ext>
            </a:extLst>
          </p:cNvPr>
          <p:cNvSpPr>
            <a:spLocks noGrp="1"/>
          </p:cNvSpPr>
          <p:nvPr>
            <p:ph type="body" sz="quarter" idx="26" hasCustomPrompt="1"/>
          </p:nvPr>
        </p:nvSpPr>
        <p:spPr>
          <a:xfrm>
            <a:off x="6569136" y="443983"/>
            <a:ext cx="36576" cy="1121065"/>
          </a:xfrm>
          <a:gradFill>
            <a:gsLst>
              <a:gs pos="0">
                <a:srgbClr val="9747FF"/>
              </a:gs>
              <a:gs pos="75000">
                <a:srgbClr val="AE70FF"/>
              </a:gs>
              <a:gs pos="50000">
                <a:schemeClr val="accent1"/>
              </a:gs>
              <a:gs pos="100000">
                <a:srgbClr val="3377FF"/>
              </a:gs>
            </a:gsLst>
            <a:lin ang="5400000" scaled="0"/>
          </a:gradFill>
          <a:ln>
            <a:solidFill>
              <a:schemeClr val="bg1">
                <a:alpha val="0"/>
              </a:schemeClr>
            </a:solidFill>
          </a:ln>
        </p:spPr>
        <p:txBody>
          <a:bodyPr/>
          <a:lstStyle>
            <a:lvl1pPr marL="0" indent="0">
              <a:buFont typeface="Arial" panose="020B0604020202020204" pitchFamily="34" charset="0"/>
              <a:buNone/>
              <a:defRPr>
                <a:solidFill>
                  <a:schemeClr val="bg1">
                    <a:alpha val="0"/>
                  </a:schemeClr>
                </a:solidFill>
              </a:defRPr>
            </a:lvl1pPr>
          </a:lstStyle>
          <a:p>
            <a:pPr lvl="0"/>
            <a:r>
              <a:rPr lang="en-US"/>
              <a:t>divider</a:t>
            </a:r>
          </a:p>
        </p:txBody>
      </p:sp>
      <p:sp>
        <p:nvSpPr>
          <p:cNvPr id="27" name="Text Placeholder 17">
            <a:extLst>
              <a:ext uri="{FF2B5EF4-FFF2-40B4-BE49-F238E27FC236}">
                <a16:creationId xmlns:a16="http://schemas.microsoft.com/office/drawing/2014/main" id="{AD171884-40BD-192D-F575-ED0C1B2B18B0}"/>
              </a:ext>
            </a:extLst>
          </p:cNvPr>
          <p:cNvSpPr>
            <a:spLocks noGrp="1"/>
          </p:cNvSpPr>
          <p:nvPr>
            <p:ph type="body" sz="quarter" idx="27"/>
          </p:nvPr>
        </p:nvSpPr>
        <p:spPr>
          <a:xfrm>
            <a:off x="6918426" y="443983"/>
            <a:ext cx="4830659" cy="1121069"/>
          </a:xfrm>
        </p:spPr>
        <p:txBody>
          <a:bodyPr anchor="ctr">
            <a:normAutofit/>
          </a:bodyPr>
          <a:lstStyle>
            <a:lvl1pPr marL="0" indent="0">
              <a:spcBef>
                <a:spcPts val="1800"/>
              </a:spcBef>
              <a:buNone/>
              <a:defRPr sz="1800"/>
            </a:lvl1pPr>
          </a:lstStyle>
          <a:p>
            <a:pPr lvl="0"/>
            <a:r>
              <a:rPr lang="en-US"/>
              <a:t>Click to edit Master text styles</a:t>
            </a:r>
          </a:p>
        </p:txBody>
      </p:sp>
      <p:sp>
        <p:nvSpPr>
          <p:cNvPr id="29" name="Title 28">
            <a:extLst>
              <a:ext uri="{FF2B5EF4-FFF2-40B4-BE49-F238E27FC236}">
                <a16:creationId xmlns:a16="http://schemas.microsoft.com/office/drawing/2014/main" id="{F9630C23-A565-03FE-0CF9-A876D486432F}"/>
              </a:ext>
            </a:extLst>
          </p:cNvPr>
          <p:cNvSpPr>
            <a:spLocks noGrp="1"/>
          </p:cNvSpPr>
          <p:nvPr>
            <p:ph type="title"/>
          </p:nvPr>
        </p:nvSpPr>
        <p:spPr>
          <a:xfrm>
            <a:off x="442914" y="443983"/>
            <a:ext cx="5813508" cy="1121065"/>
          </a:xfrm>
        </p:spPr>
        <p:txBody>
          <a:bodyPr anchor="ctr"/>
          <a:lstStyle/>
          <a:p>
            <a:r>
              <a:rPr lang="en-US"/>
              <a:t>Click to edit Master title style</a:t>
            </a:r>
          </a:p>
        </p:txBody>
      </p:sp>
      <p:sp>
        <p:nvSpPr>
          <p:cNvPr id="30" name="Picture Placeholder 4">
            <a:extLst>
              <a:ext uri="{FF2B5EF4-FFF2-40B4-BE49-F238E27FC236}">
                <a16:creationId xmlns:a16="http://schemas.microsoft.com/office/drawing/2014/main" id="{26C2A1FA-9BB1-668F-4767-4BFCC7E0D641}"/>
              </a:ext>
            </a:extLst>
          </p:cNvPr>
          <p:cNvSpPr>
            <a:spLocks noGrp="1"/>
          </p:cNvSpPr>
          <p:nvPr>
            <p:ph type="pic" sz="quarter" idx="58" hasCustomPrompt="1"/>
          </p:nvPr>
        </p:nvSpPr>
        <p:spPr>
          <a:xfrm>
            <a:off x="4292962" y="1960116"/>
            <a:ext cx="3606076" cy="2039078"/>
          </a:xfrm>
          <a:prstGeom prst="roundRect">
            <a:avLst>
              <a:gd name="adj" fmla="val 4653"/>
            </a:avLst>
          </a:prstGeom>
          <a:solidFill>
            <a:schemeClr val="bg1"/>
          </a:solidFill>
        </p:spPr>
        <p:txBody>
          <a:bodyPr wrap="square" tIns="144000">
            <a:noAutofit/>
          </a:bodyPr>
          <a:lstStyle>
            <a:lvl1pPr marL="0" indent="0" algn="ctr">
              <a:buNone/>
              <a:defRPr sz="1100" b="0" i="0">
                <a:latin typeface="Bernina Sans Offc" panose="02000000000000000000" pitchFamily="2" charset="77"/>
              </a:defRPr>
            </a:lvl1pPr>
          </a:lstStyle>
          <a:p>
            <a:r>
              <a:rPr lang="en-CA"/>
              <a:t>Drag a photo onto the slide</a:t>
            </a:r>
          </a:p>
        </p:txBody>
      </p:sp>
      <p:sp>
        <p:nvSpPr>
          <p:cNvPr id="31" name="Picture Placeholder 4">
            <a:extLst>
              <a:ext uri="{FF2B5EF4-FFF2-40B4-BE49-F238E27FC236}">
                <a16:creationId xmlns:a16="http://schemas.microsoft.com/office/drawing/2014/main" id="{255CDCA8-44C5-7072-C67E-832F1331C321}"/>
              </a:ext>
            </a:extLst>
          </p:cNvPr>
          <p:cNvSpPr>
            <a:spLocks noGrp="1"/>
          </p:cNvSpPr>
          <p:nvPr>
            <p:ph type="pic" sz="quarter" idx="59" hasCustomPrompt="1"/>
          </p:nvPr>
        </p:nvSpPr>
        <p:spPr>
          <a:xfrm>
            <a:off x="8143009" y="1960116"/>
            <a:ext cx="3606076" cy="2039078"/>
          </a:xfrm>
          <a:prstGeom prst="roundRect">
            <a:avLst>
              <a:gd name="adj" fmla="val 4653"/>
            </a:avLst>
          </a:prstGeom>
          <a:solidFill>
            <a:schemeClr val="bg1"/>
          </a:solidFill>
        </p:spPr>
        <p:txBody>
          <a:bodyPr wrap="square" tIns="144000">
            <a:noAutofit/>
          </a:bodyPr>
          <a:lstStyle>
            <a:lvl1pPr marL="0" indent="0" algn="ctr">
              <a:buNone/>
              <a:defRPr sz="1100" b="0" i="0">
                <a:latin typeface="Bernina Sans Offc" panose="02000000000000000000" pitchFamily="2" charset="77"/>
              </a:defRPr>
            </a:lvl1pPr>
          </a:lstStyle>
          <a:p>
            <a:r>
              <a:rPr lang="en-CA"/>
              <a:t>Drag a photo onto the slide</a:t>
            </a:r>
          </a:p>
        </p:txBody>
      </p:sp>
      <p:sp>
        <p:nvSpPr>
          <p:cNvPr id="32" name="Picture Placeholder 4">
            <a:extLst>
              <a:ext uri="{FF2B5EF4-FFF2-40B4-BE49-F238E27FC236}">
                <a16:creationId xmlns:a16="http://schemas.microsoft.com/office/drawing/2014/main" id="{2CA74E1E-17AD-A1E2-3F37-EE62EBB1A920}"/>
              </a:ext>
            </a:extLst>
          </p:cNvPr>
          <p:cNvSpPr>
            <a:spLocks noGrp="1"/>
          </p:cNvSpPr>
          <p:nvPr>
            <p:ph type="pic" sz="quarter" idx="60" hasCustomPrompt="1"/>
          </p:nvPr>
        </p:nvSpPr>
        <p:spPr>
          <a:xfrm>
            <a:off x="442914" y="4225666"/>
            <a:ext cx="3606076" cy="2039078"/>
          </a:xfrm>
          <a:prstGeom prst="roundRect">
            <a:avLst>
              <a:gd name="adj" fmla="val 4653"/>
            </a:avLst>
          </a:prstGeom>
          <a:solidFill>
            <a:schemeClr val="bg1"/>
          </a:solidFill>
        </p:spPr>
        <p:txBody>
          <a:bodyPr wrap="square" tIns="144000">
            <a:noAutofit/>
          </a:bodyPr>
          <a:lstStyle>
            <a:lvl1pPr marL="0" indent="0" algn="ctr">
              <a:buNone/>
              <a:defRPr sz="1100" b="0" i="0">
                <a:latin typeface="Bernina Sans Offc" panose="02000000000000000000" pitchFamily="2" charset="77"/>
              </a:defRPr>
            </a:lvl1pPr>
          </a:lstStyle>
          <a:p>
            <a:r>
              <a:rPr lang="en-CA"/>
              <a:t>Drag a photo onto the slide</a:t>
            </a:r>
          </a:p>
        </p:txBody>
      </p:sp>
      <p:sp>
        <p:nvSpPr>
          <p:cNvPr id="33" name="Picture Placeholder 4">
            <a:extLst>
              <a:ext uri="{FF2B5EF4-FFF2-40B4-BE49-F238E27FC236}">
                <a16:creationId xmlns:a16="http://schemas.microsoft.com/office/drawing/2014/main" id="{6DA230EF-D75E-3C31-65FD-A1680EB96F26}"/>
              </a:ext>
            </a:extLst>
          </p:cNvPr>
          <p:cNvSpPr>
            <a:spLocks noGrp="1"/>
          </p:cNvSpPr>
          <p:nvPr>
            <p:ph type="pic" sz="quarter" idx="61" hasCustomPrompt="1"/>
          </p:nvPr>
        </p:nvSpPr>
        <p:spPr>
          <a:xfrm>
            <a:off x="4292962" y="4225666"/>
            <a:ext cx="3606076" cy="2039078"/>
          </a:xfrm>
          <a:prstGeom prst="roundRect">
            <a:avLst>
              <a:gd name="adj" fmla="val 4653"/>
            </a:avLst>
          </a:prstGeom>
          <a:solidFill>
            <a:schemeClr val="bg1"/>
          </a:solidFill>
        </p:spPr>
        <p:txBody>
          <a:bodyPr wrap="square" tIns="144000">
            <a:noAutofit/>
          </a:bodyPr>
          <a:lstStyle>
            <a:lvl1pPr marL="0" indent="0" algn="ctr">
              <a:buNone/>
              <a:defRPr sz="1100" b="0" i="0">
                <a:latin typeface="Bernina Sans Offc" panose="02000000000000000000" pitchFamily="2" charset="77"/>
              </a:defRPr>
            </a:lvl1pPr>
          </a:lstStyle>
          <a:p>
            <a:r>
              <a:rPr lang="en-CA"/>
              <a:t>Drag a photo onto the slide</a:t>
            </a:r>
          </a:p>
        </p:txBody>
      </p:sp>
      <p:sp>
        <p:nvSpPr>
          <p:cNvPr id="36" name="Picture Placeholder 4">
            <a:extLst>
              <a:ext uri="{FF2B5EF4-FFF2-40B4-BE49-F238E27FC236}">
                <a16:creationId xmlns:a16="http://schemas.microsoft.com/office/drawing/2014/main" id="{28621A6D-AFDC-C9EC-66A8-CA8F0DDF2A37}"/>
              </a:ext>
            </a:extLst>
          </p:cNvPr>
          <p:cNvSpPr>
            <a:spLocks noGrp="1"/>
          </p:cNvSpPr>
          <p:nvPr>
            <p:ph type="pic" sz="quarter" idx="62" hasCustomPrompt="1"/>
          </p:nvPr>
        </p:nvSpPr>
        <p:spPr>
          <a:xfrm>
            <a:off x="8143009" y="4225666"/>
            <a:ext cx="3606076" cy="2039078"/>
          </a:xfrm>
          <a:prstGeom prst="roundRect">
            <a:avLst>
              <a:gd name="adj" fmla="val 4653"/>
            </a:avLst>
          </a:prstGeom>
          <a:solidFill>
            <a:schemeClr val="bg1"/>
          </a:solidFill>
        </p:spPr>
        <p:txBody>
          <a:bodyPr wrap="square" tIns="144000">
            <a:noAutofit/>
          </a:bodyPr>
          <a:lstStyle>
            <a:lvl1pPr marL="0" indent="0" algn="ctr">
              <a:buNone/>
              <a:defRPr sz="1100" b="0" i="0">
                <a:latin typeface="Bernina Sans Offc" panose="02000000000000000000" pitchFamily="2" charset="77"/>
              </a:defRPr>
            </a:lvl1pPr>
          </a:lstStyle>
          <a:p>
            <a:r>
              <a:rPr lang="en-CA"/>
              <a:t>Drag a photo onto the slide</a:t>
            </a:r>
          </a:p>
        </p:txBody>
      </p:sp>
    </p:spTree>
    <p:extLst>
      <p:ext uri="{BB962C8B-B14F-4D97-AF65-F5344CB8AC3E}">
        <p14:creationId xmlns:p14="http://schemas.microsoft.com/office/powerpoint/2010/main" val="120590760"/>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anner + 3 columns">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F5F3B203-9796-2795-779D-4ECB3F7A3728}"/>
              </a:ext>
            </a:extLst>
          </p:cNvPr>
          <p:cNvSpPr>
            <a:spLocks noGrp="1"/>
          </p:cNvSpPr>
          <p:nvPr>
            <p:ph type="body" sz="quarter" idx="60"/>
          </p:nvPr>
        </p:nvSpPr>
        <p:spPr>
          <a:xfrm>
            <a:off x="442913" y="4321175"/>
            <a:ext cx="3606077" cy="1917700"/>
          </a:xfrm>
          <a:noFill/>
          <a:ln w="25400">
            <a:gradFill>
              <a:gsLst>
                <a:gs pos="0">
                  <a:schemeClr val="accent1"/>
                </a:gs>
                <a:gs pos="100000">
                  <a:schemeClr val="accent2"/>
                </a:gs>
              </a:gsLst>
              <a:lin ang="10800000" scaled="0"/>
            </a:grad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lvl1pPr>
              <a:defRPr kumimoji="0" lang="en-US" sz="900" u="none" strike="noStrike" cap="none" spc="150" normalizeH="0" baseline="0">
                <a:ln>
                  <a:noFill/>
                </a:ln>
                <a:noFill/>
                <a:effectLst/>
                <a:uLnTx/>
                <a:uFillTx/>
                <a:latin typeface="Bernina Sans Offc" panose="02000000000000000000" pitchFamily="2" charset="77"/>
              </a:defRPr>
            </a:lvl1pPr>
          </a:lstStyle>
          <a:p>
            <a:pPr marL="0" marR="0" lvl="0" indent="0" algn="ctr" fontAlgn="auto">
              <a:lnSpc>
                <a:spcPct val="100000"/>
              </a:lnSpc>
              <a:spcBef>
                <a:spcPts val="0"/>
              </a:spcBef>
              <a:spcAft>
                <a:spcPts val="0"/>
              </a:spcAft>
              <a:buClrTx/>
              <a:buSzTx/>
              <a:buFontTx/>
              <a:buNone/>
            </a:pPr>
            <a:endParaRPr lang="en-US"/>
          </a:p>
        </p:txBody>
      </p:sp>
      <p:sp>
        <p:nvSpPr>
          <p:cNvPr id="20" name="Text Placeholder 10">
            <a:extLst>
              <a:ext uri="{FF2B5EF4-FFF2-40B4-BE49-F238E27FC236}">
                <a16:creationId xmlns:a16="http://schemas.microsoft.com/office/drawing/2014/main" id="{2C8620CC-A3C1-EC52-BAE7-93D11E87E798}"/>
              </a:ext>
            </a:extLst>
          </p:cNvPr>
          <p:cNvSpPr>
            <a:spLocks noGrp="1"/>
          </p:cNvSpPr>
          <p:nvPr>
            <p:ph type="body" sz="quarter" idx="64"/>
          </p:nvPr>
        </p:nvSpPr>
        <p:spPr>
          <a:xfrm>
            <a:off x="4292961" y="4321175"/>
            <a:ext cx="3606077" cy="1917700"/>
          </a:xfrm>
          <a:noFill/>
          <a:ln w="25400">
            <a:gradFill>
              <a:gsLst>
                <a:gs pos="0">
                  <a:schemeClr val="accent1"/>
                </a:gs>
                <a:gs pos="100000">
                  <a:schemeClr val="accent2"/>
                </a:gs>
              </a:gsLst>
              <a:lin ang="10800000" scaled="0"/>
            </a:grad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lvl1pPr>
              <a:defRPr kumimoji="0" lang="en-US" sz="900" u="none" strike="noStrike" cap="none" spc="150" normalizeH="0" baseline="0">
                <a:ln>
                  <a:noFill/>
                </a:ln>
                <a:noFill/>
                <a:effectLst/>
                <a:uLnTx/>
                <a:uFillTx/>
                <a:latin typeface="Bernina Sans Offc" panose="02000000000000000000" pitchFamily="2" charset="77"/>
              </a:defRPr>
            </a:lvl1pPr>
          </a:lstStyle>
          <a:p>
            <a:pPr marL="0" marR="0" lvl="0" indent="0" algn="ctr" fontAlgn="auto">
              <a:lnSpc>
                <a:spcPct val="100000"/>
              </a:lnSpc>
              <a:spcBef>
                <a:spcPts val="0"/>
              </a:spcBef>
              <a:spcAft>
                <a:spcPts val="0"/>
              </a:spcAft>
              <a:buClrTx/>
              <a:buSzTx/>
              <a:buFontTx/>
              <a:buNone/>
            </a:pPr>
            <a:endParaRPr lang="en-US"/>
          </a:p>
        </p:txBody>
      </p:sp>
      <p:sp>
        <p:nvSpPr>
          <p:cNvPr id="25" name="Text Placeholder 10">
            <a:extLst>
              <a:ext uri="{FF2B5EF4-FFF2-40B4-BE49-F238E27FC236}">
                <a16:creationId xmlns:a16="http://schemas.microsoft.com/office/drawing/2014/main" id="{3C46B393-ED72-B8A6-0950-5FF8029DB0B4}"/>
              </a:ext>
            </a:extLst>
          </p:cNvPr>
          <p:cNvSpPr>
            <a:spLocks noGrp="1"/>
          </p:cNvSpPr>
          <p:nvPr>
            <p:ph type="body" sz="quarter" idx="68"/>
          </p:nvPr>
        </p:nvSpPr>
        <p:spPr>
          <a:xfrm>
            <a:off x="8143008" y="4321175"/>
            <a:ext cx="3606077" cy="1917700"/>
          </a:xfrm>
          <a:noFill/>
          <a:ln w="25400">
            <a:gradFill>
              <a:gsLst>
                <a:gs pos="0">
                  <a:schemeClr val="accent1"/>
                </a:gs>
                <a:gs pos="100000">
                  <a:schemeClr val="accent2"/>
                </a:gs>
              </a:gsLst>
              <a:lin ang="10800000" scaled="0"/>
            </a:grad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lvl1pPr>
              <a:defRPr kumimoji="0" lang="en-US" sz="900" u="none" strike="noStrike" cap="none" spc="150" normalizeH="0" baseline="0">
                <a:ln>
                  <a:noFill/>
                </a:ln>
                <a:noFill/>
                <a:effectLst/>
                <a:uLnTx/>
                <a:uFillTx/>
                <a:latin typeface="Bernina Sans Offc" panose="02000000000000000000" pitchFamily="2" charset="77"/>
              </a:defRPr>
            </a:lvl1pPr>
          </a:lstStyle>
          <a:p>
            <a:pPr marL="0" marR="0" lvl="0" indent="0" algn="ctr" fontAlgn="auto">
              <a:lnSpc>
                <a:spcPct val="100000"/>
              </a:lnSpc>
              <a:spcBef>
                <a:spcPts val="0"/>
              </a:spcBef>
              <a:spcAft>
                <a:spcPts val="0"/>
              </a:spcAft>
              <a:buClrTx/>
              <a:buSzTx/>
              <a:buFontTx/>
              <a:buNone/>
            </a:pPr>
            <a:endParaRPr lang="en-US"/>
          </a:p>
        </p:txBody>
      </p:sp>
      <p:sp>
        <p:nvSpPr>
          <p:cNvPr id="3" name="Date Placeholder 2">
            <a:extLst>
              <a:ext uri="{FF2B5EF4-FFF2-40B4-BE49-F238E27FC236}">
                <a16:creationId xmlns:a16="http://schemas.microsoft.com/office/drawing/2014/main" id="{4C1E83A8-D6AC-65A3-7D58-F401207F92E1}"/>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65CC95C0-79DE-2E40-A799-883725329473}"/>
              </a:ext>
            </a:extLst>
          </p:cNvPr>
          <p:cNvSpPr>
            <a:spLocks noGrp="1"/>
          </p:cNvSpPr>
          <p:nvPr>
            <p:ph type="ftr" sz="quarter" idx="11"/>
          </p:nvPr>
        </p:nvSpPr>
        <p:spPr/>
        <p:txBody>
          <a:bodyPr/>
          <a:lstStyle/>
          <a:p>
            <a:r>
              <a:rPr lang="en-US"/>
              <a:t>CONFIDENTIAL</a:t>
            </a:r>
          </a:p>
        </p:txBody>
      </p:sp>
      <p:sp>
        <p:nvSpPr>
          <p:cNvPr id="5" name="Slide Number Placeholder 4">
            <a:extLst>
              <a:ext uri="{FF2B5EF4-FFF2-40B4-BE49-F238E27FC236}">
                <a16:creationId xmlns:a16="http://schemas.microsoft.com/office/drawing/2014/main" id="{7CA4F288-309E-8E4A-B044-F44D97BFA7B8}"/>
              </a:ext>
            </a:extLst>
          </p:cNvPr>
          <p:cNvSpPr>
            <a:spLocks noGrp="1"/>
          </p:cNvSpPr>
          <p:nvPr>
            <p:ph type="sldNum" sz="quarter" idx="12"/>
          </p:nvPr>
        </p:nvSpPr>
        <p:spPr/>
        <p:txBody>
          <a:bodyPr/>
          <a:lstStyle/>
          <a:p>
            <a:fld id="{9FA35C58-AF1F-6E44-9CA6-D1E4B719D256}" type="slidenum">
              <a:rPr lang="en-US"/>
              <a:pPr/>
              <a:t>‹#›</a:t>
            </a:fld>
            <a:endParaRPr lang="en-US"/>
          </a:p>
        </p:txBody>
      </p:sp>
      <p:sp>
        <p:nvSpPr>
          <p:cNvPr id="15" name="Text Placeholder 14">
            <a:extLst>
              <a:ext uri="{FF2B5EF4-FFF2-40B4-BE49-F238E27FC236}">
                <a16:creationId xmlns:a16="http://schemas.microsoft.com/office/drawing/2014/main" id="{15A08654-BEAE-97F4-E865-2635F5CC4348}"/>
              </a:ext>
            </a:extLst>
          </p:cNvPr>
          <p:cNvSpPr>
            <a:spLocks noGrp="1"/>
          </p:cNvSpPr>
          <p:nvPr>
            <p:ph type="body" sz="quarter" idx="61" hasCustomPrompt="1"/>
          </p:nvPr>
        </p:nvSpPr>
        <p:spPr>
          <a:xfrm>
            <a:off x="708209" y="4921994"/>
            <a:ext cx="3075484" cy="262764"/>
          </a:xfrm>
        </p:spPr>
        <p:txBody>
          <a:bodyPr wrap="square" anchor="b">
            <a:spAutoFit/>
          </a:bodyPr>
          <a:lstStyle>
            <a:lvl1pPr marL="0" indent="0" algn="ctr">
              <a:buNone/>
              <a:defRPr sz="1800">
                <a:latin typeface="+mj-lt"/>
              </a:defRPr>
            </a:lvl1pPr>
          </a:lstStyle>
          <a:p>
            <a:pPr lvl="0"/>
            <a:r>
              <a:rPr lang="en-US"/>
              <a:t>Lorem ipsum</a:t>
            </a:r>
          </a:p>
        </p:txBody>
      </p:sp>
      <p:sp>
        <p:nvSpPr>
          <p:cNvPr id="16" name="Text Placeholder 14">
            <a:extLst>
              <a:ext uri="{FF2B5EF4-FFF2-40B4-BE49-F238E27FC236}">
                <a16:creationId xmlns:a16="http://schemas.microsoft.com/office/drawing/2014/main" id="{1934EDA9-E750-3CB3-4FC3-A422EFDB21D4}"/>
              </a:ext>
            </a:extLst>
          </p:cNvPr>
          <p:cNvSpPr>
            <a:spLocks noGrp="1"/>
          </p:cNvSpPr>
          <p:nvPr>
            <p:ph type="body" sz="quarter" idx="62" hasCustomPrompt="1"/>
          </p:nvPr>
        </p:nvSpPr>
        <p:spPr>
          <a:xfrm>
            <a:off x="708209" y="5311811"/>
            <a:ext cx="3075484" cy="678327"/>
          </a:xfrm>
        </p:spPr>
        <p:txBody>
          <a:bodyPr wrap="square" anchor="t">
            <a:spAutoFit/>
          </a:bodyPr>
          <a:lstStyle>
            <a:lvl1pPr marL="0" indent="0" algn="ctr">
              <a:buNone/>
              <a:defRPr sz="1400">
                <a:latin typeface="+mn-lt"/>
              </a:defRPr>
            </a:lvl1pPr>
          </a:lstStyle>
          <a:p>
            <a:pPr lvl="0"/>
            <a:r>
              <a:rPr lang="en-US"/>
              <a:t>Lorem ipsum dolor sit amet, consectetur adipiscing elit, sed do eiusmod tempor</a:t>
            </a:r>
          </a:p>
        </p:txBody>
      </p:sp>
      <p:sp>
        <p:nvSpPr>
          <p:cNvPr id="34" name="Text Placeholder 32">
            <a:extLst>
              <a:ext uri="{FF2B5EF4-FFF2-40B4-BE49-F238E27FC236}">
                <a16:creationId xmlns:a16="http://schemas.microsoft.com/office/drawing/2014/main" id="{C50086BC-D945-245D-6DC7-A3D842F3B6BE}"/>
              </a:ext>
            </a:extLst>
          </p:cNvPr>
          <p:cNvSpPr>
            <a:spLocks noGrp="1"/>
          </p:cNvSpPr>
          <p:nvPr>
            <p:ph type="body" sz="quarter" idx="74"/>
          </p:nvPr>
        </p:nvSpPr>
        <p:spPr>
          <a:xfrm>
            <a:off x="5627688" y="3752493"/>
            <a:ext cx="936625" cy="936625"/>
          </a:xfrm>
          <a:prstGeom prst="ellipse">
            <a:avLst/>
          </a:prstGeom>
          <a:solidFill>
            <a:schemeClr val="bg1"/>
          </a:solidFill>
          <a:ln>
            <a:solidFill>
              <a:schemeClr val="bg1">
                <a:alpha val="0"/>
              </a:schemeClr>
            </a:solidFill>
          </a:ln>
        </p:spPr>
        <p:txBody>
          <a:bodyPr/>
          <a:lstStyle>
            <a:lvl1pPr marL="0" indent="0">
              <a:buNone/>
              <a:defRPr>
                <a:noFill/>
              </a:defRPr>
            </a:lvl1pPr>
          </a:lstStyle>
          <a:p>
            <a:pPr lvl="0"/>
            <a:endParaRPr lang="en-US"/>
          </a:p>
        </p:txBody>
      </p:sp>
      <p:sp>
        <p:nvSpPr>
          <p:cNvPr id="35" name="Text Placeholder 32">
            <a:extLst>
              <a:ext uri="{FF2B5EF4-FFF2-40B4-BE49-F238E27FC236}">
                <a16:creationId xmlns:a16="http://schemas.microsoft.com/office/drawing/2014/main" id="{9215F8CF-8D7C-979F-0F48-CD3804E6D888}"/>
              </a:ext>
            </a:extLst>
          </p:cNvPr>
          <p:cNvSpPr>
            <a:spLocks noGrp="1"/>
          </p:cNvSpPr>
          <p:nvPr>
            <p:ph type="body" sz="quarter" idx="75"/>
          </p:nvPr>
        </p:nvSpPr>
        <p:spPr>
          <a:xfrm>
            <a:off x="9477734" y="3752493"/>
            <a:ext cx="936625" cy="936625"/>
          </a:xfrm>
          <a:prstGeom prst="ellipse">
            <a:avLst/>
          </a:prstGeom>
          <a:solidFill>
            <a:schemeClr val="bg1"/>
          </a:solidFill>
          <a:ln>
            <a:solidFill>
              <a:schemeClr val="bg1">
                <a:alpha val="0"/>
              </a:schemeClr>
            </a:solidFill>
          </a:ln>
        </p:spPr>
        <p:txBody>
          <a:bodyPr/>
          <a:lstStyle>
            <a:lvl1pPr marL="0" indent="0">
              <a:buNone/>
              <a:defRPr>
                <a:noFill/>
              </a:defRPr>
            </a:lvl1pPr>
          </a:lstStyle>
          <a:p>
            <a:pPr lvl="0"/>
            <a:endParaRPr lang="en-US"/>
          </a:p>
        </p:txBody>
      </p:sp>
      <p:sp>
        <p:nvSpPr>
          <p:cNvPr id="33" name="Text Placeholder 32">
            <a:extLst>
              <a:ext uri="{FF2B5EF4-FFF2-40B4-BE49-F238E27FC236}">
                <a16:creationId xmlns:a16="http://schemas.microsoft.com/office/drawing/2014/main" id="{F8FF6473-C21F-54B0-D09E-CF3D645054D5}"/>
              </a:ext>
            </a:extLst>
          </p:cNvPr>
          <p:cNvSpPr>
            <a:spLocks noGrp="1"/>
          </p:cNvSpPr>
          <p:nvPr>
            <p:ph type="body" sz="quarter" idx="73"/>
          </p:nvPr>
        </p:nvSpPr>
        <p:spPr>
          <a:xfrm>
            <a:off x="1777639" y="3752493"/>
            <a:ext cx="936625" cy="936625"/>
          </a:xfrm>
          <a:prstGeom prst="ellipse">
            <a:avLst/>
          </a:prstGeom>
          <a:solidFill>
            <a:schemeClr val="bg1"/>
          </a:solidFill>
          <a:ln>
            <a:solidFill>
              <a:schemeClr val="bg1">
                <a:alpha val="0"/>
              </a:schemeClr>
            </a:solidFill>
          </a:ln>
        </p:spPr>
        <p:txBody>
          <a:bodyPr/>
          <a:lstStyle>
            <a:lvl1pPr marL="0" indent="0">
              <a:buNone/>
              <a:defRPr>
                <a:noFill/>
              </a:defRPr>
            </a:lvl1pPr>
          </a:lstStyle>
          <a:p>
            <a:pPr lvl="0"/>
            <a:endParaRPr lang="en-US"/>
          </a:p>
        </p:txBody>
      </p:sp>
      <p:sp>
        <p:nvSpPr>
          <p:cNvPr id="21" name="Text Placeholder 14">
            <a:extLst>
              <a:ext uri="{FF2B5EF4-FFF2-40B4-BE49-F238E27FC236}">
                <a16:creationId xmlns:a16="http://schemas.microsoft.com/office/drawing/2014/main" id="{7BCEBF06-899C-C2BE-B0AB-A1275075EA62}"/>
              </a:ext>
            </a:extLst>
          </p:cNvPr>
          <p:cNvSpPr>
            <a:spLocks noGrp="1"/>
          </p:cNvSpPr>
          <p:nvPr>
            <p:ph type="body" sz="quarter" idx="65" hasCustomPrompt="1"/>
          </p:nvPr>
        </p:nvSpPr>
        <p:spPr>
          <a:xfrm>
            <a:off x="4558258" y="4921994"/>
            <a:ext cx="3075484" cy="262764"/>
          </a:xfrm>
        </p:spPr>
        <p:txBody>
          <a:bodyPr wrap="square" anchor="b">
            <a:spAutoFit/>
          </a:bodyPr>
          <a:lstStyle>
            <a:lvl1pPr marL="0" indent="0" algn="ctr">
              <a:buNone/>
              <a:defRPr sz="1800">
                <a:latin typeface="+mj-lt"/>
              </a:defRPr>
            </a:lvl1pPr>
          </a:lstStyle>
          <a:p>
            <a:pPr lvl="0"/>
            <a:r>
              <a:rPr lang="en-US"/>
              <a:t>Lorem ipsum</a:t>
            </a:r>
          </a:p>
        </p:txBody>
      </p:sp>
      <p:sp>
        <p:nvSpPr>
          <p:cNvPr id="22" name="Text Placeholder 14">
            <a:extLst>
              <a:ext uri="{FF2B5EF4-FFF2-40B4-BE49-F238E27FC236}">
                <a16:creationId xmlns:a16="http://schemas.microsoft.com/office/drawing/2014/main" id="{E0B791FB-422C-E6C0-D83B-F1BBBFEAA642}"/>
              </a:ext>
            </a:extLst>
          </p:cNvPr>
          <p:cNvSpPr>
            <a:spLocks noGrp="1"/>
          </p:cNvSpPr>
          <p:nvPr>
            <p:ph type="body" sz="quarter" idx="66" hasCustomPrompt="1"/>
          </p:nvPr>
        </p:nvSpPr>
        <p:spPr>
          <a:xfrm>
            <a:off x="4558258" y="5311811"/>
            <a:ext cx="3075484" cy="678327"/>
          </a:xfrm>
        </p:spPr>
        <p:txBody>
          <a:bodyPr wrap="square" anchor="t">
            <a:spAutoFit/>
          </a:bodyPr>
          <a:lstStyle>
            <a:lvl1pPr marL="0" indent="0" algn="ctr">
              <a:buNone/>
              <a:defRPr sz="1400">
                <a:latin typeface="+mn-lt"/>
              </a:defRPr>
            </a:lvl1pPr>
          </a:lstStyle>
          <a:p>
            <a:pPr lvl="0"/>
            <a:r>
              <a:rPr lang="en-US"/>
              <a:t>Lorem ipsum dolor sit amet, consectetur adipiscing elit, sed do eiusmod tempor</a:t>
            </a:r>
          </a:p>
        </p:txBody>
      </p:sp>
      <p:sp>
        <p:nvSpPr>
          <p:cNvPr id="26" name="Text Placeholder 14">
            <a:extLst>
              <a:ext uri="{FF2B5EF4-FFF2-40B4-BE49-F238E27FC236}">
                <a16:creationId xmlns:a16="http://schemas.microsoft.com/office/drawing/2014/main" id="{39F60032-400D-58CC-4946-273C64817BCA}"/>
              </a:ext>
            </a:extLst>
          </p:cNvPr>
          <p:cNvSpPr>
            <a:spLocks noGrp="1"/>
          </p:cNvSpPr>
          <p:nvPr>
            <p:ph type="body" sz="quarter" idx="69" hasCustomPrompt="1"/>
          </p:nvPr>
        </p:nvSpPr>
        <p:spPr>
          <a:xfrm>
            <a:off x="8408304" y="4921994"/>
            <a:ext cx="3075484" cy="262764"/>
          </a:xfrm>
        </p:spPr>
        <p:txBody>
          <a:bodyPr wrap="square" anchor="b">
            <a:spAutoFit/>
          </a:bodyPr>
          <a:lstStyle>
            <a:lvl1pPr marL="0" indent="0" algn="ctr">
              <a:buNone/>
              <a:defRPr sz="1800">
                <a:latin typeface="+mj-lt"/>
              </a:defRPr>
            </a:lvl1pPr>
          </a:lstStyle>
          <a:p>
            <a:pPr lvl="0"/>
            <a:r>
              <a:rPr lang="en-US"/>
              <a:t>Lorem ipsum</a:t>
            </a:r>
          </a:p>
        </p:txBody>
      </p:sp>
      <p:sp>
        <p:nvSpPr>
          <p:cNvPr id="27" name="Text Placeholder 14">
            <a:extLst>
              <a:ext uri="{FF2B5EF4-FFF2-40B4-BE49-F238E27FC236}">
                <a16:creationId xmlns:a16="http://schemas.microsoft.com/office/drawing/2014/main" id="{ED928D62-19C0-8FA3-5007-709395DC457F}"/>
              </a:ext>
            </a:extLst>
          </p:cNvPr>
          <p:cNvSpPr>
            <a:spLocks noGrp="1"/>
          </p:cNvSpPr>
          <p:nvPr>
            <p:ph type="body" sz="quarter" idx="70" hasCustomPrompt="1"/>
          </p:nvPr>
        </p:nvSpPr>
        <p:spPr>
          <a:xfrm>
            <a:off x="8408304" y="5311811"/>
            <a:ext cx="3075484" cy="678327"/>
          </a:xfrm>
        </p:spPr>
        <p:txBody>
          <a:bodyPr wrap="square" anchor="t">
            <a:spAutoFit/>
          </a:bodyPr>
          <a:lstStyle>
            <a:lvl1pPr marL="0" indent="0" algn="ctr">
              <a:buNone/>
              <a:defRPr sz="1400">
                <a:latin typeface="+mn-lt"/>
              </a:defRPr>
            </a:lvl1pPr>
          </a:lstStyle>
          <a:p>
            <a:pPr lvl="0"/>
            <a:r>
              <a:rPr lang="en-US"/>
              <a:t>Lorem ipsum dolor sit amet, consectetur adipiscing elit, sed do eiusmod tempor</a:t>
            </a:r>
          </a:p>
        </p:txBody>
      </p:sp>
      <p:sp>
        <p:nvSpPr>
          <p:cNvPr id="19" name="Picture Placeholder 18">
            <a:extLst>
              <a:ext uri="{FF2B5EF4-FFF2-40B4-BE49-F238E27FC236}">
                <a16:creationId xmlns:a16="http://schemas.microsoft.com/office/drawing/2014/main" id="{55A8A408-F372-8E4D-79C6-864EDE9B3F28}"/>
              </a:ext>
            </a:extLst>
          </p:cNvPr>
          <p:cNvSpPr>
            <a:spLocks noGrp="1"/>
          </p:cNvSpPr>
          <p:nvPr>
            <p:ph type="pic" sz="quarter" idx="63"/>
          </p:nvPr>
        </p:nvSpPr>
        <p:spPr>
          <a:xfrm>
            <a:off x="1974489" y="3949343"/>
            <a:ext cx="542925" cy="542925"/>
          </a:xfrm>
        </p:spPr>
        <p:txBody>
          <a:bodyPr>
            <a:normAutofit/>
          </a:bodyPr>
          <a:lstStyle>
            <a:lvl1pPr marL="0" indent="0">
              <a:buNone/>
              <a:defRPr sz="800">
                <a:solidFill>
                  <a:schemeClr val="tx1"/>
                </a:solidFill>
              </a:defRPr>
            </a:lvl1pPr>
          </a:lstStyle>
          <a:p>
            <a:endParaRPr lang="en-US"/>
          </a:p>
        </p:txBody>
      </p:sp>
      <p:sp>
        <p:nvSpPr>
          <p:cNvPr id="24" name="Picture Placeholder 18">
            <a:extLst>
              <a:ext uri="{FF2B5EF4-FFF2-40B4-BE49-F238E27FC236}">
                <a16:creationId xmlns:a16="http://schemas.microsoft.com/office/drawing/2014/main" id="{4F56FEFE-1A94-F97F-FD2D-67C3BABE0816}"/>
              </a:ext>
            </a:extLst>
          </p:cNvPr>
          <p:cNvSpPr>
            <a:spLocks noGrp="1"/>
          </p:cNvSpPr>
          <p:nvPr>
            <p:ph type="pic" sz="quarter" idx="67"/>
          </p:nvPr>
        </p:nvSpPr>
        <p:spPr>
          <a:xfrm>
            <a:off x="5824538" y="3949343"/>
            <a:ext cx="542925" cy="542925"/>
          </a:xfrm>
        </p:spPr>
        <p:txBody>
          <a:bodyPr>
            <a:normAutofit/>
          </a:bodyPr>
          <a:lstStyle>
            <a:lvl1pPr marL="0" indent="0">
              <a:buNone/>
              <a:defRPr sz="800">
                <a:solidFill>
                  <a:schemeClr val="tx1"/>
                </a:solidFill>
              </a:defRPr>
            </a:lvl1pPr>
          </a:lstStyle>
          <a:p>
            <a:endParaRPr lang="en-US"/>
          </a:p>
        </p:txBody>
      </p:sp>
      <p:sp>
        <p:nvSpPr>
          <p:cNvPr id="29" name="Picture Placeholder 18">
            <a:extLst>
              <a:ext uri="{FF2B5EF4-FFF2-40B4-BE49-F238E27FC236}">
                <a16:creationId xmlns:a16="http://schemas.microsoft.com/office/drawing/2014/main" id="{CF63A741-FA86-D360-DC04-EF9F54A82D5D}"/>
              </a:ext>
            </a:extLst>
          </p:cNvPr>
          <p:cNvSpPr>
            <a:spLocks noGrp="1"/>
          </p:cNvSpPr>
          <p:nvPr>
            <p:ph type="pic" sz="quarter" idx="71"/>
          </p:nvPr>
        </p:nvSpPr>
        <p:spPr>
          <a:xfrm>
            <a:off x="9674584" y="3949343"/>
            <a:ext cx="542925" cy="542925"/>
          </a:xfrm>
        </p:spPr>
        <p:txBody>
          <a:bodyPr>
            <a:normAutofit/>
          </a:bodyPr>
          <a:lstStyle>
            <a:lvl1pPr marL="0" indent="0">
              <a:buNone/>
              <a:defRPr sz="800">
                <a:solidFill>
                  <a:schemeClr val="tx1"/>
                </a:solidFill>
              </a:defRPr>
            </a:lvl1pPr>
          </a:lstStyle>
          <a:p>
            <a:endParaRPr lang="en-US"/>
          </a:p>
        </p:txBody>
      </p:sp>
      <p:sp>
        <p:nvSpPr>
          <p:cNvPr id="31" name="Picture Placeholder 30">
            <a:extLst>
              <a:ext uri="{FF2B5EF4-FFF2-40B4-BE49-F238E27FC236}">
                <a16:creationId xmlns:a16="http://schemas.microsoft.com/office/drawing/2014/main" id="{6F3E44D0-C371-260C-F231-609EC92EE248}"/>
              </a:ext>
            </a:extLst>
          </p:cNvPr>
          <p:cNvSpPr>
            <a:spLocks noGrp="1"/>
          </p:cNvSpPr>
          <p:nvPr>
            <p:ph type="pic" sz="quarter" idx="72"/>
          </p:nvPr>
        </p:nvSpPr>
        <p:spPr>
          <a:xfrm>
            <a:off x="0" y="0"/>
            <a:ext cx="12192000" cy="2198688"/>
          </a:xfrm>
        </p:spPr>
        <p:txBody>
          <a:bodyPr/>
          <a:lstStyle/>
          <a:p>
            <a:endParaRPr lang="en-US"/>
          </a:p>
        </p:txBody>
      </p:sp>
      <p:sp>
        <p:nvSpPr>
          <p:cNvPr id="2" name="Title 1">
            <a:extLst>
              <a:ext uri="{FF2B5EF4-FFF2-40B4-BE49-F238E27FC236}">
                <a16:creationId xmlns:a16="http://schemas.microsoft.com/office/drawing/2014/main" id="{12BE6B43-6A5B-E5AA-BE52-AE0D872BF58A}"/>
              </a:ext>
            </a:extLst>
          </p:cNvPr>
          <p:cNvSpPr>
            <a:spLocks noGrp="1"/>
          </p:cNvSpPr>
          <p:nvPr>
            <p:ph type="title"/>
          </p:nvPr>
        </p:nvSpPr>
        <p:spPr>
          <a:xfrm>
            <a:off x="442913" y="2722776"/>
            <a:ext cx="11306175" cy="537155"/>
          </a:xfrm>
        </p:spPr>
        <p:txBody>
          <a:bodyPr anchor="ctr"/>
          <a:lstStyle>
            <a:lvl1pPr algn="ctr">
              <a:defRPr/>
            </a:lvl1pPr>
          </a:lstStyle>
          <a:p>
            <a:r>
              <a:rPr lang="en-US"/>
              <a:t>Click to edit Master title style</a:t>
            </a:r>
          </a:p>
        </p:txBody>
      </p:sp>
    </p:spTree>
    <p:extLst>
      <p:ext uri="{BB962C8B-B14F-4D97-AF65-F5344CB8AC3E}">
        <p14:creationId xmlns:p14="http://schemas.microsoft.com/office/powerpoint/2010/main" val="35890633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ark: standard slide with photo">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2C78DA6-FF04-C09C-3443-7CEB0B075DAF}"/>
              </a:ext>
            </a:extLst>
          </p:cNvPr>
          <p:cNvSpPr/>
          <p:nvPr userDrawn="1"/>
        </p:nvSpPr>
        <p:spPr>
          <a:xfrm>
            <a:off x="0" y="0"/>
            <a:ext cx="12192000" cy="6858000"/>
          </a:xfrm>
          <a:prstGeom prst="rect">
            <a:avLst/>
          </a:prstGeom>
          <a:solidFill>
            <a:srgbClr val="000000"/>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4" name="Picture Placeholder 15">
            <a:extLst>
              <a:ext uri="{FF2B5EF4-FFF2-40B4-BE49-F238E27FC236}">
                <a16:creationId xmlns:a16="http://schemas.microsoft.com/office/drawing/2014/main" id="{6A3B9D20-B61E-D6DA-8014-23D28060F4F9}"/>
              </a:ext>
            </a:extLst>
          </p:cNvPr>
          <p:cNvSpPr>
            <a:spLocks noGrp="1"/>
          </p:cNvSpPr>
          <p:nvPr>
            <p:ph type="pic" sz="quarter" idx="13" hasCustomPrompt="1"/>
          </p:nvPr>
        </p:nvSpPr>
        <p:spPr>
          <a:xfrm>
            <a:off x="6199023" y="0"/>
            <a:ext cx="5992978" cy="6857999"/>
          </a:xfrm>
          <a:prstGeom prst="rect">
            <a:avLst/>
          </a:prstGeom>
          <a:noFill/>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tx1"/>
                </a:solidFill>
                <a:latin typeface="Bernina Sans Offc" panose="02000000000000000000" pitchFamily="2" charset="77"/>
                <a:ea typeface="+mn-ea"/>
                <a:cs typeface="+mn-cs"/>
              </a:defRPr>
            </a:lvl1pPr>
          </a:lstStyle>
          <a:p>
            <a:r>
              <a:rPr lang="en-CA"/>
              <a:t>Drag a photo onto the slide</a:t>
            </a:r>
          </a:p>
        </p:txBody>
      </p:sp>
      <p:sp>
        <p:nvSpPr>
          <p:cNvPr id="17" name="Date Placeholder 18">
            <a:extLst>
              <a:ext uri="{FF2B5EF4-FFF2-40B4-BE49-F238E27FC236}">
                <a16:creationId xmlns:a16="http://schemas.microsoft.com/office/drawing/2014/main" id="{FD2C000A-A60D-67CF-0E5F-99B07F928B59}"/>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20" name="Title 19">
            <a:extLst>
              <a:ext uri="{FF2B5EF4-FFF2-40B4-BE49-F238E27FC236}">
                <a16:creationId xmlns:a16="http://schemas.microsoft.com/office/drawing/2014/main" id="{C034E6B5-4014-39E9-E08C-05A7FA972D7F}"/>
              </a:ext>
            </a:extLst>
          </p:cNvPr>
          <p:cNvSpPr>
            <a:spLocks noGrp="1"/>
          </p:cNvSpPr>
          <p:nvPr>
            <p:ph type="title"/>
          </p:nvPr>
        </p:nvSpPr>
        <p:spPr>
          <a:xfrm>
            <a:off x="442913" y="378823"/>
            <a:ext cx="4572147" cy="1294400"/>
          </a:xfrm>
        </p:spPr>
        <p:txBody>
          <a:bodyPr/>
          <a:lstStyle>
            <a:lvl1pPr>
              <a:defRPr sz="3600" b="0" i="0">
                <a:solidFill>
                  <a:schemeClr val="bg1"/>
                </a:solidFill>
                <a:latin typeface="DT Flow Medium" pitchFamily="2" charset="77"/>
              </a:defRPr>
            </a:lvl1pPr>
          </a:lstStyle>
          <a:p>
            <a:r>
              <a:rPr lang="en-US"/>
              <a:t>Click to edit Master title style</a:t>
            </a:r>
            <a:endParaRPr lang="en-CA"/>
          </a:p>
        </p:txBody>
      </p:sp>
      <p:sp>
        <p:nvSpPr>
          <p:cNvPr id="5" name="Slide Number Placeholder 4">
            <a:extLst>
              <a:ext uri="{FF2B5EF4-FFF2-40B4-BE49-F238E27FC236}">
                <a16:creationId xmlns:a16="http://schemas.microsoft.com/office/drawing/2014/main" id="{208D786F-F441-47BC-A951-226510BA86E8}"/>
              </a:ext>
            </a:extLst>
          </p:cNvPr>
          <p:cNvSpPr>
            <a:spLocks noGrp="1"/>
          </p:cNvSpPr>
          <p:nvPr>
            <p:ph type="sldNum" sz="quarter" idx="22"/>
          </p:nvPr>
        </p:nvSpPr>
        <p:spPr>
          <a:xfrm>
            <a:off x="11417212" y="6487290"/>
            <a:ext cx="410527" cy="246221"/>
          </a:xfrm>
          <a:prstGeom prst="rect">
            <a:avLst/>
          </a:prstGeom>
        </p:spPr>
        <p:txBody>
          <a:bodyPr/>
          <a:lstStyle>
            <a:lvl1pPr>
              <a:defRPr b="0" i="0">
                <a:solidFill>
                  <a:schemeClr val="bg1"/>
                </a:solidFill>
                <a:latin typeface="Bernina Sans Offc" panose="02000000000000000000" pitchFamily="2" charset="77"/>
              </a:defRPr>
            </a:lvl1pPr>
          </a:lstStyle>
          <a:p>
            <a:fld id="{0A1A0966-58B5-D140-B861-27719A32589F}" type="slidenum">
              <a:rPr lang="en-US" smtClean="0"/>
              <a:pPr/>
              <a:t>‹#›</a:t>
            </a:fld>
            <a:endParaRPr lang="en-US"/>
          </a:p>
        </p:txBody>
      </p:sp>
      <p:sp>
        <p:nvSpPr>
          <p:cNvPr id="11" name="Content Placeholder 3">
            <a:extLst>
              <a:ext uri="{FF2B5EF4-FFF2-40B4-BE49-F238E27FC236}">
                <a16:creationId xmlns:a16="http://schemas.microsoft.com/office/drawing/2014/main" id="{BE8EE840-559E-39C0-A0B9-B7BC1CF60B59}"/>
              </a:ext>
            </a:extLst>
          </p:cNvPr>
          <p:cNvSpPr>
            <a:spLocks noGrp="1"/>
          </p:cNvSpPr>
          <p:nvPr>
            <p:ph sz="quarter" idx="23"/>
          </p:nvPr>
        </p:nvSpPr>
        <p:spPr>
          <a:xfrm>
            <a:off x="442913" y="1997023"/>
            <a:ext cx="4572147" cy="4860976"/>
          </a:xfrm>
        </p:spPr>
        <p:txBody>
          <a:bodyPr/>
          <a:lstStyle>
            <a:lvl1pPr>
              <a:buClr>
                <a:schemeClr val="bg1"/>
              </a:buClr>
              <a:defRPr sz="2000" b="0" i="0">
                <a:solidFill>
                  <a:schemeClr val="bg1"/>
                </a:solidFill>
                <a:latin typeface="DT Flow Light" pitchFamily="2" charset="77"/>
              </a:defRPr>
            </a:lvl1pPr>
            <a:lvl2pPr>
              <a:buClr>
                <a:schemeClr val="bg1"/>
              </a:buClr>
              <a:defRPr b="0" i="0">
                <a:solidFill>
                  <a:schemeClr val="bg1"/>
                </a:solidFill>
                <a:latin typeface="DT Flow Light" pitchFamily="2" charset="77"/>
              </a:defRPr>
            </a:lvl2pPr>
            <a:lvl3pPr>
              <a:buClr>
                <a:schemeClr val="bg1"/>
              </a:buClr>
              <a:defRPr b="0" i="0">
                <a:solidFill>
                  <a:schemeClr val="bg1"/>
                </a:solidFill>
                <a:latin typeface="DT Flow Light" pitchFamily="2" charset="77"/>
              </a:defRPr>
            </a:lvl3pPr>
            <a:lvl4pPr>
              <a:buClr>
                <a:schemeClr val="bg1"/>
              </a:buClr>
              <a:defRPr b="0" i="0">
                <a:solidFill>
                  <a:schemeClr val="bg1"/>
                </a:solidFill>
                <a:latin typeface="DT Flow Light" pitchFamily="2" charset="77"/>
              </a:defRPr>
            </a:lvl4pPr>
            <a:lvl5pPr>
              <a:buClr>
                <a:schemeClr val="bg1"/>
              </a:buClr>
              <a:defRPr b="0" i="0">
                <a:solidFill>
                  <a:schemeClr val="bg1"/>
                </a:solidFill>
                <a:latin typeface="DT F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cxnSp>
        <p:nvCxnSpPr>
          <p:cNvPr id="3" name="Straight Connector 2">
            <a:extLst>
              <a:ext uri="{FF2B5EF4-FFF2-40B4-BE49-F238E27FC236}">
                <a16:creationId xmlns:a16="http://schemas.microsoft.com/office/drawing/2014/main" id="{F8BF88AF-E358-19FB-430E-38822A892308}"/>
              </a:ext>
            </a:extLst>
          </p:cNvPr>
          <p:cNvCxnSpPr>
            <a:cxnSpLocks/>
          </p:cNvCxnSpPr>
          <p:nvPr userDrawn="1"/>
        </p:nvCxnSpPr>
        <p:spPr>
          <a:xfrm>
            <a:off x="11379451" y="6503720"/>
            <a:ext cx="0" cy="21336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Graphic 5">
            <a:extLst>
              <a:ext uri="{FF2B5EF4-FFF2-40B4-BE49-F238E27FC236}">
                <a16:creationId xmlns:a16="http://schemas.microsoft.com/office/drawing/2014/main" id="{0227754C-39AC-AC22-C1B7-6CDA84C2198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017845" y="6499325"/>
            <a:ext cx="219356" cy="222150"/>
          </a:xfrm>
          <a:prstGeom prst="rect">
            <a:avLst/>
          </a:prstGeom>
        </p:spPr>
      </p:pic>
      <p:sp>
        <p:nvSpPr>
          <p:cNvPr id="8" name="Rectangle 7">
            <a:extLst>
              <a:ext uri="{FF2B5EF4-FFF2-40B4-BE49-F238E27FC236}">
                <a16:creationId xmlns:a16="http://schemas.microsoft.com/office/drawing/2014/main" id="{942E90D1-6D41-DFF1-FFAF-F260C48DAEFA}"/>
              </a:ext>
            </a:extLst>
          </p:cNvPr>
          <p:cNvSpPr/>
          <p:nvPr userDrawn="1"/>
        </p:nvSpPr>
        <p:spPr>
          <a:xfrm rot="16200000">
            <a:off x="11270487" y="6600542"/>
            <a:ext cx="219456" cy="27432"/>
          </a:xfrm>
          <a:prstGeom prst="rect">
            <a:avLst/>
          </a:prstGeom>
          <a:gradFill>
            <a:gsLst>
              <a:gs pos="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5" name="Footer Placeholder 2">
            <a:extLst>
              <a:ext uri="{FF2B5EF4-FFF2-40B4-BE49-F238E27FC236}">
                <a16:creationId xmlns:a16="http://schemas.microsoft.com/office/drawing/2014/main" id="{7DC1EA7D-A1C7-C058-31C9-464BBF3991A2}"/>
              </a:ext>
            </a:extLst>
          </p:cNvPr>
          <p:cNvSpPr>
            <a:spLocks noGrp="1"/>
          </p:cNvSpPr>
          <p:nvPr>
            <p:ph type="ftr" sz="quarter" idx="25"/>
          </p:nvPr>
        </p:nvSpPr>
        <p:spPr>
          <a:xfrm>
            <a:off x="442913" y="6471920"/>
            <a:ext cx="8254628" cy="249555"/>
          </a:xfrm>
          <a:prstGeom prst="rect">
            <a:avLst/>
          </a:prstGeom>
        </p:spPr>
        <p:txBody>
          <a:bodyPr/>
          <a:lstStyle>
            <a:lvl1pPr>
              <a:defRPr b="0" i="0">
                <a:latin typeface="Bernina Sans Offc" panose="02000000000000000000" pitchFamily="2" charset="77"/>
              </a:defRPr>
            </a:lvl1pPr>
          </a:lstStyle>
          <a:p>
            <a:r>
              <a:rPr lang="en-US"/>
              <a:t>CONFIDENTIAL</a:t>
            </a:r>
          </a:p>
        </p:txBody>
      </p:sp>
    </p:spTree>
    <p:extLst>
      <p:ext uri="{BB962C8B-B14F-4D97-AF65-F5344CB8AC3E}">
        <p14:creationId xmlns:p14="http://schemas.microsoft.com/office/powerpoint/2010/main" val="19939474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ark: blank slid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6FD195-CC69-17B6-C6F7-9B1A312E48C2}"/>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ECC7C8C1-ABCE-C582-853D-75E0267BF1C8}"/>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29B5B66E-7B82-E530-B91A-D4D1E6BACBCD}"/>
              </a:ext>
            </a:extLst>
          </p:cNvPr>
          <p:cNvSpPr>
            <a:spLocks noGrp="1"/>
          </p:cNvSpPr>
          <p:nvPr>
            <p:ph type="sldNum" sz="quarter" idx="12"/>
          </p:nvPr>
        </p:nvSpPr>
        <p:spPr/>
        <p:txBody>
          <a:bodyPr/>
          <a:lstStyle/>
          <a:p>
            <a:fld id="{9FA35C58-AF1F-6E44-9CA6-D1E4B719D256}" type="slidenum">
              <a:rPr lang="en-US"/>
              <a:pPr/>
              <a:t>‹#›</a:t>
            </a:fld>
            <a:endParaRPr lang="en-US"/>
          </a:p>
        </p:txBody>
      </p:sp>
    </p:spTree>
    <p:extLst>
      <p:ext uri="{BB962C8B-B14F-4D97-AF65-F5344CB8AC3E}">
        <p14:creationId xmlns:p14="http://schemas.microsoft.com/office/powerpoint/2010/main" val="17085156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Dark: blank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A5A49AE-E87B-AB2B-A61B-4EAB9ADF2421}"/>
              </a:ext>
            </a:extLst>
          </p:cNvPr>
          <p:cNvPicPr>
            <a:picLocks noChangeAspect="1"/>
          </p:cNvPicPr>
          <p:nvPr userDrawn="1"/>
        </p:nvPicPr>
        <p:blipFill>
          <a:blip r:embed="rId2">
            <a:extLst>
              <a:ext uri="{BEBA8EAE-BF5A-486C-A8C5-ECC9F3942E4B}">
                <a14:imgProps xmlns:a14="http://schemas.microsoft.com/office/drawing/2010/main">
                  <a14:imgLayer r:embed="rId3">
                    <a14:imgEffect>
                      <a14:colorTemperature colorTemp="4500"/>
                    </a14:imgEffect>
                  </a14:imgLayer>
                </a14:imgProps>
              </a:ext>
            </a:extLst>
          </a:blip>
          <a:stretch>
            <a:fillRect/>
          </a:stretch>
        </p:blipFill>
        <p:spPr>
          <a:xfrm>
            <a:off x="0" y="1"/>
            <a:ext cx="12192000" cy="6857999"/>
          </a:xfrm>
          <a:prstGeom prst="rect">
            <a:avLst/>
          </a:prstGeom>
        </p:spPr>
      </p:pic>
      <p:sp>
        <p:nvSpPr>
          <p:cNvPr id="2" name="Date Placeholder 1">
            <a:extLst>
              <a:ext uri="{FF2B5EF4-FFF2-40B4-BE49-F238E27FC236}">
                <a16:creationId xmlns:a16="http://schemas.microsoft.com/office/drawing/2014/main" id="{496FD195-CC69-17B6-C6F7-9B1A312E48C2}"/>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ECC7C8C1-ABCE-C582-853D-75E0267BF1C8}"/>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29B5B66E-7B82-E530-B91A-D4D1E6BACBCD}"/>
              </a:ext>
            </a:extLst>
          </p:cNvPr>
          <p:cNvSpPr>
            <a:spLocks noGrp="1"/>
          </p:cNvSpPr>
          <p:nvPr>
            <p:ph type="sldNum" sz="quarter" idx="12"/>
          </p:nvPr>
        </p:nvSpPr>
        <p:spPr/>
        <p:txBody>
          <a:bodyPr/>
          <a:lstStyle/>
          <a:p>
            <a:fld id="{9FA35C58-AF1F-6E44-9CA6-D1E4B719D256}" type="slidenum">
              <a:rPr lang="en-US"/>
              <a:pPr/>
              <a:t>‹#›</a:t>
            </a:fld>
            <a:endParaRPr lang="en-US"/>
          </a:p>
        </p:txBody>
      </p:sp>
    </p:spTree>
    <p:extLst>
      <p:ext uri="{BB962C8B-B14F-4D97-AF65-F5344CB8AC3E}">
        <p14:creationId xmlns:p14="http://schemas.microsoft.com/office/powerpoint/2010/main" val="15520877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tandard slide branding">
    <p:spTree>
      <p:nvGrpSpPr>
        <p:cNvPr id="1" name=""/>
        <p:cNvGrpSpPr/>
        <p:nvPr/>
      </p:nvGrpSpPr>
      <p:grpSpPr>
        <a:xfrm>
          <a:off x="0" y="0"/>
          <a:ext cx="0" cy="0"/>
          <a:chOff x="0" y="0"/>
          <a:chExt cx="0" cy="0"/>
        </a:xfrm>
      </p:grpSpPr>
      <p:pic>
        <p:nvPicPr>
          <p:cNvPr id="14" name="Picture 13" descr="A picture containing background pattern&#10;&#10;Description automatically generated">
            <a:extLst>
              <a:ext uri="{FF2B5EF4-FFF2-40B4-BE49-F238E27FC236}">
                <a16:creationId xmlns:a16="http://schemas.microsoft.com/office/drawing/2014/main" id="{CC4EC466-8C3B-BE4C-2D9E-1056C73CE3C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3807"/>
            <a:ext cx="12198776" cy="6854193"/>
          </a:xfrm>
          <a:prstGeom prst="rect">
            <a:avLst/>
          </a:prstGeom>
        </p:spPr>
      </p:pic>
      <p:sp>
        <p:nvSpPr>
          <p:cNvPr id="13" name="Rounded Rectangle 12">
            <a:extLst>
              <a:ext uri="{FF2B5EF4-FFF2-40B4-BE49-F238E27FC236}">
                <a16:creationId xmlns:a16="http://schemas.microsoft.com/office/drawing/2014/main" id="{60336314-2883-C315-2BBD-87198727798E}"/>
              </a:ext>
            </a:extLst>
          </p:cNvPr>
          <p:cNvSpPr/>
          <p:nvPr userDrawn="1"/>
        </p:nvSpPr>
        <p:spPr>
          <a:xfrm>
            <a:off x="338772" y="370390"/>
            <a:ext cx="11514456" cy="5991844"/>
          </a:xfrm>
          <a:prstGeom prst="roundRect">
            <a:avLst>
              <a:gd name="adj" fmla="val 982"/>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4" name="Content Placeholder 3">
            <a:extLst>
              <a:ext uri="{FF2B5EF4-FFF2-40B4-BE49-F238E27FC236}">
                <a16:creationId xmlns:a16="http://schemas.microsoft.com/office/drawing/2014/main" id="{81A5C6E1-E890-C074-8E7A-B4EF2ABF458F}"/>
              </a:ext>
            </a:extLst>
          </p:cNvPr>
          <p:cNvSpPr>
            <a:spLocks noGrp="1"/>
          </p:cNvSpPr>
          <p:nvPr>
            <p:ph sz="quarter" idx="23"/>
          </p:nvPr>
        </p:nvSpPr>
        <p:spPr>
          <a:xfrm>
            <a:off x="510826" y="1440560"/>
            <a:ext cx="11189338" cy="4507017"/>
          </a:xfrm>
        </p:spPr>
        <p:txBody>
          <a:bodyPr/>
          <a:lstStyle>
            <a:lvl1pPr>
              <a:defRPr sz="2000"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 name="Date Placeholder 1">
            <a:extLst>
              <a:ext uri="{FF2B5EF4-FFF2-40B4-BE49-F238E27FC236}">
                <a16:creationId xmlns:a16="http://schemas.microsoft.com/office/drawing/2014/main" id="{380EC012-71B8-8CBC-9E58-C40424FCE6F6}"/>
              </a:ext>
            </a:extLst>
          </p:cNvPr>
          <p:cNvSpPr>
            <a:spLocks noGrp="1"/>
          </p:cNvSpPr>
          <p:nvPr>
            <p:ph type="dt" sz="half" idx="24"/>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 name="Footer Placeholder 2">
            <a:extLst>
              <a:ext uri="{FF2B5EF4-FFF2-40B4-BE49-F238E27FC236}">
                <a16:creationId xmlns:a16="http://schemas.microsoft.com/office/drawing/2014/main" id="{24690E3E-1227-A4AA-3E36-0ECA7C06F9E8}"/>
              </a:ext>
            </a:extLst>
          </p:cNvPr>
          <p:cNvSpPr>
            <a:spLocks noGrp="1"/>
          </p:cNvSpPr>
          <p:nvPr>
            <p:ph type="ftr" sz="quarter" idx="25"/>
          </p:nvPr>
        </p:nvSpPr>
        <p:spPr>
          <a:xfrm>
            <a:off x="442913" y="6471920"/>
            <a:ext cx="8254628" cy="249555"/>
          </a:xfrm>
          <a:prstGeom prst="rect">
            <a:avLst/>
          </a:prstGeom>
        </p:spPr>
        <p:txBody>
          <a:bodyPr/>
          <a:lstStyle>
            <a:lvl1pPr>
              <a:defRPr b="0" i="0">
                <a:solidFill>
                  <a:schemeClr val="bg1"/>
                </a:solidFill>
                <a:latin typeface="DT Flow" pitchFamily="2" charset="77"/>
              </a:defRPr>
            </a:lvl1pPr>
          </a:lstStyle>
          <a:p>
            <a:r>
              <a:rPr lang="en-US"/>
              <a:t>CONFIDENTIAL</a:t>
            </a:r>
          </a:p>
        </p:txBody>
      </p:sp>
      <p:sp>
        <p:nvSpPr>
          <p:cNvPr id="5" name="Slide Number Placeholder 4">
            <a:extLst>
              <a:ext uri="{FF2B5EF4-FFF2-40B4-BE49-F238E27FC236}">
                <a16:creationId xmlns:a16="http://schemas.microsoft.com/office/drawing/2014/main" id="{4B4DB306-81A5-B8A1-E21E-597C192F36B2}"/>
              </a:ext>
            </a:extLst>
          </p:cNvPr>
          <p:cNvSpPr>
            <a:spLocks noGrp="1"/>
          </p:cNvSpPr>
          <p:nvPr>
            <p:ph type="sldNum" sz="quarter" idx="26"/>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sp>
        <p:nvSpPr>
          <p:cNvPr id="7" name="Title 19">
            <a:extLst>
              <a:ext uri="{FF2B5EF4-FFF2-40B4-BE49-F238E27FC236}">
                <a16:creationId xmlns:a16="http://schemas.microsoft.com/office/drawing/2014/main" id="{2173E285-EF80-3543-C6A2-5A4754D4D56A}"/>
              </a:ext>
            </a:extLst>
          </p:cNvPr>
          <p:cNvSpPr>
            <a:spLocks noGrp="1"/>
          </p:cNvSpPr>
          <p:nvPr>
            <p:ph type="title"/>
          </p:nvPr>
        </p:nvSpPr>
        <p:spPr>
          <a:xfrm>
            <a:off x="510824" y="488178"/>
            <a:ext cx="11189338" cy="815291"/>
          </a:xfrm>
        </p:spPr>
        <p:txBody>
          <a:bodyPr/>
          <a:lstStyle>
            <a:lvl1pPr>
              <a:defRPr sz="2800"/>
            </a:lvl1pPr>
          </a:lstStyle>
          <a:p>
            <a:r>
              <a:rPr lang="en-US" dirty="0"/>
              <a:t>Click to edit Master title style</a:t>
            </a:r>
            <a:endParaRPr lang="en-CA" dirty="0"/>
          </a:p>
        </p:txBody>
      </p:sp>
      <p:cxnSp>
        <p:nvCxnSpPr>
          <p:cNvPr id="8" name="Straight Connector 7">
            <a:extLst>
              <a:ext uri="{FF2B5EF4-FFF2-40B4-BE49-F238E27FC236}">
                <a16:creationId xmlns:a16="http://schemas.microsoft.com/office/drawing/2014/main" id="{585C701B-F468-40B6-F458-0C01F394CD2C}"/>
              </a:ext>
            </a:extLst>
          </p:cNvPr>
          <p:cNvCxnSpPr>
            <a:cxnSpLocks/>
          </p:cNvCxnSpPr>
          <p:nvPr userDrawn="1"/>
        </p:nvCxnSpPr>
        <p:spPr>
          <a:xfrm>
            <a:off x="11379451" y="6503720"/>
            <a:ext cx="0" cy="21336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1DA05F8A-D9EA-2548-5FA4-AE4587CB36EB}"/>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017845" y="6499325"/>
            <a:ext cx="219356" cy="222150"/>
          </a:xfrm>
          <a:prstGeom prst="rect">
            <a:avLst/>
          </a:prstGeom>
        </p:spPr>
      </p:pic>
      <p:sp>
        <p:nvSpPr>
          <p:cNvPr id="6" name="Rectangle 5">
            <a:extLst>
              <a:ext uri="{FF2B5EF4-FFF2-40B4-BE49-F238E27FC236}">
                <a16:creationId xmlns:a16="http://schemas.microsoft.com/office/drawing/2014/main" id="{2C2B30DC-3B32-9EE8-7604-D1868EAEEAC3}"/>
              </a:ext>
            </a:extLst>
          </p:cNvPr>
          <p:cNvSpPr/>
          <p:nvPr userDrawn="1"/>
        </p:nvSpPr>
        <p:spPr>
          <a:xfrm>
            <a:off x="627781" y="1331593"/>
            <a:ext cx="1090868" cy="45719"/>
          </a:xfrm>
          <a:prstGeom prst="rect">
            <a:avLst/>
          </a:prstGeom>
          <a:gradFill>
            <a:gsLst>
              <a:gs pos="0">
                <a:schemeClr val="accent2"/>
              </a:gs>
              <a:gs pos="4700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Tree>
    <p:extLst>
      <p:ext uri="{BB962C8B-B14F-4D97-AF65-F5344CB8AC3E}">
        <p14:creationId xmlns:p14="http://schemas.microsoft.com/office/powerpoint/2010/main" val="35520962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52798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30C16"/>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D6666A-5A3C-1D44-B53F-8D76AFD02589}"/>
              </a:ext>
            </a:extLst>
          </p:cNvPr>
          <p:cNvSpPr>
            <a:spLocks noGrp="1"/>
          </p:cNvSpPr>
          <p:nvPr>
            <p:ph type="title"/>
          </p:nvPr>
        </p:nvSpPr>
        <p:spPr>
          <a:xfrm>
            <a:off x="442913" y="540215"/>
            <a:ext cx="11306175" cy="537155"/>
          </a:xfrm>
          <a:prstGeom prst="rect">
            <a:avLst/>
          </a:prstGeom>
        </p:spPr>
        <p:txBody>
          <a:bodyPr vert="horz" lIns="0" tIns="0" rIns="0" bIns="0" rtlCol="0" anchor="b"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19376893-6008-2643-A80E-DFC5AA9E8269}"/>
              </a:ext>
            </a:extLst>
          </p:cNvPr>
          <p:cNvSpPr>
            <a:spLocks noGrp="1"/>
          </p:cNvSpPr>
          <p:nvPr>
            <p:ph type="body" idx="1"/>
          </p:nvPr>
        </p:nvSpPr>
        <p:spPr>
          <a:xfrm>
            <a:off x="442913" y="1503680"/>
            <a:ext cx="11306175" cy="47336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3">
            <a:extLst>
              <a:ext uri="{FF2B5EF4-FFF2-40B4-BE49-F238E27FC236}">
                <a16:creationId xmlns:a16="http://schemas.microsoft.com/office/drawing/2014/main" id="{D35A464A-A65A-4110-8612-7116CACE8098}"/>
              </a:ext>
            </a:extLst>
          </p:cNvPr>
          <p:cNvSpPr>
            <a:spLocks noGrp="1"/>
          </p:cNvSpPr>
          <p:nvPr>
            <p:ph type="dt" sz="half" idx="2"/>
          </p:nvPr>
        </p:nvSpPr>
        <p:spPr>
          <a:xfrm flipH="1">
            <a:off x="-1" y="6858000"/>
            <a:ext cx="0" cy="0"/>
          </a:xfrm>
          <a:prstGeom prst="rect">
            <a:avLst/>
          </a:prstGeom>
          <a:ln w="0">
            <a:solidFill>
              <a:srgbClr val="000000">
                <a:alpha val="0"/>
              </a:srgbClr>
            </a:solidFill>
          </a:ln>
        </p:spPr>
        <p:txBody>
          <a:bodyPr vert="horz" lIns="0" tIns="0" rIns="0" bIns="0" rtlCol="0" anchor="ctr"/>
          <a:lstStyle>
            <a:lvl1pPr algn="l">
              <a:defRPr sz="100" b="0" i="0">
                <a:solidFill>
                  <a:schemeClr val="bg1">
                    <a:lumMod val="50000"/>
                  </a:schemeClr>
                </a:solidFill>
                <a:latin typeface="Bernina Sans Offc" panose="02000000000000000000" pitchFamily="2" charset="77"/>
              </a:defRPr>
            </a:lvl1pPr>
          </a:lstStyle>
          <a:p>
            <a:endParaRPr lang="en-US"/>
          </a:p>
        </p:txBody>
      </p:sp>
      <p:sp>
        <p:nvSpPr>
          <p:cNvPr id="8" name="Footer Placeholder 4">
            <a:extLst>
              <a:ext uri="{FF2B5EF4-FFF2-40B4-BE49-F238E27FC236}">
                <a16:creationId xmlns:a16="http://schemas.microsoft.com/office/drawing/2014/main" id="{FCC97ABD-DC32-B238-5156-C7471EC1EF94}"/>
              </a:ext>
            </a:extLst>
          </p:cNvPr>
          <p:cNvSpPr>
            <a:spLocks noGrp="1"/>
          </p:cNvSpPr>
          <p:nvPr>
            <p:ph type="ftr" sz="quarter" idx="3"/>
          </p:nvPr>
        </p:nvSpPr>
        <p:spPr>
          <a:xfrm>
            <a:off x="442913" y="6471920"/>
            <a:ext cx="8254628" cy="249555"/>
          </a:xfrm>
          <a:prstGeom prst="rect">
            <a:avLst/>
          </a:prstGeom>
        </p:spPr>
        <p:txBody>
          <a:bodyPr vert="horz" lIns="0" tIns="45720" rIns="0" bIns="45720" rtlCol="0" anchor="ctr"/>
          <a:lstStyle>
            <a:lvl1pPr algn="l">
              <a:defRPr sz="700" b="0" i="0" spc="100" baseline="0">
                <a:solidFill>
                  <a:schemeClr val="bg1">
                    <a:lumMod val="50000"/>
                  </a:schemeClr>
                </a:solidFill>
                <a:latin typeface="+mn-lt"/>
              </a:defRPr>
            </a:lvl1pPr>
          </a:lstStyle>
          <a:p>
            <a:r>
              <a:rPr lang="en-US"/>
              <a:t>CONFIDENTIAL</a:t>
            </a:r>
          </a:p>
        </p:txBody>
      </p:sp>
      <p:cxnSp>
        <p:nvCxnSpPr>
          <p:cNvPr id="11" name="Straight Connector 10" hidden="1">
            <a:extLst>
              <a:ext uri="{FF2B5EF4-FFF2-40B4-BE49-F238E27FC236}">
                <a16:creationId xmlns:a16="http://schemas.microsoft.com/office/drawing/2014/main" id="{6FE12EAF-67A1-82D6-3BF6-ED94762DB84E}"/>
              </a:ext>
            </a:extLst>
          </p:cNvPr>
          <p:cNvCxnSpPr>
            <a:cxnSpLocks/>
          </p:cNvCxnSpPr>
          <p:nvPr userDrawn="1"/>
        </p:nvCxnSpPr>
        <p:spPr>
          <a:xfrm>
            <a:off x="11379451" y="6503720"/>
            <a:ext cx="0" cy="213360"/>
          </a:xfrm>
          <a:prstGeom prst="line">
            <a:avLst/>
          </a:prstGeom>
          <a:ln w="25400">
            <a:gradFill>
              <a:gsLst>
                <a:gs pos="100000">
                  <a:schemeClr val="accent1"/>
                </a:gs>
                <a:gs pos="0">
                  <a:schemeClr val="accent3"/>
                </a:gs>
              </a:gsLst>
              <a:lin ang="5400000" scaled="1"/>
            </a:gradFill>
          </a:ln>
        </p:spPr>
        <p:style>
          <a:lnRef idx="1">
            <a:schemeClr val="accent1"/>
          </a:lnRef>
          <a:fillRef idx="0">
            <a:schemeClr val="accent1"/>
          </a:fillRef>
          <a:effectRef idx="0">
            <a:schemeClr val="accent1"/>
          </a:effectRef>
          <a:fontRef idx="minor">
            <a:schemeClr val="tx1"/>
          </a:fontRef>
        </p:style>
      </p:cxnSp>
      <p:pic>
        <p:nvPicPr>
          <p:cNvPr id="12" name="Graphic 11" hidden="1">
            <a:extLst>
              <a:ext uri="{FF2B5EF4-FFF2-40B4-BE49-F238E27FC236}">
                <a16:creationId xmlns:a16="http://schemas.microsoft.com/office/drawing/2014/main" id="{6D6980CB-1D30-A8FD-C71B-1D80E987E735}"/>
              </a:ext>
            </a:extLst>
          </p:cNvPr>
          <p:cNvPicPr>
            <a:picLocks noChangeAspect="1"/>
          </p:cNvPicPr>
          <p:nvPr userDrawn="1"/>
        </p:nvPicPr>
        <p:blipFill>
          <a:blip r:embed="rId21" cstate="print">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11017845" y="6499325"/>
            <a:ext cx="219356" cy="222150"/>
          </a:xfrm>
          <a:prstGeom prst="rect">
            <a:avLst/>
          </a:prstGeom>
        </p:spPr>
      </p:pic>
      <p:sp>
        <p:nvSpPr>
          <p:cNvPr id="5" name="Slide Number Placeholder 4">
            <a:extLst>
              <a:ext uri="{FF2B5EF4-FFF2-40B4-BE49-F238E27FC236}">
                <a16:creationId xmlns:a16="http://schemas.microsoft.com/office/drawing/2014/main" id="{ECB299DC-AB42-49F5-44F8-A9EF6D2CE5FD}"/>
              </a:ext>
            </a:extLst>
          </p:cNvPr>
          <p:cNvSpPr>
            <a:spLocks noGrp="1"/>
          </p:cNvSpPr>
          <p:nvPr>
            <p:ph type="sldNum" sz="quarter" idx="4"/>
          </p:nvPr>
        </p:nvSpPr>
        <p:spPr>
          <a:xfrm>
            <a:off x="11212830" y="6471920"/>
            <a:ext cx="536258" cy="249555"/>
          </a:xfrm>
          <a:prstGeom prst="rect">
            <a:avLst/>
          </a:prstGeom>
        </p:spPr>
        <p:txBody>
          <a:bodyPr vert="horz" lIns="0" tIns="45720" rIns="0" bIns="45720" rtlCol="0" anchor="ctr"/>
          <a:lstStyle>
            <a:lvl1pPr algn="r">
              <a:defRPr lang="en-US" sz="900" b="0" i="0" spc="100" baseline="0">
                <a:solidFill>
                  <a:schemeClr val="bg1"/>
                </a:solidFill>
              </a:defRPr>
            </a:lvl1pPr>
          </a:lstStyle>
          <a:p>
            <a:fld id="{9FA35C58-AF1F-6E44-9CA6-D1E4B719D256}" type="slidenum">
              <a:rPr lang="en-US"/>
              <a:pPr/>
              <a:t>‹#›</a:t>
            </a:fld>
            <a:endParaRPr lang="en-US"/>
          </a:p>
        </p:txBody>
      </p:sp>
    </p:spTree>
    <p:extLst>
      <p:ext uri="{BB962C8B-B14F-4D97-AF65-F5344CB8AC3E}">
        <p14:creationId xmlns:p14="http://schemas.microsoft.com/office/powerpoint/2010/main" val="3253947480"/>
      </p:ext>
    </p:extLst>
  </p:cSld>
  <p:clrMap bg1="lt1" tx1="dk1" bg2="lt2" tx2="dk2" accent1="accent1" accent2="accent2" accent3="accent3" accent4="accent4" accent5="accent5" accent6="accent6" hlink="hlink" folHlink="folHlink"/>
  <p:sldLayoutIdLst>
    <p:sldLayoutId id="2147484385" r:id="rId1"/>
    <p:sldLayoutId id="2147484432" r:id="rId2"/>
    <p:sldLayoutId id="2147484430" r:id="rId3"/>
    <p:sldLayoutId id="2147484372" r:id="rId4"/>
    <p:sldLayoutId id="2147484354" r:id="rId5"/>
    <p:sldLayoutId id="2147484433" r:id="rId6"/>
    <p:sldLayoutId id="2147484434" r:id="rId7"/>
    <p:sldLayoutId id="2147484435" r:id="rId8"/>
    <p:sldLayoutId id="2147484437" r:id="rId9"/>
    <p:sldLayoutId id="2147484436" r:id="rId10"/>
    <p:sldLayoutId id="2147484438" r:id="rId11"/>
    <p:sldLayoutId id="2147484431" r:id="rId12"/>
    <p:sldLayoutId id="2147484380" r:id="rId13"/>
    <p:sldLayoutId id="2147484440" r:id="rId14"/>
    <p:sldLayoutId id="2147484398" r:id="rId15"/>
    <p:sldLayoutId id="2147484400" r:id="rId16"/>
    <p:sldLayoutId id="2147484445" r:id="rId17"/>
    <p:sldLayoutId id="2147484444" r:id="rId18"/>
    <p:sldLayoutId id="2147484446" r:id="rId19"/>
  </p:sldLayoutIdLst>
  <p:hf hdr="0" dt="0"/>
  <p:txStyles>
    <p:titleStyle>
      <a:lvl1pPr algn="l" defTabSz="914400" rtl="0" eaLnBrk="1" latinLnBrk="0" hangingPunct="1">
        <a:lnSpc>
          <a:spcPct val="90000"/>
        </a:lnSpc>
        <a:spcBef>
          <a:spcPct val="0"/>
        </a:spcBef>
        <a:buNone/>
        <a:defRPr sz="4000" b="0" i="0" kern="1200">
          <a:solidFill>
            <a:schemeClr val="bg1"/>
          </a:solidFill>
          <a:latin typeface="+mj-lt"/>
          <a:ea typeface="+mj-ea"/>
          <a:cs typeface="+mj-cs"/>
        </a:defRPr>
      </a:lvl1pPr>
    </p:titleStyle>
    <p:bodyStyle>
      <a:lvl1pPr marL="184150" indent="-184150" algn="l" defTabSz="914400" rtl="0" eaLnBrk="1" latinLnBrk="0" hangingPunct="1">
        <a:lnSpc>
          <a:spcPct val="110000"/>
        </a:lnSpc>
        <a:spcBef>
          <a:spcPts val="1000"/>
        </a:spcBef>
        <a:buClr>
          <a:schemeClr val="accent1"/>
        </a:buClr>
        <a:buSzPct val="80000"/>
        <a:buFont typeface="Arial" panose="020B0604020202020204" pitchFamily="34" charset="0"/>
        <a:buChar char="•"/>
        <a:tabLst/>
        <a:defRPr sz="2000" b="0" i="0" kern="1200">
          <a:solidFill>
            <a:schemeClr val="bg1"/>
          </a:solidFill>
          <a:latin typeface="+mn-lt"/>
          <a:ea typeface="+mn-ea"/>
          <a:cs typeface="+mn-cs"/>
        </a:defRPr>
      </a:lvl1pPr>
      <a:lvl2pPr marL="400050" indent="-184150" algn="l" defTabSz="914400" rtl="0" eaLnBrk="1" latinLnBrk="0" hangingPunct="1">
        <a:lnSpc>
          <a:spcPct val="110000"/>
        </a:lnSpc>
        <a:spcBef>
          <a:spcPts val="500"/>
        </a:spcBef>
        <a:buClr>
          <a:schemeClr val="accent1"/>
        </a:buClr>
        <a:buSzPct val="80000"/>
        <a:buFont typeface="Arial" panose="020B0604020202020204" pitchFamily="34" charset="0"/>
        <a:buChar char="•"/>
        <a:tabLst/>
        <a:defRPr sz="2000" b="0" i="0" kern="1200">
          <a:solidFill>
            <a:schemeClr val="bg1"/>
          </a:solidFill>
          <a:latin typeface="+mn-lt"/>
          <a:ea typeface="+mn-ea"/>
          <a:cs typeface="+mn-cs"/>
        </a:defRPr>
      </a:lvl2pPr>
      <a:lvl3pPr marL="571500" indent="-127000" algn="l" defTabSz="914400" rtl="0" eaLnBrk="1" latinLnBrk="0" hangingPunct="1">
        <a:lnSpc>
          <a:spcPct val="110000"/>
        </a:lnSpc>
        <a:spcBef>
          <a:spcPts val="500"/>
        </a:spcBef>
        <a:buClr>
          <a:schemeClr val="accent1"/>
        </a:buClr>
        <a:buSzPct val="80000"/>
        <a:buFont typeface="Arial" panose="020B0604020202020204" pitchFamily="34" charset="0"/>
        <a:buChar char="•"/>
        <a:tabLst/>
        <a:defRPr sz="1800" b="0" i="0" kern="1200">
          <a:solidFill>
            <a:schemeClr val="bg1"/>
          </a:solidFill>
          <a:latin typeface="+mn-lt"/>
          <a:ea typeface="+mn-ea"/>
          <a:cs typeface="+mn-cs"/>
        </a:defRPr>
      </a:lvl3pPr>
      <a:lvl4pPr marL="811212" indent="-171450" algn="l" defTabSz="914400" rtl="0" eaLnBrk="1" latinLnBrk="0" hangingPunct="1">
        <a:lnSpc>
          <a:spcPct val="110000"/>
        </a:lnSpc>
        <a:spcBef>
          <a:spcPts val="500"/>
        </a:spcBef>
        <a:buClr>
          <a:schemeClr val="accent1"/>
        </a:buClr>
        <a:buSzPct val="80000"/>
        <a:buFont typeface="Arial" panose="020B0604020202020204" pitchFamily="34" charset="0"/>
        <a:buChar char="•"/>
        <a:tabLst/>
        <a:defRPr sz="1600" b="0" i="0" kern="1200">
          <a:solidFill>
            <a:schemeClr val="bg1"/>
          </a:solidFill>
          <a:latin typeface="+mn-lt"/>
          <a:ea typeface="+mn-ea"/>
          <a:cs typeface="+mn-cs"/>
        </a:defRPr>
      </a:lvl4pPr>
      <a:lvl5pPr marL="982662" indent="-171450" algn="l" defTabSz="914400" rtl="0" eaLnBrk="1" latinLnBrk="0" hangingPunct="1">
        <a:lnSpc>
          <a:spcPct val="110000"/>
        </a:lnSpc>
        <a:spcBef>
          <a:spcPts val="500"/>
        </a:spcBef>
        <a:buClr>
          <a:schemeClr val="accent1"/>
        </a:buClr>
        <a:buSzPct val="80000"/>
        <a:buFont typeface="Arial" panose="020B0604020202020204" pitchFamily="34" charset="0"/>
        <a:buChar char="•"/>
        <a:tabLst/>
        <a:defRPr sz="14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9">
          <p15:clr>
            <a:srgbClr val="F26B43"/>
          </p15:clr>
        </p15:guide>
        <p15:guide id="3" orient="horz" pos="663">
          <p15:clr>
            <a:srgbClr val="F26B43"/>
          </p15:clr>
        </p15:guide>
        <p15:guide id="4" orient="horz" pos="731">
          <p15:clr>
            <a:srgbClr val="F26B43"/>
          </p15:clr>
        </p15:guide>
        <p15:guide id="5" pos="7401">
          <p15:clr>
            <a:srgbClr val="F26B43"/>
          </p15:clr>
        </p15:guide>
        <p15:guide id="7" orient="horz" pos="142">
          <p15:clr>
            <a:srgbClr val="F26B43"/>
          </p15:clr>
        </p15:guide>
        <p15:guide id="8" orient="horz" pos="4176" userDrawn="1">
          <p15:clr>
            <a:srgbClr val="F26B43"/>
          </p15:clr>
        </p15:guide>
        <p15:guide id="10" orient="horz" pos="4128" userDrawn="1">
          <p15:clr>
            <a:srgbClr val="F26B43"/>
          </p15:clr>
        </p15:guide>
        <p15:guide id="11" orient="horz" pos="436">
          <p15:clr>
            <a:srgbClr val="F26B43"/>
          </p15:clr>
        </p15:guide>
        <p15:guide id="12" orient="horz" pos="3929">
          <p15:clr>
            <a:srgbClr val="F26B43"/>
          </p15:clr>
        </p15:guide>
        <p15:guide id="13" orient="horz" pos="3725">
          <p15:clr>
            <a:srgbClr val="F26B43"/>
          </p15:clr>
        </p15:guide>
        <p15:guide id="14" orient="horz" pos="50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BFCC86A-A7EE-48C5-A412-EA73C4879E08}"/>
              </a:ext>
            </a:extLst>
          </p:cNvPr>
          <p:cNvSpPr txBox="1"/>
          <p:nvPr/>
        </p:nvSpPr>
        <p:spPr>
          <a:xfrm>
            <a:off x="593556" y="827397"/>
            <a:ext cx="6112043" cy="3046988"/>
          </a:xfrm>
          <a:prstGeom prst="rect">
            <a:avLst/>
          </a:prstGeom>
          <a:noFill/>
        </p:spPr>
        <p:txBody>
          <a:bodyPr wrap="square">
            <a:spAutoFit/>
          </a:bodyPr>
          <a:lstStyle/>
          <a:p>
            <a:r>
              <a:rPr lang="en-US" sz="4800" dirty="0">
                <a:solidFill>
                  <a:srgbClr val="B8B497"/>
                </a:solidFill>
                <a:latin typeface="+mj-lt"/>
              </a:rPr>
              <a:t>From Observability to Supervised Autonomous Operations </a:t>
            </a:r>
          </a:p>
        </p:txBody>
      </p:sp>
      <p:sp>
        <p:nvSpPr>
          <p:cNvPr id="6" name="TextBox 5">
            <a:extLst>
              <a:ext uri="{FF2B5EF4-FFF2-40B4-BE49-F238E27FC236}">
                <a16:creationId xmlns:a16="http://schemas.microsoft.com/office/drawing/2014/main" id="{A93FD1F9-BA4F-87D2-3497-D22978388B19}"/>
              </a:ext>
            </a:extLst>
          </p:cNvPr>
          <p:cNvSpPr txBox="1"/>
          <p:nvPr/>
        </p:nvSpPr>
        <p:spPr>
          <a:xfrm>
            <a:off x="593556" y="4161733"/>
            <a:ext cx="3561349" cy="1323439"/>
          </a:xfrm>
          <a:prstGeom prst="rect">
            <a:avLst/>
          </a:prstGeom>
          <a:noFill/>
        </p:spPr>
        <p:txBody>
          <a:bodyPr wrap="square">
            <a:spAutoFit/>
          </a:bodyPr>
          <a:lstStyle/>
          <a:p>
            <a:r>
              <a:rPr lang="en-US" sz="2000" dirty="0">
                <a:solidFill>
                  <a:srgbClr val="E9E6CC"/>
                </a:solidFill>
              </a:rPr>
              <a:t>Strategic Analysis of Dynatrace Perform 2026 (Based on IDC Report #IcUS54307526)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F3110A-8D6A-1316-2CD3-6EAF9F82B658}"/>
              </a:ext>
            </a:extLst>
          </p:cNvPr>
          <p:cNvSpPr txBox="1"/>
          <p:nvPr/>
        </p:nvSpPr>
        <p:spPr>
          <a:xfrm>
            <a:off x="417093" y="423922"/>
            <a:ext cx="7594143" cy="1200329"/>
          </a:xfrm>
          <a:prstGeom prst="rect">
            <a:avLst/>
          </a:prstGeom>
          <a:noFill/>
        </p:spPr>
        <p:txBody>
          <a:bodyPr wrap="square">
            <a:spAutoFit/>
          </a:bodyPr>
          <a:lstStyle/>
          <a:p>
            <a:r>
              <a:rPr lang="en-US" sz="3600" dirty="0">
                <a:solidFill>
                  <a:srgbClr val="B8B497"/>
                </a:solidFill>
                <a:latin typeface="+mj-lt"/>
              </a:rPr>
              <a:t>IT complexity forces a rethinking of digital system governance </a:t>
            </a:r>
          </a:p>
        </p:txBody>
      </p:sp>
      <p:sp>
        <p:nvSpPr>
          <p:cNvPr id="4" name="TextBox 3">
            <a:extLst>
              <a:ext uri="{FF2B5EF4-FFF2-40B4-BE49-F238E27FC236}">
                <a16:creationId xmlns:a16="http://schemas.microsoft.com/office/drawing/2014/main" id="{AA48C8CB-B485-223A-9658-CDC3FF9F4066}"/>
              </a:ext>
            </a:extLst>
          </p:cNvPr>
          <p:cNvSpPr txBox="1"/>
          <p:nvPr/>
        </p:nvSpPr>
        <p:spPr>
          <a:xfrm>
            <a:off x="2360578" y="2145630"/>
            <a:ext cx="2747638" cy="738664"/>
          </a:xfrm>
          <a:prstGeom prst="rect">
            <a:avLst/>
          </a:prstGeom>
          <a:noFill/>
        </p:spPr>
        <p:txBody>
          <a:bodyPr wrap="square">
            <a:spAutoFit/>
          </a:bodyPr>
          <a:lstStyle/>
          <a:p>
            <a:pPr algn="ctr"/>
            <a:r>
              <a:rPr lang="en-US" dirty="0">
                <a:solidFill>
                  <a:srgbClr val="E9E7D0"/>
                </a:solidFill>
              </a:rPr>
              <a:t>Insight Generation (Past) </a:t>
            </a:r>
            <a:r>
              <a:rPr lang="en-US" sz="1200" dirty="0">
                <a:solidFill>
                  <a:schemeClr val="bg1"/>
                </a:solidFill>
              </a:rPr>
              <a:t>Legacy tools focused on monitoring and analytics. </a:t>
            </a:r>
            <a:endParaRPr lang="en-US" dirty="0">
              <a:solidFill>
                <a:schemeClr val="bg1"/>
              </a:solidFill>
            </a:endParaRPr>
          </a:p>
        </p:txBody>
      </p:sp>
      <p:sp>
        <p:nvSpPr>
          <p:cNvPr id="5" name="TextBox 4">
            <a:extLst>
              <a:ext uri="{FF2B5EF4-FFF2-40B4-BE49-F238E27FC236}">
                <a16:creationId xmlns:a16="http://schemas.microsoft.com/office/drawing/2014/main" id="{0601E6AD-3A9E-4EFD-B18C-679133FA47EA}"/>
              </a:ext>
            </a:extLst>
          </p:cNvPr>
          <p:cNvSpPr txBox="1"/>
          <p:nvPr/>
        </p:nvSpPr>
        <p:spPr>
          <a:xfrm>
            <a:off x="6673516" y="2145630"/>
            <a:ext cx="3320715" cy="1015663"/>
          </a:xfrm>
          <a:prstGeom prst="rect">
            <a:avLst/>
          </a:prstGeom>
          <a:noFill/>
        </p:spPr>
        <p:txBody>
          <a:bodyPr wrap="square">
            <a:spAutoFit/>
          </a:bodyPr>
          <a:lstStyle/>
          <a:p>
            <a:pPr algn="ctr"/>
            <a:r>
              <a:rPr lang="en-US" dirty="0">
                <a:solidFill>
                  <a:srgbClr val="E9E7D0"/>
                </a:solidFill>
              </a:rPr>
              <a:t>Orchestrated Action (Future) </a:t>
            </a:r>
          </a:p>
          <a:p>
            <a:pPr algn="ctr"/>
            <a:r>
              <a:rPr lang="en-US" dirty="0">
                <a:solidFill>
                  <a:schemeClr val="bg1"/>
                </a:solidFill>
              </a:rPr>
              <a:t> </a:t>
            </a:r>
            <a:r>
              <a:rPr lang="en-US" sz="1200" dirty="0">
                <a:solidFill>
                  <a:schemeClr val="bg1"/>
                </a:solidFill>
              </a:rPr>
              <a:t>Agentic Al and LLM-based applications demand supervised autonomous operations to scale and govern effectively. </a:t>
            </a:r>
            <a:endParaRPr lang="en-US" sz="140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8862A3-B4B2-6DD6-FCF2-AF6F470A9495}"/>
              </a:ext>
            </a:extLst>
          </p:cNvPr>
          <p:cNvSpPr txBox="1"/>
          <p:nvPr/>
        </p:nvSpPr>
        <p:spPr>
          <a:xfrm>
            <a:off x="404123" y="404466"/>
            <a:ext cx="6487995" cy="646331"/>
          </a:xfrm>
          <a:prstGeom prst="rect">
            <a:avLst/>
          </a:prstGeom>
          <a:noFill/>
        </p:spPr>
        <p:txBody>
          <a:bodyPr wrap="square">
            <a:spAutoFit/>
          </a:bodyPr>
          <a:lstStyle/>
          <a:p>
            <a:r>
              <a:rPr lang="en-US" sz="3600" dirty="0">
                <a:solidFill>
                  <a:srgbClr val="B8B497"/>
                </a:solidFill>
                <a:latin typeface="+mj-lt"/>
              </a:rPr>
              <a:t>The Trust Gap in Agentic AI </a:t>
            </a:r>
          </a:p>
        </p:txBody>
      </p:sp>
      <p:sp>
        <p:nvSpPr>
          <p:cNvPr id="4" name="TextBox 3">
            <a:extLst>
              <a:ext uri="{FF2B5EF4-FFF2-40B4-BE49-F238E27FC236}">
                <a16:creationId xmlns:a16="http://schemas.microsoft.com/office/drawing/2014/main" id="{44D6D71D-50E9-C48C-67AA-98A6D884CB89}"/>
              </a:ext>
            </a:extLst>
          </p:cNvPr>
          <p:cNvSpPr txBox="1"/>
          <p:nvPr/>
        </p:nvSpPr>
        <p:spPr>
          <a:xfrm>
            <a:off x="404123" y="1285955"/>
            <a:ext cx="5368880" cy="1200329"/>
          </a:xfrm>
          <a:prstGeom prst="rect">
            <a:avLst/>
          </a:prstGeom>
          <a:noFill/>
        </p:spPr>
        <p:txBody>
          <a:bodyPr wrap="square">
            <a:spAutoFit/>
          </a:bodyPr>
          <a:lstStyle/>
          <a:p>
            <a:r>
              <a:rPr lang="en-US" sz="2400" dirty="0">
                <a:solidFill>
                  <a:schemeClr val="bg1"/>
                </a:solidFill>
              </a:rPr>
              <a:t>Dynamic cloud-native architectures introduce operating modes that traditional monitoring cannot address. </a:t>
            </a:r>
          </a:p>
        </p:txBody>
      </p:sp>
      <p:sp>
        <p:nvSpPr>
          <p:cNvPr id="6" name="TextBox 5">
            <a:extLst>
              <a:ext uri="{FF2B5EF4-FFF2-40B4-BE49-F238E27FC236}">
                <a16:creationId xmlns:a16="http://schemas.microsoft.com/office/drawing/2014/main" id="{B1B3C908-5B97-900D-002A-CE56678B0653}"/>
              </a:ext>
            </a:extLst>
          </p:cNvPr>
          <p:cNvSpPr txBox="1"/>
          <p:nvPr/>
        </p:nvSpPr>
        <p:spPr>
          <a:xfrm>
            <a:off x="7516239" y="1024345"/>
            <a:ext cx="3177701" cy="1046440"/>
          </a:xfrm>
          <a:prstGeom prst="rect">
            <a:avLst/>
          </a:prstGeom>
          <a:noFill/>
        </p:spPr>
        <p:txBody>
          <a:bodyPr wrap="square">
            <a:spAutoFit/>
          </a:bodyPr>
          <a:lstStyle/>
          <a:p>
            <a:r>
              <a:rPr lang="en-US" sz="2000" b="1" dirty="0">
                <a:solidFill>
                  <a:srgbClr val="E9E7D0"/>
                </a:solidFill>
                <a:latin typeface="+mj-lt"/>
              </a:rPr>
              <a:t>Non-determinism</a:t>
            </a:r>
          </a:p>
          <a:p>
            <a:endParaRPr lang="en-US" sz="1400" dirty="0">
              <a:solidFill>
                <a:schemeClr val="bg1"/>
              </a:solidFill>
            </a:endParaRPr>
          </a:p>
          <a:p>
            <a:r>
              <a:rPr lang="en-US" sz="1400" dirty="0">
                <a:solidFill>
                  <a:schemeClr val="bg1"/>
                </a:solidFill>
              </a:rPr>
              <a:t>Unpredictable behaviors and rapid architectural changes. </a:t>
            </a:r>
          </a:p>
        </p:txBody>
      </p:sp>
      <p:sp>
        <p:nvSpPr>
          <p:cNvPr id="7" name="TextBox 6">
            <a:extLst>
              <a:ext uri="{FF2B5EF4-FFF2-40B4-BE49-F238E27FC236}">
                <a16:creationId xmlns:a16="http://schemas.microsoft.com/office/drawing/2014/main" id="{D69450FD-BD29-0904-9308-D3FD6DB2C755}"/>
              </a:ext>
            </a:extLst>
          </p:cNvPr>
          <p:cNvSpPr txBox="1"/>
          <p:nvPr/>
        </p:nvSpPr>
        <p:spPr>
          <a:xfrm>
            <a:off x="7516238" y="2966635"/>
            <a:ext cx="3177701" cy="1046440"/>
          </a:xfrm>
          <a:prstGeom prst="rect">
            <a:avLst/>
          </a:prstGeom>
          <a:noFill/>
        </p:spPr>
        <p:txBody>
          <a:bodyPr wrap="square">
            <a:spAutoFit/>
          </a:bodyPr>
          <a:lstStyle/>
          <a:p>
            <a:r>
              <a:rPr lang="en-US" sz="2000" b="1" dirty="0">
                <a:solidFill>
                  <a:srgbClr val="E9E7D0"/>
                </a:solidFill>
                <a:latin typeface="+mj-lt"/>
              </a:rPr>
              <a:t>Hallucinations</a:t>
            </a:r>
          </a:p>
          <a:p>
            <a:endParaRPr lang="en-US" sz="1400" dirty="0">
              <a:solidFill>
                <a:schemeClr val="bg1"/>
              </a:solidFill>
            </a:endParaRPr>
          </a:p>
          <a:p>
            <a:r>
              <a:rPr lang="en-US" sz="1400" dirty="0">
                <a:solidFill>
                  <a:schemeClr val="bg1"/>
                </a:solidFill>
              </a:rPr>
              <a:t>Opaque decision-making eroding enterprise trust. </a:t>
            </a:r>
          </a:p>
        </p:txBody>
      </p:sp>
      <p:sp>
        <p:nvSpPr>
          <p:cNvPr id="8" name="TextBox 7">
            <a:extLst>
              <a:ext uri="{FF2B5EF4-FFF2-40B4-BE49-F238E27FC236}">
                <a16:creationId xmlns:a16="http://schemas.microsoft.com/office/drawing/2014/main" id="{FB2502A2-DF49-4AAF-DB4B-A7474F2682F4}"/>
              </a:ext>
            </a:extLst>
          </p:cNvPr>
          <p:cNvSpPr txBox="1"/>
          <p:nvPr/>
        </p:nvSpPr>
        <p:spPr>
          <a:xfrm>
            <a:off x="7516237" y="4908925"/>
            <a:ext cx="3177701" cy="1046440"/>
          </a:xfrm>
          <a:prstGeom prst="rect">
            <a:avLst/>
          </a:prstGeom>
          <a:noFill/>
        </p:spPr>
        <p:txBody>
          <a:bodyPr wrap="square">
            <a:spAutoFit/>
          </a:bodyPr>
          <a:lstStyle/>
          <a:p>
            <a:r>
              <a:rPr lang="en-US" sz="2000" b="1" dirty="0">
                <a:solidFill>
                  <a:srgbClr val="E9E7D0"/>
                </a:solidFill>
                <a:latin typeface="+mj-lt"/>
              </a:rPr>
              <a:t>Runaway Costs </a:t>
            </a:r>
          </a:p>
          <a:p>
            <a:endParaRPr lang="en-US" sz="1400" dirty="0">
              <a:solidFill>
                <a:schemeClr val="bg1"/>
              </a:solidFill>
            </a:endParaRPr>
          </a:p>
          <a:p>
            <a:r>
              <a:rPr lang="en-US" sz="1400" dirty="0">
                <a:solidFill>
                  <a:schemeClr val="bg1"/>
                </a:solidFill>
              </a:rPr>
              <a:t>Unchecked LLM token consumption in production environments.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1C1510-F14A-8A20-5207-7EBB0B3B9EF3}"/>
              </a:ext>
            </a:extLst>
          </p:cNvPr>
          <p:cNvSpPr txBox="1"/>
          <p:nvPr/>
        </p:nvSpPr>
        <p:spPr>
          <a:xfrm>
            <a:off x="404124" y="404466"/>
            <a:ext cx="5198390" cy="1569660"/>
          </a:xfrm>
          <a:prstGeom prst="rect">
            <a:avLst/>
          </a:prstGeom>
          <a:noFill/>
        </p:spPr>
        <p:txBody>
          <a:bodyPr wrap="square">
            <a:spAutoFit/>
          </a:bodyPr>
          <a:lstStyle/>
          <a:p>
            <a:r>
              <a:rPr lang="en-US" sz="3200" dirty="0">
                <a:solidFill>
                  <a:srgbClr val="B8B497"/>
                </a:solidFill>
                <a:latin typeface="+mj-lt"/>
              </a:rPr>
              <a:t>Rejecting “full autonomy now" in favor of supervised operations </a:t>
            </a:r>
          </a:p>
        </p:txBody>
      </p:sp>
      <p:sp>
        <p:nvSpPr>
          <p:cNvPr id="4" name="TextBox 3">
            <a:extLst>
              <a:ext uri="{FF2B5EF4-FFF2-40B4-BE49-F238E27FC236}">
                <a16:creationId xmlns:a16="http://schemas.microsoft.com/office/drawing/2014/main" id="{B2E0C1E3-1EE9-E5CA-0A4F-588186252413}"/>
              </a:ext>
            </a:extLst>
          </p:cNvPr>
          <p:cNvSpPr txBox="1"/>
          <p:nvPr/>
        </p:nvSpPr>
        <p:spPr>
          <a:xfrm>
            <a:off x="518309" y="2309972"/>
            <a:ext cx="4787258" cy="2862322"/>
          </a:xfrm>
          <a:prstGeom prst="rect">
            <a:avLst/>
          </a:prstGeom>
          <a:noFill/>
        </p:spPr>
        <p:txBody>
          <a:bodyPr wrap="square">
            <a:spAutoFit/>
          </a:bodyPr>
          <a:lstStyle/>
          <a:p>
            <a:pPr marL="342900" indent="-342900">
              <a:buFont typeface="Arial" panose="020B0604020202020204" pitchFamily="34" charset="0"/>
              <a:buChar char="•"/>
            </a:pPr>
            <a:r>
              <a:rPr lang="en-US" sz="2000" dirty="0">
                <a:solidFill>
                  <a:schemeClr val="bg1"/>
                </a:solidFill>
              </a:rPr>
              <a:t>Human augmentation and increased productivity, not labor replacement.</a:t>
            </a:r>
          </a:p>
          <a:p>
            <a:pPr marL="342900" indent="-342900">
              <a:buFont typeface="Arial" panose="020B0604020202020204" pitchFamily="34" charset="0"/>
              <a:buChar char="•"/>
            </a:pPr>
            <a:r>
              <a:rPr lang="en-US" sz="2000" dirty="0">
                <a:solidFill>
                  <a:schemeClr val="bg1"/>
                </a:solidFill>
              </a:rPr>
              <a:t>Humans act as goal-setters, describers, and supervisors.</a:t>
            </a:r>
          </a:p>
          <a:p>
            <a:pPr marL="342900" indent="-342900">
              <a:buFont typeface="Arial" panose="020B0604020202020204" pitchFamily="34" charset="0"/>
              <a:buChar char="•"/>
            </a:pPr>
            <a:r>
              <a:rPr lang="en-US" sz="2000" dirty="0">
                <a:solidFill>
                  <a:schemeClr val="bg1"/>
                </a:solidFill>
              </a:rPr>
              <a:t>Enforces real-time operational guardrails.</a:t>
            </a:r>
          </a:p>
          <a:p>
            <a:pPr marL="342900" indent="-342900">
              <a:buFont typeface="Arial" panose="020B0604020202020204" pitchFamily="34" charset="0"/>
              <a:buChar char="•"/>
            </a:pPr>
            <a:r>
              <a:rPr lang="en-US" sz="2000" dirty="0">
                <a:solidFill>
                  <a:schemeClr val="bg1"/>
                </a:solidFill>
              </a:rPr>
              <a:t>Creates a clear roadmap from reactive to preventive, and eventually autonomous operations. </a:t>
            </a:r>
          </a:p>
        </p:txBody>
      </p:sp>
      <p:grpSp>
        <p:nvGrpSpPr>
          <p:cNvPr id="9" name="Group 8">
            <a:extLst>
              <a:ext uri="{FF2B5EF4-FFF2-40B4-BE49-F238E27FC236}">
                <a16:creationId xmlns:a16="http://schemas.microsoft.com/office/drawing/2014/main" id="{51A554D2-5F09-736B-C1FC-6236E5E7A372}"/>
              </a:ext>
            </a:extLst>
          </p:cNvPr>
          <p:cNvGrpSpPr/>
          <p:nvPr/>
        </p:nvGrpSpPr>
        <p:grpSpPr>
          <a:xfrm>
            <a:off x="7666160" y="3565546"/>
            <a:ext cx="2044140" cy="1986113"/>
            <a:chOff x="7666160" y="3565546"/>
            <a:chExt cx="2044140" cy="1986113"/>
          </a:xfrm>
        </p:grpSpPr>
        <p:sp>
          <p:nvSpPr>
            <p:cNvPr id="6" name="TextBox 5">
              <a:extLst>
                <a:ext uri="{FF2B5EF4-FFF2-40B4-BE49-F238E27FC236}">
                  <a16:creationId xmlns:a16="http://schemas.microsoft.com/office/drawing/2014/main" id="{6EFC33EF-97DB-007E-FEA6-17861C855852}"/>
                </a:ext>
              </a:extLst>
            </p:cNvPr>
            <p:cNvSpPr txBox="1"/>
            <p:nvPr/>
          </p:nvSpPr>
          <p:spPr>
            <a:xfrm>
              <a:off x="8037234" y="3565546"/>
              <a:ext cx="1339969" cy="724819"/>
            </a:xfrm>
            <a:prstGeom prst="rect">
              <a:avLst/>
            </a:prstGeom>
            <a:noFill/>
          </p:spPr>
          <p:txBody>
            <a:bodyPr wrap="square">
              <a:prstTxWarp prst="textArchDown">
                <a:avLst/>
              </a:prstTxWarp>
              <a:spAutoFit/>
            </a:bodyPr>
            <a:lstStyle/>
            <a:p>
              <a:pPr algn="ctr"/>
              <a:r>
                <a:rPr lang="en-US" dirty="0">
                  <a:solidFill>
                    <a:schemeClr val="bg1"/>
                  </a:solidFill>
                </a:rPr>
                <a:t>Core Al System </a:t>
              </a:r>
            </a:p>
          </p:txBody>
        </p:sp>
        <p:sp>
          <p:nvSpPr>
            <p:cNvPr id="7" name="TextBox 6">
              <a:extLst>
                <a:ext uri="{FF2B5EF4-FFF2-40B4-BE49-F238E27FC236}">
                  <a16:creationId xmlns:a16="http://schemas.microsoft.com/office/drawing/2014/main" id="{D2280645-A6B0-010F-53DA-661C0466FDF6}"/>
                </a:ext>
              </a:extLst>
            </p:cNvPr>
            <p:cNvSpPr txBox="1"/>
            <p:nvPr/>
          </p:nvSpPr>
          <p:spPr>
            <a:xfrm>
              <a:off x="7811875" y="4081045"/>
              <a:ext cx="1790686" cy="758730"/>
            </a:xfrm>
            <a:prstGeom prst="rect">
              <a:avLst/>
            </a:prstGeom>
            <a:noFill/>
          </p:spPr>
          <p:txBody>
            <a:bodyPr wrap="square">
              <a:prstTxWarp prst="textArchDown">
                <a:avLst/>
              </a:prstTxWarp>
              <a:spAutoFit/>
            </a:bodyPr>
            <a:lstStyle/>
            <a:p>
              <a:pPr algn="ctr"/>
              <a:r>
                <a:rPr lang="en-US" dirty="0"/>
                <a:t>Human Supervision</a:t>
              </a:r>
            </a:p>
            <a:p>
              <a:pPr algn="ctr"/>
              <a:r>
                <a:rPr lang="en-US" dirty="0"/>
                <a:t>&amp; Guardrails </a:t>
              </a:r>
              <a:endParaRPr lang="en-US" dirty="0">
                <a:solidFill>
                  <a:schemeClr val="bg1"/>
                </a:solidFill>
              </a:endParaRPr>
            </a:p>
          </p:txBody>
        </p:sp>
        <p:sp>
          <p:nvSpPr>
            <p:cNvPr id="8" name="TextBox 7">
              <a:extLst>
                <a:ext uri="{FF2B5EF4-FFF2-40B4-BE49-F238E27FC236}">
                  <a16:creationId xmlns:a16="http://schemas.microsoft.com/office/drawing/2014/main" id="{68AF21B7-2C42-AFED-7699-F3D34023A69F}"/>
                </a:ext>
              </a:extLst>
            </p:cNvPr>
            <p:cNvSpPr txBox="1"/>
            <p:nvPr/>
          </p:nvSpPr>
          <p:spPr>
            <a:xfrm>
              <a:off x="7666160" y="4792929"/>
              <a:ext cx="2044140" cy="758730"/>
            </a:xfrm>
            <a:prstGeom prst="rect">
              <a:avLst/>
            </a:prstGeom>
            <a:noFill/>
          </p:spPr>
          <p:txBody>
            <a:bodyPr wrap="square">
              <a:prstTxWarp prst="textArchDown">
                <a:avLst/>
              </a:prstTxWarp>
              <a:spAutoFit/>
            </a:bodyPr>
            <a:lstStyle/>
            <a:p>
              <a:pPr algn="ctr"/>
              <a:r>
                <a:rPr lang="en-US" sz="1600" dirty="0">
                  <a:solidFill>
                    <a:schemeClr val="bg1"/>
                  </a:solidFill>
                </a:rPr>
                <a:t>Operational Context</a:t>
              </a:r>
            </a:p>
            <a:p>
              <a:pPr algn="ctr"/>
              <a:r>
                <a:rPr lang="en-US" sz="1600" dirty="0">
                  <a:solidFill>
                    <a:schemeClr val="bg1"/>
                  </a:solidFill>
                </a:rPr>
                <a:t>&amp; Roadmap</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29B541-B3FD-D5BF-D339-40E30C9C5212}"/>
              </a:ext>
            </a:extLst>
          </p:cNvPr>
          <p:cNvSpPr txBox="1"/>
          <p:nvPr/>
        </p:nvSpPr>
        <p:spPr>
          <a:xfrm>
            <a:off x="628712" y="474377"/>
            <a:ext cx="8852171" cy="1077218"/>
          </a:xfrm>
          <a:prstGeom prst="rect">
            <a:avLst/>
          </a:prstGeom>
          <a:noFill/>
        </p:spPr>
        <p:txBody>
          <a:bodyPr wrap="square">
            <a:spAutoFit/>
          </a:bodyPr>
          <a:lstStyle/>
          <a:p>
            <a:r>
              <a:rPr lang="en-US" sz="3200" dirty="0">
                <a:solidFill>
                  <a:srgbClr val="B8B497"/>
                </a:solidFill>
                <a:latin typeface="+mj-lt"/>
              </a:rPr>
              <a:t>Dynatrace Intelligence acts as an agentic operations system </a:t>
            </a:r>
          </a:p>
        </p:txBody>
      </p:sp>
      <p:sp>
        <p:nvSpPr>
          <p:cNvPr id="4" name="TextBox 3">
            <a:extLst>
              <a:ext uri="{FF2B5EF4-FFF2-40B4-BE49-F238E27FC236}">
                <a16:creationId xmlns:a16="http://schemas.microsoft.com/office/drawing/2014/main" id="{7484DD53-E9C1-24A6-DE7A-1AEAC273E5D9}"/>
              </a:ext>
            </a:extLst>
          </p:cNvPr>
          <p:cNvSpPr txBox="1"/>
          <p:nvPr/>
        </p:nvSpPr>
        <p:spPr>
          <a:xfrm>
            <a:off x="628712" y="1683344"/>
            <a:ext cx="6734613" cy="646331"/>
          </a:xfrm>
          <a:prstGeom prst="rect">
            <a:avLst/>
          </a:prstGeom>
          <a:noFill/>
        </p:spPr>
        <p:txBody>
          <a:bodyPr wrap="square">
            <a:spAutoFit/>
          </a:bodyPr>
          <a:lstStyle/>
          <a:p>
            <a:r>
              <a:rPr lang="en-US" dirty="0">
                <a:solidFill>
                  <a:schemeClr val="bg1"/>
                </a:solidFill>
              </a:rPr>
              <a:t>Moving beyond incremental Al features to a fleet of specialized, collaborative agents. </a:t>
            </a:r>
          </a:p>
        </p:txBody>
      </p:sp>
      <p:sp>
        <p:nvSpPr>
          <p:cNvPr id="5" name="TextBox 4">
            <a:extLst>
              <a:ext uri="{FF2B5EF4-FFF2-40B4-BE49-F238E27FC236}">
                <a16:creationId xmlns:a16="http://schemas.microsoft.com/office/drawing/2014/main" id="{76148B79-F359-D8B5-5CB0-99108452AC9C}"/>
              </a:ext>
            </a:extLst>
          </p:cNvPr>
          <p:cNvSpPr txBox="1"/>
          <p:nvPr/>
        </p:nvSpPr>
        <p:spPr>
          <a:xfrm>
            <a:off x="2317742" y="3326503"/>
            <a:ext cx="2290950" cy="461665"/>
          </a:xfrm>
          <a:prstGeom prst="rect">
            <a:avLst/>
          </a:prstGeom>
          <a:noFill/>
        </p:spPr>
        <p:txBody>
          <a:bodyPr wrap="square">
            <a:spAutoFit/>
          </a:bodyPr>
          <a:lstStyle/>
          <a:p>
            <a:r>
              <a:rPr lang="en-US" sz="2400" dirty="0">
                <a:solidFill>
                  <a:schemeClr val="bg1"/>
                </a:solidFill>
              </a:rPr>
              <a:t>SRE Agent </a:t>
            </a:r>
          </a:p>
        </p:txBody>
      </p:sp>
      <p:sp>
        <p:nvSpPr>
          <p:cNvPr id="6" name="TextBox 5">
            <a:extLst>
              <a:ext uri="{FF2B5EF4-FFF2-40B4-BE49-F238E27FC236}">
                <a16:creationId xmlns:a16="http://schemas.microsoft.com/office/drawing/2014/main" id="{07E49355-0B76-DBF6-7672-6916681E9485}"/>
              </a:ext>
            </a:extLst>
          </p:cNvPr>
          <p:cNvSpPr txBox="1"/>
          <p:nvPr/>
        </p:nvSpPr>
        <p:spPr>
          <a:xfrm>
            <a:off x="2317742" y="5094445"/>
            <a:ext cx="2290950" cy="461665"/>
          </a:xfrm>
          <a:prstGeom prst="rect">
            <a:avLst/>
          </a:prstGeom>
          <a:noFill/>
        </p:spPr>
        <p:txBody>
          <a:bodyPr wrap="square">
            <a:spAutoFit/>
          </a:bodyPr>
          <a:lstStyle/>
          <a:p>
            <a:r>
              <a:rPr lang="en-US" sz="2400" dirty="0">
                <a:solidFill>
                  <a:schemeClr val="bg1"/>
                </a:solidFill>
              </a:rPr>
              <a:t>Security Agent </a:t>
            </a:r>
          </a:p>
        </p:txBody>
      </p:sp>
      <p:sp>
        <p:nvSpPr>
          <p:cNvPr id="7" name="TextBox 6">
            <a:extLst>
              <a:ext uri="{FF2B5EF4-FFF2-40B4-BE49-F238E27FC236}">
                <a16:creationId xmlns:a16="http://schemas.microsoft.com/office/drawing/2014/main" id="{0AE76BFA-64E4-1AE3-B680-910396AB3CD5}"/>
              </a:ext>
            </a:extLst>
          </p:cNvPr>
          <p:cNvSpPr txBox="1"/>
          <p:nvPr/>
        </p:nvSpPr>
        <p:spPr>
          <a:xfrm>
            <a:off x="7751409" y="3326503"/>
            <a:ext cx="2290950" cy="461665"/>
          </a:xfrm>
          <a:prstGeom prst="rect">
            <a:avLst/>
          </a:prstGeom>
          <a:noFill/>
        </p:spPr>
        <p:txBody>
          <a:bodyPr wrap="square">
            <a:spAutoFit/>
          </a:bodyPr>
          <a:lstStyle/>
          <a:p>
            <a:r>
              <a:rPr lang="en-US" sz="2400" dirty="0">
                <a:solidFill>
                  <a:schemeClr val="bg1"/>
                </a:solidFill>
              </a:rPr>
              <a:t>DevOps Agent </a:t>
            </a:r>
          </a:p>
        </p:txBody>
      </p:sp>
      <p:sp>
        <p:nvSpPr>
          <p:cNvPr id="8" name="TextBox 7">
            <a:extLst>
              <a:ext uri="{FF2B5EF4-FFF2-40B4-BE49-F238E27FC236}">
                <a16:creationId xmlns:a16="http://schemas.microsoft.com/office/drawing/2014/main" id="{5A0B2806-2136-8A70-F615-B144FA583A38}"/>
              </a:ext>
            </a:extLst>
          </p:cNvPr>
          <p:cNvSpPr txBox="1"/>
          <p:nvPr/>
        </p:nvSpPr>
        <p:spPr>
          <a:xfrm>
            <a:off x="7751409" y="5094445"/>
            <a:ext cx="2290950" cy="461665"/>
          </a:xfrm>
          <a:prstGeom prst="rect">
            <a:avLst/>
          </a:prstGeom>
          <a:noFill/>
        </p:spPr>
        <p:txBody>
          <a:bodyPr wrap="square">
            <a:spAutoFit/>
          </a:bodyPr>
          <a:lstStyle/>
          <a:p>
            <a:r>
              <a:rPr lang="en-US" sz="2400" dirty="0">
                <a:solidFill>
                  <a:schemeClr val="bg1"/>
                </a:solidFill>
              </a:rPr>
              <a:t>Assist Agent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EBF1D0A-732A-C97F-A5BF-0A3570104A77}"/>
              </a:ext>
            </a:extLst>
          </p:cNvPr>
          <p:cNvSpPr txBox="1"/>
          <p:nvPr/>
        </p:nvSpPr>
        <p:spPr>
          <a:xfrm>
            <a:off x="628713" y="474377"/>
            <a:ext cx="7264004" cy="1077218"/>
          </a:xfrm>
          <a:prstGeom prst="rect">
            <a:avLst/>
          </a:prstGeom>
          <a:noFill/>
        </p:spPr>
        <p:txBody>
          <a:bodyPr wrap="square">
            <a:spAutoFit/>
          </a:bodyPr>
          <a:lstStyle/>
          <a:p>
            <a:r>
              <a:rPr lang="en-US" sz="3200" dirty="0">
                <a:solidFill>
                  <a:srgbClr val="B8B497"/>
                </a:solidFill>
                <a:latin typeface="+mj-lt"/>
              </a:rPr>
              <a:t>Deterministic AI prioritizes correctness over novelty </a:t>
            </a:r>
          </a:p>
        </p:txBody>
      </p:sp>
      <p:sp>
        <p:nvSpPr>
          <p:cNvPr id="6" name="TextBox 5">
            <a:extLst>
              <a:ext uri="{FF2B5EF4-FFF2-40B4-BE49-F238E27FC236}">
                <a16:creationId xmlns:a16="http://schemas.microsoft.com/office/drawing/2014/main" id="{0B6140F3-ACCA-7CB1-A2E6-42BF11A8B16A}"/>
              </a:ext>
            </a:extLst>
          </p:cNvPr>
          <p:cNvSpPr txBox="1"/>
          <p:nvPr/>
        </p:nvSpPr>
        <p:spPr>
          <a:xfrm>
            <a:off x="628712" y="1683344"/>
            <a:ext cx="6734613" cy="646331"/>
          </a:xfrm>
          <a:prstGeom prst="rect">
            <a:avLst/>
          </a:prstGeom>
          <a:noFill/>
        </p:spPr>
        <p:txBody>
          <a:bodyPr wrap="square">
            <a:spAutoFit/>
          </a:bodyPr>
          <a:lstStyle/>
          <a:p>
            <a:r>
              <a:rPr lang="en-US" dirty="0">
                <a:solidFill>
                  <a:schemeClr val="bg1"/>
                </a:solidFill>
              </a:rPr>
              <a:t>Core Mechanism: Combining the Grail data </a:t>
            </a:r>
            <a:r>
              <a:rPr lang="en-US" dirty="0" err="1">
                <a:solidFill>
                  <a:schemeClr val="bg1"/>
                </a:solidFill>
              </a:rPr>
              <a:t>lakehouse</a:t>
            </a:r>
            <a:r>
              <a:rPr lang="en-US" dirty="0">
                <a:solidFill>
                  <a:schemeClr val="bg1"/>
                </a:solidFill>
              </a:rPr>
              <a:t> with the </a:t>
            </a:r>
            <a:r>
              <a:rPr lang="en-US" dirty="0" err="1">
                <a:solidFill>
                  <a:schemeClr val="bg1"/>
                </a:solidFill>
              </a:rPr>
              <a:t>Smartscape</a:t>
            </a:r>
            <a:r>
              <a:rPr lang="en-US" dirty="0">
                <a:solidFill>
                  <a:schemeClr val="bg1"/>
                </a:solidFill>
              </a:rPr>
              <a:t> real-time causal dependency graph. </a:t>
            </a:r>
          </a:p>
        </p:txBody>
      </p:sp>
      <p:sp>
        <p:nvSpPr>
          <p:cNvPr id="7" name="TextBox 6">
            <a:extLst>
              <a:ext uri="{FF2B5EF4-FFF2-40B4-BE49-F238E27FC236}">
                <a16:creationId xmlns:a16="http://schemas.microsoft.com/office/drawing/2014/main" id="{719F4132-3DB0-A9AD-A4F0-7704A3DED651}"/>
              </a:ext>
            </a:extLst>
          </p:cNvPr>
          <p:cNvSpPr txBox="1"/>
          <p:nvPr/>
        </p:nvSpPr>
        <p:spPr>
          <a:xfrm>
            <a:off x="893409" y="3263490"/>
            <a:ext cx="1785624" cy="646331"/>
          </a:xfrm>
          <a:prstGeom prst="rect">
            <a:avLst/>
          </a:prstGeom>
          <a:noFill/>
        </p:spPr>
        <p:txBody>
          <a:bodyPr wrap="square">
            <a:spAutoFit/>
          </a:bodyPr>
          <a:lstStyle/>
          <a:p>
            <a:r>
              <a:rPr lang="en-US" dirty="0">
                <a:solidFill>
                  <a:schemeClr val="bg1"/>
                </a:solidFill>
              </a:rPr>
              <a:t>Probabilistic LLMs </a:t>
            </a:r>
          </a:p>
        </p:txBody>
      </p:sp>
      <p:sp>
        <p:nvSpPr>
          <p:cNvPr id="8" name="TextBox 7">
            <a:extLst>
              <a:ext uri="{FF2B5EF4-FFF2-40B4-BE49-F238E27FC236}">
                <a16:creationId xmlns:a16="http://schemas.microsoft.com/office/drawing/2014/main" id="{FF2B61A7-773D-075A-59C6-D56877514F42}"/>
              </a:ext>
            </a:extLst>
          </p:cNvPr>
          <p:cNvSpPr txBox="1"/>
          <p:nvPr/>
        </p:nvSpPr>
        <p:spPr>
          <a:xfrm>
            <a:off x="893409" y="5174656"/>
            <a:ext cx="2098444" cy="369332"/>
          </a:xfrm>
          <a:prstGeom prst="rect">
            <a:avLst/>
          </a:prstGeom>
          <a:noFill/>
        </p:spPr>
        <p:txBody>
          <a:bodyPr wrap="square">
            <a:spAutoFit/>
          </a:bodyPr>
          <a:lstStyle/>
          <a:p>
            <a:r>
              <a:rPr lang="en-US" dirty="0">
                <a:solidFill>
                  <a:schemeClr val="bg1"/>
                </a:solidFill>
              </a:rPr>
              <a:t>Deterministic Al </a:t>
            </a:r>
          </a:p>
        </p:txBody>
      </p:sp>
      <p:sp>
        <p:nvSpPr>
          <p:cNvPr id="10" name="TextBox 9">
            <a:extLst>
              <a:ext uri="{FF2B5EF4-FFF2-40B4-BE49-F238E27FC236}">
                <a16:creationId xmlns:a16="http://schemas.microsoft.com/office/drawing/2014/main" id="{689098EE-1588-7AE4-8A61-DDA6E7A5527A}"/>
              </a:ext>
            </a:extLst>
          </p:cNvPr>
          <p:cNvSpPr txBox="1"/>
          <p:nvPr/>
        </p:nvSpPr>
        <p:spPr>
          <a:xfrm>
            <a:off x="8085222" y="2956190"/>
            <a:ext cx="3213369" cy="3231654"/>
          </a:xfrm>
          <a:prstGeom prst="rect">
            <a:avLst/>
          </a:prstGeom>
          <a:noFill/>
        </p:spPr>
        <p:txBody>
          <a:bodyPr wrap="square">
            <a:spAutoFit/>
          </a:bodyPr>
          <a:lstStyle/>
          <a:p>
            <a:r>
              <a:rPr lang="en-US" sz="2400" dirty="0">
                <a:solidFill>
                  <a:srgbClr val="E9E7D0"/>
                </a:solidFill>
              </a:rPr>
              <a:t>Business Impacts</a:t>
            </a:r>
          </a:p>
          <a:p>
            <a:pPr marL="342900" indent="-342900">
              <a:buFont typeface="Arial" panose="020B0604020202020204" pitchFamily="34" charset="0"/>
              <a:buChar char="•"/>
            </a:pPr>
            <a:endParaRPr lang="en-US" dirty="0">
              <a:solidFill>
                <a:schemeClr val="bg1"/>
              </a:solidFill>
            </a:endParaRPr>
          </a:p>
          <a:p>
            <a:pPr marL="342900" indent="-342900">
              <a:buFont typeface="Arial" panose="020B0604020202020204" pitchFamily="34" charset="0"/>
              <a:buChar char="•"/>
            </a:pPr>
            <a:r>
              <a:rPr lang="en-US" dirty="0">
                <a:solidFill>
                  <a:schemeClr val="bg1"/>
                </a:solidFill>
              </a:rPr>
              <a:t>Provides a traceable "chain of thought" for Al decisions.</a:t>
            </a:r>
          </a:p>
          <a:p>
            <a:pPr marL="342900" indent="-342900">
              <a:buFont typeface="Arial" panose="020B0604020202020204" pitchFamily="34" charset="0"/>
              <a:buChar char="•"/>
            </a:pPr>
            <a:r>
              <a:rPr lang="en-US" dirty="0">
                <a:solidFill>
                  <a:schemeClr val="bg1"/>
                </a:solidFill>
              </a:rPr>
              <a:t>Reduces the need to repeatedly invoke LLMs.</a:t>
            </a:r>
          </a:p>
          <a:p>
            <a:pPr marL="342900" indent="-342900">
              <a:buFont typeface="Arial" panose="020B0604020202020204" pitchFamily="34" charset="0"/>
              <a:buChar char="•"/>
            </a:pPr>
            <a:r>
              <a:rPr lang="en-US" dirty="0">
                <a:solidFill>
                  <a:schemeClr val="bg1"/>
                </a:solidFill>
              </a:rPr>
              <a:t>Lowers token consumption and accelerates Root Cause Analysis (RCA).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3AE87E2-F96F-5180-8B2E-A017B669F495}"/>
              </a:ext>
            </a:extLst>
          </p:cNvPr>
          <p:cNvSpPr txBox="1"/>
          <p:nvPr/>
        </p:nvSpPr>
        <p:spPr>
          <a:xfrm>
            <a:off x="628713" y="474377"/>
            <a:ext cx="6289672" cy="1077218"/>
          </a:xfrm>
          <a:prstGeom prst="rect">
            <a:avLst/>
          </a:prstGeom>
          <a:noFill/>
        </p:spPr>
        <p:txBody>
          <a:bodyPr wrap="square">
            <a:spAutoFit/>
          </a:bodyPr>
          <a:lstStyle/>
          <a:p>
            <a:r>
              <a:rPr lang="en-US" sz="3200" dirty="0">
                <a:solidFill>
                  <a:srgbClr val="B8B497"/>
                </a:solidFill>
                <a:latin typeface="+mj-lt"/>
              </a:rPr>
              <a:t>"The AI that observes AI' secures the path to production </a:t>
            </a:r>
          </a:p>
        </p:txBody>
      </p:sp>
      <p:sp>
        <p:nvSpPr>
          <p:cNvPr id="4" name="TextBox 3">
            <a:extLst>
              <a:ext uri="{FF2B5EF4-FFF2-40B4-BE49-F238E27FC236}">
                <a16:creationId xmlns:a16="http://schemas.microsoft.com/office/drawing/2014/main" id="{83CDCBF5-713D-C9B6-7AA5-A76A2F5E6254}"/>
              </a:ext>
            </a:extLst>
          </p:cNvPr>
          <p:cNvSpPr txBox="1"/>
          <p:nvPr/>
        </p:nvSpPr>
        <p:spPr>
          <a:xfrm>
            <a:off x="628712" y="1683344"/>
            <a:ext cx="6734613" cy="646331"/>
          </a:xfrm>
          <a:prstGeom prst="rect">
            <a:avLst/>
          </a:prstGeom>
          <a:noFill/>
        </p:spPr>
        <p:txBody>
          <a:bodyPr wrap="square">
            <a:spAutoFit/>
          </a:bodyPr>
          <a:lstStyle/>
          <a:p>
            <a:r>
              <a:rPr lang="en-US" dirty="0">
                <a:solidFill>
                  <a:schemeClr val="bg1"/>
                </a:solidFill>
              </a:rPr>
              <a:t>Moving the platform to a control plane for Al governance, rather than just a productivity layer. </a:t>
            </a:r>
          </a:p>
        </p:txBody>
      </p:sp>
      <p:sp>
        <p:nvSpPr>
          <p:cNvPr id="5" name="TextBox 4">
            <a:extLst>
              <a:ext uri="{FF2B5EF4-FFF2-40B4-BE49-F238E27FC236}">
                <a16:creationId xmlns:a16="http://schemas.microsoft.com/office/drawing/2014/main" id="{C27A05DD-24AE-2415-8DB6-726C5D6CC867}"/>
              </a:ext>
            </a:extLst>
          </p:cNvPr>
          <p:cNvSpPr txBox="1"/>
          <p:nvPr/>
        </p:nvSpPr>
        <p:spPr>
          <a:xfrm>
            <a:off x="824397" y="5174656"/>
            <a:ext cx="2212100" cy="400110"/>
          </a:xfrm>
          <a:prstGeom prst="rect">
            <a:avLst/>
          </a:prstGeom>
          <a:noFill/>
        </p:spPr>
        <p:txBody>
          <a:bodyPr wrap="square">
            <a:spAutoFit/>
          </a:bodyPr>
          <a:lstStyle/>
          <a:p>
            <a:pPr algn="ctr"/>
            <a:r>
              <a:rPr lang="en-US" sz="2000" dirty="0">
                <a:solidFill>
                  <a:schemeClr val="bg1"/>
                </a:solidFill>
              </a:rPr>
              <a:t>Cost forecasting </a:t>
            </a:r>
          </a:p>
        </p:txBody>
      </p:sp>
      <p:sp>
        <p:nvSpPr>
          <p:cNvPr id="6" name="TextBox 5">
            <a:extLst>
              <a:ext uri="{FF2B5EF4-FFF2-40B4-BE49-F238E27FC236}">
                <a16:creationId xmlns:a16="http://schemas.microsoft.com/office/drawing/2014/main" id="{26B6126F-60B2-1815-B4E3-E8ED788CA024}"/>
              </a:ext>
            </a:extLst>
          </p:cNvPr>
          <p:cNvSpPr txBox="1"/>
          <p:nvPr/>
        </p:nvSpPr>
        <p:spPr>
          <a:xfrm>
            <a:off x="824397" y="3103632"/>
            <a:ext cx="2212100" cy="707886"/>
          </a:xfrm>
          <a:prstGeom prst="rect">
            <a:avLst/>
          </a:prstGeom>
          <a:noFill/>
        </p:spPr>
        <p:txBody>
          <a:bodyPr wrap="square">
            <a:spAutoFit/>
          </a:bodyPr>
          <a:lstStyle/>
          <a:p>
            <a:pPr algn="ctr"/>
            <a:r>
              <a:rPr lang="en-US" sz="2000" dirty="0">
                <a:solidFill>
                  <a:schemeClr val="bg1"/>
                </a:solidFill>
              </a:rPr>
              <a:t>Model version comparison </a:t>
            </a:r>
          </a:p>
        </p:txBody>
      </p:sp>
      <p:sp>
        <p:nvSpPr>
          <p:cNvPr id="7" name="TextBox 6">
            <a:extLst>
              <a:ext uri="{FF2B5EF4-FFF2-40B4-BE49-F238E27FC236}">
                <a16:creationId xmlns:a16="http://schemas.microsoft.com/office/drawing/2014/main" id="{AC60F2B2-CA00-C676-7179-98E6DAEB3DEA}"/>
              </a:ext>
            </a:extLst>
          </p:cNvPr>
          <p:cNvSpPr txBox="1"/>
          <p:nvPr/>
        </p:nvSpPr>
        <p:spPr>
          <a:xfrm>
            <a:off x="8768069" y="5174656"/>
            <a:ext cx="2599533" cy="707886"/>
          </a:xfrm>
          <a:prstGeom prst="rect">
            <a:avLst/>
          </a:prstGeom>
          <a:noFill/>
        </p:spPr>
        <p:txBody>
          <a:bodyPr wrap="square">
            <a:spAutoFit/>
          </a:bodyPr>
          <a:lstStyle/>
          <a:p>
            <a:pPr algn="ctr"/>
            <a:r>
              <a:rPr lang="en-US" sz="2000" dirty="0">
                <a:solidFill>
                  <a:schemeClr val="bg1"/>
                </a:solidFill>
              </a:rPr>
              <a:t>Agent decision tracing </a:t>
            </a:r>
          </a:p>
        </p:txBody>
      </p:sp>
      <p:sp>
        <p:nvSpPr>
          <p:cNvPr id="8" name="TextBox 7">
            <a:extLst>
              <a:ext uri="{FF2B5EF4-FFF2-40B4-BE49-F238E27FC236}">
                <a16:creationId xmlns:a16="http://schemas.microsoft.com/office/drawing/2014/main" id="{FEB38675-AD0F-EE6B-5A7B-4238F76B11EF}"/>
              </a:ext>
            </a:extLst>
          </p:cNvPr>
          <p:cNvSpPr txBox="1"/>
          <p:nvPr/>
        </p:nvSpPr>
        <p:spPr>
          <a:xfrm>
            <a:off x="8768069" y="3103632"/>
            <a:ext cx="2599533" cy="707886"/>
          </a:xfrm>
          <a:prstGeom prst="rect">
            <a:avLst/>
          </a:prstGeom>
          <a:noFill/>
        </p:spPr>
        <p:txBody>
          <a:bodyPr wrap="square">
            <a:spAutoFit/>
          </a:bodyPr>
          <a:lstStyle/>
          <a:p>
            <a:pPr algn="ctr"/>
            <a:r>
              <a:rPr lang="en-US" sz="2000" dirty="0">
                <a:solidFill>
                  <a:schemeClr val="bg1"/>
                </a:solidFill>
              </a:rPr>
              <a:t>Hallucination detection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A3CE75-78D3-0676-CB1D-F9DEBF5E6C14}"/>
              </a:ext>
            </a:extLst>
          </p:cNvPr>
          <p:cNvSpPr txBox="1"/>
          <p:nvPr/>
        </p:nvSpPr>
        <p:spPr>
          <a:xfrm>
            <a:off x="628713" y="474377"/>
            <a:ext cx="6289672" cy="1077218"/>
          </a:xfrm>
          <a:prstGeom prst="rect">
            <a:avLst/>
          </a:prstGeom>
          <a:noFill/>
        </p:spPr>
        <p:txBody>
          <a:bodyPr wrap="square">
            <a:spAutoFit/>
          </a:bodyPr>
          <a:lstStyle/>
          <a:p>
            <a:r>
              <a:rPr lang="en-US" sz="3200" dirty="0">
                <a:solidFill>
                  <a:srgbClr val="B8B497"/>
                </a:solidFill>
                <a:latin typeface="+mj-lt"/>
              </a:rPr>
              <a:t>Unified data is the prerequisite for tool consolidation </a:t>
            </a:r>
          </a:p>
        </p:txBody>
      </p:sp>
      <p:sp>
        <p:nvSpPr>
          <p:cNvPr id="4" name="TextBox 3">
            <a:extLst>
              <a:ext uri="{FF2B5EF4-FFF2-40B4-BE49-F238E27FC236}">
                <a16:creationId xmlns:a16="http://schemas.microsoft.com/office/drawing/2014/main" id="{5E3E51B5-A091-6D2E-E407-356EEDCF68F0}"/>
              </a:ext>
            </a:extLst>
          </p:cNvPr>
          <p:cNvSpPr txBox="1"/>
          <p:nvPr/>
        </p:nvSpPr>
        <p:spPr>
          <a:xfrm>
            <a:off x="628713" y="1683344"/>
            <a:ext cx="5703076" cy="2862322"/>
          </a:xfrm>
          <a:prstGeom prst="rect">
            <a:avLst/>
          </a:prstGeom>
          <a:noFill/>
        </p:spPr>
        <p:txBody>
          <a:bodyPr wrap="square">
            <a:spAutoFit/>
          </a:bodyPr>
          <a:lstStyle/>
          <a:p>
            <a:r>
              <a:rPr lang="en-US" sz="2000" dirty="0">
                <a:solidFill>
                  <a:schemeClr val="bg1"/>
                </a:solidFill>
              </a:rPr>
              <a:t>Automating fragmented systems is impossible. Dynatrace Grail underpins the entire ecosystem.</a:t>
            </a:r>
          </a:p>
          <a:p>
            <a:endParaRPr lang="en-US" sz="2000" dirty="0">
              <a:solidFill>
                <a:schemeClr val="bg1"/>
              </a:solidFill>
            </a:endParaRPr>
          </a:p>
          <a:p>
            <a:r>
              <a:rPr lang="en-US" sz="2000" dirty="0">
                <a:solidFill>
                  <a:schemeClr val="bg1"/>
                </a:solidFill>
              </a:rPr>
              <a:t>Metrics, logs, traces, user sessions, and business events live in a single unified data model. </a:t>
            </a:r>
          </a:p>
          <a:p>
            <a:endParaRPr lang="en-US" sz="2000" dirty="0">
              <a:solidFill>
                <a:schemeClr val="bg1"/>
              </a:solidFill>
            </a:endParaRPr>
          </a:p>
          <a:p>
            <a:r>
              <a:rPr lang="en-US" sz="2000" dirty="0">
                <a:solidFill>
                  <a:schemeClr val="bg1"/>
                </a:solidFill>
              </a:rPr>
              <a:t>Exponentially faster decision-making for complex questions generated by Al-driven systems. </a:t>
            </a:r>
          </a:p>
        </p:txBody>
      </p:sp>
      <p:grpSp>
        <p:nvGrpSpPr>
          <p:cNvPr id="12" name="Group 11">
            <a:extLst>
              <a:ext uri="{FF2B5EF4-FFF2-40B4-BE49-F238E27FC236}">
                <a16:creationId xmlns:a16="http://schemas.microsoft.com/office/drawing/2014/main" id="{03C79D86-86E0-F7D6-23C6-9787399B788E}"/>
              </a:ext>
            </a:extLst>
          </p:cNvPr>
          <p:cNvGrpSpPr/>
          <p:nvPr/>
        </p:nvGrpSpPr>
        <p:grpSpPr>
          <a:xfrm>
            <a:off x="6286930" y="612876"/>
            <a:ext cx="5666406" cy="5678415"/>
            <a:chOff x="6286930" y="612876"/>
            <a:chExt cx="5666406" cy="5678415"/>
          </a:xfrm>
        </p:grpSpPr>
        <p:sp>
          <p:nvSpPr>
            <p:cNvPr id="5" name="TextBox 4">
              <a:extLst>
                <a:ext uri="{FF2B5EF4-FFF2-40B4-BE49-F238E27FC236}">
                  <a16:creationId xmlns:a16="http://schemas.microsoft.com/office/drawing/2014/main" id="{57BB1BD8-0729-2D18-6B68-A00B656124B7}"/>
                </a:ext>
              </a:extLst>
            </p:cNvPr>
            <p:cNvSpPr txBox="1"/>
            <p:nvPr/>
          </p:nvSpPr>
          <p:spPr>
            <a:xfrm>
              <a:off x="7794541" y="612876"/>
              <a:ext cx="2212100" cy="400110"/>
            </a:xfrm>
            <a:prstGeom prst="rect">
              <a:avLst/>
            </a:prstGeom>
            <a:noFill/>
          </p:spPr>
          <p:txBody>
            <a:bodyPr wrap="square">
              <a:spAutoFit/>
            </a:bodyPr>
            <a:lstStyle/>
            <a:p>
              <a:pPr algn="ctr"/>
              <a:r>
                <a:rPr lang="en-US" sz="2000" dirty="0">
                  <a:solidFill>
                    <a:schemeClr val="bg1"/>
                  </a:solidFill>
                </a:rPr>
                <a:t>Traces</a:t>
              </a:r>
            </a:p>
          </p:txBody>
        </p:sp>
        <p:sp>
          <p:nvSpPr>
            <p:cNvPr id="6" name="TextBox 5">
              <a:extLst>
                <a:ext uri="{FF2B5EF4-FFF2-40B4-BE49-F238E27FC236}">
                  <a16:creationId xmlns:a16="http://schemas.microsoft.com/office/drawing/2014/main" id="{4A56F328-A3C0-2AEC-75B8-9AD3398E48C7}"/>
                </a:ext>
              </a:extLst>
            </p:cNvPr>
            <p:cNvSpPr txBox="1"/>
            <p:nvPr/>
          </p:nvSpPr>
          <p:spPr>
            <a:xfrm>
              <a:off x="9383670" y="1305373"/>
              <a:ext cx="1502866" cy="707886"/>
            </a:xfrm>
            <a:prstGeom prst="rect">
              <a:avLst/>
            </a:prstGeom>
            <a:noFill/>
          </p:spPr>
          <p:txBody>
            <a:bodyPr wrap="square">
              <a:spAutoFit/>
            </a:bodyPr>
            <a:lstStyle/>
            <a:p>
              <a:pPr algn="ctr"/>
              <a:r>
                <a:rPr lang="en-US" sz="2000" dirty="0">
                  <a:solidFill>
                    <a:schemeClr val="bg1"/>
                  </a:solidFill>
                </a:rPr>
                <a:t>User Sessions </a:t>
              </a:r>
            </a:p>
          </p:txBody>
        </p:sp>
        <p:sp>
          <p:nvSpPr>
            <p:cNvPr id="7" name="TextBox 6">
              <a:extLst>
                <a:ext uri="{FF2B5EF4-FFF2-40B4-BE49-F238E27FC236}">
                  <a16:creationId xmlns:a16="http://schemas.microsoft.com/office/drawing/2014/main" id="{D293A4EC-6F9C-57D6-3C53-2D8B68A35FD3}"/>
                </a:ext>
              </a:extLst>
            </p:cNvPr>
            <p:cNvSpPr txBox="1"/>
            <p:nvPr/>
          </p:nvSpPr>
          <p:spPr>
            <a:xfrm>
              <a:off x="10450470" y="2406619"/>
              <a:ext cx="1502866" cy="707886"/>
            </a:xfrm>
            <a:prstGeom prst="rect">
              <a:avLst/>
            </a:prstGeom>
            <a:noFill/>
          </p:spPr>
          <p:txBody>
            <a:bodyPr wrap="square">
              <a:spAutoFit/>
            </a:bodyPr>
            <a:lstStyle/>
            <a:p>
              <a:pPr algn="ctr"/>
              <a:r>
                <a:rPr lang="en-US" sz="2000" dirty="0">
                  <a:solidFill>
                    <a:schemeClr val="bg1"/>
                  </a:solidFill>
                </a:rPr>
                <a:t>Business Events </a:t>
              </a:r>
            </a:p>
          </p:txBody>
        </p:sp>
        <p:sp>
          <p:nvSpPr>
            <p:cNvPr id="8" name="TextBox 7">
              <a:extLst>
                <a:ext uri="{FF2B5EF4-FFF2-40B4-BE49-F238E27FC236}">
                  <a16:creationId xmlns:a16="http://schemas.microsoft.com/office/drawing/2014/main" id="{B35DA70D-A890-C9CD-1146-DF8AF3A368FA}"/>
                </a:ext>
              </a:extLst>
            </p:cNvPr>
            <p:cNvSpPr txBox="1"/>
            <p:nvPr/>
          </p:nvSpPr>
          <p:spPr>
            <a:xfrm>
              <a:off x="7397725" y="5891181"/>
              <a:ext cx="2850456" cy="400110"/>
            </a:xfrm>
            <a:prstGeom prst="rect">
              <a:avLst/>
            </a:prstGeom>
            <a:noFill/>
          </p:spPr>
          <p:txBody>
            <a:bodyPr wrap="square">
              <a:spAutoFit/>
            </a:bodyPr>
            <a:lstStyle/>
            <a:p>
              <a:pPr algn="ctr"/>
              <a:r>
                <a:rPr lang="en-US" sz="2000" dirty="0">
                  <a:solidFill>
                    <a:schemeClr val="bg1"/>
                  </a:solidFill>
                </a:rPr>
                <a:t>Grail data </a:t>
              </a:r>
              <a:r>
                <a:rPr lang="en-US" sz="2000" dirty="0" err="1">
                  <a:solidFill>
                    <a:schemeClr val="bg1"/>
                  </a:solidFill>
                </a:rPr>
                <a:t>lakehouse</a:t>
              </a:r>
              <a:endParaRPr lang="en-US" sz="2000" dirty="0">
                <a:solidFill>
                  <a:schemeClr val="bg1"/>
                </a:solidFill>
              </a:endParaRPr>
            </a:p>
          </p:txBody>
        </p:sp>
        <p:sp>
          <p:nvSpPr>
            <p:cNvPr id="10" name="TextBox 9">
              <a:extLst>
                <a:ext uri="{FF2B5EF4-FFF2-40B4-BE49-F238E27FC236}">
                  <a16:creationId xmlns:a16="http://schemas.microsoft.com/office/drawing/2014/main" id="{7AE5AFC6-1C30-7C22-A911-1CD07EADE7A2}"/>
                </a:ext>
              </a:extLst>
            </p:cNvPr>
            <p:cNvSpPr txBox="1"/>
            <p:nvPr/>
          </p:nvSpPr>
          <p:spPr>
            <a:xfrm>
              <a:off x="7129878" y="1459260"/>
              <a:ext cx="1110795" cy="400110"/>
            </a:xfrm>
            <a:prstGeom prst="rect">
              <a:avLst/>
            </a:prstGeom>
            <a:noFill/>
          </p:spPr>
          <p:txBody>
            <a:bodyPr wrap="square">
              <a:spAutoFit/>
            </a:bodyPr>
            <a:lstStyle/>
            <a:p>
              <a:pPr algn="ctr"/>
              <a:r>
                <a:rPr lang="en-US" sz="2000" dirty="0">
                  <a:solidFill>
                    <a:schemeClr val="bg1"/>
                  </a:solidFill>
                </a:rPr>
                <a:t>Metrics</a:t>
              </a:r>
            </a:p>
          </p:txBody>
        </p:sp>
        <p:sp>
          <p:nvSpPr>
            <p:cNvPr id="11" name="TextBox 10">
              <a:extLst>
                <a:ext uri="{FF2B5EF4-FFF2-40B4-BE49-F238E27FC236}">
                  <a16:creationId xmlns:a16="http://schemas.microsoft.com/office/drawing/2014/main" id="{61F95396-FE5F-2BE9-A932-3A68B64880B0}"/>
                </a:ext>
              </a:extLst>
            </p:cNvPr>
            <p:cNvSpPr txBox="1"/>
            <p:nvPr/>
          </p:nvSpPr>
          <p:spPr>
            <a:xfrm>
              <a:off x="6286930" y="2484352"/>
              <a:ext cx="1110795" cy="400110"/>
            </a:xfrm>
            <a:prstGeom prst="rect">
              <a:avLst/>
            </a:prstGeom>
            <a:noFill/>
          </p:spPr>
          <p:txBody>
            <a:bodyPr wrap="square">
              <a:spAutoFit/>
            </a:bodyPr>
            <a:lstStyle/>
            <a:p>
              <a:pPr algn="ctr"/>
              <a:r>
                <a:rPr lang="en-US" sz="2000" dirty="0">
                  <a:solidFill>
                    <a:schemeClr val="bg1"/>
                  </a:solidFill>
                </a:rPr>
                <a:t>Logs</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A63F05-113D-3A08-DC61-CAE23EE4F480}"/>
              </a:ext>
            </a:extLst>
          </p:cNvPr>
          <p:cNvSpPr txBox="1"/>
          <p:nvPr/>
        </p:nvSpPr>
        <p:spPr>
          <a:xfrm>
            <a:off x="628713" y="474377"/>
            <a:ext cx="6289672" cy="1077218"/>
          </a:xfrm>
          <a:prstGeom prst="rect">
            <a:avLst/>
          </a:prstGeom>
          <a:noFill/>
        </p:spPr>
        <p:txBody>
          <a:bodyPr wrap="square">
            <a:spAutoFit/>
          </a:bodyPr>
          <a:lstStyle/>
          <a:p>
            <a:r>
              <a:rPr lang="en-US" sz="3200" dirty="0">
                <a:solidFill>
                  <a:srgbClr val="B8B497"/>
                </a:solidFill>
                <a:latin typeface="+mj-lt"/>
              </a:rPr>
              <a:t>Security operates inside the causal dependency graph </a:t>
            </a:r>
          </a:p>
        </p:txBody>
      </p:sp>
      <p:sp>
        <p:nvSpPr>
          <p:cNvPr id="4" name="TextBox 3">
            <a:extLst>
              <a:ext uri="{FF2B5EF4-FFF2-40B4-BE49-F238E27FC236}">
                <a16:creationId xmlns:a16="http://schemas.microsoft.com/office/drawing/2014/main" id="{CE01E28F-7E41-1607-62AB-ADA353C717D2}"/>
              </a:ext>
            </a:extLst>
          </p:cNvPr>
          <p:cNvSpPr txBox="1"/>
          <p:nvPr/>
        </p:nvSpPr>
        <p:spPr>
          <a:xfrm>
            <a:off x="628713" y="1683344"/>
            <a:ext cx="6289672" cy="707886"/>
          </a:xfrm>
          <a:prstGeom prst="rect">
            <a:avLst/>
          </a:prstGeom>
          <a:noFill/>
        </p:spPr>
        <p:txBody>
          <a:bodyPr wrap="square">
            <a:spAutoFit/>
          </a:bodyPr>
          <a:lstStyle/>
          <a:p>
            <a:r>
              <a:rPr lang="en-US" sz="2000" dirty="0">
                <a:solidFill>
                  <a:schemeClr val="bg1"/>
                </a:solidFill>
              </a:rPr>
              <a:t>Core Concept: Security is embedded in Grail natively alongside business and observability data</a:t>
            </a:r>
          </a:p>
        </p:txBody>
      </p:sp>
      <p:sp>
        <p:nvSpPr>
          <p:cNvPr id="6" name="TextBox 5">
            <a:extLst>
              <a:ext uri="{FF2B5EF4-FFF2-40B4-BE49-F238E27FC236}">
                <a16:creationId xmlns:a16="http://schemas.microsoft.com/office/drawing/2014/main" id="{CF133D20-B3B6-9A73-50A6-56DF5F166D93}"/>
              </a:ext>
            </a:extLst>
          </p:cNvPr>
          <p:cNvSpPr txBox="1"/>
          <p:nvPr/>
        </p:nvSpPr>
        <p:spPr>
          <a:xfrm>
            <a:off x="8642684" y="2391230"/>
            <a:ext cx="2920603" cy="369332"/>
          </a:xfrm>
          <a:prstGeom prst="rect">
            <a:avLst/>
          </a:prstGeom>
          <a:noFill/>
        </p:spPr>
        <p:txBody>
          <a:bodyPr wrap="square">
            <a:spAutoFit/>
          </a:bodyPr>
          <a:lstStyle/>
          <a:p>
            <a:r>
              <a:rPr lang="en-US" b="1" dirty="0"/>
              <a:t>Key Features: </a:t>
            </a:r>
          </a:p>
        </p:txBody>
      </p:sp>
      <p:sp>
        <p:nvSpPr>
          <p:cNvPr id="7" name="TextBox 6">
            <a:extLst>
              <a:ext uri="{FF2B5EF4-FFF2-40B4-BE49-F238E27FC236}">
                <a16:creationId xmlns:a16="http://schemas.microsoft.com/office/drawing/2014/main" id="{A4316F8F-9D4A-05BE-6529-0286CF49F0ED}"/>
              </a:ext>
            </a:extLst>
          </p:cNvPr>
          <p:cNvSpPr txBox="1"/>
          <p:nvPr/>
        </p:nvSpPr>
        <p:spPr>
          <a:xfrm>
            <a:off x="8766971" y="2828835"/>
            <a:ext cx="2685223" cy="923330"/>
          </a:xfrm>
          <a:prstGeom prst="rect">
            <a:avLst/>
          </a:prstGeom>
          <a:noFill/>
        </p:spPr>
        <p:txBody>
          <a:bodyPr wrap="square">
            <a:spAutoFit/>
          </a:bodyPr>
          <a:lstStyle/>
          <a:p>
            <a:r>
              <a:rPr lang="en-US" dirty="0">
                <a:solidFill>
                  <a:schemeClr val="bg1"/>
                </a:solidFill>
              </a:rPr>
              <a:t>Runtime vulnerability analytics and runtime application protection. </a:t>
            </a:r>
          </a:p>
        </p:txBody>
      </p:sp>
      <p:sp>
        <p:nvSpPr>
          <p:cNvPr id="8" name="TextBox 7">
            <a:extLst>
              <a:ext uri="{FF2B5EF4-FFF2-40B4-BE49-F238E27FC236}">
                <a16:creationId xmlns:a16="http://schemas.microsoft.com/office/drawing/2014/main" id="{9F3AE439-3C47-8ACA-F387-8576887C474C}"/>
              </a:ext>
            </a:extLst>
          </p:cNvPr>
          <p:cNvSpPr txBox="1"/>
          <p:nvPr/>
        </p:nvSpPr>
        <p:spPr>
          <a:xfrm>
            <a:off x="8642684" y="4319164"/>
            <a:ext cx="2920603" cy="369332"/>
          </a:xfrm>
          <a:prstGeom prst="rect">
            <a:avLst/>
          </a:prstGeom>
          <a:noFill/>
        </p:spPr>
        <p:txBody>
          <a:bodyPr wrap="square">
            <a:spAutoFit/>
          </a:bodyPr>
          <a:lstStyle/>
          <a:p>
            <a:r>
              <a:rPr lang="en-US" b="1" dirty="0"/>
              <a:t>Strategic Value:</a:t>
            </a:r>
          </a:p>
        </p:txBody>
      </p:sp>
      <p:sp>
        <p:nvSpPr>
          <p:cNvPr id="9" name="TextBox 8">
            <a:extLst>
              <a:ext uri="{FF2B5EF4-FFF2-40B4-BE49-F238E27FC236}">
                <a16:creationId xmlns:a16="http://schemas.microsoft.com/office/drawing/2014/main" id="{599A9C96-51F0-A6D9-B20D-A96C7F1227B5}"/>
              </a:ext>
            </a:extLst>
          </p:cNvPr>
          <p:cNvSpPr txBox="1"/>
          <p:nvPr/>
        </p:nvSpPr>
        <p:spPr>
          <a:xfrm>
            <a:off x="8766971" y="4756769"/>
            <a:ext cx="2685223" cy="1754326"/>
          </a:xfrm>
          <a:prstGeom prst="rect">
            <a:avLst/>
          </a:prstGeom>
          <a:noFill/>
        </p:spPr>
        <p:txBody>
          <a:bodyPr wrap="square">
            <a:spAutoFit/>
          </a:bodyPr>
          <a:lstStyle/>
          <a:p>
            <a:r>
              <a:rPr lang="en-US" dirty="0">
                <a:solidFill>
                  <a:schemeClr val="bg1"/>
                </a:solidFill>
              </a:rPr>
              <a:t>Autonomous workflows operate with a complete picture of security risk, directly informing agentic decision-making.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C12DE7-09A8-E95A-C456-773D6CAB8101}"/>
              </a:ext>
            </a:extLst>
          </p:cNvPr>
          <p:cNvSpPr txBox="1"/>
          <p:nvPr/>
        </p:nvSpPr>
        <p:spPr>
          <a:xfrm>
            <a:off x="566083" y="662267"/>
            <a:ext cx="6289672" cy="1077218"/>
          </a:xfrm>
          <a:prstGeom prst="rect">
            <a:avLst/>
          </a:prstGeom>
          <a:noFill/>
        </p:spPr>
        <p:txBody>
          <a:bodyPr wrap="square">
            <a:spAutoFit/>
          </a:bodyPr>
          <a:lstStyle/>
          <a:p>
            <a:r>
              <a:rPr lang="en-US" sz="3200" dirty="0">
                <a:solidFill>
                  <a:srgbClr val="B8B497"/>
                </a:solidFill>
                <a:latin typeface="+mj-lt"/>
              </a:rPr>
              <a:t>Empowering developers and platform engineering teams </a:t>
            </a:r>
          </a:p>
        </p:txBody>
      </p:sp>
      <p:sp>
        <p:nvSpPr>
          <p:cNvPr id="4" name="TextBox 3">
            <a:extLst>
              <a:ext uri="{FF2B5EF4-FFF2-40B4-BE49-F238E27FC236}">
                <a16:creationId xmlns:a16="http://schemas.microsoft.com/office/drawing/2014/main" id="{819A2A64-E36C-81DE-1B76-BC39E7D057E0}"/>
              </a:ext>
            </a:extLst>
          </p:cNvPr>
          <p:cNvSpPr txBox="1"/>
          <p:nvPr/>
        </p:nvSpPr>
        <p:spPr>
          <a:xfrm>
            <a:off x="566083" y="1871234"/>
            <a:ext cx="5872295" cy="707886"/>
          </a:xfrm>
          <a:prstGeom prst="rect">
            <a:avLst/>
          </a:prstGeom>
          <a:noFill/>
        </p:spPr>
        <p:txBody>
          <a:bodyPr wrap="square">
            <a:spAutoFit/>
          </a:bodyPr>
          <a:lstStyle/>
          <a:p>
            <a:r>
              <a:rPr lang="en-US" sz="2000" dirty="0">
                <a:solidFill>
                  <a:schemeClr val="bg1"/>
                </a:solidFill>
              </a:rPr>
              <a:t>Influencing the software delivery lifecycle long before production operations. </a:t>
            </a:r>
          </a:p>
        </p:txBody>
      </p:sp>
      <p:sp>
        <p:nvSpPr>
          <p:cNvPr id="5" name="TextBox 4">
            <a:extLst>
              <a:ext uri="{FF2B5EF4-FFF2-40B4-BE49-F238E27FC236}">
                <a16:creationId xmlns:a16="http://schemas.microsoft.com/office/drawing/2014/main" id="{C8E2CD43-F052-A8BF-0E23-9079550DF613}"/>
              </a:ext>
            </a:extLst>
          </p:cNvPr>
          <p:cNvSpPr txBox="1"/>
          <p:nvPr/>
        </p:nvSpPr>
        <p:spPr>
          <a:xfrm>
            <a:off x="8634609" y="662267"/>
            <a:ext cx="2920603" cy="369332"/>
          </a:xfrm>
          <a:prstGeom prst="rect">
            <a:avLst/>
          </a:prstGeom>
          <a:noFill/>
        </p:spPr>
        <p:txBody>
          <a:bodyPr wrap="square">
            <a:spAutoFit/>
          </a:bodyPr>
          <a:lstStyle/>
          <a:p>
            <a:r>
              <a:rPr lang="en-US" b="1" dirty="0"/>
              <a:t>Key </a:t>
            </a:r>
            <a:r>
              <a:rPr lang="en-US" dirty="0"/>
              <a:t>Capabilities</a:t>
            </a:r>
            <a:r>
              <a:rPr lang="en-US" b="1" dirty="0"/>
              <a:t>: </a:t>
            </a:r>
          </a:p>
        </p:txBody>
      </p:sp>
      <p:sp>
        <p:nvSpPr>
          <p:cNvPr id="6" name="TextBox 5">
            <a:extLst>
              <a:ext uri="{FF2B5EF4-FFF2-40B4-BE49-F238E27FC236}">
                <a16:creationId xmlns:a16="http://schemas.microsoft.com/office/drawing/2014/main" id="{8764A81F-8724-36B5-70FA-8408CEA92222}"/>
              </a:ext>
            </a:extLst>
          </p:cNvPr>
          <p:cNvSpPr txBox="1"/>
          <p:nvPr/>
        </p:nvSpPr>
        <p:spPr>
          <a:xfrm>
            <a:off x="8755693" y="1262710"/>
            <a:ext cx="2799519" cy="2308324"/>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IDE-native insights and live debugging.</a:t>
            </a:r>
          </a:p>
          <a:p>
            <a:pPr marL="285750" indent="-285750">
              <a:buFont typeface="Arial" panose="020B0604020202020204" pitchFamily="34" charset="0"/>
              <a:buChar char="•"/>
            </a:pPr>
            <a:r>
              <a:rPr lang="en-US" dirty="0">
                <a:solidFill>
                  <a:schemeClr val="bg1"/>
                </a:solidFill>
              </a:rPr>
              <a:t>Backstage integration.</a:t>
            </a:r>
          </a:p>
          <a:p>
            <a:pPr marL="285750" indent="-285750">
              <a:buFont typeface="Arial" panose="020B0604020202020204" pitchFamily="34" charset="0"/>
              <a:buChar char="•"/>
            </a:pPr>
            <a:r>
              <a:rPr lang="en-US" dirty="0">
                <a:solidFill>
                  <a:schemeClr val="bg1"/>
                </a:solidFill>
              </a:rPr>
              <a:t>Feature flag management and progressive delivery via </a:t>
            </a:r>
            <a:r>
              <a:rPr lang="en-US" dirty="0" err="1">
                <a:solidFill>
                  <a:schemeClr val="bg1"/>
                </a:solidFill>
              </a:rPr>
              <a:t>DevCycle</a:t>
            </a:r>
            <a:r>
              <a:rPr lang="en-US" dirty="0">
                <a:solidFill>
                  <a:schemeClr val="bg1"/>
                </a:solidFill>
              </a:rPr>
              <a:t> integration. </a:t>
            </a:r>
          </a:p>
        </p:txBody>
      </p:sp>
      <p:sp>
        <p:nvSpPr>
          <p:cNvPr id="7" name="TextBox 6">
            <a:extLst>
              <a:ext uri="{FF2B5EF4-FFF2-40B4-BE49-F238E27FC236}">
                <a16:creationId xmlns:a16="http://schemas.microsoft.com/office/drawing/2014/main" id="{395F286A-803E-8459-1AA5-979E311D7B06}"/>
              </a:ext>
            </a:extLst>
          </p:cNvPr>
          <p:cNvSpPr txBox="1"/>
          <p:nvPr/>
        </p:nvSpPr>
        <p:spPr>
          <a:xfrm>
            <a:off x="8703454" y="4441128"/>
            <a:ext cx="2920603" cy="369332"/>
          </a:xfrm>
          <a:prstGeom prst="rect">
            <a:avLst/>
          </a:prstGeom>
          <a:noFill/>
        </p:spPr>
        <p:txBody>
          <a:bodyPr wrap="square">
            <a:spAutoFit/>
          </a:bodyPr>
          <a:lstStyle/>
          <a:p>
            <a:r>
              <a:rPr lang="en-US" b="1" dirty="0"/>
              <a:t>Impact</a:t>
            </a:r>
          </a:p>
        </p:txBody>
      </p:sp>
      <p:sp>
        <p:nvSpPr>
          <p:cNvPr id="8" name="TextBox 7">
            <a:extLst>
              <a:ext uri="{FF2B5EF4-FFF2-40B4-BE49-F238E27FC236}">
                <a16:creationId xmlns:a16="http://schemas.microsoft.com/office/drawing/2014/main" id="{262D5A18-8288-39C3-E54C-BAF04BCC13B4}"/>
              </a:ext>
            </a:extLst>
          </p:cNvPr>
          <p:cNvSpPr txBox="1"/>
          <p:nvPr/>
        </p:nvSpPr>
        <p:spPr>
          <a:xfrm>
            <a:off x="8824538" y="5041571"/>
            <a:ext cx="2799519" cy="923330"/>
          </a:xfrm>
          <a:prstGeom prst="rect">
            <a:avLst/>
          </a:prstGeom>
          <a:noFill/>
        </p:spPr>
        <p:txBody>
          <a:bodyPr wrap="square">
            <a:spAutoFit/>
          </a:bodyPr>
          <a:lstStyle/>
          <a:p>
            <a:r>
              <a:rPr lang="en-US" dirty="0">
                <a:solidFill>
                  <a:schemeClr val="bg1"/>
                </a:solidFill>
              </a:rPr>
              <a:t>Platform teams emerge as key influencers for observability tooling.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46E3A2-210D-02B5-795A-4A768F1F86AD}"/>
              </a:ext>
            </a:extLst>
          </p:cNvPr>
          <p:cNvSpPr txBox="1"/>
          <p:nvPr/>
        </p:nvSpPr>
        <p:spPr>
          <a:xfrm>
            <a:off x="566083" y="492990"/>
            <a:ext cx="9314896" cy="1200329"/>
          </a:xfrm>
          <a:prstGeom prst="rect">
            <a:avLst/>
          </a:prstGeom>
          <a:noFill/>
        </p:spPr>
        <p:txBody>
          <a:bodyPr wrap="square">
            <a:spAutoFit/>
          </a:bodyPr>
          <a:lstStyle/>
          <a:p>
            <a:r>
              <a:rPr lang="en-US" sz="3600" dirty="0">
                <a:solidFill>
                  <a:srgbClr val="B8B497"/>
                </a:solidFill>
                <a:latin typeface="+mj-lt"/>
              </a:rPr>
              <a:t>Visibility into modern architectures and seamless ecosystem expansion </a:t>
            </a:r>
          </a:p>
        </p:txBody>
      </p:sp>
      <p:sp>
        <p:nvSpPr>
          <p:cNvPr id="5" name="TextBox 4">
            <a:extLst>
              <a:ext uri="{FF2B5EF4-FFF2-40B4-BE49-F238E27FC236}">
                <a16:creationId xmlns:a16="http://schemas.microsoft.com/office/drawing/2014/main" id="{B4A1FE01-AC6D-C739-9C57-1A54C5814C6D}"/>
              </a:ext>
            </a:extLst>
          </p:cNvPr>
          <p:cNvSpPr txBox="1"/>
          <p:nvPr/>
        </p:nvSpPr>
        <p:spPr>
          <a:xfrm>
            <a:off x="668055" y="2403385"/>
            <a:ext cx="2920603" cy="369332"/>
          </a:xfrm>
          <a:prstGeom prst="rect">
            <a:avLst/>
          </a:prstGeom>
          <a:noFill/>
        </p:spPr>
        <p:txBody>
          <a:bodyPr wrap="square">
            <a:spAutoFit/>
          </a:bodyPr>
          <a:lstStyle/>
          <a:p>
            <a:r>
              <a:rPr lang="en-US" b="1" dirty="0"/>
              <a:t>Next-Gen RUM</a:t>
            </a:r>
          </a:p>
        </p:txBody>
      </p:sp>
      <p:sp>
        <p:nvSpPr>
          <p:cNvPr id="6" name="TextBox 5">
            <a:extLst>
              <a:ext uri="{FF2B5EF4-FFF2-40B4-BE49-F238E27FC236}">
                <a16:creationId xmlns:a16="http://schemas.microsoft.com/office/drawing/2014/main" id="{B7799B62-F65E-8461-589F-1390F9DBB697}"/>
              </a:ext>
            </a:extLst>
          </p:cNvPr>
          <p:cNvSpPr txBox="1"/>
          <p:nvPr/>
        </p:nvSpPr>
        <p:spPr>
          <a:xfrm>
            <a:off x="728596" y="2897977"/>
            <a:ext cx="2799519" cy="1200329"/>
          </a:xfrm>
          <a:prstGeom prst="rect">
            <a:avLst/>
          </a:prstGeom>
          <a:noFill/>
        </p:spPr>
        <p:txBody>
          <a:bodyPr wrap="square">
            <a:spAutoFit/>
          </a:bodyPr>
          <a:lstStyle/>
          <a:p>
            <a:r>
              <a:rPr lang="en-US" dirty="0">
                <a:solidFill>
                  <a:schemeClr val="bg1"/>
                </a:solidFill>
              </a:rPr>
              <a:t>Real User Monitoring upgraded for Single-Page Apps (SPAs) and asynchronous rendering. </a:t>
            </a:r>
          </a:p>
        </p:txBody>
      </p:sp>
      <p:sp>
        <p:nvSpPr>
          <p:cNvPr id="7" name="TextBox 6">
            <a:extLst>
              <a:ext uri="{FF2B5EF4-FFF2-40B4-BE49-F238E27FC236}">
                <a16:creationId xmlns:a16="http://schemas.microsoft.com/office/drawing/2014/main" id="{26D2AEFA-209F-EC55-9BCD-1F23AF3E24E8}"/>
              </a:ext>
            </a:extLst>
          </p:cNvPr>
          <p:cNvSpPr txBox="1"/>
          <p:nvPr/>
        </p:nvSpPr>
        <p:spPr>
          <a:xfrm>
            <a:off x="728596" y="4472267"/>
            <a:ext cx="2920603" cy="369332"/>
          </a:xfrm>
          <a:prstGeom prst="rect">
            <a:avLst/>
          </a:prstGeom>
          <a:noFill/>
        </p:spPr>
        <p:txBody>
          <a:bodyPr wrap="square">
            <a:spAutoFit/>
          </a:bodyPr>
          <a:lstStyle/>
          <a:p>
            <a:r>
              <a:rPr lang="en-US" dirty="0"/>
              <a:t>Cloud SPs</a:t>
            </a:r>
            <a:endParaRPr lang="en-US" b="1" dirty="0"/>
          </a:p>
        </p:txBody>
      </p:sp>
      <p:sp>
        <p:nvSpPr>
          <p:cNvPr id="8" name="TextBox 7">
            <a:extLst>
              <a:ext uri="{FF2B5EF4-FFF2-40B4-BE49-F238E27FC236}">
                <a16:creationId xmlns:a16="http://schemas.microsoft.com/office/drawing/2014/main" id="{C965AE5B-B043-C73E-ABEF-C27B3FF6E796}"/>
              </a:ext>
            </a:extLst>
          </p:cNvPr>
          <p:cNvSpPr txBox="1"/>
          <p:nvPr/>
        </p:nvSpPr>
        <p:spPr>
          <a:xfrm>
            <a:off x="789137" y="4966859"/>
            <a:ext cx="2799519" cy="923330"/>
          </a:xfrm>
          <a:prstGeom prst="rect">
            <a:avLst/>
          </a:prstGeom>
          <a:noFill/>
        </p:spPr>
        <p:txBody>
          <a:bodyPr wrap="square">
            <a:spAutoFit/>
          </a:bodyPr>
          <a:lstStyle/>
          <a:p>
            <a:r>
              <a:rPr lang="en-US" dirty="0">
                <a:solidFill>
                  <a:schemeClr val="bg1"/>
                </a:solidFill>
              </a:rPr>
              <a:t>AWS DevOps Agent, Azure SRE Agent, and Gemini CLI Extension. </a:t>
            </a:r>
          </a:p>
        </p:txBody>
      </p:sp>
      <p:sp>
        <p:nvSpPr>
          <p:cNvPr id="9" name="TextBox 8">
            <a:extLst>
              <a:ext uri="{FF2B5EF4-FFF2-40B4-BE49-F238E27FC236}">
                <a16:creationId xmlns:a16="http://schemas.microsoft.com/office/drawing/2014/main" id="{100C8B3E-ADBB-7BCE-FB7E-48CE648075D5}"/>
              </a:ext>
            </a:extLst>
          </p:cNvPr>
          <p:cNvSpPr txBox="1"/>
          <p:nvPr/>
        </p:nvSpPr>
        <p:spPr>
          <a:xfrm>
            <a:off x="8603344" y="2403385"/>
            <a:ext cx="2920603" cy="369332"/>
          </a:xfrm>
          <a:prstGeom prst="rect">
            <a:avLst/>
          </a:prstGeom>
          <a:noFill/>
        </p:spPr>
        <p:txBody>
          <a:bodyPr wrap="square">
            <a:spAutoFit/>
          </a:bodyPr>
          <a:lstStyle/>
          <a:p>
            <a:r>
              <a:rPr lang="en-US" b="1" dirty="0"/>
              <a:t>MCP Server </a:t>
            </a:r>
          </a:p>
        </p:txBody>
      </p:sp>
      <p:sp>
        <p:nvSpPr>
          <p:cNvPr id="10" name="TextBox 9">
            <a:extLst>
              <a:ext uri="{FF2B5EF4-FFF2-40B4-BE49-F238E27FC236}">
                <a16:creationId xmlns:a16="http://schemas.microsoft.com/office/drawing/2014/main" id="{A77F79A3-8EA2-4C12-5AF7-48BEEB6E91CC}"/>
              </a:ext>
            </a:extLst>
          </p:cNvPr>
          <p:cNvSpPr txBox="1"/>
          <p:nvPr/>
        </p:nvSpPr>
        <p:spPr>
          <a:xfrm>
            <a:off x="8663885" y="2897977"/>
            <a:ext cx="2799519" cy="1200329"/>
          </a:xfrm>
          <a:prstGeom prst="rect">
            <a:avLst/>
          </a:prstGeom>
          <a:noFill/>
        </p:spPr>
        <p:txBody>
          <a:bodyPr wrap="square">
            <a:spAutoFit/>
          </a:bodyPr>
          <a:lstStyle/>
          <a:p>
            <a:r>
              <a:rPr lang="en-US" dirty="0">
                <a:solidFill>
                  <a:schemeClr val="bg1"/>
                </a:solidFill>
              </a:rPr>
              <a:t>Governed interface (GA since May 2025) for Claude, AWS Bedrock, and Azure Al Foundry. </a:t>
            </a:r>
          </a:p>
        </p:txBody>
      </p:sp>
      <p:sp>
        <p:nvSpPr>
          <p:cNvPr id="11" name="TextBox 10">
            <a:extLst>
              <a:ext uri="{FF2B5EF4-FFF2-40B4-BE49-F238E27FC236}">
                <a16:creationId xmlns:a16="http://schemas.microsoft.com/office/drawing/2014/main" id="{C3847F94-8C82-60BA-E36C-2ABF94D5B3FB}"/>
              </a:ext>
            </a:extLst>
          </p:cNvPr>
          <p:cNvSpPr txBox="1"/>
          <p:nvPr/>
        </p:nvSpPr>
        <p:spPr>
          <a:xfrm>
            <a:off x="8663885" y="4472267"/>
            <a:ext cx="2920603" cy="369332"/>
          </a:xfrm>
          <a:prstGeom prst="rect">
            <a:avLst/>
          </a:prstGeom>
          <a:noFill/>
        </p:spPr>
        <p:txBody>
          <a:bodyPr wrap="square">
            <a:spAutoFit/>
          </a:bodyPr>
          <a:lstStyle/>
          <a:p>
            <a:r>
              <a:rPr lang="en-US" dirty="0"/>
              <a:t>ServiceNow</a:t>
            </a:r>
            <a:endParaRPr lang="en-US" b="1" dirty="0"/>
          </a:p>
        </p:txBody>
      </p:sp>
      <p:sp>
        <p:nvSpPr>
          <p:cNvPr id="12" name="TextBox 11">
            <a:extLst>
              <a:ext uri="{FF2B5EF4-FFF2-40B4-BE49-F238E27FC236}">
                <a16:creationId xmlns:a16="http://schemas.microsoft.com/office/drawing/2014/main" id="{FFA64451-D1EF-2BF8-5BC1-703D4E1F6725}"/>
              </a:ext>
            </a:extLst>
          </p:cNvPr>
          <p:cNvSpPr txBox="1"/>
          <p:nvPr/>
        </p:nvSpPr>
        <p:spPr>
          <a:xfrm>
            <a:off x="8724426" y="4966859"/>
            <a:ext cx="2799519" cy="1200329"/>
          </a:xfrm>
          <a:prstGeom prst="rect">
            <a:avLst/>
          </a:prstGeom>
          <a:noFill/>
        </p:spPr>
        <p:txBody>
          <a:bodyPr wrap="square">
            <a:spAutoFit/>
          </a:bodyPr>
          <a:lstStyle/>
          <a:p>
            <a:r>
              <a:rPr lang="en-US" dirty="0">
                <a:solidFill>
                  <a:schemeClr val="bg1"/>
                </a:solidFill>
              </a:rPr>
              <a:t>Deepened partnership for platform-to-platform closed-loop, self-healing systems.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F26CF4-4A76-33EF-E419-F0C98A766137}"/>
              </a:ext>
            </a:extLst>
          </p:cNvPr>
          <p:cNvSpPr txBox="1"/>
          <p:nvPr/>
        </p:nvSpPr>
        <p:spPr>
          <a:xfrm>
            <a:off x="578608" y="520233"/>
            <a:ext cx="8811052" cy="1200329"/>
          </a:xfrm>
          <a:prstGeom prst="rect">
            <a:avLst/>
          </a:prstGeom>
          <a:noFill/>
        </p:spPr>
        <p:txBody>
          <a:bodyPr wrap="square">
            <a:spAutoFit/>
          </a:bodyPr>
          <a:lstStyle/>
          <a:p>
            <a:r>
              <a:rPr lang="en-US" sz="3600" dirty="0">
                <a:solidFill>
                  <a:srgbClr val="B8B497"/>
                </a:solidFill>
                <a:latin typeface="+mj-lt"/>
              </a:rPr>
              <a:t>Translating technical telemetry into measurable business outcomes </a:t>
            </a:r>
          </a:p>
        </p:txBody>
      </p:sp>
      <p:sp>
        <p:nvSpPr>
          <p:cNvPr id="5" name="TextBox 4">
            <a:extLst>
              <a:ext uri="{FF2B5EF4-FFF2-40B4-BE49-F238E27FC236}">
                <a16:creationId xmlns:a16="http://schemas.microsoft.com/office/drawing/2014/main" id="{60F6013A-A442-4441-9785-36D9B3B36400}"/>
              </a:ext>
            </a:extLst>
          </p:cNvPr>
          <p:cNvSpPr txBox="1"/>
          <p:nvPr/>
        </p:nvSpPr>
        <p:spPr>
          <a:xfrm>
            <a:off x="993733" y="2398734"/>
            <a:ext cx="2920603" cy="1077218"/>
          </a:xfrm>
          <a:prstGeom prst="rect">
            <a:avLst/>
          </a:prstGeom>
          <a:noFill/>
        </p:spPr>
        <p:txBody>
          <a:bodyPr wrap="square">
            <a:spAutoFit/>
          </a:bodyPr>
          <a:lstStyle/>
          <a:p>
            <a:r>
              <a:rPr lang="en-US" sz="3200" b="1" dirty="0">
                <a:solidFill>
                  <a:srgbClr val="B8B497"/>
                </a:solidFill>
              </a:rPr>
              <a:t>Operational Efficiency</a:t>
            </a:r>
          </a:p>
        </p:txBody>
      </p:sp>
      <p:sp>
        <p:nvSpPr>
          <p:cNvPr id="6" name="TextBox 5">
            <a:extLst>
              <a:ext uri="{FF2B5EF4-FFF2-40B4-BE49-F238E27FC236}">
                <a16:creationId xmlns:a16="http://schemas.microsoft.com/office/drawing/2014/main" id="{FE279E4B-1A59-BC7D-85E8-8F196A1F5C34}"/>
              </a:ext>
            </a:extLst>
          </p:cNvPr>
          <p:cNvSpPr txBox="1"/>
          <p:nvPr/>
        </p:nvSpPr>
        <p:spPr>
          <a:xfrm>
            <a:off x="993733" y="3920657"/>
            <a:ext cx="2438399" cy="1200329"/>
          </a:xfrm>
          <a:prstGeom prst="rect">
            <a:avLst/>
          </a:prstGeom>
          <a:noFill/>
        </p:spPr>
        <p:txBody>
          <a:bodyPr wrap="square">
            <a:spAutoFit/>
          </a:bodyPr>
          <a:lstStyle/>
          <a:p>
            <a:r>
              <a:rPr lang="en-US" dirty="0">
                <a:solidFill>
                  <a:srgbClr val="E9E7D0"/>
                </a:solidFill>
              </a:rPr>
              <a:t>Drastic MTTR reductions and availability improvements. </a:t>
            </a:r>
          </a:p>
        </p:txBody>
      </p:sp>
      <p:sp>
        <p:nvSpPr>
          <p:cNvPr id="7" name="TextBox 6">
            <a:extLst>
              <a:ext uri="{FF2B5EF4-FFF2-40B4-BE49-F238E27FC236}">
                <a16:creationId xmlns:a16="http://schemas.microsoft.com/office/drawing/2014/main" id="{EF461C2C-19FE-E9FC-E4C6-18B0998DE66E}"/>
              </a:ext>
            </a:extLst>
          </p:cNvPr>
          <p:cNvSpPr txBox="1"/>
          <p:nvPr/>
        </p:nvSpPr>
        <p:spPr>
          <a:xfrm>
            <a:off x="4816259" y="2398734"/>
            <a:ext cx="2920603" cy="1077218"/>
          </a:xfrm>
          <a:prstGeom prst="rect">
            <a:avLst/>
          </a:prstGeom>
          <a:noFill/>
        </p:spPr>
        <p:txBody>
          <a:bodyPr wrap="square">
            <a:spAutoFit/>
          </a:bodyPr>
          <a:lstStyle/>
          <a:p>
            <a:r>
              <a:rPr lang="en-US" sz="3200" b="1" dirty="0">
                <a:solidFill>
                  <a:srgbClr val="B8B497"/>
                </a:solidFill>
              </a:rPr>
              <a:t>Customer Experience </a:t>
            </a:r>
          </a:p>
        </p:txBody>
      </p:sp>
      <p:sp>
        <p:nvSpPr>
          <p:cNvPr id="8" name="TextBox 7">
            <a:extLst>
              <a:ext uri="{FF2B5EF4-FFF2-40B4-BE49-F238E27FC236}">
                <a16:creationId xmlns:a16="http://schemas.microsoft.com/office/drawing/2014/main" id="{DEA52F59-92A8-DA5F-CF8E-EFD5A8C80F10}"/>
              </a:ext>
            </a:extLst>
          </p:cNvPr>
          <p:cNvSpPr txBox="1"/>
          <p:nvPr/>
        </p:nvSpPr>
        <p:spPr>
          <a:xfrm>
            <a:off x="4816259" y="3920657"/>
            <a:ext cx="2438399" cy="1200329"/>
          </a:xfrm>
          <a:prstGeom prst="rect">
            <a:avLst/>
          </a:prstGeom>
          <a:noFill/>
        </p:spPr>
        <p:txBody>
          <a:bodyPr wrap="square">
            <a:spAutoFit/>
          </a:bodyPr>
          <a:lstStyle/>
          <a:p>
            <a:r>
              <a:rPr lang="en-US" dirty="0">
                <a:solidFill>
                  <a:srgbClr val="E9E7D0"/>
                </a:solidFill>
              </a:rPr>
              <a:t>Increased customer satisfaction rates and Net Promoter Scores (NPS). </a:t>
            </a:r>
          </a:p>
        </p:txBody>
      </p:sp>
      <p:sp>
        <p:nvSpPr>
          <p:cNvPr id="9" name="TextBox 8">
            <a:extLst>
              <a:ext uri="{FF2B5EF4-FFF2-40B4-BE49-F238E27FC236}">
                <a16:creationId xmlns:a16="http://schemas.microsoft.com/office/drawing/2014/main" id="{056C0353-A7E2-8319-4D1B-338DDD3B54F0}"/>
              </a:ext>
            </a:extLst>
          </p:cNvPr>
          <p:cNvSpPr txBox="1"/>
          <p:nvPr/>
        </p:nvSpPr>
        <p:spPr>
          <a:xfrm>
            <a:off x="8638785" y="2398734"/>
            <a:ext cx="2920603" cy="1077218"/>
          </a:xfrm>
          <a:prstGeom prst="rect">
            <a:avLst/>
          </a:prstGeom>
          <a:noFill/>
        </p:spPr>
        <p:txBody>
          <a:bodyPr wrap="square">
            <a:spAutoFit/>
          </a:bodyPr>
          <a:lstStyle/>
          <a:p>
            <a:r>
              <a:rPr lang="en-US" sz="3200" b="1" dirty="0">
                <a:solidFill>
                  <a:srgbClr val="B8B497"/>
                </a:solidFill>
              </a:rPr>
              <a:t>Business Growth </a:t>
            </a:r>
          </a:p>
        </p:txBody>
      </p:sp>
      <p:sp>
        <p:nvSpPr>
          <p:cNvPr id="10" name="TextBox 9">
            <a:extLst>
              <a:ext uri="{FF2B5EF4-FFF2-40B4-BE49-F238E27FC236}">
                <a16:creationId xmlns:a16="http://schemas.microsoft.com/office/drawing/2014/main" id="{9215BE0E-6F03-9CD5-EE7B-AD1E155821C9}"/>
              </a:ext>
            </a:extLst>
          </p:cNvPr>
          <p:cNvSpPr txBox="1"/>
          <p:nvPr/>
        </p:nvSpPr>
        <p:spPr>
          <a:xfrm>
            <a:off x="8638785" y="3920657"/>
            <a:ext cx="2438399" cy="923330"/>
          </a:xfrm>
          <a:prstGeom prst="rect">
            <a:avLst/>
          </a:prstGeom>
          <a:noFill/>
        </p:spPr>
        <p:txBody>
          <a:bodyPr wrap="square">
            <a:spAutoFit/>
          </a:bodyPr>
          <a:lstStyle/>
          <a:p>
            <a:r>
              <a:rPr lang="en-US" dirty="0">
                <a:solidFill>
                  <a:srgbClr val="E9E7D0"/>
                </a:solidFill>
              </a:rPr>
              <a:t>Accelerated time to market and tangible revenue growth.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F10D1A7-C871-E4FB-225B-68EB10E21E11}"/>
              </a:ext>
            </a:extLst>
          </p:cNvPr>
          <p:cNvSpPr txBox="1"/>
          <p:nvPr/>
        </p:nvSpPr>
        <p:spPr>
          <a:xfrm>
            <a:off x="0" y="355204"/>
            <a:ext cx="12192000" cy="1200329"/>
          </a:xfrm>
          <a:prstGeom prst="rect">
            <a:avLst/>
          </a:prstGeom>
          <a:noFill/>
        </p:spPr>
        <p:txBody>
          <a:bodyPr wrap="square">
            <a:spAutoFit/>
          </a:bodyPr>
          <a:lstStyle/>
          <a:p>
            <a:pPr algn="ctr"/>
            <a:r>
              <a:rPr lang="en-US" sz="3600" dirty="0">
                <a:solidFill>
                  <a:srgbClr val="B8B497"/>
                </a:solidFill>
                <a:latin typeface="+mj-lt"/>
              </a:rPr>
              <a:t>Actionable recommendations for</a:t>
            </a:r>
          </a:p>
          <a:p>
            <a:pPr algn="ctr"/>
            <a:r>
              <a:rPr lang="en-US" sz="3600" dirty="0">
                <a:solidFill>
                  <a:srgbClr val="B8B497"/>
                </a:solidFill>
                <a:latin typeface="+mj-lt"/>
              </a:rPr>
              <a:t>navigating agentic operations</a:t>
            </a:r>
          </a:p>
        </p:txBody>
      </p:sp>
      <p:sp>
        <p:nvSpPr>
          <p:cNvPr id="6" name="TextBox 5">
            <a:extLst>
              <a:ext uri="{FF2B5EF4-FFF2-40B4-BE49-F238E27FC236}">
                <a16:creationId xmlns:a16="http://schemas.microsoft.com/office/drawing/2014/main" id="{E8BDD896-2C43-12BE-66FF-9D1267A6A341}"/>
              </a:ext>
            </a:extLst>
          </p:cNvPr>
          <p:cNvSpPr txBox="1"/>
          <p:nvPr/>
        </p:nvSpPr>
        <p:spPr>
          <a:xfrm>
            <a:off x="1553225" y="4739303"/>
            <a:ext cx="2114812" cy="830997"/>
          </a:xfrm>
          <a:prstGeom prst="rect">
            <a:avLst/>
          </a:prstGeom>
          <a:noFill/>
        </p:spPr>
        <p:txBody>
          <a:bodyPr wrap="square">
            <a:spAutoFit/>
          </a:bodyPr>
          <a:lstStyle/>
          <a:p>
            <a:r>
              <a:rPr lang="en-US" sz="1200" dirty="0">
                <a:solidFill>
                  <a:schemeClr val="bg1"/>
                </a:solidFill>
              </a:rPr>
              <a:t>Understand the change management required to adopt an Al agent architecture. </a:t>
            </a:r>
          </a:p>
        </p:txBody>
      </p:sp>
      <p:sp>
        <p:nvSpPr>
          <p:cNvPr id="7" name="TextBox 6">
            <a:extLst>
              <a:ext uri="{FF2B5EF4-FFF2-40B4-BE49-F238E27FC236}">
                <a16:creationId xmlns:a16="http://schemas.microsoft.com/office/drawing/2014/main" id="{4F1BAD07-861E-911C-7522-3077BECD16DE}"/>
              </a:ext>
            </a:extLst>
          </p:cNvPr>
          <p:cNvSpPr txBox="1"/>
          <p:nvPr/>
        </p:nvSpPr>
        <p:spPr>
          <a:xfrm>
            <a:off x="3981188" y="3877093"/>
            <a:ext cx="2114812" cy="1015663"/>
          </a:xfrm>
          <a:prstGeom prst="rect">
            <a:avLst/>
          </a:prstGeom>
          <a:noFill/>
        </p:spPr>
        <p:txBody>
          <a:bodyPr wrap="square">
            <a:spAutoFit/>
          </a:bodyPr>
          <a:lstStyle/>
          <a:p>
            <a:r>
              <a:rPr lang="en-US" sz="1200" dirty="0">
                <a:solidFill>
                  <a:schemeClr val="bg1"/>
                </a:solidFill>
              </a:rPr>
              <a:t>Evaluate Al monetization  strategies and their implications for platform expansion and data requirements. </a:t>
            </a:r>
          </a:p>
        </p:txBody>
      </p:sp>
      <p:sp>
        <p:nvSpPr>
          <p:cNvPr id="8" name="TextBox 7">
            <a:extLst>
              <a:ext uri="{FF2B5EF4-FFF2-40B4-BE49-F238E27FC236}">
                <a16:creationId xmlns:a16="http://schemas.microsoft.com/office/drawing/2014/main" id="{A2CD69E1-37E0-3936-57C7-08705BDE6CDE}"/>
              </a:ext>
            </a:extLst>
          </p:cNvPr>
          <p:cNvSpPr txBox="1"/>
          <p:nvPr/>
        </p:nvSpPr>
        <p:spPr>
          <a:xfrm>
            <a:off x="6316770" y="3046096"/>
            <a:ext cx="2114812" cy="830997"/>
          </a:xfrm>
          <a:prstGeom prst="rect">
            <a:avLst/>
          </a:prstGeom>
          <a:noFill/>
        </p:spPr>
        <p:txBody>
          <a:bodyPr wrap="square">
            <a:spAutoFit/>
          </a:bodyPr>
          <a:lstStyle/>
          <a:p>
            <a:r>
              <a:rPr lang="en-US" sz="1200" dirty="0">
                <a:solidFill>
                  <a:schemeClr val="bg1"/>
                </a:solidFill>
              </a:rPr>
              <a:t>Inject Al observability into all Al use cases to ensure transparency, reduce risk, and improve ROI. </a:t>
            </a:r>
          </a:p>
        </p:txBody>
      </p:sp>
      <p:sp>
        <p:nvSpPr>
          <p:cNvPr id="9" name="TextBox 8">
            <a:extLst>
              <a:ext uri="{FF2B5EF4-FFF2-40B4-BE49-F238E27FC236}">
                <a16:creationId xmlns:a16="http://schemas.microsoft.com/office/drawing/2014/main" id="{63C55791-0F0F-7741-52C6-FC28AFB7DBE8}"/>
              </a:ext>
            </a:extLst>
          </p:cNvPr>
          <p:cNvSpPr txBox="1"/>
          <p:nvPr/>
        </p:nvSpPr>
        <p:spPr>
          <a:xfrm>
            <a:off x="8764302" y="2070199"/>
            <a:ext cx="2114812" cy="1015663"/>
          </a:xfrm>
          <a:prstGeom prst="rect">
            <a:avLst/>
          </a:prstGeom>
          <a:noFill/>
        </p:spPr>
        <p:txBody>
          <a:bodyPr wrap="square">
            <a:spAutoFit/>
          </a:bodyPr>
          <a:lstStyle/>
          <a:p>
            <a:r>
              <a:rPr lang="en-US" sz="1200" dirty="0">
                <a:solidFill>
                  <a:schemeClr val="bg1"/>
                </a:solidFill>
              </a:rPr>
              <a:t>Transition from 'blind' deployment to tracking token consumption, response times, and agentic supply chains.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03E861-484F-94CA-54D7-620E30802226}"/>
              </a:ext>
            </a:extLst>
          </p:cNvPr>
          <p:cNvSpPr txBox="1"/>
          <p:nvPr/>
        </p:nvSpPr>
        <p:spPr>
          <a:xfrm>
            <a:off x="0" y="435931"/>
            <a:ext cx="12300559" cy="707886"/>
          </a:xfrm>
          <a:prstGeom prst="rect">
            <a:avLst/>
          </a:prstGeom>
          <a:noFill/>
        </p:spPr>
        <p:txBody>
          <a:bodyPr wrap="square">
            <a:spAutoFit/>
          </a:bodyPr>
          <a:lstStyle/>
          <a:p>
            <a:pPr algn="ctr"/>
            <a:r>
              <a:rPr lang="en-US" sz="4000" dirty="0">
                <a:solidFill>
                  <a:srgbClr val="B8B497"/>
                </a:solidFill>
                <a:latin typeface="+mj-lt"/>
              </a:rPr>
              <a:t>Core strategic takeaways </a:t>
            </a:r>
          </a:p>
        </p:txBody>
      </p:sp>
      <p:sp>
        <p:nvSpPr>
          <p:cNvPr id="4" name="TextBox 3">
            <a:extLst>
              <a:ext uri="{FF2B5EF4-FFF2-40B4-BE49-F238E27FC236}">
                <a16:creationId xmlns:a16="http://schemas.microsoft.com/office/drawing/2014/main" id="{FC6C1767-1CFD-7EA1-A78E-6A2B1CF51B91}"/>
              </a:ext>
            </a:extLst>
          </p:cNvPr>
          <p:cNvSpPr txBox="1"/>
          <p:nvPr/>
        </p:nvSpPr>
        <p:spPr>
          <a:xfrm>
            <a:off x="1580366" y="1908421"/>
            <a:ext cx="3931086" cy="1323439"/>
          </a:xfrm>
          <a:prstGeom prst="rect">
            <a:avLst/>
          </a:prstGeom>
          <a:noFill/>
        </p:spPr>
        <p:txBody>
          <a:bodyPr wrap="square">
            <a:spAutoFit/>
          </a:bodyPr>
          <a:lstStyle/>
          <a:p>
            <a:r>
              <a:rPr lang="en-US" sz="2000" dirty="0">
                <a:solidFill>
                  <a:srgbClr val="E9E7D0"/>
                </a:solidFill>
              </a:rPr>
              <a:t>Observability is now a platform for supervised autonomous operations, balancing innovation with enterprise control</a:t>
            </a:r>
          </a:p>
        </p:txBody>
      </p:sp>
      <p:sp>
        <p:nvSpPr>
          <p:cNvPr id="5" name="TextBox 4">
            <a:extLst>
              <a:ext uri="{FF2B5EF4-FFF2-40B4-BE49-F238E27FC236}">
                <a16:creationId xmlns:a16="http://schemas.microsoft.com/office/drawing/2014/main" id="{E985CC2B-B4DF-146D-7D2A-D9FF861A167E}"/>
              </a:ext>
            </a:extLst>
          </p:cNvPr>
          <p:cNvSpPr txBox="1"/>
          <p:nvPr/>
        </p:nvSpPr>
        <p:spPr>
          <a:xfrm>
            <a:off x="1580366" y="4453292"/>
            <a:ext cx="3931086" cy="1015663"/>
          </a:xfrm>
          <a:prstGeom prst="rect">
            <a:avLst/>
          </a:prstGeom>
          <a:noFill/>
        </p:spPr>
        <p:txBody>
          <a:bodyPr wrap="square">
            <a:spAutoFit/>
          </a:bodyPr>
          <a:lstStyle/>
          <a:p>
            <a:r>
              <a:rPr lang="en-US" sz="2000" dirty="0">
                <a:solidFill>
                  <a:srgbClr val="E9E7D0"/>
                </a:solidFill>
              </a:rPr>
              <a:t>Al Observability is a critical necessity as LLM applications scale into production</a:t>
            </a:r>
          </a:p>
        </p:txBody>
      </p:sp>
      <p:sp>
        <p:nvSpPr>
          <p:cNvPr id="6" name="TextBox 5">
            <a:extLst>
              <a:ext uri="{FF2B5EF4-FFF2-40B4-BE49-F238E27FC236}">
                <a16:creationId xmlns:a16="http://schemas.microsoft.com/office/drawing/2014/main" id="{515A394A-9EAC-FDFE-9839-4C2B0DF9CF22}"/>
              </a:ext>
            </a:extLst>
          </p:cNvPr>
          <p:cNvSpPr txBox="1"/>
          <p:nvPr/>
        </p:nvSpPr>
        <p:spPr>
          <a:xfrm>
            <a:off x="7382004" y="1908421"/>
            <a:ext cx="3931086" cy="1015663"/>
          </a:xfrm>
          <a:prstGeom prst="rect">
            <a:avLst/>
          </a:prstGeom>
          <a:noFill/>
        </p:spPr>
        <p:txBody>
          <a:bodyPr wrap="square">
            <a:spAutoFit/>
          </a:bodyPr>
          <a:lstStyle/>
          <a:p>
            <a:r>
              <a:rPr lang="en-US" sz="2000" dirty="0">
                <a:solidFill>
                  <a:srgbClr val="E9E7D0"/>
                </a:solidFill>
              </a:rPr>
              <a:t>Deterministic Al builds required trust and controls costs through causal context.</a:t>
            </a:r>
          </a:p>
        </p:txBody>
      </p:sp>
      <p:sp>
        <p:nvSpPr>
          <p:cNvPr id="7" name="TextBox 6">
            <a:extLst>
              <a:ext uri="{FF2B5EF4-FFF2-40B4-BE49-F238E27FC236}">
                <a16:creationId xmlns:a16="http://schemas.microsoft.com/office/drawing/2014/main" id="{A64A0D1D-1F54-DBEE-7A89-6C4F4FB8917F}"/>
              </a:ext>
            </a:extLst>
          </p:cNvPr>
          <p:cNvSpPr txBox="1"/>
          <p:nvPr/>
        </p:nvSpPr>
        <p:spPr>
          <a:xfrm>
            <a:off x="7382004" y="4453292"/>
            <a:ext cx="3931086" cy="1323439"/>
          </a:xfrm>
          <a:prstGeom prst="rect">
            <a:avLst/>
          </a:prstGeom>
          <a:noFill/>
        </p:spPr>
        <p:txBody>
          <a:bodyPr wrap="square">
            <a:spAutoFit/>
          </a:bodyPr>
          <a:lstStyle/>
          <a:p>
            <a:r>
              <a:rPr lang="en-US" sz="2000" dirty="0">
                <a:solidFill>
                  <a:srgbClr val="E9E7D0"/>
                </a:solidFill>
              </a:rPr>
              <a:t>Unified data and developer experience are central to tool consolidation and rapid decision-making.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F5630B-0EDD-CDFA-8E24-9F3C699AB70C}"/>
              </a:ext>
            </a:extLst>
          </p:cNvPr>
          <p:cNvSpPr txBox="1"/>
          <p:nvPr/>
        </p:nvSpPr>
        <p:spPr>
          <a:xfrm>
            <a:off x="938462" y="1870133"/>
            <a:ext cx="10315076" cy="1754326"/>
          </a:xfrm>
          <a:prstGeom prst="rect">
            <a:avLst/>
          </a:prstGeom>
          <a:noFill/>
        </p:spPr>
        <p:txBody>
          <a:bodyPr wrap="square">
            <a:spAutoFit/>
          </a:bodyPr>
          <a:lstStyle/>
          <a:p>
            <a:pPr algn="ctr"/>
            <a:r>
              <a:rPr lang="en-US" sz="3600" dirty="0">
                <a:solidFill>
                  <a:schemeClr val="bg1"/>
                </a:solidFill>
                <a:latin typeface="+mj-lt"/>
              </a:rPr>
              <a:t>AI and business observability are foundational ingredients for driving sustainable, scalable results across all AI-led use cases. </a:t>
            </a:r>
          </a:p>
        </p:txBody>
      </p:sp>
      <p:sp>
        <p:nvSpPr>
          <p:cNvPr id="7" name="TextBox 6">
            <a:extLst>
              <a:ext uri="{FF2B5EF4-FFF2-40B4-BE49-F238E27FC236}">
                <a16:creationId xmlns:a16="http://schemas.microsoft.com/office/drawing/2014/main" id="{611DBCC7-3E44-0E91-8269-4C50CC6BD36A}"/>
              </a:ext>
            </a:extLst>
          </p:cNvPr>
          <p:cNvSpPr txBox="1"/>
          <p:nvPr/>
        </p:nvSpPr>
        <p:spPr>
          <a:xfrm>
            <a:off x="2181725" y="4396672"/>
            <a:ext cx="7828550" cy="646331"/>
          </a:xfrm>
          <a:prstGeom prst="rect">
            <a:avLst/>
          </a:prstGeom>
          <a:noFill/>
        </p:spPr>
        <p:txBody>
          <a:bodyPr wrap="square">
            <a:spAutoFit/>
          </a:bodyPr>
          <a:lstStyle/>
          <a:p>
            <a:pPr algn="ctr"/>
            <a:r>
              <a:rPr lang="en-US" dirty="0">
                <a:solidFill>
                  <a:srgbClr val="E9E6CC"/>
                </a:solidFill>
              </a:rPr>
              <a:t>Based on IDC Analysis: 'Dynatrace Perform 2026: From Observability to Supervised Autonomous Operations' (Document #IcUS54307526). </a:t>
            </a:r>
          </a:p>
        </p:txBody>
      </p:sp>
    </p:spTree>
  </p:cSld>
  <p:clrMapOvr>
    <a:masterClrMapping/>
  </p:clrMapOvr>
</p:sld>
</file>

<file path=ppt/theme/theme1.xml><?xml version="1.0" encoding="utf-8"?>
<a:theme xmlns:a="http://schemas.openxmlformats.org/drawingml/2006/main" name="Basic Template (Light)">
  <a:themeElements>
    <a:clrScheme name="Custom 25">
      <a:dk1>
        <a:srgbClr val="00092F"/>
      </a:dk1>
      <a:lt1>
        <a:srgbClr val="FFFFFF"/>
      </a:lt1>
      <a:dk2>
        <a:srgbClr val="002266"/>
      </a:dk2>
      <a:lt2>
        <a:srgbClr val="D8D9D8"/>
      </a:lt2>
      <a:accent1>
        <a:srgbClr val="1866FE"/>
      </a:accent1>
      <a:accent2>
        <a:srgbClr val="7F1AFE"/>
      </a:accent2>
      <a:accent3>
        <a:srgbClr val="01D393"/>
      </a:accent3>
      <a:accent4>
        <a:srgbClr val="85ADFF"/>
      </a:accent4>
      <a:accent5>
        <a:srgbClr val="C499FE"/>
      </a:accent5>
      <a:accent6>
        <a:srgbClr val="5CFDCC"/>
      </a:accent6>
      <a:hlink>
        <a:srgbClr val="1596FE"/>
      </a:hlink>
      <a:folHlink>
        <a:srgbClr val="0E73C2"/>
      </a:folHlink>
    </a:clrScheme>
    <a:fontScheme name="DT Flow">
      <a:majorFont>
        <a:latin typeface="DT Flow Medium"/>
        <a:ea typeface=""/>
        <a:cs typeface=""/>
      </a:majorFont>
      <a:minorFont>
        <a:latin typeface="DT Flow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1119"/>
        </a:solidFill>
        <a:ln>
          <a:solidFill>
            <a:schemeClr val="bg1"/>
          </a:solidFill>
        </a:ln>
        <a:effectLst>
          <a:outerShdw blurRad="235545" sx="104000" sy="104000" algn="ctr" rotWithShape="0">
            <a:srgbClr val="000000">
              <a:alpha val="10000"/>
            </a:srgbClr>
          </a:outerShdw>
        </a:effectLst>
      </a:spPr>
      <a:bodyPr rtlCol="0" anchor="ctr">
        <a:noAutofit/>
      </a:bodyPr>
      <a:lstStyle>
        <a:defPPr marL="0" marR="0" indent="0" algn="ctr" defTabSz="914400" rtl="0" eaLnBrk="1" fontAlgn="auto" latinLnBrk="0" hangingPunct="1">
          <a:lnSpc>
            <a:spcPct val="100000"/>
          </a:lnSpc>
          <a:spcBef>
            <a:spcPts val="0"/>
          </a:spcBef>
          <a:spcAft>
            <a:spcPts val="0"/>
          </a:spcAft>
          <a:buClrTx/>
          <a:buSzTx/>
          <a:buFontTx/>
          <a:buNone/>
          <a:tabLst/>
          <a:defRPr kumimoji="0" sz="2400" u="none" strike="noStrike" kern="1200" cap="none" normalizeH="0" noProof="0" dirty="0" err="1">
            <a:ln>
              <a:noFill/>
            </a:ln>
            <a:solidFill>
              <a:schemeClr val="bg1"/>
            </a:solidFill>
            <a:effectLst/>
            <a:uLnTx/>
            <a:uFillTx/>
            <a:ea typeface="+mn-ea"/>
            <a:cs typeface="+mn-cs"/>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spAutoFit/>
      </a:bodyPr>
      <a:lstStyle>
        <a:defPPr algn="l">
          <a:lnSpc>
            <a:spcPct val="100000"/>
          </a:lnSpc>
          <a:defRPr sz="1100" dirty="0" smtClean="0"/>
        </a:defPPr>
      </a:lstStyle>
    </a:txDef>
  </a:objectDefaults>
  <a:extraClrSchemeLst/>
  <a:custClrLst>
    <a:custClr name="Warning - Yellow ">
      <a:srgbClr val="FDC300"/>
    </a:custClr>
    <a:custClr name="Error - Red ">
      <a:srgbClr val="F43D5A"/>
    </a:custClr>
  </a:custClrLst>
  <a:extLst>
    <a:ext uri="{05A4C25C-085E-4340-85A3-A5531E510DB2}">
      <thm15:themeFamily xmlns:thm15="http://schemas.microsoft.com/office/thememl/2012/main" name="Dynatrace_Template_0-1" id="{07EBA0A3-9E30-AE4E-8540-9BFC5581A8C1}" vid="{5FB0B8D1-F5AC-AC45-A105-63998B82AE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391620269517C4AA02C801F5A2E77ED" ma:contentTypeVersion="17" ma:contentTypeDescription="Create a new document." ma:contentTypeScope="" ma:versionID="96683f85dd28a1d2d0e11848310a616a">
  <xsd:schema xmlns:xsd="http://www.w3.org/2001/XMLSchema" xmlns:xs="http://www.w3.org/2001/XMLSchema" xmlns:p="http://schemas.microsoft.com/office/2006/metadata/properties" xmlns:ns2="9aa9aa61-46c4-4591-a221-d61dfa037700" xmlns:ns3="fe18d954-129f-4393-b4f1-ece6a523feba" targetNamespace="http://schemas.microsoft.com/office/2006/metadata/properties" ma:root="true" ma:fieldsID="3988b80da00a72ded6890bf6d486dded" ns2:_="" ns3:_="">
    <xsd:import namespace="9aa9aa61-46c4-4591-a221-d61dfa037700"/>
    <xsd:import namespace="fe18d954-129f-4393-b4f1-ece6a523feb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a9aa61-46c4-4591-a221-d61dfa03770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cbec0234-861b-4971-9076-d25aa62994c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fe18d954-129f-4393-b4f1-ece6a523feba"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88bed7e9-ca11-43b9-8b26-296262f8848e}" ma:internalName="TaxCatchAll" ma:showField="CatchAllData" ma:web="fe18d954-129f-4393-b4f1-ece6a523feb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aa9aa61-46c4-4591-a221-d61dfa037700">
      <Terms xmlns="http://schemas.microsoft.com/office/infopath/2007/PartnerControls"/>
    </lcf76f155ced4ddcb4097134ff3c332f>
    <TaxCatchAll xmlns="fe18d954-129f-4393-b4f1-ece6a523feba" xsi:nil="true"/>
    <SharedWithUsers xmlns="fe18d954-129f-4393-b4f1-ece6a523feba">
      <UserInfo>
        <DisplayName>Walker, Jessica</DisplayName>
        <AccountId>16</AccountId>
        <AccountType/>
      </UserInfo>
      <UserInfo>
        <DisplayName>Kozak, Colleen</DisplayName>
        <AccountId>5748</AccountId>
        <AccountType/>
      </UserInfo>
      <UserInfo>
        <DisplayName>Crandall, Emily</DisplayName>
        <AccountId>5336</AccountId>
        <AccountType/>
      </UserInfo>
      <UserInfo>
        <DisplayName>Umbach, Debbie</DisplayName>
        <AccountId>3838</AccountId>
        <AccountType/>
      </UserInfo>
      <UserInfo>
        <DisplayName>Sims, Josh</DisplayName>
        <AccountId>577</AccountId>
        <AccountType/>
      </UserInfo>
      <UserInfo>
        <DisplayName>Tollefson, Nina</DisplayName>
        <AccountId>576</AccountId>
        <AccountType/>
      </UserInfo>
      <UserInfo>
        <DisplayName>Aylmer, Jed</DisplayName>
        <AccountId>5263</AccountId>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70FC342-4B79-4070-83DB-968DF3873E80}">
  <ds:schemaRefs>
    <ds:schemaRef ds:uri="9aa9aa61-46c4-4591-a221-d61dfa037700"/>
    <ds:schemaRef ds:uri="fe18d954-129f-4393-b4f1-ece6a523feb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46A0B6F-1829-4F9A-8C6E-D593B9F04751}">
  <ds:schemaRefs>
    <ds:schemaRef ds:uri="9aa9aa61-46c4-4591-a221-d61dfa037700"/>
    <ds:schemaRef ds:uri="fe18d954-129f-4393-b4f1-ece6a523feb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D518AF90-F3B8-4526-B361-BAA7B687E20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Basic Template (Light)</Template>
  <TotalTime>562</TotalTime>
  <Words>751</Words>
  <Application>Microsoft Office PowerPoint</Application>
  <PresentationFormat>Widescreen</PresentationFormat>
  <Paragraphs>119</Paragraphs>
  <Slides>15</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Bernina Sans Offc</vt:lpstr>
      <vt:lpstr>DT Flow</vt:lpstr>
      <vt:lpstr>DT Flow light</vt:lpstr>
      <vt:lpstr>DT Flow light</vt:lpstr>
      <vt:lpstr>DT Flow Medium</vt:lpstr>
      <vt:lpstr>Wingdings</vt:lpstr>
      <vt:lpstr>Basic Template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Sutton, Kiley</dc:creator>
  <cp:lastModifiedBy>Lai, Wilson</cp:lastModifiedBy>
  <cp:revision>4</cp:revision>
  <dcterms:created xsi:type="dcterms:W3CDTF">2023-03-23T16:41:44Z</dcterms:created>
  <dcterms:modified xsi:type="dcterms:W3CDTF">2026-03-17T05:02:27Z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0x0101009391620269517C4AA02C801F5A2E77ED</vt:lpwstr>
  </property>
  <property fmtid="{D5CDD505-2E9C-101B-9397-08002B2CF9AE}" pid="3" name="MediaServiceImageTags">
    <vt:lpwstr/>
  </property>
</Properties>
</file>