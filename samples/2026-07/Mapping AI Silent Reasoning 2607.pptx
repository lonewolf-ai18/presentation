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D6687-B472-4C53-A147-CE769BBC580B}" v="3" dt="2026-07-08T05:01:39.851"/>
    <p1510:client id="{56BC6AB2-01CF-4C5B-A56A-D4D27F5DBB5F}" v="2" dt="2026-07-08T05:07:00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02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addSld modSld modMainMaster">
      <pc:chgData name="Lai, Wilson" userId="2840974a-0d84-4886-90a9-9a3ed79f3a48" providerId="ADAL" clId="{9F23B798-9E84-4552-BA63-E776E805C424}" dt="2026-07-08T05:07:00.945" v="68" actId="164"/>
      <pc:docMkLst>
        <pc:docMk/>
      </pc:docMkLst>
      <pc:sldChg chg="addSp delSp modSp mod modAnim">
        <pc:chgData name="Lai, Wilson" userId="2840974a-0d84-4886-90a9-9a3ed79f3a48" providerId="ADAL" clId="{9F23B798-9E84-4552-BA63-E776E805C424}" dt="2026-07-08T05:07:00.945" v="68" actId="164"/>
        <pc:sldMkLst>
          <pc:docMk/>
          <pc:sldMk cId="0" sldId="256"/>
        </pc:sldMkLst>
        <pc:spChg chg="add mod">
          <ac:chgData name="Lai, Wilson" userId="2840974a-0d84-4886-90a9-9a3ed79f3a48" providerId="ADAL" clId="{9F23B798-9E84-4552-BA63-E776E805C424}" dt="2026-07-08T05:01:39.851" v="52" actId="164"/>
          <ac:spMkLst>
            <pc:docMk/>
            <pc:sldMk cId="0" sldId="256"/>
            <ac:spMk id="5" creationId="{753F3C87-51E4-5AC3-9641-5500F9C4E61A}"/>
          </ac:spMkLst>
        </pc:spChg>
        <pc:spChg chg="add mod">
          <ac:chgData name="Lai, Wilson" userId="2840974a-0d84-4886-90a9-9a3ed79f3a48" providerId="ADAL" clId="{9F23B798-9E84-4552-BA63-E776E805C424}" dt="2026-07-08T05:07:00.945" v="68" actId="164"/>
          <ac:spMkLst>
            <pc:docMk/>
            <pc:sldMk cId="0" sldId="256"/>
            <ac:spMk id="8" creationId="{8E23ED7F-6468-40BC-4906-829529DED55D}"/>
          </ac:spMkLst>
        </pc:spChg>
        <pc:grpChg chg="add mod">
          <ac:chgData name="Lai, Wilson" userId="2840974a-0d84-4886-90a9-9a3ed79f3a48" providerId="ADAL" clId="{9F23B798-9E84-4552-BA63-E776E805C424}" dt="2026-07-08T05:01:44.660" v="53" actId="1076"/>
          <ac:grpSpMkLst>
            <pc:docMk/>
            <pc:sldMk cId="0" sldId="256"/>
            <ac:grpSpMk id="6" creationId="{CA992AB2-BDCA-D198-D5E9-A3A25007EA41}"/>
          </ac:grpSpMkLst>
        </pc:grpChg>
        <pc:grpChg chg="add mod">
          <ac:chgData name="Lai, Wilson" userId="2840974a-0d84-4886-90a9-9a3ed79f3a48" providerId="ADAL" clId="{9F23B798-9E84-4552-BA63-E776E805C424}" dt="2026-07-08T05:07:00.945" v="68" actId="164"/>
          <ac:grpSpMkLst>
            <pc:docMk/>
            <pc:sldMk cId="0" sldId="256"/>
            <ac:grpSpMk id="9" creationId="{C34CC470-DBA9-423C-31DF-2CD2A131ADBC}"/>
          </ac:grpSpMkLst>
        </pc:grpChg>
        <pc:picChg chg="del">
          <ac:chgData name="Lai, Wilson" userId="2840974a-0d84-4886-90a9-9a3ed79f3a48" providerId="ADAL" clId="{9F23B798-9E84-4552-BA63-E776E805C424}" dt="2026-07-08T04:52:26.128" v="5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7-08T05:01:39.851" v="52" actId="164"/>
          <ac:picMkLst>
            <pc:docMk/>
            <pc:sldMk cId="0" sldId="256"/>
            <ac:picMk id="2" creationId="{07C52074-8E7B-77E3-E857-13CB98C64F1F}"/>
          </ac:picMkLst>
        </pc:picChg>
        <pc:picChg chg="add mod">
          <ac:chgData name="Lai, Wilson" userId="2840974a-0d84-4886-90a9-9a3ed79f3a48" providerId="ADAL" clId="{9F23B798-9E84-4552-BA63-E776E805C424}" dt="2026-07-08T05:07:00.945" v="68" actId="164"/>
          <ac:picMkLst>
            <pc:docMk/>
            <pc:sldMk cId="0" sldId="256"/>
            <ac:picMk id="3" creationId="{B3F7AB5A-4009-AEC7-D938-9FECC2B30D7F}"/>
          </ac:picMkLst>
        </pc:picChg>
        <pc:picChg chg="add mod">
          <ac:chgData name="Lai, Wilson" userId="2840974a-0d84-4886-90a9-9a3ed79f3a48" providerId="ADAL" clId="{9F23B798-9E84-4552-BA63-E776E805C424}" dt="2026-07-08T05:06:19.319" v="61" actId="1076"/>
          <ac:picMkLst>
            <pc:docMk/>
            <pc:sldMk cId="0" sldId="256"/>
            <ac:picMk id="4" creationId="{30E62E98-AEBD-09BA-80F1-597DE477A6D5}"/>
          </ac:picMkLst>
        </pc:picChg>
      </pc:sldChg>
      <pc:sldChg chg="addSp delSp mod">
        <pc:chgData name="Lai, Wilson" userId="2840974a-0d84-4886-90a9-9a3ed79f3a48" providerId="ADAL" clId="{9F23B798-9E84-4552-BA63-E776E805C424}" dt="2026-07-08T04:53:31.962" v="8" actId="22"/>
        <pc:sldMkLst>
          <pc:docMk/>
          <pc:sldMk cId="0" sldId="257"/>
        </pc:sldMkLst>
        <pc:picChg chg="del">
          <ac:chgData name="Lai, Wilson" userId="2840974a-0d84-4886-90a9-9a3ed79f3a48" providerId="ADAL" clId="{9F23B798-9E84-4552-BA63-E776E805C424}" dt="2026-07-08T04:52:31.484" v="7" actId="21"/>
          <ac:picMkLst>
            <pc:docMk/>
            <pc:sldMk cId="0" sldId="25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3:31.962" v="8" actId="22"/>
          <ac:picMkLst>
            <pc:docMk/>
            <pc:sldMk cId="0" sldId="257"/>
            <ac:picMk id="4" creationId="{B7DCE0B4-E6DD-1D85-1D87-B09B63D8208E}"/>
          </ac:picMkLst>
        </pc:picChg>
      </pc:sldChg>
      <pc:sldChg chg="addSp delSp mod">
        <pc:chgData name="Lai, Wilson" userId="2840974a-0d84-4886-90a9-9a3ed79f3a48" providerId="ADAL" clId="{9F23B798-9E84-4552-BA63-E776E805C424}" dt="2026-07-08T04:53:52.781" v="12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7-08T04:53:51.657" v="11" actId="478"/>
          <ac:picMkLst>
            <pc:docMk/>
            <pc:sldMk cId="0" sldId="258"/>
            <ac:picMk id="2" creationId="{00000000-0000-0000-0000-000000000000}"/>
          </ac:picMkLst>
        </pc:picChg>
        <pc:picChg chg="add del">
          <ac:chgData name="Lai, Wilson" userId="2840974a-0d84-4886-90a9-9a3ed79f3a48" providerId="ADAL" clId="{9F23B798-9E84-4552-BA63-E776E805C424}" dt="2026-07-08T04:53:50.151" v="10" actId="478"/>
          <ac:picMkLst>
            <pc:docMk/>
            <pc:sldMk cId="0" sldId="258"/>
            <ac:picMk id="4" creationId="{A111DC13-4FFE-CF0C-FD0F-85DA53F348D2}"/>
          </ac:picMkLst>
        </pc:picChg>
        <pc:picChg chg="add">
          <ac:chgData name="Lai, Wilson" userId="2840974a-0d84-4886-90a9-9a3ed79f3a48" providerId="ADAL" clId="{9F23B798-9E84-4552-BA63-E776E805C424}" dt="2026-07-08T04:53:52.781" v="12" actId="22"/>
          <ac:picMkLst>
            <pc:docMk/>
            <pc:sldMk cId="0" sldId="258"/>
            <ac:picMk id="6" creationId="{7097530B-958B-2F49-7C57-E59972DA74B0}"/>
          </ac:picMkLst>
        </pc:picChg>
      </pc:sldChg>
      <pc:sldChg chg="addSp delSp mod">
        <pc:chgData name="Lai, Wilson" userId="2840974a-0d84-4886-90a9-9a3ed79f3a48" providerId="ADAL" clId="{9F23B798-9E84-4552-BA63-E776E805C424}" dt="2026-07-08T04:54:10.368" v="14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7-08T04:54:09.889" v="13" actId="478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4:10.368" v="14" actId="22"/>
          <ac:picMkLst>
            <pc:docMk/>
            <pc:sldMk cId="0" sldId="259"/>
            <ac:picMk id="4" creationId="{C1535EFB-6876-5182-C1E5-E3AFD87FB533}"/>
          </ac:picMkLst>
        </pc:picChg>
      </pc:sldChg>
      <pc:sldChg chg="addSp delSp mod">
        <pc:chgData name="Lai, Wilson" userId="2840974a-0d84-4886-90a9-9a3ed79f3a48" providerId="ADAL" clId="{9F23B798-9E84-4552-BA63-E776E805C424}" dt="2026-07-08T04:54:33.509" v="16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7-08T04:54:15.150" v="15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4:33.509" v="16" actId="22"/>
          <ac:picMkLst>
            <pc:docMk/>
            <pc:sldMk cId="0" sldId="260"/>
            <ac:picMk id="4" creationId="{00552D26-5C48-0672-BF6A-EB2E4E6195D6}"/>
          </ac:picMkLst>
        </pc:picChg>
      </pc:sldChg>
      <pc:sldChg chg="addSp delSp mod">
        <pc:chgData name="Lai, Wilson" userId="2840974a-0d84-4886-90a9-9a3ed79f3a48" providerId="ADAL" clId="{9F23B798-9E84-4552-BA63-E776E805C424}" dt="2026-07-08T04:54:57.059" v="18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7-08T04:54:36.419" v="17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4:57.059" v="18" actId="22"/>
          <ac:picMkLst>
            <pc:docMk/>
            <pc:sldMk cId="0" sldId="261"/>
            <ac:picMk id="4" creationId="{D0AB55E4-8246-CA53-BDE0-2F08CB958E5F}"/>
          </ac:picMkLst>
        </pc:picChg>
      </pc:sldChg>
      <pc:sldChg chg="addSp delSp mod">
        <pc:chgData name="Lai, Wilson" userId="2840974a-0d84-4886-90a9-9a3ed79f3a48" providerId="ADAL" clId="{9F23B798-9E84-4552-BA63-E776E805C424}" dt="2026-07-08T04:55:10.774" v="20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7-08T04:54:59.189" v="19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5:10.774" v="20" actId="22"/>
          <ac:picMkLst>
            <pc:docMk/>
            <pc:sldMk cId="0" sldId="262"/>
            <ac:picMk id="4" creationId="{32949111-08FC-4ED8-EE4C-4E6BC5A60480}"/>
          </ac:picMkLst>
        </pc:picChg>
      </pc:sldChg>
      <pc:sldChg chg="addSp delSp mod">
        <pc:chgData name="Lai, Wilson" userId="2840974a-0d84-4886-90a9-9a3ed79f3a48" providerId="ADAL" clId="{9F23B798-9E84-4552-BA63-E776E805C424}" dt="2026-07-08T04:55:51.713" v="22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7-08T04:55:13.717" v="21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5:51.713" v="22" actId="22"/>
          <ac:picMkLst>
            <pc:docMk/>
            <pc:sldMk cId="0" sldId="263"/>
            <ac:picMk id="4" creationId="{AA5BC7C0-B77A-6E21-3C45-586A8E2BB4B2}"/>
          </ac:picMkLst>
        </pc:picChg>
      </pc:sldChg>
      <pc:sldChg chg="addSp delSp mod">
        <pc:chgData name="Lai, Wilson" userId="2840974a-0d84-4886-90a9-9a3ed79f3a48" providerId="ADAL" clId="{9F23B798-9E84-4552-BA63-E776E805C424}" dt="2026-07-08T04:56:18.778" v="24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7-08T04:55:54.833" v="23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6:18.778" v="24" actId="22"/>
          <ac:picMkLst>
            <pc:docMk/>
            <pc:sldMk cId="0" sldId="264"/>
            <ac:picMk id="4" creationId="{F30784B3-0D42-C187-FC69-AE2027896FC1}"/>
          </ac:picMkLst>
        </pc:picChg>
      </pc:sldChg>
      <pc:sldChg chg="addSp delSp mod">
        <pc:chgData name="Lai, Wilson" userId="2840974a-0d84-4886-90a9-9a3ed79f3a48" providerId="ADAL" clId="{9F23B798-9E84-4552-BA63-E776E805C424}" dt="2026-07-08T04:56:53.017" v="28" actId="21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7-08T04:56:21.106" v="25" actId="21"/>
          <ac:picMkLst>
            <pc:docMk/>
            <pc:sldMk cId="0" sldId="265"/>
            <ac:picMk id="2" creationId="{00000000-0000-0000-0000-000000000000}"/>
          </ac:picMkLst>
        </pc:picChg>
        <pc:picChg chg="add del">
          <ac:chgData name="Lai, Wilson" userId="2840974a-0d84-4886-90a9-9a3ed79f3a48" providerId="ADAL" clId="{9F23B798-9E84-4552-BA63-E776E805C424}" dt="2026-07-08T04:56:53.017" v="28" actId="21"/>
          <ac:picMkLst>
            <pc:docMk/>
            <pc:sldMk cId="0" sldId="265"/>
            <ac:picMk id="4" creationId="{B12FAC6E-7207-6ADE-522A-D2C894280D16}"/>
          </ac:picMkLst>
        </pc:picChg>
      </pc:sldChg>
      <pc:sldChg chg="addSp delSp mod">
        <pc:chgData name="Lai, Wilson" userId="2840974a-0d84-4886-90a9-9a3ed79f3a48" providerId="ADAL" clId="{9F23B798-9E84-4552-BA63-E776E805C424}" dt="2026-07-08T04:57:53.150" v="30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7-08T04:56:56.929" v="2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7:53.150" v="30" actId="22"/>
          <ac:picMkLst>
            <pc:docMk/>
            <pc:sldMk cId="0" sldId="266"/>
            <ac:picMk id="4" creationId="{15E4F244-C8B2-26A8-7F52-B7CA69467EA5}"/>
          </ac:picMkLst>
        </pc:picChg>
      </pc:sldChg>
      <pc:sldChg chg="addSp delSp mod">
        <pc:chgData name="Lai, Wilson" userId="2840974a-0d84-4886-90a9-9a3ed79f3a48" providerId="ADAL" clId="{9F23B798-9E84-4552-BA63-E776E805C424}" dt="2026-07-08T04:58:50.789" v="34" actId="22"/>
        <pc:sldMkLst>
          <pc:docMk/>
          <pc:sldMk cId="0" sldId="267"/>
        </pc:sldMkLst>
        <pc:picChg chg="add del">
          <ac:chgData name="Lai, Wilson" userId="2840974a-0d84-4886-90a9-9a3ed79f3a48" providerId="ADAL" clId="{9F23B798-9E84-4552-BA63-E776E805C424}" dt="2026-07-08T04:58:50.225" v="33" actId="478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8:50.789" v="34" actId="22"/>
          <ac:picMkLst>
            <pc:docMk/>
            <pc:sldMk cId="0" sldId="267"/>
            <ac:picMk id="4" creationId="{F5903835-1E66-D5F8-9375-93451AD1178E}"/>
          </ac:picMkLst>
        </pc:picChg>
      </pc:sldChg>
      <pc:sldChg chg="addSp delSp modSp mod setBg">
        <pc:chgData name="Lai, Wilson" userId="2840974a-0d84-4886-90a9-9a3ed79f3a48" providerId="ADAL" clId="{9F23B798-9E84-4552-BA63-E776E805C424}" dt="2026-07-08T04:59:21.346" v="38" actId="22"/>
        <pc:sldMkLst>
          <pc:docMk/>
          <pc:sldMk cId="0" sldId="268"/>
        </pc:sldMkLst>
        <pc:spChg chg="add del">
          <ac:chgData name="Lai, Wilson" userId="2840974a-0d84-4886-90a9-9a3ed79f3a48" providerId="ADAL" clId="{9F23B798-9E84-4552-BA63-E776E805C424}" dt="2026-07-08T04:58:59.097" v="36" actId="26606"/>
          <ac:spMkLst>
            <pc:docMk/>
            <pc:sldMk cId="0" sldId="268"/>
            <ac:spMk id="7" creationId="{2215C6C6-E45C-4179-9FC1-E8A4C1D47430}"/>
          </ac:spMkLst>
        </pc:spChg>
        <pc:spChg chg="add del">
          <ac:chgData name="Lai, Wilson" userId="2840974a-0d84-4886-90a9-9a3ed79f3a48" providerId="ADAL" clId="{9F23B798-9E84-4552-BA63-E776E805C424}" dt="2026-07-08T04:58:59.097" v="36" actId="26606"/>
          <ac:spMkLst>
            <pc:docMk/>
            <pc:sldMk cId="0" sldId="268"/>
            <ac:spMk id="13" creationId="{3776B14B-F2F4-4825-8DA8-8C7A0F2B3960}"/>
          </ac:spMkLst>
        </pc:spChg>
        <pc:grpChg chg="add del">
          <ac:chgData name="Lai, Wilson" userId="2840974a-0d84-4886-90a9-9a3ed79f3a48" providerId="ADAL" clId="{9F23B798-9E84-4552-BA63-E776E805C424}" dt="2026-07-08T04:58:59.097" v="36" actId="26606"/>
          <ac:grpSpMkLst>
            <pc:docMk/>
            <pc:sldMk cId="0" sldId="268"/>
            <ac:grpSpMk id="9" creationId="{5FE9FE4C-C9E0-4C54-8010-EA9D29CD4D59}"/>
          </ac:grpSpMkLst>
        </pc:grpChg>
        <pc:picChg chg="del mod">
          <ac:chgData name="Lai, Wilson" userId="2840974a-0d84-4886-90a9-9a3ed79f3a48" providerId="ADAL" clId="{9F23B798-9E84-4552-BA63-E776E805C424}" dt="2026-07-08T04:59:00.905" v="37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9:21.346" v="38" actId="22"/>
          <ac:picMkLst>
            <pc:docMk/>
            <pc:sldMk cId="0" sldId="268"/>
            <ac:picMk id="4" creationId="{BA41B555-21AA-493C-2289-AE26469257C1}"/>
          </ac:picMkLst>
        </pc:picChg>
      </pc:sldChg>
      <pc:sldChg chg="addSp delSp mod">
        <pc:chgData name="Lai, Wilson" userId="2840974a-0d84-4886-90a9-9a3ed79f3a48" providerId="ADAL" clId="{9F23B798-9E84-4552-BA63-E776E805C424}" dt="2026-07-08T04:59:47.044" v="40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7-08T04:59:46.385" v="39" actId="478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4:59:47.044" v="40" actId="22"/>
          <ac:picMkLst>
            <pc:docMk/>
            <pc:sldMk cId="0" sldId="269"/>
            <ac:picMk id="4" creationId="{A1B58F32-F3DB-9CEC-3B45-7612D57D97C4}"/>
          </ac:picMkLst>
        </pc:picChg>
      </pc:sldChg>
      <pc:sldChg chg="addSp delSp mod">
        <pc:chgData name="Lai, Wilson" userId="2840974a-0d84-4886-90a9-9a3ed79f3a48" providerId="ADAL" clId="{9F23B798-9E84-4552-BA63-E776E805C424}" dt="2026-07-08T05:00:04.037" v="42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7-08T04:59:51.160" v="41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08T05:00:04.037" v="42" actId="22"/>
          <ac:picMkLst>
            <pc:docMk/>
            <pc:sldMk cId="0" sldId="270"/>
            <ac:picMk id="4" creationId="{DA53B498-33D1-8610-F617-BDC7CA50B5E6}"/>
          </ac:picMkLst>
        </pc:picChg>
      </pc:sldChg>
      <pc:sldChg chg="addSp delSp modSp new mod">
        <pc:chgData name="Lai, Wilson" userId="2840974a-0d84-4886-90a9-9a3ed79f3a48" providerId="ADAL" clId="{9F23B798-9E84-4552-BA63-E776E805C424}" dt="2026-07-08T05:00:20.272" v="44" actId="22"/>
        <pc:sldMkLst>
          <pc:docMk/>
          <pc:sldMk cId="434909023" sldId="271"/>
        </pc:sldMkLst>
        <pc:picChg chg="add del mod">
          <ac:chgData name="Lai, Wilson" userId="2840974a-0d84-4886-90a9-9a3ed79f3a48" providerId="ADAL" clId="{9F23B798-9E84-4552-BA63-E776E805C424}" dt="2026-07-08T05:00:07.072" v="43" actId="21"/>
          <ac:picMkLst>
            <pc:docMk/>
            <pc:sldMk cId="434909023" sldId="271"/>
            <ac:picMk id="3" creationId="{ACE0055D-8534-4F83-6226-8316E6A3E7DD}"/>
          </ac:picMkLst>
        </pc:picChg>
        <pc:picChg chg="add">
          <ac:chgData name="Lai, Wilson" userId="2840974a-0d84-4886-90a9-9a3ed79f3a48" providerId="ADAL" clId="{9F23B798-9E84-4552-BA63-E776E805C424}" dt="2026-07-08T05:00:20.272" v="44" actId="22"/>
          <ac:picMkLst>
            <pc:docMk/>
            <pc:sldMk cId="434909023" sldId="271"/>
            <ac:picMk id="5" creationId="{1E2E0305-2D93-D5B6-71A4-36C566B08828}"/>
          </ac:picMkLst>
        </pc:picChg>
      </pc:sldChg>
      <pc:sldMasterChg chg="setBg modSldLayout">
        <pc:chgData name="Lai, Wilson" userId="2840974a-0d84-4886-90a9-9a3ed79f3a48" providerId="ADAL" clId="{9F23B798-9E84-4552-BA63-E776E805C424}" dt="2026-07-08T04:47:24.137" v="4" actId="478"/>
        <pc:sldMasterMkLst>
          <pc:docMk/>
          <pc:sldMasterMk cId="0" sldId="2147483648"/>
        </pc:sldMasterMkLst>
        <pc:sldLayoutChg chg="delSp mod">
          <pc:chgData name="Lai, Wilson" userId="2840974a-0d84-4886-90a9-9a3ed79f3a48" providerId="ADAL" clId="{9F23B798-9E84-4552-BA63-E776E805C424}" dt="2026-07-08T04:47:24.137" v="4" actId="478"/>
          <pc:sldLayoutMkLst>
            <pc:docMk/>
            <pc:sldMasterMk cId="0" sldId="2147483648"/>
            <pc:sldLayoutMk cId="0" sldId="2147483655"/>
          </pc:sldLayoutMkLst>
          <pc:spChg chg="del">
            <ac:chgData name="Lai, Wilson" userId="2840974a-0d84-4886-90a9-9a3ed79f3a48" providerId="ADAL" clId="{9F23B798-9E84-4552-BA63-E776E805C424}" dt="2026-07-08T04:47:24.137" v="4" actId="478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del">
            <ac:chgData name="Lai, Wilson" userId="2840974a-0d84-4886-90a9-9a3ed79f3a48" providerId="ADAL" clId="{9F23B798-9E84-4552-BA63-E776E805C424}" dt="2026-07-08T04:47:24.137" v="4" actId="478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del">
            <ac:chgData name="Lai, Wilson" userId="2840974a-0d84-4886-90a9-9a3ed79f3a48" providerId="ADAL" clId="{9F23B798-9E84-4552-BA63-E776E805C424}" dt="2026-07-08T04:47:24.137" v="4" actId="478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31212-14EA-4454-9385-DE382FF4F14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7BE26-DA31-4C5B-B56F-5DD784715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2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7BE26-DA31-4C5B-B56F-5DD784715D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E62E98-AEBD-09BA-80F1-597DE477A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DCE0B4-E6DD-1D85-1D87-B09B63D82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97530B-958B-2F49-7C57-E59972DA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535EFB-6876-5182-C1E5-E3AFD87FB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552D26-5C48-0672-BF6A-EB2E4E619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AB55E4-8246-CA53-BDE0-2F08CB958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949111-08FC-4ED8-EE4C-4E6BC5A60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5BC7C0-B77A-6E21-3C45-586A8E2BB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784B3-0D42-C187-FC69-AE202789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FAC6E-7207-6ADE-522A-D2C894280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E4F244-C8B2-26A8-7F52-B7CA6946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903835-1E66-D5F8-9375-93451AD1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41B555-21AA-493C-2289-AE2646925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58F32-F3DB-9CEC-3B45-7612D57D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53B498-33D1-8610-F617-BDC7CA50B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2E0305-2D93-D5B6-71A4-36C566B0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0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自訂</PresentationFormat>
  <Paragraphs>1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Wilson Lai</cp:lastModifiedBy>
  <cp:revision>2</cp:revision>
  <dcterms:created xsi:type="dcterms:W3CDTF">2006-08-16T00:00:00Z</dcterms:created>
  <dcterms:modified xsi:type="dcterms:W3CDTF">2026-10-19T14:30:27Z</dcterms:modified>
</cp:coreProperties>
</file>