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7B73BB-1B7A-4389-8328-55AB0278FFDD}" v="4" dt="2026-07-20T02:40:41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7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">
      <pc:chgData name="Lai, Wilson" userId="2840974a-0d84-4886-90a9-9a3ed79f3a48" providerId="ADAL" clId="{9F23B798-9E84-4552-BA63-E776E805C424}" dt="2026-07-20T02:40:54.359" v="14" actId="1076"/>
      <pc:docMkLst>
        <pc:docMk/>
      </pc:docMkLst>
      <pc:sldChg chg="addSp modSp mod modAnim">
        <pc:chgData name="Lai, Wilson" userId="2840974a-0d84-4886-90a9-9a3ed79f3a48" providerId="ADAL" clId="{9F23B798-9E84-4552-BA63-E776E805C424}" dt="2026-07-20T02:40:54.359" v="14" actId="1076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7-20T02:40:41.890" v="11" actId="164"/>
          <ac:spMkLst>
            <pc:docMk/>
            <pc:sldMk cId="0" sldId="257"/>
            <ac:spMk id="3" creationId="{BFC7711D-B258-BEC2-8373-0316AE897176}"/>
          </ac:spMkLst>
        </pc:spChg>
        <pc:grpChg chg="add mod">
          <ac:chgData name="Lai, Wilson" userId="2840974a-0d84-4886-90a9-9a3ed79f3a48" providerId="ADAL" clId="{9F23B798-9E84-4552-BA63-E776E805C424}" dt="2026-07-20T02:40:54.359" v="14" actId="1076"/>
          <ac:grpSpMkLst>
            <pc:docMk/>
            <pc:sldMk cId="0" sldId="257"/>
            <ac:grpSpMk id="5" creationId="{41F0F782-979E-7D71-634C-195FCD379A55}"/>
          </ac:grpSpMkLst>
        </pc:grpChg>
        <pc:picChg chg="add mod">
          <ac:chgData name="Lai, Wilson" userId="2840974a-0d84-4886-90a9-9a3ed79f3a48" providerId="ADAL" clId="{9F23B798-9E84-4552-BA63-E776E805C424}" dt="2026-07-20T02:40:41.890" v="11" actId="164"/>
          <ac:picMkLst>
            <pc:docMk/>
            <pc:sldMk cId="0" sldId="257"/>
            <ac:picMk id="2" creationId="{5B785F8D-2BFE-3FCD-C7C5-1939AB8C695F}"/>
          </ac:picMkLst>
        </pc:picChg>
        <pc:picChg chg="mod">
          <ac:chgData name="Lai, Wilson" userId="2840974a-0d84-4886-90a9-9a3ed79f3a48" providerId="ADAL" clId="{9F23B798-9E84-4552-BA63-E776E805C424}" dt="2026-07-20T02:40:49.424" v="13" actId="1076"/>
          <ac:picMkLst>
            <pc:docMk/>
            <pc:sldMk cId="0" sldId="257"/>
            <ac:picMk id="4" creationId="{95F72F5E-050A-8DF3-4B3D-61EE5482E73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5EE043-D419-E279-AB38-AE717798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9CF3-4FEE-4F90-AA88-F0AD7A306BF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A17E2E-8DE5-B16E-3162-A40E388E8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428D0-E941-DE32-0438-084415F3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B703A-8E29-4A5A-97A6-B332985D7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24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9C6FD0-9126-5784-814B-4642030A8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BCE09-70A6-89CA-8528-F6BC15F66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1376B-C5D1-24E1-5B4E-20FE24495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A79CF3-4FEE-4F90-AA88-F0AD7A306BF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5EB60-2FE1-10E3-A8F4-5013408C1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4D8F5-286D-D2F6-A49D-4C6CE354D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AB703A-8E29-4A5A-97A6-B332985D7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9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F72F5E-050A-8DF3-4B3D-61EE5482E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A073B1-98EF-A77D-EAF8-44E41254B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A8F902-C398-DEB2-E2D0-FE4479B9D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68009F-98AB-55F4-BD83-F43CCA520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252716-9BA7-FDF5-B19B-10047CB33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4F2C44-280D-7801-B2FB-721655B3B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A7E67B-D50F-AA43-903A-D79061E48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EC6C1B-1FD1-0D08-272D-B5B4B8F0A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E62955-3FE6-249B-DB08-23F6759BC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5102D4-52E5-5C1E-85DE-E456D28F5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98F5FB-7081-9B6C-E4C7-4C63D7298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2606A8-92A4-00F8-F3BF-DDF24CA50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439A5A-AA5C-6C71-2C12-D61753050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3ACD94-179A-CB7D-07FD-0A9C2E9EF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5D6057-5CA1-4404-DFAE-CBB288AC0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91B3B3-0873-F12E-B0A4-EFAA6DE70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42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寬螢幕</PresentationFormat>
  <Paragraphs>0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2026-07-20T02:38:42Z</dcterms:created>
  <dcterms:modified xsi:type="dcterms:W3CDTF">2026-10-19T14:30:53Z</dcterms:modified>
</cp:coreProperties>
</file>