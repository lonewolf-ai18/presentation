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728C6-3F31-4740-8D92-23BCC1036D4A}" v="2" dt="2026-07-29T04:19:47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custSel modSld">
      <pc:chgData name="Lai, Wilson" userId="2840974a-0d84-4886-90a9-9a3ed79f3a48" providerId="ADAL" clId="{9F23B798-9E84-4552-BA63-E776E805C424}" dt="2026-07-29T04:19:47.410" v="33" actId="164"/>
      <pc:docMkLst>
        <pc:docMk/>
      </pc:docMkLst>
      <pc:sldChg chg="addSp delSp modSp mod modAnim">
        <pc:chgData name="Lai, Wilson" userId="2840974a-0d84-4886-90a9-9a3ed79f3a48" providerId="ADAL" clId="{9F23B798-9E84-4552-BA63-E776E805C424}" dt="2026-07-29T04:19:47.410" v="33" actId="164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7-29T04:19:47.410" v="33" actId="164"/>
          <ac:spMkLst>
            <pc:docMk/>
            <pc:sldMk cId="0" sldId="257"/>
            <ac:spMk id="5" creationId="{C2ED3423-9056-0C3B-F861-497583B0D529}"/>
          </ac:spMkLst>
        </pc:spChg>
        <pc:grpChg chg="add mod">
          <ac:chgData name="Lai, Wilson" userId="2840974a-0d84-4886-90a9-9a3ed79f3a48" providerId="ADAL" clId="{9F23B798-9E84-4552-BA63-E776E805C424}" dt="2026-07-29T04:19:47.410" v="33" actId="164"/>
          <ac:grpSpMkLst>
            <pc:docMk/>
            <pc:sldMk cId="0" sldId="257"/>
            <ac:grpSpMk id="6" creationId="{E792FBA4-3410-C716-CC49-71D8C4C50AAA}"/>
          </ac:grpSpMkLst>
        </pc:grpChg>
        <pc:picChg chg="del">
          <ac:chgData name="Lai, Wilson" userId="2840974a-0d84-4886-90a9-9a3ed79f3a48" providerId="ADAL" clId="{9F23B798-9E84-4552-BA63-E776E805C424}" dt="2026-07-29T02:54:19.560" v="0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7-29T04:19:47.410" v="33" actId="164"/>
          <ac:picMkLst>
            <pc:docMk/>
            <pc:sldMk cId="0" sldId="257"/>
            <ac:picMk id="2" creationId="{05A05C6A-7EA4-62AC-15DC-EAA2E79D76E1}"/>
          </ac:picMkLst>
        </pc:picChg>
        <pc:picChg chg="add">
          <ac:chgData name="Lai, Wilson" userId="2840974a-0d84-4886-90a9-9a3ed79f3a48" providerId="ADAL" clId="{9F23B798-9E84-4552-BA63-E776E805C424}" dt="2026-07-29T02:54:30.093" v="1" actId="22"/>
          <ac:picMkLst>
            <pc:docMk/>
            <pc:sldMk cId="0" sldId="257"/>
            <ac:picMk id="4" creationId="{E91ACA49-0F69-4E6A-8C8D-9CF30F678D5A}"/>
          </ac:picMkLst>
        </pc:picChg>
      </pc:sldChg>
      <pc:sldChg chg="addSp delSp mod">
        <pc:chgData name="Lai, Wilson" userId="2840974a-0d84-4886-90a9-9a3ed79f3a48" providerId="ADAL" clId="{9F23B798-9E84-4552-BA63-E776E805C424}" dt="2026-07-29T02:54:41.260" v="3" actId="2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7-29T02:54:32.778" v="2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29T02:54:41.260" v="3" actId="22"/>
          <ac:picMkLst>
            <pc:docMk/>
            <pc:sldMk cId="0" sldId="258"/>
            <ac:picMk id="4" creationId="{D53C7708-BC59-3E07-191B-7D00BE9F1704}"/>
          </ac:picMkLst>
        </pc:picChg>
      </pc:sldChg>
      <pc:sldChg chg="addSp delSp mod">
        <pc:chgData name="Lai, Wilson" userId="2840974a-0d84-4886-90a9-9a3ed79f3a48" providerId="ADAL" clId="{9F23B798-9E84-4552-BA63-E776E805C424}" dt="2026-07-29T02:54:53.955" v="5" actId="2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7-29T02:54:44.696" v="4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29T02:54:53.955" v="5" actId="22"/>
          <ac:picMkLst>
            <pc:docMk/>
            <pc:sldMk cId="0" sldId="259"/>
            <ac:picMk id="4" creationId="{2F0A471D-36EF-E962-A84E-9539400D45F8}"/>
          </ac:picMkLst>
        </pc:picChg>
      </pc:sldChg>
      <pc:sldChg chg="addSp delSp mod">
        <pc:chgData name="Lai, Wilson" userId="2840974a-0d84-4886-90a9-9a3ed79f3a48" providerId="ADAL" clId="{9F23B798-9E84-4552-BA63-E776E805C424}" dt="2026-07-29T02:55:07.366" v="7" actId="2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7-29T02:54:56.741" v="6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29T02:55:07.366" v="7" actId="22"/>
          <ac:picMkLst>
            <pc:docMk/>
            <pc:sldMk cId="0" sldId="260"/>
            <ac:picMk id="4" creationId="{0F41826F-B17A-5E1F-FFA4-C6500019E7B1}"/>
          </ac:picMkLst>
        </pc:picChg>
      </pc:sldChg>
      <pc:sldChg chg="addSp delSp mod">
        <pc:chgData name="Lai, Wilson" userId="2840974a-0d84-4886-90a9-9a3ed79f3a48" providerId="ADAL" clId="{9F23B798-9E84-4552-BA63-E776E805C424}" dt="2026-07-29T02:55:19.934" v="9" actId="2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7-29T02:55:10.941" v="8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29T02:55:19.934" v="9" actId="22"/>
          <ac:picMkLst>
            <pc:docMk/>
            <pc:sldMk cId="0" sldId="261"/>
            <ac:picMk id="4" creationId="{ED7424C5-3C99-7F17-F2F2-18B8273E956E}"/>
          </ac:picMkLst>
        </pc:picChg>
      </pc:sldChg>
      <pc:sldChg chg="addSp delSp mod">
        <pc:chgData name="Lai, Wilson" userId="2840974a-0d84-4886-90a9-9a3ed79f3a48" providerId="ADAL" clId="{9F23B798-9E84-4552-BA63-E776E805C424}" dt="2026-07-29T02:55:32.413" v="11" actId="2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7-29T02:55:22.907" v="10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29T02:55:32.413" v="11" actId="22"/>
          <ac:picMkLst>
            <pc:docMk/>
            <pc:sldMk cId="0" sldId="262"/>
            <ac:picMk id="4" creationId="{1410E8AF-D9CA-3472-3F19-3F2E4D168585}"/>
          </ac:picMkLst>
        </pc:picChg>
      </pc:sldChg>
      <pc:sldChg chg="addSp delSp mod">
        <pc:chgData name="Lai, Wilson" userId="2840974a-0d84-4886-90a9-9a3ed79f3a48" providerId="ADAL" clId="{9F23B798-9E84-4552-BA63-E776E805C424}" dt="2026-07-29T02:55:46.033" v="13" actId="2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7-29T02:55:36.164" v="12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29T02:55:46.033" v="13" actId="22"/>
          <ac:picMkLst>
            <pc:docMk/>
            <pc:sldMk cId="0" sldId="263"/>
            <ac:picMk id="4" creationId="{6CCFA636-EDC8-35A4-B556-778E02A0DCE0}"/>
          </ac:picMkLst>
        </pc:picChg>
      </pc:sldChg>
      <pc:sldChg chg="addSp delSp mod">
        <pc:chgData name="Lai, Wilson" userId="2840974a-0d84-4886-90a9-9a3ed79f3a48" providerId="ADAL" clId="{9F23B798-9E84-4552-BA63-E776E805C424}" dt="2026-07-29T02:55:59.831" v="15" actId="2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7-29T02:55:48.805" v="14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29T02:55:59.831" v="15" actId="22"/>
          <ac:picMkLst>
            <pc:docMk/>
            <pc:sldMk cId="0" sldId="266"/>
            <ac:picMk id="4" creationId="{C7BBDA97-6EFD-E5CD-99AA-70EA1C301DDA}"/>
          </ac:picMkLst>
        </pc:picChg>
      </pc:sldChg>
      <pc:sldChg chg="addSp delSp mod">
        <pc:chgData name="Lai, Wilson" userId="2840974a-0d84-4886-90a9-9a3ed79f3a48" providerId="ADAL" clId="{9F23B798-9E84-4552-BA63-E776E805C424}" dt="2026-07-29T02:56:16.227" v="17" actId="2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7-29T02:56:02.513" v="16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29T02:56:16.227" v="17" actId="22"/>
          <ac:picMkLst>
            <pc:docMk/>
            <pc:sldMk cId="0" sldId="269"/>
            <ac:picMk id="4" creationId="{6839D057-1F31-EA94-33EF-E5C6E29E06FF}"/>
          </ac:picMkLst>
        </pc:picChg>
      </pc:sldChg>
      <pc:sldChg chg="addSp delSp mod">
        <pc:chgData name="Lai, Wilson" userId="2840974a-0d84-4886-90a9-9a3ed79f3a48" providerId="ADAL" clId="{9F23B798-9E84-4552-BA63-E776E805C424}" dt="2026-07-29T02:58:24.398" v="19" actId="22"/>
        <pc:sldMkLst>
          <pc:docMk/>
          <pc:sldMk cId="1463146392" sldId="270"/>
        </pc:sldMkLst>
        <pc:picChg chg="del">
          <ac:chgData name="Lai, Wilson" userId="2840974a-0d84-4886-90a9-9a3ed79f3a48" providerId="ADAL" clId="{9F23B798-9E84-4552-BA63-E776E805C424}" dt="2026-07-29T02:56:27.374" v="18" actId="21"/>
          <ac:picMkLst>
            <pc:docMk/>
            <pc:sldMk cId="1463146392" sldId="270"/>
            <ac:picMk id="3" creationId="{426F6461-FCB7-816F-A78E-BFA3E3096173}"/>
          </ac:picMkLst>
        </pc:picChg>
        <pc:picChg chg="add">
          <ac:chgData name="Lai, Wilson" userId="2840974a-0d84-4886-90a9-9a3ed79f3a48" providerId="ADAL" clId="{9F23B798-9E84-4552-BA63-E776E805C424}" dt="2026-07-29T02:58:24.398" v="19" actId="22"/>
          <ac:picMkLst>
            <pc:docMk/>
            <pc:sldMk cId="1463146392" sldId="270"/>
            <ac:picMk id="4" creationId="{DA682C09-A295-6D15-630B-BF55A769AA3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DF6A-48FA-E737-89FA-7B391304D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1A99C-8808-FD37-0B28-A9159B07A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C8244-9DC3-C5B7-F1E1-71E505E79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9156-6ECD-4542-A8C4-FDDBF415757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05C1F-89DF-C861-4BA5-66FFD8B1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55602-38A2-315C-7689-57E0F374C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5EEB6-F2BC-44F7-821B-3EE18B92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05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CF27E-4CCC-0FF9-0667-9A0D9E667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6C2D4-F59B-8F95-8F30-EE957D8FB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3FFA-2DD0-B7BA-D86B-D72686A8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9156-6ECD-4542-A8C4-FDDBF415757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D5845-F6C1-0D48-5064-5F73A30F7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F6724-E6A8-CC27-3790-38A2517C8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5EEB6-F2BC-44F7-821B-3EE18B92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05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98201-9B2D-0395-00B5-C6D110662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D9F4A-153C-4E56-220A-91DAEC409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4EF18-C8E7-D837-42B7-CED670AEE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9156-6ECD-4542-A8C4-FDDBF415757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18F64-B968-6410-10B4-65F5673BF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72DF9-FF9C-EF15-71CC-D86A244B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5EEB6-F2BC-44F7-821B-3EE18B92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69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A06C3-9F56-5986-83EF-E50D9846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7C663-C54D-F182-800C-9016F9F49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93AA1-FD61-BE13-1451-199AFEC68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D8436-BDE8-4385-424B-C649483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9156-6ECD-4542-A8C4-FDDBF415757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86AA8-D3E4-F374-CB36-A7D3B060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37058-10F9-06F5-EC0D-7A8BAAAF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5EEB6-F2BC-44F7-821B-3EE18B92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9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D56C-28E9-BEFA-DFB0-DE0596C31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16BD3-41B5-9424-49DD-A2FC77DC0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F5BB59-EA84-BDF7-AF6D-FB1AD4648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B45E1-9F84-B212-1A43-63B24F26F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F1D57D-0466-3B59-D729-17C5E1977B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C54729-9C85-93B7-02BA-9AC19FADF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9156-6ECD-4542-A8C4-FDDBF415757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0D963-22F4-40B4-9D6E-5570DCA1D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B25E0-FF36-1C85-0F97-510AD1A60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5EEB6-F2BC-44F7-821B-3EE18B92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85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366E5-DC90-0BAB-8060-3777DF73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41EA9B-31DF-3AEB-412D-90B6854CA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9156-6ECD-4542-A8C4-FDDBF415757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37DBD-8F76-A241-A754-5F911A14F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FE6AA-0A0B-E8BC-CCE4-A0636277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5EEB6-F2BC-44F7-821B-3EE18B92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33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E2104-5698-B2F9-30A4-7DF8F879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9156-6ECD-4542-A8C4-FDDBF415757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B51E77-FCDC-96C1-80B5-00EFD95F7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C9796-3EB7-1723-E65E-6581209D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5EEB6-F2BC-44F7-821B-3EE18B92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82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98BF2-AF50-CFDF-B4CF-1C69E8939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D2DEB-2906-B3FB-3507-D756E9465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2DE67-D5B3-F95C-05A3-A0B01BE1A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A5A65-4214-B359-EDA8-750462C77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9156-6ECD-4542-A8C4-FDDBF415757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248B0-C8F2-B8A2-6575-AAA84B4B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15702-7F7D-E9C6-2ACE-71F68889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5EEB6-F2BC-44F7-821B-3EE18B92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33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70B2-CDFA-87D9-2C1A-BB5789F79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BD40CB-1521-9F59-D6CC-AC250E892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E7104-D404-2810-68B6-E77DE75C2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B1DFB-3EAC-1225-5CA3-20D7A105A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9156-6ECD-4542-A8C4-FDDBF415757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870D0-0272-8FA6-72D4-509A0D16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7D14E-C053-34DE-F02B-0F1EC20A6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5EEB6-F2BC-44F7-821B-3EE18B92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62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B202-23CE-30AB-456A-497F2537B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BD829-7D5C-BF91-039C-09DA4C7C3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4DD15-6969-2427-F4BC-491C93C48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9156-6ECD-4542-A8C4-FDDBF415757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226F4-8F3B-F23E-AC94-F8DEE7F30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7E6D1-7635-22B5-95A5-C62424D4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5EEB6-F2BC-44F7-821B-3EE18B92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4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84A4FB-CFEE-BBA9-46EB-52173625FD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5CED5-520B-02A6-E2BC-DCEA91AC5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9A7B7-F0A5-283F-17CD-36F1AB09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9156-6ECD-4542-A8C4-FDDBF415757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EB7F5-727B-56CA-E4B7-E8D1EC0C2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7AFA5-DCF7-5297-3878-AF94F7F0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5EEB6-F2BC-44F7-821B-3EE18B92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9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922DA7-2ADD-6060-A275-002D4E893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101C5-494B-4EA7-4246-D0160EEC7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F7396-B956-8E30-2C44-B166668A41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A39156-6ECD-4542-A8C4-FDDBF415757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30FF-DF9C-DF70-64AA-BA0153567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38DE1-43E9-CD44-3FAE-845BB2D70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5EEB6-F2BC-44F7-821B-3EE18B92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38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1ACA49-0F69-4E6A-8C8D-9CF30F678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3C7708-BC59-3E07-191B-7D00BE9F1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0A471D-36EF-E962-A84E-9539400D4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41826F-B17A-5E1F-FFA4-C6500019E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7424C5-3C99-7F17-F2F2-18B8273E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10E8AF-D9CA-3472-3F19-3F2E4D168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CFA636-EDC8-35A4-B556-778E02A0D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BBDA97-6EFD-E5CD-99AA-70EA1C301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39D057-1F31-EA94-33EF-E5C6E29E0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682C09-A295-6D15-630B-BF55A769A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46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寬螢幕</PresentationFormat>
  <Paragraphs>0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2026-07-29T02:34:57Z</dcterms:created>
  <dcterms:modified xsi:type="dcterms:W3CDTF">2026-10-19T14:30:46Z</dcterms:modified>
</cp:coreProperties>
</file>