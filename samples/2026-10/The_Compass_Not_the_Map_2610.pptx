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8E0A19-9D28-443C-A322-C1E31923CA0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Dangerous BUSINESS Strategy That Takes Years (But Actually Works) | Seth Godin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https://www.youtube.com/watch?v=l0VL1ljufqU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2E51B3-A10A-43F9-AEDD-D4030EAAC0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C5C071-A16D-4217-AD1C-C83464BA53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D1906F-6812-4A5B-9CC6-17D1FE77C0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14C0BD-A3AA-4E43-870B-8DDD768417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459A0F-A00A-4179-ADF2-A4FC5E7BB3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13B47A-A733-445C-B7C3-A91C3D3145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1E34FC-EF5F-4E9E-B248-E7FCADA6D2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D22E84-3969-4660-876D-E9CD90EAEC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BF3749-3517-496C-8F82-46DE83FB05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0A3E20-8FAB-4033-8339-C23D358E06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C9871C-DA6B-498E-B601-B9CFBCC13D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2026-10-14T18:43:15Z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