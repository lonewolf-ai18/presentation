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210DE5-7D35-42C0-8CFB-99E7468088A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AI Coding Agents Need a Memory Pipeline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https://www.youtube.com/watch?v=mAKUL12h1n8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91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2026-10-20T14:30:42Z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