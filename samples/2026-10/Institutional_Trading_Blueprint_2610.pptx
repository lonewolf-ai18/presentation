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C403346-4F05-4AD7-8053-DC7780FD23B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Find Quality Trade Ideas in a Bubble?!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https://www.youtube.com/watch?v=nZH359EzFK0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B222B4-4F15-4D3A-B0C8-CF249723FD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77764A-313D-49B8-9C92-DC0AF91F8D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57036-B497-421B-9C22-49CD08B246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C975B0-3622-477E-BC65-6F72C48B2F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700ED-A011-43DA-A274-6A2857D8AB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666FC7-2034-406B-AEC3-C5CB3FF58A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2A6068-1D32-4516-9161-20AA7B9251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E7021C-F487-4247-8A3F-92CD514530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A81C37-DE08-4211-B571-2CF84619FF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869ED-E103-4A60-933B-A1571DF16F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E6F391-C044-4084-9305-4106AD0047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2026-10-20T00:54:48Z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