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EB04A9A-ABDA-44FC-ADC9-9A2414D2C6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Michael Polanyi - The Tacit Dimension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https://www.youtube.com/watch?v=HM2dCzrIQEM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866B58-197E-475A-BC35-531D1190F2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E54D48-00F1-47F2-B6C8-50932CAF0B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A1C91F-6C96-48F9-9EDE-D962CEC527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B7320-D1CA-4AB4-98A1-99A0346C8D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AFD8BE-1750-4B25-9EC5-4DB2180573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89B477-B741-40EF-9DCB-103D00896D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C34CC9-1B94-444E-A16B-BC90487424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1D0EDB-507D-427A-AEA3-D0DA310D3C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A85043-9021-4CAC-AA23-8E63777906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39CE4F-950F-4358-BE47-BEBB7F6488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CA8C20-673F-487C-9AC0-B526FF9042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20880" y="8280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2026-10-18T17:20:18Z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