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9A3E3CA-BB9B-4BA4-B73A-35023FEA2EE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David Rosenberg: The Fed Is Going to Trip, Recession Odds Now Above 50%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https://www.youtube.com/watch?v=ecZ2WoVEczE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32B1B0-1B21-4DC9-AA0C-477B9EF235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93EEFA-89C9-4063-9AC6-E4F397A216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F04E31-C0CE-4125-803E-C6D7C6A678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087EF0-5451-42CF-8D9A-CCE47F8680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BB683B-C3AA-4854-8D4E-93FD05D12E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B79A33-40D4-4E24-9B68-9701E2DD3A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1E2FE0-0C9B-4D18-91F3-FE9A0A1306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B52E21-5BD2-4FCC-8C05-BD9ECABABA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0DE5C3-E837-44CF-BEB8-453D8FC5F5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D08164-70E6-41B9-AECF-9BE7043740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EEFBEB-B69A-4805-AB42-1F767FD057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2026-10-27T21:03:03Z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