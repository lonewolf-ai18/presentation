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AA4B48E-211A-4C61-B682-6CF8509A36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Ultimate Beginner’s Guide to Hermes Agent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https://www.youtube.com/watch?v=XNcKUSL1CTE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AE5774-AD04-44F0-B1FC-794804B110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AD29BC-8D98-48E5-B12C-A2F6BA6664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ED8A68-A777-4926-949E-7FAE0DE972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65E0F5-F701-48AB-BDE5-9A61508337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325852-73C6-4F28-ACA6-0978C18B8E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78A3C9-2E14-4DFF-9B24-E4959CD06E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101786-9794-4DB7-8A02-C7B737C6B5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35C903-9927-44DE-BD8D-35F38A6446C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9464B0-9B7A-40E8-BC17-882499D7CE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C9F4E-DD7F-4F96-9052-16F1924E7E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A0E2B2-013E-4378-B582-9F5983E674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2026-10-14T09:41:08Z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