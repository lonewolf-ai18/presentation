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EF68AA8-F005-489F-B65D-28CC5688371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Beyond the Code: Finding and Claiming Your Place in AI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https://www.youtube.com/watch?v=235RmQHmMbc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45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24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2026-10-20T01:07:14Z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