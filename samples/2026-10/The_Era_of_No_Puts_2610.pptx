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06AE96E-4562-4FB8-B2C9-EEB75D750A1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Bear Market Has Already Started (Most Just Don’t See It Yet) | Vincent Deluard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https://www.youtube.com/watch?v=CH6rqNVSJJw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88BA47-74B0-44F2-B13A-467E0C60D1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6971D4-4260-4BD4-8892-8CE4846FCC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3AA5AA-B434-4EE5-9FCA-DF91DA2D0D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B12AD9-2FD8-484F-9365-C2748C1F5B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110481-0DA9-494C-92B4-B424A79210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7E502A-7F51-4276-8F62-14CF34D4C2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717F79-4932-4FFA-B74C-3109574158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FBB71D-788C-48E7-BEE3-EECBF97659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D8010C-6378-4CC3-A263-3E3D5D91E6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1A7A4B-4A83-4B16-8C9C-B2BF622937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988576-8726-4053-A6E5-240FF3B895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"/>
          <p:cNvPicPr/>
          <p:nvPr/>
        </p:nvPicPr>
        <p:blipFill>
          <a:blip r:embed="rId2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2026-10-28T00:25:42Z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