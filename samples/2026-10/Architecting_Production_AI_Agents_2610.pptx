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D12AC76-30CA-4C6B-9510-97B13BC9397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Engineer Full Course in 3 Hours [FREE]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https://www.youtube.com/watch?v=XFNggsFFZJw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2218EF-8FB8-4897-A2A9-CAC8857F58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9667C2-9E07-4A08-A2D0-E6F6F62215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344242-D269-4B8F-987B-19E74B07FB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8E5952-5C8F-4194-891E-07456CE8DD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196AB3-B5F2-450E-AAD7-A69E4F3968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1811B2-4C68-4FFA-86AA-97918C0899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D09A92-8926-4D18-8771-6FF0C59860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1CB5D8-0AF6-4D26-B50C-BEBB0EEAF2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7B8764-5DF6-4688-9917-CEB4D97787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1D0329-D019-4064-89DF-FB194E01DA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B45849-0836-4052-975E-C1F41B8E6E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2026-10-17T09:55:39Z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