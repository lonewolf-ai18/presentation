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AD1770-063B-494E-99D5-681FCDE800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ALONE. BUILD YOURSELF. BECOME UNSTOPPABLE. | STOICISM Philosophy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https://www.youtube.com/watch?v=AYGvjWxd4Jk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B9171F-BC89-4280-BF39-CEC1A46EA4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A40656-652E-4AA1-8BA9-48936670DC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25E5B9-6DC1-42EF-A6EA-1988B68CFF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BD5D47-A2FC-40D7-BD7B-623E3AF252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99A810-724D-40E2-9ABF-44C42F7ABD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4955E8-1C1E-472A-9E19-6634E8CAE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B70BEE-EF87-459A-9E91-A6EFB5E38D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FEC345-2096-44AC-BD04-A63755F507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21F1B0-526A-44DA-9E59-47818F48A5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08D439-6399-4C86-B27A-237A14852B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EE423B-9296-4247-B63A-C471A29878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2026-10-17T01:24:11Z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