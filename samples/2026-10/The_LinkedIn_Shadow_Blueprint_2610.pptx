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7559675" cy="10691813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7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C015425-0917-4CCA-A92C-7F7A23EF2E5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Viral AI LinkedIn System: Makes Getting Clients So Easy Feels Illegal (Consult With Jack Henderson) </a:t>
            </a: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https://www.youtube.com/watch?v=D9mCrNvp4Mk</a:t>
            </a: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278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圖片 81"/>
          <p:cNvPicPr/>
          <p:nvPr/>
        </p:nvPicPr>
        <p:blipFill>
          <a:blip r:embed="rId2"/>
          <a:stretch/>
        </p:blipFill>
        <p:spPr>
          <a:xfrm>
            <a:off x="9720" y="3960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</Words>
  <Application>Microsoft Office PowerPoint</Application>
  <PresentationFormat>自訂</PresentationFormat>
  <Paragraphs>2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dc:description/>
  <cp:lastModifiedBy>Wilson Lai</cp:lastModifiedBy>
  <cp:revision>3</cp:revision>
  <dcterms:created xsi:type="dcterms:W3CDTF">2006-08-16T00:00:00Z</dcterms:created>
  <dcterms:modified xsi:type="dcterms:W3CDTF">2026-10-20T14:28:20Z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