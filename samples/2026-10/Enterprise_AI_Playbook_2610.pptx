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4C8676-EC5D-4465-AAD9-CA8E0F5E39F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SAP CEO: AI Won't Kill Software, But It Will Change Your Job — With Christian Klein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https://www.youtube.com/watch?v=_Vsh3dvPrfM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7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2026-10-20T01:23:52Z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