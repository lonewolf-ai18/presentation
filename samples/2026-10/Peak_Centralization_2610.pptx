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C2525A-7A10-4190-9581-F1EF9EC737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How AI Will Determine If You’re Rich or Poor in 5 Years | Simon Dixon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https://www.youtube.com/watch?v=URTxDxYbedA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00325C-FD1D-4D4F-B2A3-5E7390B32D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273F8F-3807-4C56-9679-1AE84DE93E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DEFF4E-5FA9-45F0-9552-A0C5CE0268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8FFC57-BED4-4FCF-A54F-F74B6338F7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EBB3ED-5BBB-44E0-A23B-94644B0284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781B33-3987-4992-828A-08D17E7814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04DF64-13A3-4873-B1F4-AAB15EBF84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2B4FD9-95DD-47CF-8DC3-D979D1CBD2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B8E69F-BCB0-4D15-97A0-06EF74AEDC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F1EDF2-CD07-4C63-B994-58D6704976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A29685-234A-4BC3-ABF4-202A1B13CE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2026-10-10T23:13:48Z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