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D4BACE-A044-4C18-BD08-43C0F8E9EE9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Don’t Believe the Hype: AI is Not a Magic Solution for Software | Carl Brown (Internet of Bugs)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https://www.youtube.com/watch?v=OIW392R0j_Y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623AD7-CDC6-4424-B22C-D6776ADB8C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F2695B-FCC4-4450-AD6E-84BE193DA4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53080-0571-466E-8F9C-A3B3BDE47F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469565-442F-4B0A-897F-CFEBA0F12F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0D1A15-F85F-470A-AC2F-8551798278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3D817B-BA25-4178-B56D-84ED9CA0CA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57929A-AB66-4285-9BC4-DE5E4C83E4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5850C-7564-4CF3-A249-B7785BA3D0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D78E61-A0A3-4608-8586-FFBF02FEAB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0EA596-725A-4FFF-82EE-3ED5E29BA1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E5E56B-BD55-4E12-A8B6-178954D75C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2026-10-27T21:21:09Z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