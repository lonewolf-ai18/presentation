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365A49D-A65F-4256-A13F-83ED54D9233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the AI Bubble Will Pop Before the Fundamental Cycle Turns | Ben Inker | GMO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https://www.youtube.com/watch?v=0Zi5dOjN45Q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6744CF-99E0-408C-B112-61422D6960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8CB5F5-9AFB-4738-A928-5556D70718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D54A05-5C62-4722-8190-9E7DB3BA79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A2E45C-C242-4FE7-A8C9-090F14463E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CB696C-69D7-4820-8983-1F996D07D8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C9B9BC-E8F7-4138-B46A-995978F6C4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A86183-FBE2-4265-A36D-A1233F6A69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B95230-F38E-4E5A-9628-2C7962090D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48B9E9-C399-4418-A3CA-E3A69DE8F5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705A08-3D89-4C32-BEBE-EA093C9DF6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41E3FC-4336-4140-B806-4BF5E1B575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2026-10-15T17:20:33Z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