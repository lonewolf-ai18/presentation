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71865A9-270F-4DC8-878E-F26099BE449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Andrej Karpathy: "99% Use AI &amp; LLMs Wrong" (Here’s How He Does It)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https://www.youtube.com/watch?v=7YEHs2SMaVQ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9A8E73-BCCC-46EF-BEF1-5A119164A54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DDB718-3665-4A6A-88CB-AE161C7536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20DC63-926C-4E49-B89D-514A273AE0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FAA3B5-8A0D-4B94-A99F-2B1F9CFDC8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B920AF-D94E-4236-A6E4-AC086015C9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3FF503-36D4-4446-91FF-3849253206F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A1CAA6-4C31-40F9-BD00-4E631B7C93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5FF05D-1E2C-4E90-82DF-259A4A4DAD7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83B3AC-EA5D-48F9-89C0-82B6208084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D3D453-4CAA-4FC4-AF29-445F6CCA30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AD9FD5-7EDD-457F-B3AB-30772C20D9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2026-10-17T21:24:14Z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