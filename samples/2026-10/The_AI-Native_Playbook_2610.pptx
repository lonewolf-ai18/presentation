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6222A86-DBD5-429F-B02B-67632E40B94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a $1M Startup Wasn’t Worth Building in the Age of AI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https://www.youtube.com/watch?v=o_5f4N6Nq80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A5BA16-FFD6-4094-9AA1-7BDF51C688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02746D-55BF-428A-8B86-B3BDF62D8D2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EEFF0F-EAC4-4C44-9F65-2AD5C115EA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590974-7959-4B4E-BBC1-D132D74C4E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D42204-6290-4C39-861F-0407CEE6772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12D1CB-E867-4FF5-BB8A-15569EE296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2FA9EC-C584-4979-91E5-A545EAFCAB7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FA23CE-AE2D-4372-AE75-9CA5BA8420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527A1D-B690-4B5A-B207-B273F7614FC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E65DC2-C29A-4A06-88EF-5A716A0E337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FF8F2A-4192-4001-81F0-4B6C22A234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2026-10-21T03:43:31Z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