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7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CDD1906-1418-4973-ADE3-CDDDC5DDCCF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Senior Engineers Are Actually Doing About AI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https://www.youtube.com/watch?v=DF5M5CJi9sM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537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3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2"/>
          <a:stretch/>
        </p:blipFill>
        <p:spPr>
          <a:xfrm>
            <a:off x="972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</Words>
  <Application>Microsoft Office PowerPoint</Application>
  <PresentationFormat>自訂</PresentationFormat>
  <Paragraphs>2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2026-10-20T14:29:01Z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