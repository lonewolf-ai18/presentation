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E2BF055-988F-4110-9D99-1838A70E8A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2 Reasons to Sell a Winning Trade | Ross Haber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https://www.youtube.com/watch?v=J8Rt-axdOHA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FAA007-ACCF-46D0-B518-CF029646BE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D72C11-9EF1-401B-AFB4-E0996CE6A8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648E2E-EEED-4BA7-8C2E-1DECBB30BF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5800E0-74C9-467F-9D50-8D6FD0E9CA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7A7403-C994-400F-9488-0BFB236C7A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5C2DBE-9080-476C-B1DB-57F7B1D777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7C1349-2CF4-4E59-B207-20D9459F71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221561-EA16-4A28-B834-680DD386D5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9D4538-60C1-4A34-8105-654317F044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3CBCE3-62E2-4635-8B27-8E6462FB9B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51D912-BF5A-463D-863F-1646D5C7B7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2026-10-16T01:18:02Z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