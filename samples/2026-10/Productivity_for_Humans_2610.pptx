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C7787A-818E-4052-8EAF-34F16201886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Had Real People Test Popular Productivity Strategies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https://www.youtube.com/watch?v=ef9ArD6R4MM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3ADED-2593-4428-8A9C-33EF0AB086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67B04B-C0D5-42DC-BF30-6E6A0E1424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4F963-895E-4D77-AEEC-38653F405B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44CA5B-DAFC-42C5-BAA1-9054683D29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B96289-127A-4EBE-AB5C-445426B642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829F29-3680-4B23-90AD-D1A111ADC0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C5EA1-B4BE-416D-A64D-FE8312BA3D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A11674-E417-458B-8936-CA60411470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342B08-4FEE-4E87-81CE-EAEC9CDD2E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6A470-4C94-431C-ACC0-A48FF28B0F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CFEA80-3DE7-4620-BB4C-FD47E9312D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2026-10-28T14:00:19Z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