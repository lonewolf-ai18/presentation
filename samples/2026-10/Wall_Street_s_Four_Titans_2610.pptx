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97FB615-7902-45ED-A8BB-8CFC6593E49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Wall Street Really Makes Its Money | JPMorgan, Goldman Sachs &amp; BlackRock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https://www.youtube.com/watch?v=9-P6C32Tpis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62F1A0-7174-47C9-A8ED-0384EE6195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96027A-14DA-4C0D-AD09-17115ED7F7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3870E9-58E2-4475-B1A8-082BDED9E7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B4DBDE-DF87-43F5-A3DD-8325D7248B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DF1410-54B0-4E4A-85A8-6CDB6BC07C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932610-F262-4B0F-A11A-5DD247FC24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5D99E4-1C6E-46B9-97F6-5C6B9E9C97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ACD5BA-8158-4DE4-8EF4-FB503598C1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8B5184-63B2-4C8E-A5F1-F56F318E5E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5594A0-EA12-4273-9EE3-6146B6523E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A19598-8A66-4581-A7EE-F654DB6329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2026-10-17T01:07:01Z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