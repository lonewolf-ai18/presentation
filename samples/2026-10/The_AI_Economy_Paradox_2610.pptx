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B3D8D11-A2A4-44E6-8D97-AE7037ECFCD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Anthropic’s Chief Economist Breaks Down AI and the Future of the Economy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https://www.youtube.com/watch?v=BjT27aaM_FY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2026-10-06T05:40:48Z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