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4DFCA0B-E358-4CE5-BFA2-E6F38850A5D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Tobi Lütke: The Skills AI Makes More Valuable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https://www.youtube.com/watch?v=G9P9D9hptq8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8E4306-9907-4DC8-A2A9-1E47C9CCA7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DD8EE1-191A-4191-9211-89F6A9316A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EC6CCB-11AA-451A-97A9-96DF6FAFD3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C9FE2F-938B-4E7F-80AE-E90BC04F5C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A38B9D-BB43-4C54-B0C7-D1D7703535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7A31C5-4FC8-4B13-B98C-A38F453C57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AA0642-D54F-48E4-B0DE-EF265E7AF7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DE73DE-79AC-4BE6-A391-E70D5BE5B6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5E4986-A77C-4B38-8EFF-364EBFE463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2DCE87-B716-4E65-8518-6204013133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7FCD6D-1D76-4AF9-B5CF-BC7029D036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2026-10-08T18:40:27Z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