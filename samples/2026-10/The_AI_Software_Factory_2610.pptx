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6256000" cy="9144000"/>
  <p:notesSz cx="7559675" cy="10691813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1869" autoAdjust="0"/>
  </p:normalViewPr>
  <p:slideViewPr>
    <p:cSldViewPr snapToGrid="0">
      <p:cViewPr varScale="1">
        <p:scale>
          <a:sx n="42" d="100"/>
          <a:sy n="42" d="100"/>
        </p:scale>
        <p:origin x="78" y="9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7B6F551-C192-4294-BFC8-30C062E5042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From coding agents to software factories with Uber and Faire</a:t>
            </a: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https://www.youtube.com/watch?v=0gDHnH89aQs</a:t>
            </a: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907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3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圖片 81"/>
          <p:cNvPicPr/>
          <p:nvPr/>
        </p:nvPicPr>
        <p:blipFill>
          <a:blip r:embed="rId2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23</Words>
  <Application>Microsoft Office PowerPoint</Application>
  <PresentationFormat>自訂</PresentationFormat>
  <Paragraphs>2</Paragraphs>
  <Slides>16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dc:description/>
  <cp:lastModifiedBy>Wilson Lai</cp:lastModifiedBy>
  <cp:revision>3</cp:revision>
  <dcterms:created xsi:type="dcterms:W3CDTF">2006-08-16T00:00:00Z</dcterms:created>
  <dcterms:modified xsi:type="dcterms:W3CDTF">2026-10-20T01:04:24Z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