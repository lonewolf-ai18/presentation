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8769DA-2661-4AE3-AA40-330B38321C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AI Is Repricing Every Software Company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https://www.youtube.com/watch?v=sQaM5oPlUYs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A22705-3F49-4344-A732-C0F98810BE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155174-D8C0-47F2-9DB6-1566F43C27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C25672-94FB-4221-B9BD-8764B66EBE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9C2AB-F517-4195-AB01-6A0680B443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35EF58-4B6B-4B4A-9753-53FC52EFC0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B10BE1-AA44-4C64-9408-532E7F8234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016B8E-0515-4CAC-A092-1D8826A840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115090-559E-40F5-9989-3C13FC374A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24462B-0848-42AA-ACBE-E85FCDCDE8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68452F-2D06-4508-864E-AF1B45A23F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E25D0-3D51-4501-82E0-763E8168AF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2026-10-21T03:59:23Z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