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478243-D062-44B7-9ACB-EE73C9FD82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Just Destroyed the Career Ladder. No One Is Ready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https://www.youtube.com/watch?v=H8sX1TqKJw8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DBCB04-4BD4-48E5-89A4-16200E1EAF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F2953-E231-49B7-9582-A6340B9160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78B6FB-C935-49E4-AC55-4313C7492A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884651-CB74-4E29-BD9C-B2D0042008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F33DED-BFB0-48C7-98CD-1622395505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963526-B3D1-4FFF-BE8D-51ED46C3C4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011BBE-4FDA-4E9E-9F40-D0B8EB0E50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8DDAE-6393-4141-81EC-8C036D87B0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04FC8-E6DE-4204-8035-C115DCDF40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DCDF14-BB67-46A5-8057-E7FCC91CBD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9D76E-9609-4E61-9ACC-A8C74EC8D2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2026-10-20T17:13:19Z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