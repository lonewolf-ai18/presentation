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2DC5E3-3B63-445C-9F66-E7EC61FAD4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Matt Pocock: What to Learn Instead of AI Automation in 2027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https://www.youtube.com/watch?v=Z8lf5oWKfj0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3BBBDE-501B-4507-BDFD-CF6A477729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DBB837-B640-4708-A315-EB6B4F3D18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52679-6CB9-49A0-B799-7572BFA46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54C127-B522-445B-9EA7-7E6D0502BC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400529-E07B-41EA-B78D-0E7BFD765C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B2855-DAE7-4036-A524-8CE639493B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C1976-E05C-4467-86F1-AC5389067D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55FA27-296B-4A23-AC71-3A762886CD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D88DE-44EA-4E4C-91A3-10D0D7E6B4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267AF9-89FA-49B6-980D-2848F3AF23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2C3B5C-EB22-4266-A39F-D09245378D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2026-10-18T05:50:57Z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