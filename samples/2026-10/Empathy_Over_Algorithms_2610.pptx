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6879514-F890-4972-B6CC-35747BED376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Marketing GENIUS: How To Build A Brand That Sells In The New Era Of AI (3 Laws Of Marketing)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https://www.youtube.com/watch?v=dNWkwrqAkcM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077CE8-C5F9-4D6E-840B-F86725F4AE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358530-696C-4D9F-B9DD-59E992867D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A7BC71-5A3D-4355-818B-0E0124E656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844BB7-5DF1-4CC2-99E2-36D8365B7C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91A79A-04E7-4073-A993-2698F7E0DD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6ADEBE-3417-480D-B7DF-5AA871D7CE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261DB3-F428-41D6-A3C4-D8DBC3F850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A70B3B-DC6B-44C8-9878-CE0813B025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15199F-267F-4071-BF5C-8E61382CF9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E8EE16-BD8C-4054-9267-699E879B8F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2FBB0E-687A-42A9-A1E1-7D1B4E5A1A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2026-10-14T15:54:51Z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