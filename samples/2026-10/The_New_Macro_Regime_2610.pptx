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F55074-F504-4A7F-A346-EFF4D90DDA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Stocks Could Go Nowhere While Inflation Eats Your Money | Russell Clark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https://www.youtube.com/watch?v=Q5_DT2kR_5U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A50A6-7299-48FA-BB7B-9CDCCE184D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CC41E-EAFD-4D5D-9FDB-09F631EA77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9A3344-F784-47B7-B6F7-F3FCD8A4A3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9CDD51-01BB-417B-8F88-94BEFF32B6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3975A0-A4A5-440D-9757-5B2F32B9CB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1AEAC-D1C7-44E9-B80A-EB48E4662D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DD6ECA-55C6-4F8F-98C5-019EFDCE40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9C916C-92C1-4DE2-9483-FA55EBBF2B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226DDC-CABB-448F-99E7-FDCC36CE9C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54F5A1-C00F-488A-AAB6-D2995AE21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D5D1F5-3ABA-46EB-87D2-43DB67D2D8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2026-10-15T07:00:18Z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