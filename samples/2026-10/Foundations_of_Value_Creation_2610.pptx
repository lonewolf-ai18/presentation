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FF355C5-0616-4258-8661-E1D68809407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Strategy Creates Value: The Four Foundations That Drive Long-Term Performance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https://www.youtube.com/watch?v=C0HssNqrELs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17F5E2-6075-4CD2-813B-3F166D547A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2A4FB-4D3A-4B75-914B-0D93895276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3A5F52-02C6-4E89-A70B-D291CA14CB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BC40E5-AFFB-4403-8AB8-3AD3F6C41F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858DD5-5834-4F55-BEB4-DE1EDE9367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AC918D-6446-410B-BBBA-93CD576227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8CD1DB-AC67-4EC7-AD9A-209751FC05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7D205F-E253-4247-8DC8-713314D025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CA4134-F1EE-49D1-BA4F-F7A1F93A87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47ADA0-792F-4F7B-A9CA-65C14F87CB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9D7D41-5786-4175-9F46-6036669D48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2026-10-20T00:42:30Z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