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EAC93A-1745-40F4-814D-39ACBA044E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Lessons from History’s Greatest Leaders &amp; Conquerors | Ben Wilson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https://www.youtube.com/watch?v=Js7Wf3Lj96A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3BC0E4-CF00-4CFC-80CE-FC582C8DAF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D0DC4-702E-49EC-BFED-A2D92003A8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C9363-0C32-41D0-A220-1C62BCD7FB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E94F7A-420C-4EEF-A65D-D319B2C120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E445C-6AE3-4A35-B95A-FB9F8A03E2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5BA4EB-C0AC-458F-AA4D-A160283129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73C0C-F6FF-4327-822A-6DEEB63E9B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5CF053-0535-45DD-B280-A9FE973FCF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0E95A-FA0C-409C-B6FF-2F277DBE96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E4A73-3005-4D7C-BC9B-37AF59DD7E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39E27-9DD9-4764-B790-846D99FB5A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2026-10-20T17:29:44Z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