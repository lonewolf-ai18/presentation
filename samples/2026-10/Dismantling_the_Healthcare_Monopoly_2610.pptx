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0CA8597-8C37-4DD1-89F1-58096446F37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Mark Cuban on Why AI Could Turn Solo Founders Into Trillionaires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https://www.youtube.com/watch?v=5UWDUD6qaM4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039B3A-2792-45E9-A6E5-F61ABDF777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2D703D-D77A-424A-BCB9-1ABEC91509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772698-4A48-4DFC-9020-1D68038CC4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55381C-FDB7-48F7-B082-3E08C42F2D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A31305-C924-4489-B383-C2AF6D137A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CE02B4-3508-442B-B519-2CAA0126B2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F4AC96-CBE3-4803-8703-142AC3CB10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5A2E4D-10F3-4968-8CEC-C4B2951585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08E284-E77D-4376-950E-8E4811683B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1C8E03-E3A2-4B27-8361-06EEFBCA7A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41BED8-163E-4513-95EA-C664C87282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2026-10-28T22:12:01Z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