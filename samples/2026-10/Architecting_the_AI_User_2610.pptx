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1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16256000" cy="9144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 defTabSz="914400"/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40F2A6E6-AC62-4E4E-847A-F9D9D5C2DCB0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84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How AI is Changing Programming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https://www.youtube.com/watch?v=b9Ssp1B_Pf4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91B62B7-1AD6-4773-B365-FA82CCF013A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E7590A5-BE92-4A23-8D9C-5DAA0FD7D37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D0A3A8C-F199-4997-99F1-957B287C619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3FB38F9-8D7A-4E3F-BE8D-0A3483DD81E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A5C8469-35F1-44D5-BF0C-E34A1DAF200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29C644C-ECBC-4408-9E2B-B92B939AC0A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AA576A9-3706-40C3-AC04-72FD5B0F86B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5FFCAE7-63C3-4409-B25B-BD42F705AAC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8B1FBB4-37BF-4B85-89FF-C8628EC83F5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812520" y="364680"/>
            <a:ext cx="14630040" cy="1526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9144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812520" y="2139480"/>
            <a:ext cx="14630040" cy="5302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9144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D8F6B5D-D24C-4E13-B54D-3AE1437C937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9144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D5CCF2C-6341-4AAE-856D-8B9A4C41EAA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9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9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"/>
          <p:cNvPicPr/>
          <p:nvPr/>
        </p:nvPicPr>
        <p:blipFill>
          <a:blip r:embed="rId1"/>
          <a:stretch/>
        </p:blipFill>
        <p:spPr>
          <a:xfrm>
            <a:off x="-11160" y="39960"/>
            <a:ext cx="16255800" cy="9072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LibreOffice/26.2.5.2$Linux_X86_64 LibreOffice_project/6d2b0d33fb0f5da53a12f98bed3e9973e56ff1f0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language>en-US</dc:language>
  <cp:lastModifiedBy/>
  <dcterms:modified xsi:type="dcterms:W3CDTF">2026-10-17T16:49:20Z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