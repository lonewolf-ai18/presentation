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1366C26-716F-4FB2-81CF-E189DC690D4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Internet Creator: AI Is Already Pretending to Be One of Us | Vint Cerf Interview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https://www.youtube.com/watch?v=z34OXw3d8qI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A9CA25-12EF-45D7-A9E5-CE0DF9DA5A0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F884F4-1D49-4412-8D0C-B93C14D4476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F01D49-2736-428B-9B26-E5C486F8FF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EBD952-72F9-4642-A75D-03934C87EA8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AD73DE-7AC0-425D-B057-8E49B5257EA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501574-C5CE-46A2-B1A8-FC05E0135BF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1FCD90-75F8-4F82-9D8C-B2D6C90A2AE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2BCF38-BAF8-4003-A60F-3549DEC2F81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608103-7213-4404-9637-0C42CECCE9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531FFB-3998-4945-B26B-17CBBAF798E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D3330B-08C2-4126-81B5-07348B06B1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2026-10-20T21:03:57Z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