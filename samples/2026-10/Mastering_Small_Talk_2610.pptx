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7C8F5B-2F2B-4408-A16C-8B49B19605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Big Talk about Small Talk 🗣️ (with Ray Addam) Improve your Speaking Skills in English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https://www.youtube.com/watch?v=uSOZaWMVv8c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EDBDF-DDD2-4046-98CA-2FDECE568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E1AC7-A1FF-40ED-BD69-A7640F9C7F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BB3CF-6C55-4603-8160-E8F18C0BD4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3D38F-B0E8-4A13-841A-A362230F09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B65A7F-89EF-48D5-AB99-DFCFBB0259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A8FD87-6648-482A-94E6-3206C6C599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D56BA-F538-47F2-8CE3-8943EDAEED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54C626-A29A-4CBC-9C65-47C57C8126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832C1-770A-4F9D-B2A4-A6798990F9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3651BF-95A2-43E0-B630-2C12166859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0A5F4-735F-45CA-9235-26D3AEC6C5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2026-10-29T04:47:26Z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