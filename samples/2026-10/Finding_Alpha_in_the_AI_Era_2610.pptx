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79FB1DB-1589-4FE9-8BD6-DE7BAC76605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AI Replace Human Judgment in Investing?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https://www.youtube.com/watch?v=T8Rj83VZm1g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AC2931-79E1-4233-A42E-7810799A0D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9EEBEE-D156-440E-AB7B-A8DE990853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245BC5-83A4-49A2-9430-042ACA4C5B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4D518C-9277-4FFA-B396-9950025857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2B4F3C-737B-4733-8E87-D27CE58E0E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2D3767-2C0E-426B-AC92-53F5976D76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1E78FA-705A-4B65-B05B-73B0C5C7C2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72FF9D-F581-4042-9AEF-3854322713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C53878-E5BC-4DD0-B336-0C6DA11BD4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2FF130-3116-4192-8A64-5CF38D1A3C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8D63D3-9D58-4ECC-8E78-A520970591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360" y="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2026-10-10T20:32:52Z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