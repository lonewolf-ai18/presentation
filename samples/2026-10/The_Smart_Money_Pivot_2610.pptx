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9B47B1C-61B5-43FC-8A3D-6E22AA1EBFF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496800" y="5075280"/>
            <a:ext cx="6669720" cy="602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Larry McDonald: S&amp;P 500 Could Crash 30% Over the Next Year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https://www.youtube.com/watch?v=8F3x-mRHFUo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0514E8-2788-44AC-B478-8605DC76EE1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6C0E28-E2A0-40CA-80DE-03EA867FE83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43479E-8176-4BA9-A8EF-B1B2DA3D3D1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4C4954-DC8E-4938-82D0-80B6A485A29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AB9267-B07F-44A7-8F03-536091652E8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C20BE6-036B-45F5-9099-62BD223175B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28EAB3-5622-4D8A-B93A-F9DCD6411A3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B4B0DE-CD97-417A-89AE-EDB7484D193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08FE90-5F3B-4218-AE52-DDEFC8051B4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01EB20-D332-4751-8A88-32E7A5AB33D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00ABA4-CA6D-41A7-A138-2D92810C2CA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"/>
          <p:cNvPicPr/>
          <p:nvPr/>
        </p:nvPicPr>
        <p:blipFill>
          <a:blip r:embed="rId1"/>
          <a:stretch/>
        </p:blipFill>
        <p:spPr>
          <a:xfrm>
            <a:off x="0" y="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2026-10-18T17:24:01Z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