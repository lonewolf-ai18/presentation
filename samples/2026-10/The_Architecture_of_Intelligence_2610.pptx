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1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slides/slide12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5.xml" ContentType="application/vnd.openxmlformats-officedocument.presentationml.slide+xml"/>
  <Override PartName="/ppt/slides/slide3.xml" ContentType="application/vnd.openxmlformats-officedocument.presentationml.slide+xml"/>
  <Override PartName="/ppt/slides/slide1.xml" ContentType="application/vnd.openxmlformats-officedocument.presentationml.slide+xml"/>
  <Override PartName="/ppt/slides/slide5.xml" ContentType="application/vnd.openxmlformats-officedocument.presentationml.slide+xml"/>
  <Override PartName="/ppt/slides/slide2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3.xml" ContentType="application/vnd.openxmlformats-officedocument.presentationml.slide+xml"/>
  <Override PartName="/ppt/slides/slide4.xml" ContentType="application/vnd.openxmlformats-officedocument.presentationml.slide+xml"/>
  <Override PartName="/ppt/slides/slide9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</p:sldIdLst>
  <p:sldSz cx="16256000" cy="9144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 defTabSz="914400"/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dt" idx="3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ftr" idx="3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PlaceHolder 6"/>
          <p:cNvSpPr>
            <a:spLocks noGrp="1"/>
          </p:cNvSpPr>
          <p:nvPr>
            <p:ph type="sldNum" idx="3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14FEA7D7-3A2C-4B06-9A21-A297A29CEEC6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ln w="0">
            <a:noFill/>
          </a:ln>
        </p:spPr>
      </p:sp>
      <p:sp>
        <p:nvSpPr>
          <p:cNvPr id="8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future with AI will be very different from what we’re being sold - Stephen Wolfram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https://www.youtube.com/watch?v=6wc3OuLUiOk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E727FA0-0E6B-49FD-8F1E-10BA5DA0583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62A2808-7B3C-4019-A2F2-DDC2909E0C4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8203BA0-D51D-4259-9BE6-BFCD3CFB41A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CA8EF61-0267-4A54-BAEC-D061E53FB5C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8FC5678-7160-46F5-AEFB-CC1C2955133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A57A164-A309-4553-8B6D-E2E79CEA898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BFCD7E9-3FFB-4230-962A-A02A1B1C658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F19E27D-0A28-44DA-A671-99480FE19D4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965A6B7-79DA-4514-B477-29DE8454288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812520" y="364680"/>
            <a:ext cx="14630040" cy="1526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914400"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812520" y="2139480"/>
            <a:ext cx="14630040" cy="5302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9144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6860365-CEA1-4AB3-993A-F279E3C464B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4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algn="l" defTabSz="9144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1BF21CB-8689-4FC6-B253-10C416F74AA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9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9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9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9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"/>
          <p:cNvPicPr/>
          <p:nvPr/>
        </p:nvPicPr>
        <p:blipFill>
          <a:blip r:embed="rId1"/>
          <a:stretch/>
        </p:blipFill>
        <p:spPr>
          <a:xfrm>
            <a:off x="-11160" y="-1430280"/>
            <a:ext cx="16255800" cy="90727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LibreOffice/26.2.5.2$Linux_X86_64 LibreOffice_project/6d2b0d33fb0f5da53a12f98bed3e9973e56ff1f0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/>
  <dc:description/>
  <dc:language>en-US</dc:language>
  <cp:lastModifiedBy/>
  <dcterms:modified xsi:type="dcterms:W3CDTF">2026-10-16T09:12:53Z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