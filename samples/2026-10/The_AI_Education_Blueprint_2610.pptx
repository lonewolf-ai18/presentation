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7309F77-CE9D-4BC2-8B7C-B3F329D1414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Accelerate Learning with 'AI Schools'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https://www.youtube.com/watch?v=T4u2FoIm3pw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B16A85-05A5-47C4-94E6-CEE98BD53B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A9C8C3-B870-4A44-84EE-5783558945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C4A197-1C4E-4B64-9AC8-CF0A92EE60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D69EEE-97F4-4F33-9D9D-5DF4CD3DEE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CED00B-FE6C-4B5E-B19C-AD76DAE710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452CC4-A86E-4988-AC8E-2FADFFFD36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C24BD2-EAF3-4A39-B884-6E57439D31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08C44B-3302-430F-9FA9-BCDB34AF84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DEA877-D8B7-43AC-ACEE-177BD67593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216414-8907-4C46-83E4-1AC9961FE7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1BBFE6-BEA4-404E-ADC5-135ED9C713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2026-10-28T03:15:34Z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