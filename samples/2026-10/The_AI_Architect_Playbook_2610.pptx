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8F48C50-7835-4222-ADA6-9BA12613D1F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Lead Architect Reveals His Rules for Coding Agents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https://www.youtube.com/watch?v=mkN4uRZYPfs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373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圖片 79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</Words>
  <Application>Microsoft Office PowerPoint</Application>
  <PresentationFormat>自訂</PresentationFormat>
  <Paragraphs>2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2026-10-20T01:22:39Z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