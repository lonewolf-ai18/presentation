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78E1095-C663-434B-9FF3-8E7C516EB55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Now Writes 80% of Our Code. Here's What Changed.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https://www.youtube.com/watch?v=DAJ_12_qE0k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15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圖片 80"/>
          <p:cNvPicPr/>
          <p:nvPr/>
        </p:nvPicPr>
        <p:blipFill>
          <a:blip r:embed="rId2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</Words>
  <Application>Microsoft Office PowerPoint</Application>
  <PresentationFormat>自訂</PresentationFormat>
  <Paragraphs>2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2026-10-20T01:20:52Z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