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D6F9329-4F65-40DE-B865-E077CDDE8C44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What's Still Valuable When Intelligence Is Free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https://www.youtube.com/watch?v=EH6DsNT455M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FD817E-B6C1-49CF-B57A-8F2EE10D8B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8DB45E-024F-46D7-BCB7-DC44AA06D2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335F188-C09D-4003-94B3-8142F55F5BD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990BB8-32C5-43C4-96CE-A987449DDC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3A7C5D-F028-49F3-9038-0ED940A295A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5041F8-E7BA-42F6-AF7F-FBB4FAED8D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07C1D0-8347-46F0-A5C1-B077D14F562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EFB1A4-2CA7-4742-8154-C565695A8F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1EDE95-321B-46E8-BBDA-E6DAB589D6F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A67ACF-C9AA-484B-B7AB-0B30D828E9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4E38AA-CFCD-4282-8A32-1A6F62C233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2026-10-28T03:09:09Z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