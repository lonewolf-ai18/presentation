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5BF420-E8E2-457B-BBB3-255BC155A9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Bill Gates says to prepare for 20 years of tumultuous AI disruption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https://www.youtube.com/watch?v=A0kTUP7fWtk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60746-0906-487A-B20A-BF56E1F95C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B40102-40CF-4615-BD0D-59BA3584EC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6FBF43-259E-4334-BAA1-A4E6F56315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FE5DFF-6FD3-45BF-BFC9-8110AF237C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FC8CCC-AD2C-41DB-8791-C6B121566B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8AC2C5-28C4-4FBF-B8D4-43D1FCF75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DFB9E-BEDA-417F-BA97-65C7A58DD9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9B58DD-4640-4AC2-A387-2AC067F65C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C4D4FF-EDF9-424E-B606-C39BEED6C8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2D78DE-9A64-4FCB-8DE6-A49701050C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6DD991-5DAF-45F7-9D5C-4F8B1415BC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2026-10-27T21:08:36Z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