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CA798C1-A827-4E76-AFAB-DD6459EA0C3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AI Bubble Didn’t Pop. Hedge Fund Leverage Did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https://www.youtube.com/watch?v=TB_-4pN1dsA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BE4FE3-37F6-4D7E-8E76-0086A1B0822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67EDB2-D052-4EF0-AF92-DEE7A68284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7E2AB7-FC3C-4585-81F4-2F24330B06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1A7DF1-17F9-4F6A-A08C-BC68BB9972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1E3420-11B2-4D0D-97BD-4BF34AFE78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70A5C1-9527-4540-BC91-29DC9A72B0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C32B9F-BC66-4B36-848A-EAEB7786BA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992229-AF48-4344-A0CA-7DF754B859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FB822E-1755-4C4D-82A1-212EE70938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DD298C-7949-45E6-B17A-330E82C022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55EA2A-3FDB-49D9-A11C-55E7031C5E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2026-10-27T07:38:20Z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