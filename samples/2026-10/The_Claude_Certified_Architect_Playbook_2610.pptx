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AD19807-7778-42D9-B7E2-7CBBF1C6119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Claude Certified Architect: The Only AI Certification You Need to Get a $150K+ AI Job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https://www.youtube.com/watch?v=eslH5LrXkMg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571C6F-28BE-4319-AE9B-CDD0133034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C14F94-F98E-46B0-AD6C-4B05E6E9CE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F1857C-956A-4679-BC77-BC2B71AB1E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75997C-F528-4DBB-8E27-E1E9CADF49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7364E-26F6-425D-9C5E-D52660AE53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0CC83-4C4D-46FC-9FF9-C69C4D3491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E9266F-6EA6-46CC-B017-9230B076FC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61BE79-B766-4585-813C-541C79C3C4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B58CB2-0DE8-40A6-8F42-3A8168618D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49C072-5B71-4F29-BABC-59F301336D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27D8FF-F86A-432F-9E79-A22A920F4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2026-10-20T17:08:19Z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