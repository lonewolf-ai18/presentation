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DD23C3B-3958-426A-8815-DC3A4968980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Worst Crash in Our Lifetime Is Coming — How to Prepare? Top Investor Explains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https://www.youtube.com/watch?v=uvl6-173COs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DD610D-3826-4D4A-B809-83C5B9E87B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B78BBC-778F-4C55-93A3-310D7B23F1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FB955D-CD27-4602-8BD6-2F4A0B0AE7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168794-B99B-4C71-B562-0C60931C98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D42285-1733-4805-A6ED-8F29DE2553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29D3A9-D1C4-4512-8292-624C9A0D7B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0533B2-DF1A-4DD4-91D1-F9E24B1BEC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02C470-03D2-4E98-BF0A-4554C8FAF3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5A34AA-5ED6-49A7-A2ED-B29ECA061F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A0BC6B-D5AE-46F9-B511-DE8F42C589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307B03-4F9C-4A0E-B9D0-384EB07D44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E48F438-713E-BB05-B90B-1F6C2B495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766E813-F5DD-F490-9AB1-597C4682B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325BFE7-D016-B554-8342-7E786AD41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E841ABF-BA0F-363B-51BD-37348B024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41E6600-D0F9-53F2-2DB4-A5913908D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FA7F3CA-32ED-BCA8-B741-24A4DF170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953BD08-5348-5A9B-7F3A-8C9722B5F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47891B0-D9F7-5573-63D2-6E5B5EBDC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FAA8EB6-3439-695B-FD53-B0ADB3688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A3BC8DD-3241-BB5E-4B06-70E4943D1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2E4624F-20E9-022C-DF22-176BAD4AD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F99B9C4-E912-C176-63B6-67914783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7BA486A-7779-7EEA-D292-3992DC7CD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6694F8D-7A49-0308-3CB6-473304581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F800067-433D-9620-34AD-070738A10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61F5593-FA2C-4DF2-DFED-1C22DDB24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33337"/>
            <a:ext cx="16249650" cy="90773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29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Arial</vt:lpstr>
      <vt:lpstr>Calibri</vt:lpstr>
      <vt:lpstr>Symbol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2026-10-11T03:43:08Z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