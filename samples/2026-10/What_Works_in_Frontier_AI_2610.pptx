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9426F32-B349-4970-BD33-E6EC44F753F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 Taste Testers: OpenAI Shipped Everything. What Actually Works?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https://www.youtube.com/watch?v=ZOH8Q401vt0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4FE78E-1810-4A57-9A74-D9C418B3EE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C41295-1E1A-4E16-B782-7C8F7B6F16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45CEEB-8ED5-4F76-8FFA-04D3C6C0FD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F30128-36FE-45E5-A9AC-5918654CBE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56F624-7514-4A59-8B70-FF9A42B322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0500BD-3981-44A3-BB71-CE129D00D6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E2E586-B9DB-418C-ADDF-6F95979E49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DCFF84-57CA-4DBE-A77D-FA034A5243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F1F2E3-9F1C-4EC8-9A93-FC557E9C0F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3FFCAD-5DF5-467E-BB73-986DE76649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92B131-2A05-4A97-831E-2DE1E4172B8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2026-10-17T16:33:43Z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