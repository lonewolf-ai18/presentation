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E1EFDC1-6509-49F5-B62B-ED732BCA741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Mark Cuban: The Brutal Truth About The Next Market Crash!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https://www.youtube.com/watch?v=6VTSAs4Rsck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DC33A7-6B4C-458A-B96A-3DC6D4E3D0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8125212-ACC2-4938-835E-8899FFF1A0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CE94E73-6E25-4729-B6AE-3C7DC6EA3C9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AFDA1B-4735-4BB9-8C04-CF44B15195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CF2F702-9B61-47E4-9BF8-7305B1DB6C6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772EB87-73ED-4746-8349-D098AF65CC5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CC0D0B-D4DB-45D1-BED6-29D84A544C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7027F88-6BF7-477E-BADE-2BFA2CF1E7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8E4344-68F9-4ECB-8A31-11DF0A8827F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DE8E1F2-FA7D-4C23-8A10-A9C168F83A1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3366C2-D16A-449F-84C6-86149B00C51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2026-10-28T03:29:30Z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