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5132A1B-211B-4583-B24E-DFD85A72E3D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Agents Could Trigger the Biggest Wealth Transfer of the Decade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https://www.youtube.com/watch?v=037nBOCcNq4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FE5C0-4530-46CD-85D1-AA3DA33758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E22C1-791C-451E-A50F-DF784E499F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D89650-EECA-49B4-991C-747832DA3D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C28FFE-5D40-42C6-845D-0E570A2A26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6B2FE5-27D7-4DC3-B1E7-D4DDA85E37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E8C44B-E1FE-47BE-AF80-CBD995A5BE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54DA3-9B2B-4298-9B7A-4F08248C4D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303BA5-2417-491B-977C-6BC50211DD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FD804-D6A4-470B-A22A-DC6F0E238F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335200-3311-4B37-942B-26FC38761B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DB2222-F95D-4E63-9306-9F2FB92D64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360" y="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2026-10-18T03:39:17Z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