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45734FA-CB3D-4F72-9C54-C2215306344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Lead Architect Reveals His Rules for Coding Agents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https://www.youtube.com/watch?v=mkN4uRZYPfs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B53851-900B-4F3F-83BD-DD674506E7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3492D-A061-4980-85D2-851C1CEE76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CCD03D-A5BF-4A94-A7A5-56EAB3A44B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2B9F9A-A5EC-4A5F-B70D-5069BAFACF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0A40B-CF15-4DCC-9FAF-F2467B5CE2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20A1FA-7198-4490-B073-BD015D56E6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090FBE-5C89-499F-AAB0-961ED05818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289611-4639-46DF-9ABC-CB1DA586E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83249-61E3-4D15-AFB1-9767F65B63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C09E91-12E5-4CFB-A0F5-0FC5055638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C7ED0C-866B-42C0-BD44-6908086C08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2026-10-16T09:05:09Z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