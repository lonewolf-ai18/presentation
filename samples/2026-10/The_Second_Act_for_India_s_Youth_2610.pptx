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6256000" cy="9144000"/>
  <p:notesSz cx="7559675" cy="10691813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2" d="100"/>
          <a:sy n="42" d="100"/>
        </p:scale>
        <p:origin x="78" y="7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2144F0F0-9A6A-418A-8172-A816CBB41705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‹#›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Reality About India’s Growth, Job Crisis, AI &amp; Manufacturing | Gurcharan Das | The Second Act</a:t>
            </a: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https://www.youtube.com/watch?v=uvLIxE8wNY4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1358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B8F2618-11E8-B542-C3A5-E79633C8E9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A592C56-E6A7-7ACC-FD81-6D7D64B32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985"/>
            <a:ext cx="16256000" cy="906602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Picture 2"/>
          <p:cNvPicPr/>
          <p:nvPr/>
        </p:nvPicPr>
        <p:blipFill>
          <a:blip r:embed="rId2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圖片 81"/>
          <p:cNvPicPr/>
          <p:nvPr/>
        </p:nvPicPr>
        <p:blipFill>
          <a:blip r:embed="rId2"/>
          <a:stretch/>
        </p:blipFill>
        <p:spPr>
          <a:xfrm>
            <a:off x="-11160" y="1908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</TotalTime>
  <Words>31</Words>
  <Application>Microsoft Office PowerPoint</Application>
  <PresentationFormat>自訂</PresentationFormat>
  <Paragraphs>2</Paragraphs>
  <Slides>16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subject/>
  <dc:creator/>
  <dc:description/>
  <cp:lastModifiedBy>Wilson Lai</cp:lastModifiedBy>
  <cp:revision>3</cp:revision>
  <dcterms:created xsi:type="dcterms:W3CDTF">2006-08-16T00:00:00Z</dcterms:created>
  <dcterms:modified xsi:type="dcterms:W3CDTF">2026-10-31T11:32:21Z</dcterms:modified>
  <dc:language>en-US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