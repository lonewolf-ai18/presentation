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064C1B-98B6-4B60-92DE-CA490376014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every company now needs to think and operate like a lab team | Josh Woodward (VP Google Labs)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https://www.youtube.com/watch?v=3I6QYkccd3o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AC9664-755A-4CE1-B0D6-849179FE03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95F672-C09A-4D27-972D-AFAA74236B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967753-0841-41F6-9BA0-A91F5827FB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4A437-4D5B-446C-BAAC-4F544ED5B0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2FF57B-6208-45FF-BFB5-EE4D689E35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9708B9-2E81-4DE9-B876-893F5B17EE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6DDE34-0D16-4C73-8F8C-B25EB8A7A8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B21548-0BF9-4D1E-BF4F-75AC8FD813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571BAA-EABA-4948-85E8-E5D0A7FF10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781766-CEE9-4AA9-92C2-5E980BFE73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98E749-F58B-4C25-A680-BEAA382B67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2026-10-14T09:42:33Z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