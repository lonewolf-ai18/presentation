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4A85A7-5181-41E4-ACAB-F6298B6F31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NEW Content Playbook for Business Owners (Do This Before 2027)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https://www.youtube.com/watch?v=5_ycP39T6Vo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9D94D-4FEF-4825-9661-94092F1502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8827EC-EDE7-4EB2-8534-BD626D0A40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A5A5AD-E5DB-4D62-875F-EC0A9632E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8A145B-78F5-4B1A-B635-7C3568BFA1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7E0F0-538E-4315-87DC-29123B0A11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E8C2F-AAD0-4581-A2F8-4FA53C7349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AAA31-726E-4B3A-8B74-F7B652795B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40979F-21DB-4168-9A33-4EFBFA829A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05EFD-A63B-40AB-A834-9634CD6E14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C3279D-F1F8-4920-8172-102456FCA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2986F-2A79-4912-9DB1-5A7FBA6DB5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2026-10-20T17:17:06Z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