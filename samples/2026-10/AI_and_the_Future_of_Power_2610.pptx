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8B71B1-9D0E-41C8-8D23-2DE3471C2D1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next 50 years: humanity, AI, power | Yuval Noah Harari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https://www.youtube.com/watch?v=_V_ed5fuexA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41F593-90C5-43B4-AD81-50A7F8E17A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68B1EE-DB55-4C30-8121-6E743ABC50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063F90-FDEE-4BB9-AF86-53E6F6F0E1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97FA5B-DAF6-4D4E-8C20-E1736B62D6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3C9A6A-099E-4807-874F-932B920779C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6EF7DA-4188-40D1-BA41-EEB8ADA1A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031DE49-2DB3-4028-AE80-7C224882CC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77B43A-FDFB-4603-BF68-8F643A74B7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494911-8E3E-4430-91D1-414B9F1653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9E05FF-3580-4540-B879-F09D69CAED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640832-2D37-4D06-AA40-1091ABAFFD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360" y="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2026-10-18T17:32:41Z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