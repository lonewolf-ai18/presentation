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A36A98D-AF1A-4E26-A455-1219A846558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Agents Could Trigger the Biggest Wealth Transfer of the Decade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https://www.youtube.com/watch?v=037nBOCcNq4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7C29D41-DF27-4B3C-B4C4-3A88DF25BCC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29680" cy="152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29680" cy="530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C6CAC5B-A05F-4713-BA82-36EEB770DAB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B5D431D-BA25-4579-A82F-6A80058486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9E8DED6-C53A-4408-8741-72614BB038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2C6B7D5-0974-4B33-BE5A-B7741BCF7B3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7403877-2FBC-43C2-ABDC-81641148A58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04C619E-6399-4CEC-B9D7-7B311F40741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99836CE-E821-4196-AD69-85A4CD43447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006DB90-D0FA-4CB8-AF8F-33796E79D46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61333F0-E533-4D4E-AE2C-A398FB4F01F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7CE87C8-6011-4C68-A142-9B0FAC7C116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"/>
          <p:cNvPicPr/>
          <p:nvPr/>
        </p:nvPicPr>
        <p:blipFill>
          <a:blip r:embed="rId1"/>
          <a:stretch/>
        </p:blipFill>
        <p:spPr>
          <a:xfrm>
            <a:off x="-11160" y="71640"/>
            <a:ext cx="16255440" cy="9072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2026-10-18T03:35:05Z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