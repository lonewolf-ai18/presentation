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00778EF-FE7A-4584-B9DC-C04D70E37BB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Only SaaS Moats Left in 2026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https://www.youtube.com/watch?v=KpILHX2D-AA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6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154440" y="-18237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2026-10-20T14:27:32Z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