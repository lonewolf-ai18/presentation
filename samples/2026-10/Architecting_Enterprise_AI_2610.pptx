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00AD5-143C-45CB-8035-72C325A41DDC}" type="datetimeFigureOut">
              <a:rPr lang="zh-HK" altLang="en-US" smtClean="0"/>
              <a:t>8/10/2026</a:t>
            </a:fld>
            <a:endParaRPr lang="zh-HK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7D47E-0AB2-4C80-BB28-41DB4FC9BD15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68663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rPr lang="en-US" altLang="zh-HK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Agentic AI Business Solutions Architect (AB-100) - Full Course – Pass The Exam!​</a:t>
            </a:r>
          </a:p>
          <a:p>
            <a:pPr indent="0" algn="l">
              <a:buNone/>
            </a:pPr>
            <a:r>
              <a:rPr lang="en-US" altLang="zh-HK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https://www.youtube.com/watch?v=KVD5MS3sPpE</a:t>
            </a:r>
          </a:p>
          <a:p>
            <a:pPr indent="0" algn="l">
              <a:buNone/>
            </a:pPr>
            <a:endParaRPr lang="en-US" altLang="zh-HK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7D47E-0AB2-4C80-BB28-41DB4FC9BD15}" type="slidenum">
              <a:rPr lang="zh-HK" altLang="en-US" smtClean="0"/>
              <a:t>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799594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C33A7A-8BE3-4019-9A20-EBE3C1CDF4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864128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圖片 81"/>
          <p:cNvPicPr/>
          <p:nvPr/>
        </p:nvPicPr>
        <p:blipFill>
          <a:blip r:embed="rId2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自訂</PresentationFormat>
  <Paragraphs>3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2" baseType="lpstr">
      <vt:lpstr>Arial</vt:lpstr>
      <vt:lpstr>Calibri</vt:lpstr>
      <vt:lpstr>Symbol</vt:lpstr>
      <vt:lpstr>Times New Roman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cp:lastModifiedBy>Wilson Lai</cp:lastModifiedBy>
  <cp:revision>2</cp:revision>
  <dcterms:created xsi:type="dcterms:W3CDTF">2006-08-16T00:00:00Z</dcterms:created>
  <dcterms:modified xsi:type="dcterms:W3CDTF">2026-10-08T09:38:17Z</dcterms:modified>
</cp:coreProperties>
</file>