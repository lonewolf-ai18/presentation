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9092F51-E348-4EC6-8405-5C33BF141BD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Study Guide for AI Engineering by Chip Huyen – NOT the audio book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https://www.youtube.com/watch?v=gt-jNwgt8V8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C76C29-4C57-4379-B50E-8838FA2EF1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4C76AE-BD56-4E34-BEDD-811DA8E465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AC39A9-746C-4A65-9C8D-8569359E49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FD1F5E-5166-4EA9-BF1E-EE9BC4D0A1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421D27-74D6-44D7-80FA-EE079E4FBB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C3E4DC-257B-491D-A37B-3B2728E497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1A267A-D05A-44F0-9243-A333AD9DAA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BEF980-6859-4207-980B-F1BFBA74B8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5870F9-7E6A-4B89-AC41-862478428D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53AC42-7CC5-4C3F-8C9A-4926825976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00EBC1-F1D2-46E7-8A93-32F7CC471B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2026-10-27T21:19:30Z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