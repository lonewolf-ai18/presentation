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9F172D8-FEB3-43B3-8D40-852C90CD35A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Ray Dalio is Worried About an AI Bubble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https://www.youtube.com/watch?v=OAN7gQlescA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D6B406-F01D-4853-8231-32F421DF6F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0ED827-7F44-4364-A228-AB0B2B3A6CE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E42621-ACF3-4F40-98FB-E294EDB5818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765F65-E6BF-4A82-922C-36DA179D945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44C9A3-EBC4-4D4B-8C0F-7E714C4854F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E90A9C-922B-4FF9-802E-26D69159348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435187-48C5-4862-81F3-557B282EA3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3CA6CD-9694-4278-83DC-AA6DE8DAF79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04C7E8-3E01-44D4-B80E-FC0868A0A0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07742E-196F-4A10-8AC6-34057ABE4A7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4D6C82-6A43-4990-8DBD-020F4EDA94C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2026-10-14T15:49:18Z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