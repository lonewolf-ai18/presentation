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268B22-7093-45FD-A8D5-C24BD587FD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Peter Thiel: The AI Crisis, Europe’s Decline &amp; the Battle for America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https://www.youtube.com/watch?v=B7yl7fEHeKM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0AD637-924E-4C5B-8321-1A8828EDF2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A3DBF-7681-43F2-B13C-8085E25214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DF1F96-20FF-416B-96C8-DBA1DFB4FB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841651-2000-4CBA-875C-7BD8E6D394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5CBC46-BEDF-47CF-976D-177C3DDFAE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CDDEA-B3AB-4522-9EFA-4AB3AAD0F7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92710F-9B3B-403C-AC9B-89127BA07F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A43706-20DF-4F37-86DE-6C96C690CA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00F95-0902-4891-B97D-4DB6FA28CD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617E8E-2443-45C0-BEA1-01861C8ED7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6D664A-2150-49FB-AF09-9401100A21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2026-10-16T17:24:52Z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