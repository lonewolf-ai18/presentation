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1DADD0D-E8CF-48B5-BA03-524DA9CE8BE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Kent Beck: Software Engineering in the Age of AI | Prodacity 2026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https://www.youtube.com/watch?v=F8fBgDCf2Y4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630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48960" y="6444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26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4</cp:revision>
  <dcterms:created xsi:type="dcterms:W3CDTF">2006-08-16T00:00:00Z</dcterms:created>
  <dcterms:modified xsi:type="dcterms:W3CDTF">2026-10-06T05:43:17Z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