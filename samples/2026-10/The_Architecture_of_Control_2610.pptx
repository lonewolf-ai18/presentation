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96574A-0517-4AEE-B407-BF7DF8AEF1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TPC 2026 Day One: The Agentic Pipeline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https://www.youtube.com/watch?v=bWvxBu_vVes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3.5 minutes (02:30 - 06:00)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Rapid model proliferation, web interfaces vs. studio integration, tool fatigue.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"Let's take a honest look at where the industry stands today. On one side, we have incredible standalone consumer platforms—web-based tools like Runway, Pika, Hicksfield, or Luma. They are fantastic for rapid exploration and initial concept ideation.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for a production pipeline, standalone web UIs present major roadblocks: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Isolation: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Assets live in browser silos rather than connected asset management systems.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Lack of Repeatability: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Generating a shot twice with identical parameters often yields vastly different results.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3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Non-Standard I/O: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They lack deep integration into OpenUSD, ACES color management, or standard VFX shot tracking systems.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goal as pipeline architects isn't to replace creative discovery, but to wrap these technologies in a control structure that guarantees compliance, trackability, and determinism."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2548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 (06:00 - 10:00)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Why prompt engineering fails at scale, the slot machine illusion, non-determinism.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"One of the biggest myths in generative AI is that 'prompt engineering' is the key to mastering these models.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production engineering, relying purely on text prompts is what I call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Slot Machine Problem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You pull the lever (send a prompt), hope for a good output, and if it fails, you tweak three words and pull the lever again. You have almost zero granular control over the spatial, structural, or temporal outcome.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 Director asks you to shift a character’s arm 10 degrees to the left or adjust the key light intensity while keeping the character's face identical, a text prompt will fail 99 times out of 100.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 pipeline control requires moving away from plain-text prompting toward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 latent control, explicit conditioning, and agentic orchestration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4009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4.5 minutes (10:00 - 14:30)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Conceptual divide between AI labs and studio pipeline developers.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"Why is there so much frustration when bringing AI into studio workflows? It stems from a fundamental disconnect between AI researchers and creative technologists.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AI Research Perspective: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Researchers measure success using metrics like FID scores, CLIP loss, and cross-entropy evaluation across massive dataset distributions. To them, a model that generates a beautiful, plausible image 80% of the time is a success.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Creative Engineering Perspective: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Studios demand pixel-accurate continuity across 300 shots, strict compliance with art direction, precise camera focal lengths, and keyframe-level control.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this gap is the first step toward solving it. We cannot expect raw foundation models out-of-the-box to meet studio standards. It is the job of the pipeline architecture to bridge this gap."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2024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 minutes (14:30 - 19:30)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Numerical vectors, hidden layers, weights &amp; biases, activation functions.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"Before we talk about high-level agentic orchestration, let's step back and look at how these models operate at a fundamental mathematical level.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Stripped of marketing, a neural network is a set of matrix operations operating on high-dimensional vectors: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Layer: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Every modality—text, depth maps, RGB pixels, audio—is converted into numerical embeddings.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Hidden Layers &amp; Weights: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Matrix multiplications transform input vectors through trained weights and biases.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Activation Functions &amp; Latent Space: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Non-linear transformations map concepts into a continuous mathematical latent space.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does this matter to pipeline developers? Because if every input and output is just a vector, we can mathematically intervene at intermediate latent layers rather than relying solely on high-level text inputs."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0445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 (19:30 - 23:30)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Latent representation, manifold learning, semantic vectors.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"Let's explore the concept of the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Latent Space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When a generative model learns from billions of images or frames, it compresses high-dimensional pixel space into a lower-dimensional latent representation.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latent manifold, semantic attributes—such as lighting direction, depth, subject identity, and artistic style—occupy specific directional vectors.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we understand that latent vectors represent semantic traits, we realize that controlling a model isn't about guessing the right text words; it's about navigating and manipulating vectors in latent space using structured guidance signals."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7110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5.5 minutes (23:30 - 29:00)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Cross-attention mechanisms, ControlNet, IP-Adapter, spatial conditioning.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"How do we inject deterministic control into probabilistic models? Through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Conditioning Mechanisms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are three primary conditioning pathways used in modern pipelines: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 &amp; Concept Conditioning (Cross-Attention):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Mapping CLIP or T5 text embeddings into the UNet or Transformer backbone via cross-attention layers.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Spatial Conditioning (ControlNet / Adapter Models):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Injecting explicit structural maps—such as depth passes, Canny edges, pose skeletons, or normal maps—to anchor spatial geometry.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3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&amp; Feature Reference (IP-Adapter / InstantID):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Extracting feature embeddings from target reference imagery to maintain character identity and lighting consistency.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layering these conditioning signals, we transform a random generative process into a constrained, deterministic rendering pass."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5584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 minutes (29:00 - 34:00)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Moving from single inference to multi-agent feedback loops.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"Now let's examine the transition from static AI scripts to an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Agentic Pipeline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traditional pipeline script is linear: Input A -&gt; Process B -&gt; Output C.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Agentic Pipeline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by contrast, introduces closed-loop intelligence: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Planner Agent: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Deconstructs a complex creative task (e.g., 'Generate 3D concept asset options from a script sequence') into executable sub-tasks.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Worker Agents: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Specialized micro-services that execute individual operations (depth generation, upscaling, relighting, 3D mesh extraction).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Evaluator / Critic Agent: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Automatically validates outputs against production criteria (resolution, color space, semantic alignment) and routes failing outputs back for iteration.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feedback loop is what replaces human 'prompt tweaking' with automated, goal-driven convergence."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007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4.5 minutes (34:00 - 38:30)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Hybrid workflows, OpenUSD integration, camera telemetry, plate guidance.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"Generative AI should never operate in a vacuum. The most successful studio implementations use a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3D/AI Workflow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Instead of asking AI to generate a shot from scratch, we feed the model structured guide data from traditional 3D software (Maya, Houdini, Unreal Engine):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Low-poly proxy geometry for spatial layouts.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Exact camera transformations and focal length telemetry.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Rough lighting passes and depth channels exported via OpenUSD pipelines.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AI model acts as a sophisticated 'neural renderer' conditioned on deterministic 3D blocking, preserving exact camera moves and actor placement while generating photorealistic surface detail."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667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 (38:30 - 42:30)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Seed tracking, context window persistence, vector databases, asset versioning.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 critical requirement for enterprise pipeline engineering is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 Management and Reproducibility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make AI outputs reproducible across teams and departments, every step of an agentic workflow must record state metadata: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Exact seed values and sampler configurations.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Checkpoint hashes and fine-tuned adapter weights.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database IDs representing conversation and context history.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plate metadata, lens profiles, and color space transforms.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serializing agent state alongside traditional shot metadata in asset management systems (like ShotGrid or Ftrack), any generated result can be inspected, audited, and re-executed identically months later."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1728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 minutes (42:30 - 47:30)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Latency bottlenecks, GPU compute tracking, distributed tracing, telemetry.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"When scaling agentic pipelines across hundreds of GPU worker nodes, system performance and observability become paramount. 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inference workloads are compute-intensive and prone to silent failures, latency spikes, or VRAM bottlenecks. To ensure operational reliability, we implement end-to-end distributed tracing across edge and cloud environments: 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 Latency Metrics: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Tracking time-to-first-token and diffusion step execution speeds.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VRAM &amp; Memory Profiling: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Pinpointing memory leaks and GPU utilization bottlenecks during complex batch generation.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Causal Error Isolation: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Automatically identifying whether a pipeline failure stems from network latency, invalid conditioning data, or model execution crashes.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Comprehensive telemetry ensures our agentic workflows remain stable and cost-effective under heavy production loads." 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4263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 (47:30 - 51:30)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Creative agency, approval gates, interactive override controls.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"Automated agentic loops are powerful, but creative direction requires explicit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Human-in-the-Loop (HITL) Control Points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effective architecture defines clear boundary conditions where autonomous execution pauses for human intervention: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Keyframe Approval Gates: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Agents generate multiple spatial or look-development options; artists approve or select candidate vectors.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Interactive Inpainting / Regional Overrides: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Artists manually edit mask passes or sketch guide curves before handing the asset back to the agent loop.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 Threshold Escalation: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the Evaluator Agent's confidence score falls below a set threshold, the task is automatically flagged for supervisor review.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should augment artist capabilities and handle repetitive tasks, giving time back to artists for high-level creative decisions."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6834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4.5 minutes (51:30 - 56:00)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Programming languages as thought proxies, Cintiq vs. AI, empowering creative talent.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"Let's reflect on the broader paradigm shift happening across studio engineering and creative disciplines.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Historically, code and creative software served as proxies for thought: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programming language was a proxy for a developer to translate mental logic into execution.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Cintiq tablet or paintbrush was a proxy for an artist to express visual ideas onto a canvas.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>
              <a:spcAft>
                <a:spcPts val="600"/>
              </a:spcAf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Generative models and agentic workflows are simply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smarter, highly efficient proxies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They do not replace human vision or engineering expertise; they handle tedious overhead, allowing developers and artists to focus on high-level problem solving and creative refinement."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7862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5.5 minutes (56:00 - 1:01:30)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End-to-end system architecture schematic, dataset pipelines, multi-agent execution.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"Let's put all these concepts together into a complete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 Blueprint for an Agentic Production Pipeline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 is the complete data flow: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Ingestion &amp; Parsing Layer: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Parses incoming shot descriptions, 3D proxy scenes, and track data.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Orchestration Engine: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Deploys planner agents to assign tasks across distributed GPU workers.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3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Conditioning &amp; Generation Core: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Combines base foundation models with fine-tuned LoRAs, ControlNets, and spatial guide layers.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4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Automated Evaluation Suite: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Runs semantic segmentation, visual similarity scoring, and technical QA.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5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Asset Management &amp; Publishing: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Automatically packages approved assets into OpenUSD formats with full lineage metadata attached.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architecture transforms loose, stochastic generative tools into a deterministic production engine."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0415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minutes (1:01:30 - 1:04:30)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Core takeaways, practical steps for implementation, optimistic outlook.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Script: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"To wrap up today’s presentation, here are the three core principles to take back to your engineering teams: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Move Beyond Prompts: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Ditch text-only prompting in favor of multi-modal conditioning, 3D guide passes, and explicit latent controls.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Agentic Loops with Strict Guardrails: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Implement evaluator agents and human-in-the-loop review gates to guarantee studio-quality outputs.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3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Treat AI as a Powerful Tool, Not a Black Box: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Focus on state management, observability, and deep integration into established studio pipelines.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future of visual effects and pipeline engineering isn't about replacing human creativity—it's about building the control architecture that empowers it.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Thank you very much! I'll now open the floor for Q&amp;A and breakout discussions."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 Table of Timing &amp; Structure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#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 / Topic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Timing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Focus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Architecture of Control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&amp; Setting Expectations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2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Landscape of Generative AI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Platforms vs. Studio Pipelines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3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Slot Machine Problem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Prompting Fails at Scale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4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Researchers vs. Creatives Gap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Bridging AI Research &amp; VFX Needs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5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Neural Networks Process Data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Vectors, Layers &amp; Weights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6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Latent Spaces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Manifolds &amp; Vector Manipulation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7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Conditioning Mechanisms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ControlNet, IP-Adapter &amp; Cross-Attention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8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Anatomy of an Agentic Pipeline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Planner, Worker &amp; Evaluator Agents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9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Structural Determinism &amp; 3D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3D / AI Workflows (OpenUSD)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10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 Management &amp; Memory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Reproducibility, Seeds &amp; Metadata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11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Observability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Tracing, Telemetry &amp; GPU Metrics 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12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Human-in-the-Loop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Gateways, Overrides &amp; Review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13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as a Creative Proxy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Developer &amp; Artist Paradigm Shift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14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Study / Blueprint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5.5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System Architecture Flow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15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 &amp; Key Takeaways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3.0 mins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Summary, Best Practices &amp; Q&amp;A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Presentation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~67 minutes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(fitting comfortably into a 60–75 minute keynote session).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10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6D96574A-0517-4AEE-B407-BF7DF8AEF1F8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398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38E94-C6B3-4080-8A0B-57ACACC29A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5BE42-8325-4E25-9DE2-AA0062BEE4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5DE537-0FEC-4506-A27E-7142F0CAE2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9BFFB-A077-4572-9A1A-81432645ED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E4253E-C6FC-4B3F-ACBF-97544FDBAC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A2F496-5B0E-404C-ACB2-DFF7E56308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E4F77C-6EE5-4004-B516-94D7A8EA77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7D3F4-9453-4F01-A333-1ECDFE9A15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EE63F6-78ED-40FE-BA57-8D00A8C292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EB4160-313D-4738-B94B-B870E0BF4F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A214F1-A8E7-4187-ABF6-997494B3FB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圖片 80"/>
          <p:cNvPicPr/>
          <p:nvPr/>
        </p:nvPicPr>
        <p:blipFill>
          <a:blip r:embed="rId3"/>
          <a:stretch/>
        </p:blipFill>
        <p:spPr>
          <a:xfrm>
            <a:off x="-11160" y="1908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2500</Words>
  <Application>Microsoft Office PowerPoint</Application>
  <PresentationFormat>自訂</PresentationFormat>
  <Paragraphs>317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2026-10-30T13:06:10Z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