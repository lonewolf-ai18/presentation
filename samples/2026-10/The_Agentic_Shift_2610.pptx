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0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7EC54E4-43A5-4CA5-9A48-06B1BB5078E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60% of Vercel Deployments Are Now Shipped by AI Agents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https://www.youtube.com/watch?v=WuorvLfAFmA</a:t>
            </a: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839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2026-10-20T01:23:19Z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