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6256000" cy="9144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8FF7A50-D432-4464-A689-93F4BBBD31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AI Course 2026 | Agentic AI Full Course for Beginners | LangChain, LangGraph &amp; AutoGPT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https://www.youtube.com/watch?v=kVWhG0hp9dc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449D25-5CC5-4C9E-9B9F-97E2E8F9E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8A4921-5135-4E82-AD13-AC3F76C916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1D67BA-3241-4B8D-9EB8-C856FA357A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1479FE-43A0-4C50-A6C0-C2DF48ED1B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341CE6-FC18-476C-9D7D-418746245A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9F49E8-4D55-45E8-8B90-935055F46E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552AB3-ABBE-4017-83E1-9A9C05D8DB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095A73-B1FD-43A6-90FA-36929D0EB5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8785C9-A149-44C6-AEF8-D9421C7510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812520" y="364680"/>
            <a:ext cx="14630040" cy="1526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812520" y="2139480"/>
            <a:ext cx="14630040" cy="530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9144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FE673B-C020-4956-9AB1-A962691317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9144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90ECC4-B464-4F5B-9BE8-C2F3B2D0CC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2"/>
          <p:cNvPicPr/>
          <p:nvPr/>
        </p:nvPicPr>
        <p:blipFill>
          <a:blip r:embed="rId1"/>
          <a:stretch/>
        </p:blipFill>
        <p:spPr>
          <a:xfrm>
            <a:off x="0" y="38160"/>
            <a:ext cx="16255800" cy="906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-11160" y="39960"/>
            <a:ext cx="16255800" cy="907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LibreOffice/26.2.6.3$Linux_X86_64 LibreOffice_project/6673c99d96549ce65101be79fa29dd8a8e58eb52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language>en-US</dc:language>
  <cp:lastModifiedBy/>
  <dcterms:modified xsi:type="dcterms:W3CDTF">2026-10-28T09:10:14Z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