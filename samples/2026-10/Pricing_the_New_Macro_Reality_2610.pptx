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7559675" cy="10691813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2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6FC9F86-9872-4CFB-8D19-683CD3EC117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Bonds Are Finally Fair Value — What I’m Buying Now</a:t>
            </a: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https://www.youtube.com/watch?v=qiRo9UW0x_8</a:t>
            </a: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Bond Pivot: Jim Bianco on Why it’s Time to Start Buying Bonds </a:t>
            </a: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https://www.youtube.com/watch?v=SSL8MHDcgd0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圖片 81"/>
          <p:cNvPicPr/>
          <p:nvPr/>
        </p:nvPicPr>
        <p:blipFill>
          <a:blip r:embed="rId2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52</Words>
  <Application>Microsoft Office PowerPoint</Application>
  <PresentationFormat>自訂</PresentationFormat>
  <Paragraphs>5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dc:description/>
  <cp:lastModifiedBy>Wilson Lai</cp:lastModifiedBy>
  <cp:revision>3</cp:revision>
  <dcterms:created xsi:type="dcterms:W3CDTF">2006-08-16T00:00:00Z</dcterms:created>
  <dcterms:modified xsi:type="dcterms:W3CDTF">2026-10-06T05:40:22Z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