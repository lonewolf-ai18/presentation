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6022B66-5031-4ECF-A554-3E9ABD0AFE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 Development in the AI Coding Era: From One Person + AI to an AI Native Company | HWDC 2026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https://www.youtube.com/watch?v=-B9WLMJAiZM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B1DF2-8F5A-44D6-89ED-67B3F28E58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D6BFD3-50C8-4D61-B1A3-EC9D1C9B3B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8164FE-0CA8-4ABC-827C-51E592D29A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50214-2FD2-4256-A26F-85C025BF78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6F0C9B-49DA-45D0-888C-46382725D1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AED65A-BA65-4AC1-8D3F-72E0661AC7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7A433C-487B-475C-8524-A6E36902CD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573F96-AD98-4CFC-AB15-FD460D191B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F5DDEB-8295-4B49-AEFB-25A21660ED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B9E738-9139-4DC7-94B8-7F82786801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662B16-41B1-4848-A4FE-9EB66F7237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2026-10-17T21:20:33Z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