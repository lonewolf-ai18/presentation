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8099B405-D5E8-4F57-8D45-A80189FF13AD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Home Prices Could Fall Up to 50% as Mortgages Head for 9%, Peter Schiff Warns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https://www.youtube.com/watch?v=yN-hmoHixY8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208BF8-3AFF-4864-8F63-1C2537C8C88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09EDCBB-24C9-417E-AF5A-0AED2E2457C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B631235-3889-4816-B0DE-C8E33EE0110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38AED80-CA45-49D2-908A-168D141ECB4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36F4B8-C19B-48CD-A171-9438C0A5AD1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76E0D3A-6E57-465F-9CF9-1826E409556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4843D69-8DF8-41D7-8E00-62C2F0AC86F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034E3A9-698A-463F-84F2-17B063340C8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1D3DF2A-105C-4548-BF69-455E2F0A2D6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2745C5B-6D30-4FB7-8976-17F07817636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57A64D-1572-49E6-A90E-8400F9C306B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2026-10-11T05:33:10Z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