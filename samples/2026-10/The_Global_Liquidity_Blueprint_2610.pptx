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7CD5BD0-F1E8-4621-B0EE-14FC24447F1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"You're Going To Get A Financial Crisis" | Michael Howell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https://www.youtube.com/watch?v=Tzyifqs-Bg0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EEE430-EE2E-49E0-A39A-D393D164BB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8D57A3-870D-43D0-86E5-EFCA2FFDE8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160CD5-EAB7-4A49-A054-77F675763E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A8A38B-9A9B-4A8D-A34C-92876572A0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1E54C1-54A6-4C37-88C7-A72E9F0A69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6C8669-69A2-4456-81DF-0DD96128B0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DF31E3-801B-4BFF-B604-19976CB4BE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3017DF-CAAE-4B5E-9114-B9CD8D5033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601E3A-2DD8-4116-947D-B976A5807C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7F3331-2916-4E17-B6EC-D6A4713AEB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4C9976-057D-4EF2-A8DC-C0EA0B2581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2026-10-15T17:51:01Z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