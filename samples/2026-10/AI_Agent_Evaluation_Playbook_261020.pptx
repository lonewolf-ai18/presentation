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F4F0254-4F6F-4DF6-AA56-98B9EF7BC87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Know If Your AI Agent Is Any Good: Evals With Phoenix &amp; Claude — Laurie Voss, Arize AI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https://www.youtube.com/watch?v=SHMCGrNJJGc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125D5C-F772-424F-B828-E3C74F8DD1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1C6A31-C207-4CF6-9951-C8DFC389F0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35D244-10B2-4135-8C10-71F911D81E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714E89-8B8C-484C-944C-A697162AC9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4DE425-FFB9-4650-A513-AE2C3209F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CA87F3-9A54-4761-99CF-EA83774470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47382D-7BFF-4827-98F0-91BAD8BC2F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433764-4087-4AEE-908C-1457C59B8F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BCB599-0B24-4F6B-9523-0B65E676AD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90B3EF-0055-48EA-B946-82E92C9E41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DE6FB6-6862-42C8-B82A-CD7DBE39C4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2026-10-21T03:56:19Z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