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1A5E5F4-973D-4F14-BA37-82CF259BD64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Does Genius Come From? | Michael Levin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https://www.youtube.com/watch?v=XTL9PxDm5B8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82E539-6714-434A-AA90-2C3AA6CE74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CB07BF-643F-4831-AE01-B0CE3B4A3C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1883E9-C278-4E39-A37B-D723006A72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DFBEDE-7DED-4D9A-95F6-FAEC871622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B81751-B609-4DA9-87C8-8C269DDD22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9B30C6-C26F-4F30-B679-6B2597D424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75D4A4-164A-401F-8EB2-92731148A1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0EB4E-2D17-4647-A51B-FED94773DA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D6309F-CF7F-4179-A97A-F90F9BB9EE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29E75A-4F7D-4427-B201-FB540C6013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1F88A7-CDAD-4240-8A61-D3D19C7EF8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2026-10-29T04:43:36Z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