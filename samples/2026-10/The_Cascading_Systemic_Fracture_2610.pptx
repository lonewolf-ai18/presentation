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8D4BD2E-2C87-4C6C-B665-4E0F38F2B61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Ben Hunt: The AI Boom Could Trigger the Next Financial Crisis | SIH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https://www.youtube.com/watch?v=idOYVR9WfoI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9A388B-2D3C-443F-85AD-1DCFB260C67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CBDBFC-0882-457E-9576-A97EF7F510B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338DE8-0AF9-4EA0-A3B9-F1579E72AFA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0BACCD-21D7-4B4C-9AAC-84BA43A59E2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F6F1BD-2BEC-4E81-90AD-3A5E9A6DF3D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FBD317-7406-4D43-917F-FBB82B607EF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D447C9-FADD-4FB4-B4CF-104B1A994E5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42DAC8-18C6-448C-B798-21A7A644C90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182377-59CB-47A5-92BF-C414276B448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9C0F1D-058C-4D2F-91C6-413AC0FAACE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0B97C6-95EA-4BDE-A684-EDDA4B49BBF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2026-10-14T18:47:15Z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