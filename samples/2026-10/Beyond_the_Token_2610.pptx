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493093-5B67-4418-8929-D276A4B1B80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Yann LeCun on What Comes After LLMs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https://www.youtube.com/watch?v=ngBraLDqzdI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071C32-C99C-4B6B-A535-9DE2B84C30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833C40-FC66-455C-99FB-13A29951F9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F1F77B-136D-48D6-B22F-D1C4CBDE15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9DD78A-FE22-4717-93A8-C4F762243D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1A760-99E8-45DA-A9DB-9372A7BBA2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DE4E6-718D-41AD-81A3-10F6AE69CE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4E0EEC-C367-4F68-9403-80FA1BFB35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08C876-145E-4715-9F83-77D0E49A2E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487B9-F91B-481E-A0E7-1E9541288B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E2D134-A820-4B5B-937F-32A571D6B5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33C547-551A-4C66-A652-67BF84376D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2026-10-18T17:36:59Z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