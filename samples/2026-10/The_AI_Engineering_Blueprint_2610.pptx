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A289B5-D770-4EFF-842D-6BA1F92D49E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Study Guide for AI Engineering by Chip Huyen – NOT the audio book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https://www.youtube.com/watch?v=gt-jNwgt8V8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DEE831-FE43-4C6F-B1BE-FA7976914F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3A5C7C-3711-4C2E-BCB7-7726CFB1DC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B2D043-0307-4E08-BA55-C2BD6F0907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42A79-7BD2-4B1B-8D58-E66D1511FD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AD3C6D-97F8-40ED-9F20-8F38685B3B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CCE14-95AD-467A-A667-90ED60799C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DBCF03-BD5E-4B69-9E95-37B0223E57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670D78-90FE-45FF-A33F-2646D7B543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385E12-E8E1-48A0-A57B-AB80406DBA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A35AC-3DFF-49B2-8CE5-F3EEE11ECA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64E44A-13DD-4227-9A19-C1C30A4C98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2026-10-27T21:12:23Z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