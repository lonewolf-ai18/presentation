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358B303-2DB3-40A0-84A2-CC7C3E2731C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This The End Of Software Engineering as we know it? | Harjot, CodeRabbit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https://www.youtube.com/watch?v=NYdZv406JmU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BED13A-0A43-4883-982B-BD6938B6FF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3800D5-D39D-4091-9F65-E280D6AFE9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8A6200-1882-4925-8051-A5D7923B54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F65E93-E79B-4EE7-8125-92CB56DC43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89F2B5-EBE8-465A-8CDF-0F9C823BF3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BFC1EA-5B7C-4CEA-8E82-F9EC0AC312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54739C-4A75-4C6D-BFC9-9B956613C5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5C6E77-4482-4031-86F0-B62F64AFF7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6318F-A235-41D7-A2BF-A99A9941C7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F9BACB-D51C-4EFE-8A8F-250E5DA648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714C59-C780-4752-A134-982F4D73E2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2026-10-19T16:21:38Z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