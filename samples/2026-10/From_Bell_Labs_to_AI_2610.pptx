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DD7D0B1-415C-482C-A7BA-594C70D2A58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2–3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Welcome the audience and establish the central thesis of the presentation: tracing how the foundational engineering principles born during the golden age of Bell Labs can help us navigate today's massive AI-driven paradigm shift.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Introduce Brian Kernighan—co-author of the original C programming language book (</a:t>
            </a: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K&amp;R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legendary Member of Technical Staff (MTS) at Bell Labs for over thirty years, and the creator who popularized "Hello, World!".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Emphasize that while technologies change rapidly from Unix to Large Language Models (LLMs), human culture, curiosity, and the fundamentals of problem-solving remain remarkably constant.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14400"/>
            <a:endParaRPr lang="en-US" altLang="zh-HK" sz="1200" kern="0">
              <a:solidFill>
                <a:srgbClr val="1F1F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endParaRPr lang="en-US" altLang="zh-HK" sz="1200" kern="0">
              <a:solidFill>
                <a:srgbClr val="1F1F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endParaRPr lang="en-US" altLang="zh-HK" sz="1200" kern="0">
              <a:solidFill>
                <a:srgbClr val="1F1F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Brian Kernighan (Ex-Bell Labs MTS): Inside Bell Labs, The Best Programmer, Why C Won</a:t>
            </a: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https://www.youtube.com/watch?v=sMllOlxVgD0</a:t>
            </a:r>
          </a:p>
          <a:p>
            <a:pPr marL="914400"/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7894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Traditional Tech vs. Bell Labs: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Contrast traditional corporate tech structures—laden with graded titles (Junior, Senior, Staff) and driven by tight quarterly deadlines managed by product managers and MBAs—with the Bell Labs model.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MTS Standard: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 Bell Labs, everyone was technically a "Member of Technical Staff" on a first-name basis. There were no academic or corporate titles floating around.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 Distractions: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Unlike university professors, researchers had no students to look after, allowing them to focus entirely on full-time research alongside world-class peers.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Avoiding Management: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Promotion to management was frequently avoided because it signaled the end of a hands-on technical career that researchers genuinely loved.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3857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 Merit ("I Am Great" Report):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Accountability was radically lightweight. Once a year, researchers summarized their work on just </a:t>
            </a: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side of a single piece of paper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Peer-Driven Review: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These reports were reviewed exclusively by technically active managers and peers who understood the underlying domain well enough to separate genuine breakthroughs from managerial smoke-blowing.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Concrete Merit: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Managers hashed out equivalence classes in a collegial setting, completely detached from quarterly metrics.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Reward Structure: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Everyone received the baseline raise pool percentage $X$, adjusted by a minuscule epsilon $\varepsilon$ based purely on peer-reviewed merit ranking.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8472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4–6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Severe Hardware Limits: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Ken Thompson worked on an obsolete PDP-7 machine featuring a tiny 8KB memory (18-bit words) and paper tape loading.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Three-Week Miracle: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While his family was away in California for three weeks, Thompson built an entire operating environment completely by himself.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He Built: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just 21 days, he created a text editor, an assembler, and a working operating system—the absolute genesis of Unix.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Lesson: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Extreme hardware constraints forced developers to strip away all bloat, resulting in unparalleled systemic elegance born from pure individual focus.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5809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Navigating the Design Space: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Early machines like the PDP-11 had a mere 24KB of memory, forcing engineers to find a delicate balance between machine efficiency and human expressiveness.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 Language Compromise: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 was high-level enough to write complex operating systems and express sophisticated logic, yet simple enough that a developer could mentally picture the exact underlying machine instructions the compiler would generate.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Comparing Paradigms: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High-level languages like Python sit high on human readability but lower on bare-metal proximity; assembly sits at maximum machine proximity with low readability. C hit the absolute sweet spot.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6517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Modular Design: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Instead of building monolithic software packages that tried to do everything, Unix championed small, single-purpose programs.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Pipeline Composition: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Illustrated by the classic spelling-checker example: raw text $\rightarrow$ collect words $\rightarrow$ lowercase $\rightarrow$ sort $\rightarrow$ compare to dictionary $\rightarrow$ output errors.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Power of Pipes: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simply passing the output of one distinct tool directly into the input of the next via a one-line pipeline, developers could solve complex tasks robustly and efficiently.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7072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Developer's Itch: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Great tools are almost never born from market research; they stem from personal frustration with manual tasks, file recompilation, or text processing.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Weekend Hack: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developer builds a quick prototype over a weekend, often leveraging internal generator tools (such as building AWK using Lex and Yacc).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Viral Internal Adoption: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Peers organically adopt the tool to solve their own identical frustrations.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Cemented Standard: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the user base explodes, original hasty design flaws become permanent, unchangeable industry standards.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9270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Translating Complexity: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Being a technical genius is entirely useless if you cannot translate profound complexity for an uninitiated audience.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CIA Director Visit: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Kernighan recalls running a live demo for CIA Director William Colby on a notoriously slow machine.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Hiding the Messy Reality: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ensure a smooth demonstration, Kernighan pre-processed the file the night before, running a simple script (</a:t>
            </a:r>
            <a:r>
              <a:rPr lang="en-US" altLang="zh-HK" sz="115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sleep 2; cat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to pause for two seconds before displaying the pre-computed results.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Core Lesson: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True empathy for your audience means conveying the idea flawlessly, even if it requires masking raw technical chaos behind the scenes.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241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Staircase of Abstraction: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Computing evolution is a continuous staircase where each major shift distances humans from bare metal, trading granular control for massive leaps in scale.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Historical Transitions: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1950s: Analog to Digital (moving from physical to mathematical constraints).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13716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1960s: Punch Cards to Fortran (moving from physical media to symbolic logic).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13716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1970s: Assembly to C/Unix (moving from machine-specific code to machine-agnostic operating systems).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13716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Modern Era: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2020s: Code to Large Language Models (moving from syntax engineering to natural language orchestration).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7794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Historical Anxiety: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1957, John Backus and his IBM team faced intense skepticism. Programmers feared that "Fortran would be rejected because the compiler's code wouldn't be as efficient as hand-written assembly".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Modern Parallels: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2024–2026, critics voice a parallel fear: "Programmers will be replaced by AI because LLMs can write boilerplate faster than humans".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Ultimate Takeaway: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Every leap in abstraction is initially viewed as a threat to the craftsman's skill. Ultimately, we do not mourn assembly language; we trust our compilers and build vastly bigger things.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6967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Role Transformation: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role of the programmer is not disappearing; it is shifting upward from writing low-level instructions to auditing high-level logic.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Syntax Writer to System Director: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Focus shifts away from semicolons, memory management, and loops toward architecture, logic validation, and prompt engineering.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10x Trap: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While outsourcing code generation yields a massive 10x increase in raw productivity, it introduces the hidden risk of a 10% atrophy in cognitive problem-solving cells if builders stop exercising core mental muscles.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5921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Statistical Reality: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LLMs generate perfectly functional code 90% of the time, but produce total hallucinations 10% of the time.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Infinite Regress of Validation: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a human prompts AI to generate code, cannot manually verify it, and then prompts AI to write tests to check the code, a validation loop forms. Who checks the checker?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Crucial Insight: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Without underlying domain expertise, you cannot tell the difference between correct code and a hallucinated failure. The fundamental skills required to validate output remain completely unchanged from the golden era.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6438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3–4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Embracing Serendipity: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Career trajectories are overwhelmingly dictated by chance and circumstance rather than rigid master plans.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Marble Metaphor: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You are like a single marble dropped into the top of a Galton board, bouncing off unpredictable pegs of blind luck.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Unplannable Outcomes: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You cannot blueprint the exact final bin you will land in; therefore, stressing over a rigid multi-decade career roadmap is counterproductive.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092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Tilting the Odds: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While you cannot control the physical layout of the board, deep preparation subtly tilts the probability curve in your favor.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 Pillars: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Cultivate curiosity, embrace continuous learning, and practice saying "yes" to unexpected technical challenges.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Immunity to Obsolescence: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Quoting the overarching philosophy: </a:t>
            </a: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"The tools evolve from punch cards to prompts. But curiosity, peer review, and a prepared mind are immune to obsolescence"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9966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Speaking Time: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Comprehensive Summary Slide: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Tie together the core pillars covered across the presentation deck.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Culture Engine: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Reiterate the power of long-term monopoly stability, lightweight peer evaluations (the "I Am Great" report), and flat technical structures that keep brilliant minds building code alongside peers.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Tooling Legacy: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Remind the audience that breakthrough utilities—from Thompson's 3-week Unix build and C's hardware balance to modular pipe composition—were born from solving real personal frustrations.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Charge: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Encourage the audience to carry these timeless principles forward into the age of artificial intelligence. 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10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EDD7D0B1-415C-482C-A7BA-594C70D2A58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96984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CA95F7-CC35-4445-9652-957788F0C1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13C2E8-DEBC-4815-BB0D-61E7060DE2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87C2FF-7E43-4D07-9196-E6596EF26E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BC0D9E-0DF1-41FE-AA8A-205FF82BDF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A01D3E-BB60-4C43-88AB-588D8252C7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07B519-5DF3-497A-831D-59C3F64E00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18777-31B1-4B0F-A9F8-FDF7764AA1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9F0DBE-828F-4692-B29E-0D41983100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DDDC74-4335-4C75-B4AD-248FC0D7D9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EC1448-049F-4E9B-98A8-ABED8BB328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A6E003-0D5C-4F55-9885-8EE112BBF7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3"/>
          <a:stretch/>
        </p:blipFill>
        <p:spPr>
          <a:xfrm>
            <a:off x="-11160" y="1908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1788</Words>
  <Application>Microsoft Office PowerPoint</Application>
  <PresentationFormat>自訂</PresentationFormat>
  <Paragraphs>188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2026-10-30T12:29:34Z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