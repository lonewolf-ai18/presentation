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C98B71-5790-4F09-BF6B-21D684BE2E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Marc Andreessen: The Biggest Gap I’ve Seen in My Career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https://www.youtube.com/watch?v=-9XQMHhpypc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C06BBE-7087-4813-81B8-33880F7718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766D08-8B62-4CF1-8F7F-3A8FB692E0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32F28-203D-4532-85FE-8D4C37E242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17B146-4ECA-4117-968A-504D36A961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0E68F1-34AE-4130-9953-0D34C10604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331F5-6AD0-408F-A407-DB367565BF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52824D-974D-4B21-9050-A03513E3C0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C3E9EF-EAE3-43BB-A96C-ACF284E900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5547F-E2F8-4D3D-BB14-C24ADAD9DD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071BA-6E6C-41FB-BB53-C411B7DF20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CDB82C-6B4F-491C-8391-8A6A2ED219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2026-10-28T14:10:43Z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