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968E75-8AA5-438C-A3BD-2052151309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the Financial System Breaks, One Domino at a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https://www.youtube.com/watch?v=ROTo5aGDYfc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CA54D-A0ED-469D-92D8-4DBE774D43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85B8A8-5738-4E20-A29C-79459E9B44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57AD2B-A24F-47D8-9C2A-455DF6DCA3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B6F6D5-4009-4EEA-B080-093464C97F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338FC-DA07-4FA4-B038-CF1CBFE8CC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5588F-D779-453B-8D85-7BD0AFF361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F13CA1-1999-4DF5-B9DA-3257FF027A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B96B7C-7611-40A8-9A3A-D5FC758E02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53B9F-BB5D-433D-9B59-401BE48B18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C0D326-EBAA-4F73-A907-3A2B95D8B0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C3E7F9-FF9F-4428-B5FD-7CE9073F9F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2026-10-28T14:07:35Z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