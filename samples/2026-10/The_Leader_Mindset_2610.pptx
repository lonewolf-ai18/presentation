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4FE3B6-729E-46CA-ABB0-1F269885792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 Like a Leader. Not a Worker || Best Motivational Speech By Simon Sinek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https://www.youtube.com/watch?v=KIL1svDaqS4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24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圖片 78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自訂</PresentationFormat>
  <Paragraphs>2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2026-10-20T01:24:35Z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