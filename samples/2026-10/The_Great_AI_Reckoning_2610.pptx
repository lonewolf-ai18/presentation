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D1E9AF2-E157-4B91-B46E-DC075E77AEC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AI Crash Is Inevitable - But What Comes Next Could Be HUGE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https://www.youtube.com/watch?v=F2FAKKa90W4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A87D22-8578-4E2C-B3F8-96D3ADAB7B8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B1A776-08D4-46E9-A9AE-C9CC6CE109D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01E024-819A-490A-AE31-0DDF0BD78C8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97982C-9360-44ED-ACF7-F7C49553A20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A6259E-E96B-4C1C-9ECE-17E4F76A344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411CEA-101D-4429-AD84-96C1FA08282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167411-C727-462A-B550-D5B599C2C04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C90D31-5A54-424F-8C85-BB9BB4DEB99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2D5F08-BAF5-4A83-9BB2-6A5A934E748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195AF0-6049-44B3-A1AB-6DC05DF7338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D00420-977C-4FCD-9ADA-1CE996AE2F4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2026-10-17T10:07:26Z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