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1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slides/slide14.xml" ContentType="application/vnd.openxmlformats-officedocument.presentationml.slide+xml"/>
  <Override PartName="/ppt/slides/slide6.xml" ContentType="application/vnd.openxmlformats-officedocument.presentationml.slide+xml"/>
  <Override PartName="/ppt/slides/slide12.xml" ContentType="application/vnd.openxmlformats-officedocument.presentationml.slide+xml"/>
  <Override PartName="/ppt/slides/slide1.xml" ContentType="application/vnd.openxmlformats-officedocument.presentationml.slide+xml"/>
  <Override PartName="/ppt/slides/slide3.xml" ContentType="application/vnd.openxmlformats-officedocument.presentationml.slide+xml"/>
  <Override PartName="/ppt/slides/slide5.xml" ContentType="application/vnd.openxmlformats-officedocument.presentationml.slide+xml"/>
  <Override PartName="/ppt/slides/slide2.xml" ContentType="application/vnd.openxmlformats-officedocument.presentationml.slide+xml"/>
  <Override PartName="/ppt/slides/slide7.xml" ContentType="application/vnd.openxmlformats-officedocument.presentationml.slide+xml"/>
  <Override PartName="/ppt/slides/slide1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13.xml" ContentType="application/vnd.openxmlformats-officedocument.presentationml.slide+xml"/>
  <Override PartName="/ppt/slides/slide4.xml" ContentType="application/vnd.openxmlformats-officedocument.presentationml.slide+xml"/>
  <Override PartName="/ppt/slides/slide9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6256000" cy="914400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12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0" y="812520"/>
            <a:ext cx="0" cy="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p>
            <a:pPr algn="ctr" defTabSz="914400"/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move the slide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notes format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4" name="PlaceHolder 4"/>
          <p:cNvSpPr>
            <a:spLocks noGrp="1"/>
          </p:cNvSpPr>
          <p:nvPr>
            <p:ph type="dt" idx="34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5" name="PlaceHolder 5"/>
          <p:cNvSpPr>
            <a:spLocks noGrp="1"/>
          </p:cNvSpPr>
          <p:nvPr>
            <p:ph type="ftr" idx="35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l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l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6" name="PlaceHolder 6"/>
          <p:cNvSpPr>
            <a:spLocks noGrp="1"/>
          </p:cNvSpPr>
          <p:nvPr>
            <p:ph type="sldNum" idx="36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b">
            <a:noAutofit/>
          </a:bodyPr>
          <a:lstStyle>
            <a:lvl1pPr indent="0" algn="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3105393B-5669-4F3E-A5EC-4F920CE14609}" type="slidenum"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ln w="0">
            <a:noFill/>
          </a:ln>
        </p:spPr>
      </p:sp>
      <p:sp>
        <p:nvSpPr>
          <p:cNvPr id="8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Autofit/>
          </a:bodyPr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AI Architect: Why The Best Engineers Are Solving Code Review Bottlenecks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 algn="l">
              <a:buNone/>
            </a:pPr>
            <a:r>
              <a:rPr lang="en-US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https://www.youtube.com/watch?v=W1uG25of2t0</a:t>
            </a:r>
            <a:endParaRPr lang="en-US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Title Slide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85800" y="2130480"/>
            <a:ext cx="7772040" cy="14695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</a:t>
            </a: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32513C5-B29A-4E1C-A465-BA4EF8295389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x" preserve="1">
  <p:cSld name="Title and Vertical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dt" idx="4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9" name="PlaceHolder 4"/>
          <p:cNvSpPr>
            <a:spLocks noGrp="1"/>
          </p:cNvSpPr>
          <p:nvPr>
            <p:ph type="ftr" idx="5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5"/>
          <p:cNvSpPr>
            <a:spLocks noGrp="1"/>
          </p:cNvSpPr>
          <p:nvPr>
            <p:ph type="sldNum" idx="6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FE5369C4-7A4D-443F-9C21-675949F5425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vertTitleAndTx" preserve="1">
  <p:cSld name="Vertical Title and Tex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629400" y="274680"/>
            <a:ext cx="205704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 vert="eaVert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457200" y="274680"/>
            <a:ext cx="6019560" cy="58510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 vert="eaVer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dt" idx="7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ftr" idx="8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5" name="PlaceHolder 5"/>
          <p:cNvSpPr>
            <a:spLocks noGrp="1"/>
          </p:cNvSpPr>
          <p:nvPr>
            <p:ph type="sldNum" idx="9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2DD9FBF0-0B14-41FE-AACB-46D5BD9F0D8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 and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24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18" name="PlaceHolder 3"/>
          <p:cNvSpPr>
            <a:spLocks noGrp="1"/>
          </p:cNvSpPr>
          <p:nvPr>
            <p:ph type="dt" idx="10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9" name="PlaceHolder 4"/>
          <p:cNvSpPr>
            <a:spLocks noGrp="1"/>
          </p:cNvSpPr>
          <p:nvPr>
            <p:ph type="ftr" idx="11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0" name="PlaceHolder 5"/>
          <p:cNvSpPr>
            <a:spLocks noGrp="1"/>
          </p:cNvSpPr>
          <p:nvPr>
            <p:ph type="sldNum" idx="12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8CE9B5D-8695-4F7B-9AB9-A66D59CEE8B2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Section Head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722160" y="4406760"/>
            <a:ext cx="7772040" cy="1361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4000" b="1" u="none" strike="noStrike" cap="all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000" b="1" u="none" strike="noStrike" cap="all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 type="body"/>
          </p:nvPr>
        </p:nvSpPr>
        <p:spPr>
          <a:xfrm>
            <a:off x="722160" y="2906640"/>
            <a:ext cx="7772040" cy="14997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  <a:def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00"/>
              </a:spcBef>
              <a:buNone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000" b="0" u="none" strike="noStrike">
              <a:solidFill>
                <a:schemeClr val="dk1">
                  <a:tint val="75000"/>
                </a:schemeClr>
              </a:solidFill>
              <a:effectLst/>
              <a:uFillTx/>
              <a:latin typeface="Calibri"/>
            </a:endParaRPr>
          </a:p>
        </p:txBody>
      </p:sp>
      <p:sp>
        <p:nvSpPr>
          <p:cNvPr id="23" name="PlaceHolder 3"/>
          <p:cNvSpPr>
            <a:spLocks noGrp="1"/>
          </p:cNvSpPr>
          <p:nvPr>
            <p:ph type="dt" idx="13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4"/>
          <p:cNvSpPr>
            <a:spLocks noGrp="1"/>
          </p:cNvSpPr>
          <p:nvPr>
            <p:ph type="ftr" idx="14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5" name="PlaceHolder 5"/>
          <p:cNvSpPr>
            <a:spLocks noGrp="1"/>
          </p:cNvSpPr>
          <p:nvPr>
            <p:ph type="sldNum" idx="15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353151B8-F48B-4CBC-B0F9-CBE002B05A0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wo 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4648320" y="1600200"/>
            <a:ext cx="4038120" cy="45255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•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–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•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–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»"/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dt" idx="16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ftr" idx="17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6"/>
          <p:cNvSpPr>
            <a:spLocks noGrp="1"/>
          </p:cNvSpPr>
          <p:nvPr>
            <p:ph type="sldNum" idx="18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7E702222-639F-475E-BE0E-A39992D52F57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mparis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457200" y="1535040"/>
            <a:ext cx="403992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body"/>
          </p:nvPr>
        </p:nvSpPr>
        <p:spPr>
          <a:xfrm>
            <a:off x="457200" y="2174760"/>
            <a:ext cx="403992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body"/>
          </p:nvPr>
        </p:nvSpPr>
        <p:spPr>
          <a:xfrm>
            <a:off x="4645080" y="1535040"/>
            <a:ext cx="4041360" cy="63936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  <a:def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479"/>
              </a:spcBef>
              <a:buNone/>
              <a:tabLst>
                <a:tab pos="0" algn="l"/>
              </a:tabLst>
            </a:pPr>
            <a:r>
              <a:rPr lang="en-US" sz="24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body"/>
          </p:nvPr>
        </p:nvSpPr>
        <p:spPr>
          <a:xfrm>
            <a:off x="4645080" y="2174760"/>
            <a:ext cx="4041360" cy="39510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  <a:def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360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1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1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–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320"/>
              </a:spcBef>
              <a:buClr>
                <a:srgbClr val="000000"/>
              </a:buClr>
              <a:buFont typeface="Arial"/>
              <a:buChar char="»"/>
              <a:tabLst>
                <a:tab pos="0" algn="l"/>
              </a:tabLst>
            </a:pPr>
            <a:r>
              <a:rPr lang="en-US" sz="16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16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dt" idx="19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8" name="PlaceHolder 7"/>
          <p:cNvSpPr>
            <a:spLocks noGrp="1"/>
          </p:cNvSpPr>
          <p:nvPr>
            <p:ph type="ftr" idx="20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9" name="PlaceHolder 8"/>
          <p:cNvSpPr>
            <a:spLocks noGrp="1"/>
          </p:cNvSpPr>
          <p:nvPr>
            <p:ph type="sldNum" idx="21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C6E4C23C-EB34-4698-B03F-6546B8C98C2F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457200" y="274680"/>
            <a:ext cx="8229240" cy="114264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 defTabSz="914400">
              <a:lnSpc>
                <a:spcPct val="100000"/>
              </a:lnSpc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lnSpc>
                <a:spcPct val="100000"/>
              </a:lnSpc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dt" idx="22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 type="ftr" idx="23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3" name="PlaceHolder 4"/>
          <p:cNvSpPr>
            <a:spLocks noGrp="1"/>
          </p:cNvSpPr>
          <p:nvPr>
            <p:ph type="sldNum" idx="24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D6879724-0015-4C71-A690-F6EB60518DDA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dt" idx="25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ftr" idx="26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7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9807A3D-64E8-4446-A0F7-4159E479C7C5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title"/>
          </p:nvPr>
        </p:nvSpPr>
        <p:spPr>
          <a:xfrm>
            <a:off x="812520" y="364680"/>
            <a:ext cx="14630040" cy="15264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ctr">
            <a:noAutofit/>
          </a:bodyPr>
          <a:lstStyle>
            <a:lvl1pPr indent="0" algn="ctr" defTabSz="914400">
              <a:buNone/>
              <a:def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ctr" defTabSz="914400">
              <a:buNone/>
            </a:pPr>
            <a:r>
              <a:rPr lang="en-US" sz="4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title text format</a:t>
            </a:r>
            <a:endParaRPr lang="en-US" sz="4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812520" y="2139480"/>
            <a:ext cx="14630040" cy="530280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>
            <a:lvl1pPr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marL="343080" indent="-343080" algn="l" defTabSz="914400"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864000" lvl="1" indent="-324000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296000" lvl="2" indent="-288000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728000" lvl="3" indent="-216000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160000" lvl="4" indent="-216000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592000" lvl="5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3024000" lvl="6" indent="-216000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Content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457200" y="272880"/>
            <a:ext cx="300780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3575160" y="272880"/>
            <a:ext cx="5111280" cy="58528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  <a:def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  <a:def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  <a:def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</a:lstStyle>
          <a:p>
            <a:pPr marL="343080" indent="-343080" algn="l" defTabSz="91440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743040" lvl="1" indent="-285840" algn="l" defTabSz="91440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level</a:t>
            </a:r>
            <a:endParaRPr lang="en-US" sz="28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143000" lvl="2" indent="-228600" algn="l" defTabSz="91440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level</a:t>
            </a:r>
            <a:endParaRPr lang="en-US" sz="2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600200" lvl="3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057400" lvl="4" indent="-228600" algn="l" defTabSz="91440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level</a:t>
            </a:r>
            <a:endParaRPr lang="en-US" sz="20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457200" y="1434960"/>
            <a:ext cx="3007800" cy="46908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dt" idx="28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ftr" idx="29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sldNum" idx="30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05A573F2-550F-49BF-8B33-A7D2B6A2537E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Picture with Caption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title"/>
          </p:nvPr>
        </p:nvSpPr>
        <p:spPr>
          <a:xfrm>
            <a:off x="1792440" y="4800600"/>
            <a:ext cx="5486040" cy="5662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b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2000" b="1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title style</a:t>
            </a:r>
            <a:endParaRPr lang="en-US" sz="2000" b="1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1792440" y="612720"/>
            <a:ext cx="5486040" cy="411444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Autofit/>
          </a:bodyPr>
          <a:lstStyle>
            <a:lvl1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  <a:lvl2pPr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2pPr>
            <a:lvl3pPr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3pPr>
            <a:lvl4pPr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4pPr>
            <a:lvl5pPr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5pPr>
            <a:lvl6pPr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6pPr>
            <a:lvl7pPr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  <a:def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7pPr>
          </a:lstStyle>
          <a:p>
            <a:pPr algn="l" defTabSz="914400">
              <a:spcBef>
                <a:spcPts val="281"/>
              </a:spcBef>
              <a:buClr>
                <a:srgbClr val="000000"/>
              </a:buClr>
              <a:buFont typeface="Arial"/>
              <a:buChar char="•"/>
              <a:tabLst>
                <a:tab pos="0" algn="l"/>
              </a:tabLst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the outline text format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457200" lvl="1" algn="l" defTabSz="914400">
              <a:spcBef>
                <a:spcPts val="561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Second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914400" lvl="2" algn="l" defTabSz="914400">
              <a:spcBef>
                <a:spcPts val="479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Third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371600" lvl="3" algn="l" defTabSz="914400">
              <a:spcBef>
                <a:spcPts val="400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Fourth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1828800" lvl="4" algn="l" defTabSz="914400">
              <a:spcBef>
                <a:spcPts val="40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Fifth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286000" lvl="5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Sixth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  <a:p>
            <a:pPr marL="2743200" lvl="6" algn="l" defTabSz="9144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en-US" sz="32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Seventh Outline Level</a:t>
            </a:r>
            <a:endParaRPr lang="en-US" sz="32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1792440" y="5367240"/>
            <a:ext cx="5486040" cy="80460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t">
            <a:noAutofit/>
          </a:bodyPr>
          <a:lstStyle>
            <a:lvl1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  <a:def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spcBef>
                <a:spcPts val="281"/>
              </a:spcBef>
              <a:buNone/>
              <a:tabLst>
                <a:tab pos="0" algn="l"/>
              </a:tabLst>
            </a:pPr>
            <a:r>
              <a:rPr lang="en-US" sz="1400" b="0" u="none" strike="noStrike">
                <a:solidFill>
                  <a:schemeClr val="dk1"/>
                </a:solidFill>
                <a:effectLst/>
                <a:uFillTx/>
                <a:latin typeface="Calibri"/>
              </a:rPr>
              <a:t>Click to edit Master text styles</a:t>
            </a:r>
            <a:endParaRPr lang="en-US" sz="1400" b="0" u="none" strike="noStrike">
              <a:solidFill>
                <a:schemeClr val="dk1"/>
              </a:solidFill>
              <a:effectLst/>
              <a:uFillTx/>
              <a:latin typeface="Calibri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dt" idx="3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l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l" defTabSz="914400">
              <a:lnSpc>
                <a:spcPct val="100000"/>
              </a:lnSpc>
              <a:buNone/>
            </a:pPr>
            <a:r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&lt;date/time&gt;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9" name="PlaceHolder 5"/>
          <p:cNvSpPr>
            <a:spLocks noGrp="1"/>
          </p:cNvSpPr>
          <p:nvPr>
            <p:ph type="ftr" idx="3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ctr">
              <a:buNone/>
              <a:def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buNone/>
            </a:pPr>
            <a:r>
              <a:rPr lang="en-US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lang="en-US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0" name="PlaceHolder 6"/>
          <p:cNvSpPr>
            <a:spLocks noGrp="1"/>
          </p:cNvSpPr>
          <p:nvPr>
            <p:ph type="sldNum" idx="3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lIns="91440" tIns="45720" rIns="91440" bIns="45720" anchor="ctr">
            <a:noAutofit/>
          </a:bodyPr>
          <a:lstStyle>
            <a:lvl1pPr indent="0" algn="r" defTabSz="914400">
              <a:lnSpc>
                <a:spcPct val="100000"/>
              </a:lnSpc>
              <a:buNone/>
              <a:def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defRPr>
            </a:lvl1pPr>
          </a:lstStyle>
          <a:p>
            <a:pPr indent="0" algn="r" defTabSz="914400">
              <a:lnSpc>
                <a:spcPct val="100000"/>
              </a:lnSpc>
              <a:buNone/>
            </a:pPr>
            <a:fld id="{62ABD777-C3AF-4623-BB5B-FA55BCE6EA78}" type="slidenum">
              <a:rPr lang="en-US" sz="1200" b="0" u="none" strike="noStrike">
                <a:solidFill>
                  <a:schemeClr val="dk1">
                    <a:tint val="75000"/>
                  </a:schemeClr>
                </a:solidFill>
                <a:effectLst/>
                <a:uFillTx/>
                <a:latin typeface="Calibri"/>
              </a:rPr>
              <a:t>&lt;number&gt;</a:t>
            </a:fld>
            <a:endParaRPr lang="en-US" sz="12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9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9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9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9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9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slideLayout" Target="../slideLayouts/slideLayout9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slideLayout" Target="../slideLayouts/slideLayout9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9.png"/><Relationship Id="rId2" Type="http://schemas.openxmlformats.org/officeDocument/2006/relationships/slideLayout" Target="../slideLayouts/slideLayout9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slideLayout" Target="../slideLayouts/slideLayout9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9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slideLayout" Target="../slideLayouts/slideLayout9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slideLayout" Target="../slideLayouts/slideLayout9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0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3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5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6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9" name="Picture 2"/>
          <p:cNvPicPr/>
          <p:nvPr/>
        </p:nvPicPr>
        <p:blipFill>
          <a:blip r:embed="rId1"/>
          <a:stretch/>
        </p:blipFill>
        <p:spPr>
          <a:xfrm>
            <a:off x="0" y="38160"/>
            <a:ext cx="16255800" cy="90673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"/>
          <p:cNvPicPr/>
          <p:nvPr/>
        </p:nvPicPr>
        <p:blipFill>
          <a:blip r:embed="rId1"/>
          <a:stretch/>
        </p:blipFill>
        <p:spPr>
          <a:xfrm>
            <a:off x="-11160" y="39960"/>
            <a:ext cx="16255800" cy="9072720"/>
          </a:xfrm>
          <a:prstGeom prst="rect">
            <a:avLst/>
          </a:prstGeom>
          <a:noFill/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 pitchFamily="0" charset="1"/>
        <a:ea typeface=""/>
        <a:cs typeface=""/>
      </a:majorFont>
      <a:minorFont>
        <a:latin typeface="Calibri" pitchFamily="0" charset="1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 l="0" t="0" r="0" b="0"/>
        </a:gradFill>
        <a:gradFill>
          <a:gsLst>
            <a:gs pos="0">
              <a:schemeClr val="phClr">
                <a:shade val="51000"/>
              </a:schemeClr>
            </a:gs>
            <a:gs pos="80000">
              <a:schemeClr val="phClr">
                <a:shade val="93000"/>
              </a:schemeClr>
            </a:gs>
            <a:gs pos="100000">
              <a:schemeClr val="phClr">
                <a:shade val="94000"/>
              </a:schemeClr>
            </a:gs>
          </a:gsLst>
          <a:lin ang="16200000" scaled="0"/>
          <a:tileRect l="0" t="0" r="0" b="0"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 l="0" t="0" r="0" b="0"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 l="0" t="0" r="0" b="0"/>
        </a:gradFill>
      </a:bgFillStyleLst>
    </a:fmtScheme>
  </a:themeElements>
</a:theme>
</file>

<file path=ppt/theme/theme12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LibreOffice/26.2.5.2$Linux_X86_64 LibreOffice_project/6d2b0d33fb0f5da53a12f98bed3e9973e56ff1f0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language>en-US</dc:language>
  <cp:lastModifiedBy/>
  <dcterms:modified xsi:type="dcterms:W3CDTF">2026-10-20T00:37:00Z</dcterms:modified>
  <cp:revision>2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