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662569-39BA-422C-886E-5D97B7FEB93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Uncomfortable Truth About AI “Reasoning” | World Science Festival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https://www.youtube.com/watch?v=iFYF_e1GSGI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EE1CF0-C856-4FB1-A18C-3E62025809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66086A-127D-425A-B9EA-B686F0D4D3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E74E20-4244-483E-968D-9132EF7352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4F5937-AAD9-446A-8E60-6EEB6E73D3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3DAB65-4B89-46F8-9B51-40C20CAC93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CBFE1F-BC34-4362-870B-29EFF299A3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811E5-DCBF-44FD-A099-FC23AE875C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726945-4677-465D-B00B-216B37541E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4A7122-21BA-4A12-A86A-F5F06D3781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0DE15F-0987-4455-A1A0-38E56E2674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7F2381-E406-40C9-B075-4653D4CD6E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2026-10-18T17:41:38Z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