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BE3FCD5-33AB-4B64-8E55-5120055B8A4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Building resilient systems with Sam Newman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https://www.youtube.com/watch?v=a0sZV0qIbI0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27C245-9EBF-46BA-ABF6-E9A95D9F0C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556547-A878-425A-9F94-1B81E09A3A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37E3EB-2D2D-4603-B7E0-5F999EA215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621416-880F-4212-91BB-A25BD37337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6C5D75-C3A2-42DC-BEB5-B95007E48C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4C959A-5031-4DDB-B212-8F15561EC3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FE4D90-5D8B-4C19-AE0E-3325E4D503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3937B8-247B-4104-AA89-23EFF9AF41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DB804A-81F2-4DA0-949D-07F521D4AD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3175AF-F43C-49BB-9B90-2557EFEF22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0FF207-2887-4190-80B1-5B8B16A175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2026-10-08T18:48:00Z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