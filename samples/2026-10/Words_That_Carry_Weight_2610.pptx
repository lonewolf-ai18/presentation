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E591AF-6F95-418B-A135-E9904A2572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Speak Smart | Master the Psychology of Powerful Communication | Audiobook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https://www.youtube.com/watch?v=X7XoFGeOnnA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86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26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2026-10-20T14:29:54Z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