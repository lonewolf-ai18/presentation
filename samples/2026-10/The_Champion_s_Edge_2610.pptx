
<file path=[Content_Types].xml><?xml version="1.0" encoding="utf-8"?>
<Types xmlns="http://schemas.openxmlformats.org/package/2006/content-types">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 Id="rId4" Type="http://schemas.openxmlformats.org/officeDocument/2006/relationships/custom-properties" Target="docProps/custom.xml"/></Relationships>
</file>

<file path=ppt/presentation.xml><?xml version="1.0" encoding="utf-8"?>
<p:presentation xmlns:a="http://schemas.openxmlformats.org/drawingml/2006/main" xmlns:r="http://schemas.openxmlformats.org/officeDocument/2006/relationships" xmlns:p="http://schemas.openxmlformats.org/presentationml/2006/main">
  <p:sldMasterIdLst>
    <p:sldMasterId id="2147483648" r:id="rId1"/>
  </p:sldMasterIdLst>
  <p:notesMasterIdLst>
    <p:notesMasterId r:id="rId18"/>
  </p:notes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 id="269" r:id="rId15"/>
    <p:sldId id="270" r:id="rId16"/>
    <p:sldId id="271" r:id="rId17"/>
  </p:sldIdLst>
  <p:sldSz cx="16256000" cy="9144000"/>
  <p:notesSz cx="7559675" cy="10691813"/>
  <p:defaultTextStyle>
    <a:defPPr>
      <a:defRPr lang="zh-HK"/>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p:restoredLeft sz="15620"/>
    <p:restoredTop sz="94660"/>
  </p:normalViewPr>
  <p:slideViewPr>
    <p:cSldViewPr snapToGrid="0">
      <p:cViewPr varScale="1">
        <p:scale>
          <a:sx n="56" d="100"/>
          <a:sy n="56" d="100"/>
        </p:scale>
        <p:origin x="102" y="402"/>
      </p:cViewPr>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notesMaster" Target="notesMasters/notesMaster1.xml"/><Relationship Id="rId3" Type="http://schemas.openxmlformats.org/officeDocument/2006/relationships/slide" Target="slides/slide2.xml"/><Relationship Id="rId21" Type="http://schemas.openxmlformats.org/officeDocument/2006/relationships/theme" Target="theme/theme1.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viewProps" Target="viewProps.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5" Type="http://schemas.openxmlformats.org/officeDocument/2006/relationships/slide" Target="slides/slide4.xml"/><Relationship Id="rId15" Type="http://schemas.openxmlformats.org/officeDocument/2006/relationships/slide" Target="slides/slide14.xml"/><Relationship Id="rId10" Type="http://schemas.openxmlformats.org/officeDocument/2006/relationships/slide" Target="slides/slide9.xml"/><Relationship Id="rId19" Type="http://schemas.openxmlformats.org/officeDocument/2006/relationships/presProps" Target="presProps.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tableStyles" Target="tableStyles.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61" name="PlaceHolder 1"/>
          <p:cNvSpPr>
            <a:spLocks noGrp="1" noRot="1" noChangeAspect="1"/>
          </p:cNvSpPr>
          <p:nvPr>
            <p:ph type="sldImg"/>
          </p:nvPr>
        </p:nvSpPr>
        <p:spPr>
          <a:xfrm>
            <a:off x="0" y="812520"/>
            <a:ext cx="0" cy="0"/>
          </a:xfrm>
          <a:prstGeom prst="rect">
            <a:avLst/>
          </a:prstGeom>
          <a:noFill/>
          <a:ln w="0">
            <a:noFill/>
          </a:ln>
        </p:spPr>
        <p:txBody>
          <a:bodyPr lIns="0" tIns="0" rIns="0" bIns="0" anchor="ctr">
            <a:noAutofit/>
          </a:bodyPr>
          <a:lstStyle/>
          <a:p>
            <a:pPr algn="ctr" defTabSz="914400"/>
            <a:r>
              <a:rPr lang="en-US" sz="4400" b="0" u="none" strike="noStrike">
                <a:solidFill>
                  <a:schemeClr val="dk1"/>
                </a:solidFill>
                <a:effectLst/>
                <a:uFillTx/>
                <a:latin typeface="Calibri"/>
              </a:rPr>
              <a:t>Click to move the slide</a:t>
            </a:r>
          </a:p>
        </p:txBody>
      </p:sp>
      <p:sp>
        <p:nvSpPr>
          <p:cNvPr id="62" name="PlaceHolder 2"/>
          <p:cNvSpPr>
            <a:spLocks noGrp="1"/>
          </p:cNvSpPr>
          <p:nvPr>
            <p:ph type="body"/>
          </p:nvPr>
        </p:nvSpPr>
        <p:spPr>
          <a:xfrm>
            <a:off x="756000" y="5078520"/>
            <a:ext cx="6047640" cy="4811040"/>
          </a:xfrm>
          <a:prstGeom prst="rect">
            <a:avLst/>
          </a:prstGeom>
          <a:noFill/>
          <a:ln w="0">
            <a:noFill/>
          </a:ln>
        </p:spPr>
        <p:txBody>
          <a:bodyPr lIns="0" tIns="0" rIns="0" bIns="0" anchor="t">
            <a:noAutofit/>
          </a:bodyPr>
          <a:lstStyle/>
          <a:p>
            <a:pPr indent="0" algn="l">
              <a:buNone/>
            </a:pPr>
            <a:r>
              <a:rPr lang="en-US" sz="2000" b="0" u="none" strike="noStrike">
                <a:solidFill>
                  <a:srgbClr val="000000"/>
                </a:solidFill>
                <a:effectLst/>
                <a:uFillTx/>
                <a:latin typeface="Arial"/>
              </a:rPr>
              <a:t>Click to edit the notes format</a:t>
            </a:r>
          </a:p>
        </p:txBody>
      </p:sp>
      <p:sp>
        <p:nvSpPr>
          <p:cNvPr id="63" name="PlaceHolder 3"/>
          <p:cNvSpPr>
            <a:spLocks noGrp="1"/>
          </p:cNvSpPr>
          <p:nvPr>
            <p:ph type="hdr"/>
          </p:nvPr>
        </p:nvSpPr>
        <p:spPr>
          <a:xfrm>
            <a:off x="0" y="0"/>
            <a:ext cx="3280680" cy="534240"/>
          </a:xfrm>
          <a:prstGeom prst="rect">
            <a:avLst/>
          </a:prstGeom>
          <a:noFill/>
          <a:ln w="0">
            <a:noFill/>
          </a:ln>
        </p:spPr>
        <p:txBody>
          <a:bodyPr lIns="0" tIns="0" rIns="0" bIns="0" anchor="t">
            <a:noAutofit/>
          </a:bodyPr>
          <a:lstStyle/>
          <a:p>
            <a:pPr indent="0" algn="l">
              <a:buNone/>
            </a:pPr>
            <a:r>
              <a:rPr lang="en-US" sz="1400" b="0" u="none" strike="noStrike">
                <a:solidFill>
                  <a:srgbClr val="000000"/>
                </a:solidFill>
                <a:effectLst/>
                <a:uFillTx/>
                <a:latin typeface="Times New Roman"/>
              </a:rPr>
              <a:t>&lt;header&gt;</a:t>
            </a:r>
          </a:p>
        </p:txBody>
      </p:sp>
      <p:sp>
        <p:nvSpPr>
          <p:cNvPr id="64" name="PlaceHolder 4"/>
          <p:cNvSpPr>
            <a:spLocks noGrp="1"/>
          </p:cNvSpPr>
          <p:nvPr>
            <p:ph type="dt" idx="34"/>
          </p:nvPr>
        </p:nvSpPr>
        <p:spPr>
          <a:xfrm>
            <a:off x="4278960" y="0"/>
            <a:ext cx="3280680" cy="534240"/>
          </a:xfrm>
          <a:prstGeom prst="rect">
            <a:avLst/>
          </a:prstGeom>
          <a:noFill/>
          <a:ln w="0">
            <a:noFill/>
          </a:ln>
        </p:spPr>
        <p:txBody>
          <a:bodyPr lIns="0" tIns="0" rIns="0" bIns="0" anchor="t">
            <a:noAutofit/>
          </a:bodyPr>
          <a:lstStyle>
            <a:lvl1pPr indent="0" algn="r">
              <a:buNone/>
              <a:defRPr lang="en-US" sz="1400" b="0" u="none" strike="noStrike">
                <a:solidFill>
                  <a:srgbClr val="000000"/>
                </a:solidFill>
                <a:effectLst/>
                <a:uFillTx/>
                <a:latin typeface="Times New Roman"/>
              </a:defRPr>
            </a:lvl1pPr>
          </a:lstStyle>
          <a:p>
            <a:pPr indent="0" algn="r">
              <a:buNone/>
            </a:pPr>
            <a:r>
              <a:rPr lang="en-US" sz="1400" b="0" u="none" strike="noStrike">
                <a:solidFill>
                  <a:srgbClr val="000000"/>
                </a:solidFill>
                <a:effectLst/>
                <a:uFillTx/>
                <a:latin typeface="Times New Roman"/>
              </a:rPr>
              <a:t>&lt;date/time&gt;</a:t>
            </a:r>
          </a:p>
        </p:txBody>
      </p:sp>
      <p:sp>
        <p:nvSpPr>
          <p:cNvPr id="65" name="PlaceHolder 5"/>
          <p:cNvSpPr>
            <a:spLocks noGrp="1"/>
          </p:cNvSpPr>
          <p:nvPr>
            <p:ph type="ftr" idx="35"/>
          </p:nvPr>
        </p:nvSpPr>
        <p:spPr>
          <a:xfrm>
            <a:off x="0" y="10157400"/>
            <a:ext cx="3280680" cy="534240"/>
          </a:xfrm>
          <a:prstGeom prst="rect">
            <a:avLst/>
          </a:prstGeom>
          <a:noFill/>
          <a:ln w="0">
            <a:noFill/>
          </a:ln>
        </p:spPr>
        <p:txBody>
          <a:bodyPr lIns="0" tIns="0" rIns="0" bIns="0" anchor="b">
            <a:noAutofit/>
          </a:bodyPr>
          <a:lstStyle>
            <a:lvl1pPr indent="0" algn="l">
              <a:buNone/>
              <a:defRPr lang="en-US" sz="1400" b="0" u="none" strike="noStrike">
                <a:solidFill>
                  <a:srgbClr val="000000"/>
                </a:solidFill>
                <a:effectLst/>
                <a:uFillTx/>
                <a:latin typeface="Times New Roman"/>
              </a:defRPr>
            </a:lvl1pPr>
          </a:lstStyle>
          <a:p>
            <a:pPr indent="0" algn="l">
              <a:buNone/>
            </a:pPr>
            <a:r>
              <a:rPr lang="en-US" sz="1400" b="0" u="none" strike="noStrike">
                <a:solidFill>
                  <a:srgbClr val="000000"/>
                </a:solidFill>
                <a:effectLst/>
                <a:uFillTx/>
                <a:latin typeface="Times New Roman"/>
              </a:rPr>
              <a:t>&lt;footer&gt;</a:t>
            </a:r>
          </a:p>
        </p:txBody>
      </p:sp>
      <p:sp>
        <p:nvSpPr>
          <p:cNvPr id="66" name="PlaceHolder 6"/>
          <p:cNvSpPr>
            <a:spLocks noGrp="1"/>
          </p:cNvSpPr>
          <p:nvPr>
            <p:ph type="sldNum" idx="36"/>
          </p:nvPr>
        </p:nvSpPr>
        <p:spPr>
          <a:xfrm>
            <a:off x="4278960" y="10157400"/>
            <a:ext cx="3280680" cy="534240"/>
          </a:xfrm>
          <a:prstGeom prst="rect">
            <a:avLst/>
          </a:prstGeom>
          <a:noFill/>
          <a:ln w="0">
            <a:noFill/>
          </a:ln>
        </p:spPr>
        <p:txBody>
          <a:bodyPr lIns="0" tIns="0" rIns="0" bIns="0" anchor="b">
            <a:noAutofit/>
          </a:bodyPr>
          <a:lstStyle>
            <a:lvl1pPr indent="0" algn="r">
              <a:buNone/>
              <a:defRPr lang="en-US" sz="1400" b="0" u="none" strike="noStrike">
                <a:solidFill>
                  <a:srgbClr val="000000"/>
                </a:solidFill>
                <a:effectLst/>
                <a:uFillTx/>
                <a:latin typeface="Times New Roman"/>
              </a:defRPr>
            </a:lvl1pPr>
          </a:lstStyle>
          <a:p>
            <a:pPr indent="0" algn="r">
              <a:buNone/>
            </a:pPr>
            <a:fld id="{822D1EAF-E52E-475F-9EA3-ADE268F2DE0E}" type="slidenum">
              <a:rPr lang="en-US" sz="1400" b="0" u="none" strike="noStrike">
                <a:solidFill>
                  <a:srgbClr val="000000"/>
                </a:solidFill>
                <a:effectLst/>
                <a:uFillTx/>
                <a:latin typeface="Times New Roman"/>
              </a:rPr>
              <a:t>‹#›</a:t>
            </a:fld>
            <a:endParaRPr lang="en-US" sz="1400" b="0" u="none" strike="noStrike">
              <a:solidFill>
                <a:srgbClr val="000000"/>
              </a:solidFill>
              <a:effectLst/>
              <a:uFillTx/>
              <a:latin typeface="Times New Roman"/>
            </a:endParaRPr>
          </a:p>
        </p:txBody>
      </p:sp>
    </p:spTree>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3" name="PlaceHolder 1"/>
          <p:cNvSpPr>
            <a:spLocks noGrp="1" noRot="1" noChangeAspect="1"/>
          </p:cNvSpPr>
          <p:nvPr>
            <p:ph type="sldImg"/>
          </p:nvPr>
        </p:nvSpPr>
        <p:spPr>
          <a:xfrm>
            <a:off x="217488" y="812800"/>
            <a:ext cx="7124700" cy="4008438"/>
          </a:xfrm>
          <a:prstGeom prst="rect">
            <a:avLst/>
          </a:prstGeom>
          <a:ln w="0">
            <a:noFill/>
          </a:ln>
        </p:spPr>
      </p:sp>
      <p:sp>
        <p:nvSpPr>
          <p:cNvPr id="84" name="PlaceHolder 2"/>
          <p:cNvSpPr>
            <a:spLocks noGrp="1"/>
          </p:cNvSpPr>
          <p:nvPr>
            <p:ph type="body"/>
          </p:nvPr>
        </p:nvSpPr>
        <p:spPr>
          <a:xfrm>
            <a:off x="756000" y="5078520"/>
            <a:ext cx="6047640" cy="4811040"/>
          </a:xfrm>
          <a:prstGeom prst="rect">
            <a:avLst/>
          </a:prstGeom>
          <a:noFill/>
          <a:ln w="0">
            <a:noFill/>
          </a:ln>
        </p:spPr>
        <p:txBody>
          <a:bodyPr lIns="0" tIns="0" rIns="0" bIns="0" anchor="t">
            <a:noAutofit/>
          </a:bodyPr>
          <a:lstStyle/>
          <a:p>
            <a:pPr marL="342900" lvl="0" indent="-342900">
              <a:buSzPts val="1000"/>
              <a:buFont typeface="Symbol" panose="05050102010706020507" pitchFamily="18" charset="2"/>
              <a:buChar char=""/>
              <a:tabLst>
                <a:tab pos="457200" algn="l"/>
              </a:tabLst>
            </a:pPr>
            <a:r>
              <a:rPr lang="en-US" altLang="zh-HK" sz="2000" b="1" kern="100">
                <a:solidFill>
                  <a:srgbClr val="1F1F1F"/>
                </a:solidFill>
                <a:effectLst/>
                <a:latin typeface="Arial" panose="020B0604020202020204" pitchFamily="34" charset="0"/>
                <a:ea typeface="新細明體" panose="02020500000000000000" pitchFamily="18" charset="-120"/>
                <a:cs typeface="Times New Roman" panose="02020603050405020304" pitchFamily="18" charset="0"/>
              </a:rPr>
              <a:t>Target Delivery Time:</a:t>
            </a:r>
            <a:r>
              <a:rPr lang="en-US" altLang="zh-HK" sz="2000" kern="100">
                <a:solidFill>
                  <a:srgbClr val="1F1F1F"/>
                </a:solidFill>
                <a:effectLst/>
                <a:latin typeface="Arial" panose="020B0604020202020204" pitchFamily="34" charset="0"/>
                <a:ea typeface="新細明體" panose="02020500000000000000" pitchFamily="18" charset="-120"/>
                <a:cs typeface="Times New Roman" panose="02020603050405020304" pitchFamily="18" charset="0"/>
              </a:rPr>
              <a:t> 3:00 – 4:00 minutes</a:t>
            </a:r>
            <a:endParaRPr lang="zh-TW" altLang="zh-HK" sz="2000" kern="100">
              <a:solidFill>
                <a:srgbClr val="1F1F1F"/>
              </a:solidFill>
              <a:effectLst/>
              <a:latin typeface="Calibri" panose="020F0502020204030204" pitchFamily="34" charset="0"/>
              <a:ea typeface="新細明體" panose="02020500000000000000" pitchFamily="18" charset="-120"/>
              <a:cs typeface="Times New Roman" panose="02020603050405020304" pitchFamily="18" charset="0"/>
            </a:endParaRPr>
          </a:p>
          <a:p>
            <a:pPr marL="457200"/>
            <a:r>
              <a:rPr lang="en-US" altLang="zh-HK" sz="2000" kern="100">
                <a:solidFill>
                  <a:srgbClr val="1F1F1F"/>
                </a:solidFill>
                <a:effectLst/>
                <a:latin typeface="Arial" panose="020B0604020202020204" pitchFamily="34" charset="0"/>
                <a:ea typeface="新細明體" panose="02020500000000000000" pitchFamily="18" charset="-120"/>
                <a:cs typeface="Times New Roman" panose="02020603050405020304" pitchFamily="18" charset="0"/>
              </a:rPr>
              <a:t> </a:t>
            </a:r>
            <a:endParaRPr lang="zh-TW" altLang="zh-HK" sz="2000" kern="100">
              <a:effectLst/>
              <a:latin typeface="Calibri" panose="020F0502020204030204" pitchFamily="34" charset="0"/>
              <a:ea typeface="新細明體" panose="02020500000000000000" pitchFamily="18" charset="-120"/>
              <a:cs typeface="Times New Roman" panose="02020603050405020304" pitchFamily="18" charset="0"/>
            </a:endParaRPr>
          </a:p>
          <a:p>
            <a:pPr marL="457200"/>
            <a:r>
              <a:rPr lang="en-US" altLang="zh-HK" sz="2000" kern="100">
                <a:solidFill>
                  <a:srgbClr val="1F1F1F"/>
                </a:solidFill>
                <a:effectLst/>
                <a:latin typeface="Arial" panose="020B0604020202020204" pitchFamily="34" charset="0"/>
                <a:ea typeface="新細明體" panose="02020500000000000000" pitchFamily="18" charset="-120"/>
                <a:cs typeface="Times New Roman" panose="02020603050405020304" pitchFamily="18" charset="0"/>
              </a:rPr>
              <a:t> </a:t>
            </a:r>
            <a:endParaRPr lang="zh-TW" altLang="zh-HK" sz="2000" kern="100">
              <a:effectLst/>
              <a:latin typeface="Calibri" panose="020F0502020204030204" pitchFamily="34" charset="0"/>
              <a:ea typeface="新細明體" panose="02020500000000000000" pitchFamily="18" charset="-120"/>
              <a:cs typeface="Times New Roman" panose="02020603050405020304" pitchFamily="18" charset="0"/>
            </a:endParaRPr>
          </a:p>
          <a:p>
            <a:pPr>
              <a:lnSpc>
                <a:spcPct val="300000"/>
              </a:lnSpc>
            </a:pPr>
            <a:r>
              <a:rPr lang="en-US" altLang="zh-HK" sz="3200" b="1" kern="100">
                <a:solidFill>
                  <a:srgbClr val="1F1F1F"/>
                </a:solidFill>
                <a:effectLst/>
                <a:latin typeface="Arial" panose="020B0604020202020204" pitchFamily="34" charset="0"/>
                <a:ea typeface="新細明體" panose="02020500000000000000" pitchFamily="18" charset="-120"/>
                <a:cs typeface="Times New Roman" panose="02020603050405020304" pitchFamily="18" charset="0"/>
              </a:rPr>
              <a:t>Key Talking Points &amp; Concepts</a:t>
            </a:r>
            <a:endParaRPr lang="zh-TW" altLang="zh-HK" sz="3200" b="1" kern="100">
              <a:effectLst/>
              <a:latin typeface="Calibri Light" panose="020F0302020204030204" pitchFamily="34" charset="0"/>
              <a:ea typeface="新細明體" panose="02020500000000000000" pitchFamily="18" charset="-120"/>
              <a:cs typeface="Times New Roman" panose="02020603050405020304" pitchFamily="18" charset="0"/>
            </a:endParaRPr>
          </a:p>
          <a:p>
            <a:pPr marL="342900" lvl="0" indent="-342900">
              <a:buSzPts val="1000"/>
              <a:buFont typeface="Symbol" panose="05050102010706020507" pitchFamily="18" charset="2"/>
              <a:buChar char=""/>
              <a:tabLst>
                <a:tab pos="457200" algn="l"/>
              </a:tabLst>
            </a:pPr>
            <a:r>
              <a:rPr lang="en-US" altLang="zh-HK" sz="2000" b="1" kern="100">
                <a:solidFill>
                  <a:srgbClr val="1F1F1F"/>
                </a:solidFill>
                <a:effectLst/>
                <a:latin typeface="Arial" panose="020B0604020202020204" pitchFamily="34" charset="0"/>
                <a:ea typeface="新細明體" panose="02020500000000000000" pitchFamily="18" charset="-120"/>
                <a:cs typeface="Times New Roman" panose="02020603050405020304" pitchFamily="18" charset="0"/>
              </a:rPr>
              <a:t>Performance Benchmark:</a:t>
            </a:r>
            <a:r>
              <a:rPr lang="en-US" altLang="zh-HK" sz="2000" kern="100">
                <a:solidFill>
                  <a:srgbClr val="1F1F1F"/>
                </a:solidFill>
                <a:effectLst/>
                <a:latin typeface="Arial" panose="020B0604020202020204" pitchFamily="34" charset="0"/>
                <a:ea typeface="新細明體" panose="02020500000000000000" pitchFamily="18" charset="-120"/>
                <a:cs typeface="Times New Roman" panose="02020603050405020304" pitchFamily="18" charset="0"/>
              </a:rPr>
              <a:t> Back-to-back victories in the World Trading Championship ($1M Real Money Division) with </a:t>
            </a:r>
            <a:r>
              <a:rPr lang="en-US" altLang="zh-HK" sz="2000" b="1" kern="100">
                <a:solidFill>
                  <a:srgbClr val="1F1F1F"/>
                </a:solidFill>
                <a:effectLst/>
                <a:latin typeface="Arial" panose="020B0604020202020204" pitchFamily="34" charset="0"/>
                <a:ea typeface="新細明體" panose="02020500000000000000" pitchFamily="18" charset="-120"/>
                <a:cs typeface="Times New Roman" panose="02020603050405020304" pitchFamily="18" charset="0"/>
              </a:rPr>
              <a:t>350% return in 2024</a:t>
            </a:r>
            <a:r>
              <a:rPr lang="en-US" altLang="zh-HK" sz="2000" kern="100">
                <a:solidFill>
                  <a:srgbClr val="1F1F1F"/>
                </a:solidFill>
                <a:effectLst/>
                <a:latin typeface="Arial" panose="020B0604020202020204" pitchFamily="34" charset="0"/>
                <a:ea typeface="新細明體" panose="02020500000000000000" pitchFamily="18" charset="-120"/>
                <a:cs typeface="Times New Roman" panose="02020603050405020304" pitchFamily="18" charset="0"/>
              </a:rPr>
              <a:t> and </a:t>
            </a:r>
            <a:r>
              <a:rPr lang="en-US" altLang="zh-HK" sz="2000" b="1" kern="100">
                <a:solidFill>
                  <a:srgbClr val="1F1F1F"/>
                </a:solidFill>
                <a:effectLst/>
                <a:latin typeface="Arial" panose="020B0604020202020204" pitchFamily="34" charset="0"/>
                <a:ea typeface="新細明體" panose="02020500000000000000" pitchFamily="18" charset="-120"/>
                <a:cs typeface="Times New Roman" panose="02020603050405020304" pitchFamily="18" charset="0"/>
              </a:rPr>
              <a:t>&gt;250% return in 2025</a:t>
            </a:r>
            <a:r>
              <a:rPr lang="en-US" altLang="zh-HK" sz="2000" kern="100">
                <a:solidFill>
                  <a:srgbClr val="1F1F1F"/>
                </a:solidFill>
                <a:effectLst/>
                <a:latin typeface="Arial" panose="020B0604020202020204" pitchFamily="34" charset="0"/>
                <a:ea typeface="新細明體" panose="02020500000000000000" pitchFamily="18" charset="-120"/>
                <a:cs typeface="Times New Roman" panose="02020603050405020304" pitchFamily="18" charset="0"/>
              </a:rPr>
              <a:t>. </a:t>
            </a:r>
            <a:endParaRPr lang="zh-TW" altLang="zh-HK" sz="2000" kern="100">
              <a:solidFill>
                <a:srgbClr val="1F1F1F"/>
              </a:solidFill>
              <a:effectLst/>
              <a:latin typeface="Calibri" panose="020F0502020204030204" pitchFamily="34" charset="0"/>
              <a:ea typeface="新細明體" panose="02020500000000000000" pitchFamily="18" charset="-120"/>
              <a:cs typeface="Times New Roman" panose="02020603050405020304" pitchFamily="18" charset="0"/>
            </a:endParaRPr>
          </a:p>
          <a:p>
            <a:pPr marL="457200"/>
            <a:r>
              <a:rPr lang="en-US" altLang="zh-HK" sz="2000" kern="100">
                <a:solidFill>
                  <a:srgbClr val="1F1F1F"/>
                </a:solidFill>
                <a:effectLst/>
                <a:latin typeface="Arial" panose="020B0604020202020204" pitchFamily="34" charset="0"/>
                <a:ea typeface="新細明體" panose="02020500000000000000" pitchFamily="18" charset="-120"/>
                <a:cs typeface="Times New Roman" panose="02020603050405020304" pitchFamily="18" charset="0"/>
              </a:rPr>
              <a:t> </a:t>
            </a:r>
            <a:endParaRPr lang="zh-TW" altLang="zh-HK" sz="2000" kern="100">
              <a:effectLst/>
              <a:latin typeface="Calibri" panose="020F0502020204030204" pitchFamily="34" charset="0"/>
              <a:ea typeface="新細明體" panose="02020500000000000000" pitchFamily="18" charset="-120"/>
              <a:cs typeface="Times New Roman" panose="02020603050405020304" pitchFamily="18" charset="0"/>
            </a:endParaRPr>
          </a:p>
          <a:p>
            <a:pPr marL="342900" lvl="0" indent="-342900">
              <a:buSzPts val="1000"/>
              <a:buFont typeface="Symbol" panose="05050102010706020507" pitchFamily="18" charset="2"/>
              <a:buChar char=""/>
              <a:tabLst>
                <a:tab pos="457200" algn="l"/>
              </a:tabLst>
            </a:pPr>
            <a:r>
              <a:rPr lang="en-US" altLang="zh-HK" sz="2000" b="1" kern="100">
                <a:solidFill>
                  <a:srgbClr val="1F1F1F"/>
                </a:solidFill>
                <a:effectLst/>
                <a:latin typeface="Arial" panose="020B0604020202020204" pitchFamily="34" charset="0"/>
                <a:ea typeface="新細明體" panose="02020500000000000000" pitchFamily="18" charset="-120"/>
                <a:cs typeface="Times New Roman" panose="02020603050405020304" pitchFamily="18" charset="0"/>
              </a:rPr>
              <a:t>Philosophy of Asymmetry:</a:t>
            </a:r>
            <a:r>
              <a:rPr lang="en-US" altLang="zh-HK" sz="2000" kern="100">
                <a:solidFill>
                  <a:srgbClr val="1F1F1F"/>
                </a:solidFill>
                <a:effectLst/>
                <a:latin typeface="Arial" panose="020B0604020202020204" pitchFamily="34" charset="0"/>
                <a:ea typeface="新細明體" panose="02020500000000000000" pitchFamily="18" charset="-120"/>
                <a:cs typeface="Times New Roman" panose="02020603050405020304" pitchFamily="18" charset="0"/>
              </a:rPr>
              <a:t> Moving away from guessing market directions to engineering mathematical asymmetry. </a:t>
            </a:r>
            <a:endParaRPr lang="zh-TW" altLang="zh-HK" sz="2000" kern="100">
              <a:solidFill>
                <a:srgbClr val="1F1F1F"/>
              </a:solidFill>
              <a:effectLst/>
              <a:latin typeface="Calibri" panose="020F0502020204030204" pitchFamily="34" charset="0"/>
              <a:ea typeface="新細明體" panose="02020500000000000000" pitchFamily="18" charset="-120"/>
              <a:cs typeface="Times New Roman" panose="02020603050405020304" pitchFamily="18" charset="0"/>
            </a:endParaRPr>
          </a:p>
          <a:p>
            <a:pPr marL="457200"/>
            <a:r>
              <a:rPr lang="en-US" altLang="zh-HK" sz="2000" kern="100">
                <a:solidFill>
                  <a:srgbClr val="1F1F1F"/>
                </a:solidFill>
                <a:effectLst/>
                <a:latin typeface="Arial" panose="020B0604020202020204" pitchFamily="34" charset="0"/>
                <a:ea typeface="新細明體" panose="02020500000000000000" pitchFamily="18" charset="-120"/>
                <a:cs typeface="Times New Roman" panose="02020603050405020304" pitchFamily="18" charset="0"/>
              </a:rPr>
              <a:t> </a:t>
            </a:r>
            <a:endParaRPr lang="zh-TW" altLang="zh-HK" sz="2000" kern="100">
              <a:effectLst/>
              <a:latin typeface="Calibri" panose="020F0502020204030204" pitchFamily="34" charset="0"/>
              <a:ea typeface="新細明體" panose="02020500000000000000" pitchFamily="18" charset="-120"/>
              <a:cs typeface="Times New Roman" panose="02020603050405020304" pitchFamily="18" charset="0"/>
            </a:endParaRPr>
          </a:p>
          <a:p>
            <a:pPr marL="342900" lvl="0" indent="-342900">
              <a:buSzPts val="1000"/>
              <a:buFont typeface="Symbol" panose="05050102010706020507" pitchFamily="18" charset="2"/>
              <a:buChar char=""/>
              <a:tabLst>
                <a:tab pos="457200" algn="l"/>
              </a:tabLst>
            </a:pPr>
            <a:r>
              <a:rPr lang="en-US" altLang="zh-HK" sz="2000" b="1" kern="100">
                <a:solidFill>
                  <a:srgbClr val="1F1F1F"/>
                </a:solidFill>
                <a:effectLst/>
                <a:latin typeface="Arial" panose="020B0604020202020204" pitchFamily="34" charset="0"/>
                <a:ea typeface="新細明體" panose="02020500000000000000" pitchFamily="18" charset="-120"/>
                <a:cs typeface="Times New Roman" panose="02020603050405020304" pitchFamily="18" charset="0"/>
              </a:rPr>
              <a:t>Data-Driven Evolution:</a:t>
            </a:r>
            <a:r>
              <a:rPr lang="en-US" altLang="zh-HK" sz="2000" kern="100">
                <a:solidFill>
                  <a:srgbClr val="1F1F1F"/>
                </a:solidFill>
                <a:effectLst/>
                <a:latin typeface="Arial" panose="020B0604020202020204" pitchFamily="34" charset="0"/>
                <a:ea typeface="新細明體" panose="02020500000000000000" pitchFamily="18" charset="-120"/>
                <a:cs typeface="Times New Roman" panose="02020603050405020304" pitchFamily="18" charset="0"/>
              </a:rPr>
              <a:t> Edge built on auditing thousands of logged trades, psychological self-audits, and multi-AI cross-examination workflows. </a:t>
            </a:r>
            <a:endParaRPr lang="zh-TW" altLang="zh-HK" sz="2000" kern="100">
              <a:solidFill>
                <a:srgbClr val="1F1F1F"/>
              </a:solidFill>
              <a:effectLst/>
              <a:latin typeface="Calibri" panose="020F0502020204030204" pitchFamily="34" charset="0"/>
              <a:ea typeface="新細明體" panose="02020500000000000000" pitchFamily="18" charset="-120"/>
              <a:cs typeface="Times New Roman" panose="02020603050405020304" pitchFamily="18" charset="0"/>
            </a:endParaRPr>
          </a:p>
          <a:p>
            <a:pPr marL="457200"/>
            <a:r>
              <a:rPr lang="en-US" altLang="zh-HK" sz="2000" kern="100">
                <a:solidFill>
                  <a:srgbClr val="1F1F1F"/>
                </a:solidFill>
                <a:effectLst/>
                <a:latin typeface="Arial" panose="020B0604020202020204" pitchFamily="34" charset="0"/>
                <a:ea typeface="新細明體" panose="02020500000000000000" pitchFamily="18" charset="-120"/>
                <a:cs typeface="Times New Roman" panose="02020603050405020304" pitchFamily="18" charset="0"/>
              </a:rPr>
              <a:t> </a:t>
            </a:r>
            <a:endParaRPr lang="zh-TW" altLang="zh-HK" sz="2000" kern="100">
              <a:effectLst/>
              <a:latin typeface="Calibri" panose="020F0502020204030204" pitchFamily="34" charset="0"/>
              <a:ea typeface="新細明體" panose="02020500000000000000" pitchFamily="18" charset="-120"/>
              <a:cs typeface="Times New Roman" panose="02020603050405020304" pitchFamily="18" charset="0"/>
            </a:endParaRPr>
          </a:p>
          <a:p>
            <a:pPr>
              <a:lnSpc>
                <a:spcPct val="300000"/>
              </a:lnSpc>
            </a:pPr>
            <a:r>
              <a:rPr lang="en-US" altLang="zh-HK" sz="3200" b="1" kern="100">
                <a:solidFill>
                  <a:srgbClr val="1F1F1F"/>
                </a:solidFill>
                <a:effectLst/>
                <a:latin typeface="Arial" panose="020B0604020202020204" pitchFamily="34" charset="0"/>
                <a:ea typeface="新細明體" panose="02020500000000000000" pitchFamily="18" charset="-120"/>
                <a:cs typeface="Times New Roman" panose="02020603050405020304" pitchFamily="18" charset="0"/>
              </a:rPr>
              <a:t>Speaker Script</a:t>
            </a:r>
            <a:endParaRPr lang="zh-TW" altLang="zh-HK" sz="3200" b="1" kern="100">
              <a:effectLst/>
              <a:latin typeface="Calibri Light" panose="020F0302020204030204" pitchFamily="34" charset="0"/>
              <a:ea typeface="新細明體" panose="02020500000000000000" pitchFamily="18" charset="-120"/>
              <a:cs typeface="Times New Roman" panose="02020603050405020304" pitchFamily="18" charset="0"/>
            </a:endParaRPr>
          </a:p>
          <a:p>
            <a:r>
              <a:rPr lang="en-US" altLang="zh-HK" sz="2000" kern="100">
                <a:solidFill>
                  <a:srgbClr val="1F1F1F"/>
                </a:solidFill>
                <a:effectLst/>
                <a:latin typeface="Arial" panose="020B0604020202020204" pitchFamily="34" charset="0"/>
                <a:ea typeface="新細明體" panose="02020500000000000000" pitchFamily="18" charset="-120"/>
                <a:cs typeface="Times New Roman" panose="02020603050405020304" pitchFamily="18" charset="0"/>
              </a:rPr>
              <a:t>"Welcome, everyone. Today, we are opening the playbook to 16 years of hard-earned, professional trading knowledge—distilled from back-to-back World Trading Championship victories in the $1 Million Real Money Division. </a:t>
            </a:r>
            <a:endParaRPr lang="zh-TW" altLang="zh-HK" sz="2000" kern="100">
              <a:effectLst/>
              <a:latin typeface="Calibri" panose="020F0502020204030204" pitchFamily="34" charset="0"/>
              <a:ea typeface="新細明體" panose="02020500000000000000" pitchFamily="18" charset="-120"/>
              <a:cs typeface="Times New Roman" panose="02020603050405020304" pitchFamily="18" charset="0"/>
            </a:endParaRPr>
          </a:p>
          <a:p>
            <a:r>
              <a:rPr lang="en-US" altLang="zh-HK" sz="2000" kern="100">
                <a:solidFill>
                  <a:srgbClr val="1F1F1F"/>
                </a:solidFill>
                <a:effectLst/>
                <a:latin typeface="Arial" panose="020B0604020202020204" pitchFamily="34" charset="0"/>
                <a:ea typeface="新細明體" panose="02020500000000000000" pitchFamily="18" charset="-120"/>
                <a:cs typeface="Times New Roman" panose="02020603050405020304" pitchFamily="18" charset="0"/>
              </a:rPr>
              <a:t> </a:t>
            </a:r>
            <a:endParaRPr lang="zh-TW" altLang="zh-HK" sz="2000" kern="100">
              <a:effectLst/>
              <a:latin typeface="Calibri" panose="020F0502020204030204" pitchFamily="34" charset="0"/>
              <a:ea typeface="新細明體" panose="02020500000000000000" pitchFamily="18" charset="-120"/>
              <a:cs typeface="Times New Roman" panose="02020603050405020304" pitchFamily="18" charset="0"/>
            </a:endParaRPr>
          </a:p>
          <a:p>
            <a:r>
              <a:rPr lang="en-US" altLang="zh-HK" sz="2000" kern="100">
                <a:solidFill>
                  <a:srgbClr val="1F1F1F"/>
                </a:solidFill>
                <a:effectLst/>
                <a:latin typeface="Arial" panose="020B0604020202020204" pitchFamily="34" charset="0"/>
                <a:ea typeface="新細明體" panose="02020500000000000000" pitchFamily="18" charset="-120"/>
                <a:cs typeface="Times New Roman" panose="02020603050405020304" pitchFamily="18" charset="0"/>
              </a:rPr>
              <a:t>When people look at returns like 350% in 2024 and over 250% in 2025, the common assumption is that it requires high-risk gambling or predicting every minor market turn. The reality is radically different. As Jay Law emphasizes, world-class trading is not about being right 90% of the time; it’s about the mathematical asymmetry of your returns when you are right, coupled with strict capital protection. </a:t>
            </a:r>
            <a:endParaRPr lang="zh-TW" altLang="zh-HK" sz="2000" kern="100">
              <a:effectLst/>
              <a:latin typeface="Calibri" panose="020F0502020204030204" pitchFamily="34" charset="0"/>
              <a:ea typeface="新細明體" panose="02020500000000000000" pitchFamily="18" charset="-120"/>
              <a:cs typeface="Times New Roman" panose="02020603050405020304" pitchFamily="18" charset="0"/>
            </a:endParaRPr>
          </a:p>
          <a:p>
            <a:r>
              <a:rPr lang="en-US" altLang="zh-HK" sz="2000" kern="100">
                <a:solidFill>
                  <a:srgbClr val="1F1F1F"/>
                </a:solidFill>
                <a:effectLst/>
                <a:latin typeface="Arial" panose="020B0604020202020204" pitchFamily="34" charset="0"/>
                <a:ea typeface="新細明體" panose="02020500000000000000" pitchFamily="18" charset="-120"/>
                <a:cs typeface="Times New Roman" panose="02020603050405020304" pitchFamily="18" charset="0"/>
              </a:rPr>
              <a:t> </a:t>
            </a:r>
            <a:endParaRPr lang="zh-TW" altLang="zh-HK" sz="2000" kern="100">
              <a:effectLst/>
              <a:latin typeface="Calibri" panose="020F0502020204030204" pitchFamily="34" charset="0"/>
              <a:ea typeface="新細明體" panose="02020500000000000000" pitchFamily="18" charset="-120"/>
              <a:cs typeface="Times New Roman" panose="02020603050405020304" pitchFamily="18" charset="0"/>
            </a:endParaRPr>
          </a:p>
          <a:p>
            <a:r>
              <a:rPr lang="en-US" altLang="zh-HK" sz="2000" kern="100">
                <a:solidFill>
                  <a:srgbClr val="1F1F1F"/>
                </a:solidFill>
                <a:effectLst/>
                <a:latin typeface="Arial" panose="020B0604020202020204" pitchFamily="34" charset="0"/>
                <a:ea typeface="新細明體" panose="02020500000000000000" pitchFamily="18" charset="-120"/>
                <a:cs typeface="Times New Roman" panose="02020603050405020304" pitchFamily="18" charset="0"/>
              </a:rPr>
              <a:t>Over the next hour, we are going to break down how to blend technical precision with macroeconomic context, how to engineer personal rules that bypass human emotional flaws, and how to harness cutting-edge AI workflows to gain an unshakeable conviction in your open positions. Let’s dive in." </a:t>
            </a:r>
            <a:endParaRPr lang="zh-TW" altLang="zh-HK" sz="2000" kern="100">
              <a:effectLst/>
              <a:latin typeface="Calibri" panose="020F0502020204030204" pitchFamily="34" charset="0"/>
              <a:ea typeface="新細明體" panose="02020500000000000000" pitchFamily="18" charset="-120"/>
              <a:cs typeface="Times New Roman" panose="02020603050405020304" pitchFamily="18" charset="0"/>
            </a:endParaRPr>
          </a:p>
          <a:p>
            <a:r>
              <a:rPr lang="en-US" altLang="zh-HK" sz="2000" kern="100">
                <a:solidFill>
                  <a:srgbClr val="1F1F1F"/>
                </a:solidFill>
                <a:effectLst/>
                <a:latin typeface="Arial" panose="020B0604020202020204" pitchFamily="34" charset="0"/>
                <a:ea typeface="新細明體" panose="02020500000000000000" pitchFamily="18" charset="-120"/>
                <a:cs typeface="Times New Roman" panose="02020603050405020304" pitchFamily="18" charset="0"/>
              </a:rPr>
              <a:t> </a:t>
            </a:r>
          </a:p>
          <a:p>
            <a:endParaRPr lang="en-US" altLang="zh-HK" sz="2000" kern="100">
              <a:solidFill>
                <a:srgbClr val="1F1F1F"/>
              </a:solidFill>
              <a:effectLst/>
              <a:latin typeface="Arial" panose="020B0604020202020204" pitchFamily="34" charset="0"/>
              <a:ea typeface="新細明體" panose="02020500000000000000" pitchFamily="18" charset="-120"/>
              <a:cs typeface="Times New Roman" panose="02020603050405020304" pitchFamily="18" charset="0"/>
            </a:endParaRPr>
          </a:p>
          <a:p>
            <a:endParaRPr lang="en-US" altLang="zh-HK" sz="2000" kern="100">
              <a:solidFill>
                <a:srgbClr val="1F1F1F"/>
              </a:solidFill>
              <a:effectLst/>
              <a:latin typeface="Arial" panose="020B0604020202020204" pitchFamily="34" charset="0"/>
              <a:ea typeface="新細明體" panose="02020500000000000000" pitchFamily="18" charset="-120"/>
              <a:cs typeface="Times New Roman" panose="02020603050405020304" pitchFamily="18" charset="0"/>
            </a:endParaRPr>
          </a:p>
          <a:p>
            <a:endParaRPr lang="en-US" altLang="zh-HK" sz="2000" kern="100">
              <a:solidFill>
                <a:srgbClr val="1F1F1F"/>
              </a:solidFill>
              <a:effectLst/>
              <a:latin typeface="Arial" panose="020B0604020202020204" pitchFamily="34" charset="0"/>
              <a:ea typeface="新細明體" panose="02020500000000000000" pitchFamily="18" charset="-120"/>
              <a:cs typeface="Times New Roman" panose="02020603050405020304" pitchFamily="18" charset="0"/>
            </a:endParaRPr>
          </a:p>
          <a:p>
            <a:r>
              <a:rPr lang="en-US" altLang="zh-HK" sz="2000" kern="100">
                <a:solidFill>
                  <a:srgbClr val="1F1F1F"/>
                </a:solidFill>
                <a:effectLst/>
                <a:latin typeface="Arial" panose="020B0604020202020204" pitchFamily="34" charset="0"/>
                <a:ea typeface="新細明體" panose="02020500000000000000" pitchFamily="18" charset="-120"/>
                <a:cs typeface="Times New Roman" panose="02020603050405020304" pitchFamily="18" charset="0"/>
              </a:rPr>
              <a:t>16 Years Of Professional Trading Knowledge In Under 60 Minutes (2X World Trading Champion)</a:t>
            </a:r>
          </a:p>
          <a:p>
            <a:r>
              <a:rPr lang="en-US" altLang="zh-HK" sz="2000" kern="100">
                <a:solidFill>
                  <a:srgbClr val="1F1F1F"/>
                </a:solidFill>
                <a:effectLst/>
                <a:latin typeface="Arial" panose="020B0604020202020204" pitchFamily="34" charset="0"/>
                <a:ea typeface="新細明體" panose="02020500000000000000" pitchFamily="18" charset="-120"/>
                <a:cs typeface="Times New Roman" panose="02020603050405020304" pitchFamily="18" charset="0"/>
              </a:rPr>
              <a:t>https://www.youtube.com/watch?v=1NhqL2i5WkM</a:t>
            </a:r>
          </a:p>
          <a:p>
            <a:endParaRPr lang="zh-TW" altLang="zh-HK" sz="2000" kern="100">
              <a:effectLst/>
              <a:latin typeface="Calibri" panose="020F0502020204030204" pitchFamily="34" charset="0"/>
              <a:ea typeface="新細明體" panose="02020500000000000000" pitchFamily="18" charset="-120"/>
              <a:cs typeface="Times New Roman" panose="02020603050405020304" pitchFamily="18" charset="0"/>
            </a:endParaRPr>
          </a:p>
        </p:txBody>
      </p:sp>
    </p:spTree>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投影片影像版面配置區 1"/>
          <p:cNvSpPr>
            <a:spLocks noGrp="1" noRot="1" noChangeAspect="1"/>
          </p:cNvSpPr>
          <p:nvPr>
            <p:ph type="sldImg"/>
          </p:nvPr>
        </p:nvSpPr>
        <p:spPr>
          <a:xfrm>
            <a:off x="0" y="812800"/>
            <a:ext cx="0" cy="0"/>
          </a:xfrm>
        </p:spPr>
      </p:sp>
      <p:sp>
        <p:nvSpPr>
          <p:cNvPr id="3" name="備忘稿版面配置區 2"/>
          <p:cNvSpPr>
            <a:spLocks noGrp="1"/>
          </p:cNvSpPr>
          <p:nvPr>
            <p:ph type="body" idx="1"/>
          </p:nvPr>
        </p:nvSpPr>
        <p:spPr/>
        <p:txBody>
          <a:bodyPr/>
          <a:lstStyle/>
          <a:p>
            <a:pPr marL="342900" lvl="0" indent="-342900">
              <a:buSzPts val="1000"/>
              <a:buFont typeface="Symbol" panose="05050102010706020507" pitchFamily="18" charset="2"/>
              <a:buChar char=""/>
              <a:tabLst>
                <a:tab pos="457200" algn="l"/>
              </a:tabLst>
            </a:pPr>
            <a:r>
              <a:rPr lang="en-US" altLang="zh-HK" sz="1200" b="1" kern="100">
                <a:solidFill>
                  <a:srgbClr val="1F1F1F"/>
                </a:solidFill>
                <a:effectLst/>
                <a:latin typeface="Arial" panose="020B0604020202020204" pitchFamily="34" charset="0"/>
                <a:ea typeface="新細明體" panose="02020500000000000000" pitchFamily="18" charset="-120"/>
                <a:cs typeface="Times New Roman" panose="02020603050405020304" pitchFamily="18" charset="0"/>
              </a:rPr>
              <a:t>Target Delivery Time:</a:t>
            </a:r>
            <a:r>
              <a:rPr lang="en-US" altLang="zh-HK" sz="1200" kern="100">
                <a:solidFill>
                  <a:srgbClr val="1F1F1F"/>
                </a:solidFill>
                <a:effectLst/>
                <a:latin typeface="Arial" panose="020B0604020202020204" pitchFamily="34" charset="0"/>
                <a:ea typeface="新細明體" panose="02020500000000000000" pitchFamily="18" charset="-120"/>
                <a:cs typeface="Times New Roman" panose="02020603050405020304" pitchFamily="18" charset="0"/>
              </a:rPr>
              <a:t> 3:30 – 5:00 minutes</a:t>
            </a:r>
            <a:endParaRPr lang="zh-TW" altLang="zh-HK" sz="1200" kern="100">
              <a:solidFill>
                <a:srgbClr val="1F1F1F"/>
              </a:solidFill>
              <a:effectLst/>
              <a:latin typeface="Calibri" panose="020F0502020204030204" pitchFamily="34" charset="0"/>
              <a:ea typeface="新細明體" panose="02020500000000000000" pitchFamily="18" charset="-120"/>
              <a:cs typeface="Times New Roman" panose="02020603050405020304" pitchFamily="18" charset="0"/>
            </a:endParaRPr>
          </a:p>
          <a:p>
            <a:pPr marL="457200"/>
            <a:r>
              <a:rPr lang="en-US" altLang="zh-HK" sz="1200" kern="100">
                <a:solidFill>
                  <a:srgbClr val="1F1F1F"/>
                </a:solidFill>
                <a:effectLst/>
                <a:latin typeface="Arial" panose="020B0604020202020204" pitchFamily="34" charset="0"/>
                <a:ea typeface="新細明體" panose="02020500000000000000" pitchFamily="18" charset="-120"/>
                <a:cs typeface="Times New Roman" panose="02020603050405020304" pitchFamily="18" charset="0"/>
              </a:rPr>
              <a:t> </a:t>
            </a:r>
            <a:endParaRPr lang="zh-TW" altLang="zh-HK" sz="1200" kern="100">
              <a:effectLst/>
              <a:latin typeface="Calibri" panose="020F0502020204030204" pitchFamily="34" charset="0"/>
              <a:ea typeface="新細明體" panose="02020500000000000000" pitchFamily="18" charset="-120"/>
              <a:cs typeface="Times New Roman" panose="02020603050405020304" pitchFamily="18" charset="0"/>
            </a:endParaRPr>
          </a:p>
          <a:p>
            <a:pPr marL="457200"/>
            <a:r>
              <a:rPr lang="en-US" altLang="zh-HK" sz="1200" kern="100">
                <a:solidFill>
                  <a:srgbClr val="1F1F1F"/>
                </a:solidFill>
                <a:effectLst/>
                <a:latin typeface="Arial" panose="020B0604020202020204" pitchFamily="34" charset="0"/>
                <a:ea typeface="新細明體" panose="02020500000000000000" pitchFamily="18" charset="-120"/>
                <a:cs typeface="Times New Roman" panose="02020603050405020304" pitchFamily="18" charset="0"/>
              </a:rPr>
              <a:t> </a:t>
            </a:r>
            <a:endParaRPr lang="zh-TW" altLang="zh-HK" sz="1200" kern="100">
              <a:effectLst/>
              <a:latin typeface="Calibri" panose="020F0502020204030204" pitchFamily="34" charset="0"/>
              <a:ea typeface="新細明體" panose="02020500000000000000" pitchFamily="18" charset="-120"/>
              <a:cs typeface="Times New Roman" panose="02020603050405020304" pitchFamily="18" charset="0"/>
            </a:endParaRPr>
          </a:p>
          <a:p>
            <a:pPr>
              <a:lnSpc>
                <a:spcPct val="300000"/>
              </a:lnSpc>
            </a:pPr>
            <a:r>
              <a:rPr lang="en-US" altLang="zh-HK" sz="1800" b="1" kern="100">
                <a:solidFill>
                  <a:srgbClr val="1F1F1F"/>
                </a:solidFill>
                <a:effectLst/>
                <a:latin typeface="Arial" panose="020B0604020202020204" pitchFamily="34" charset="0"/>
                <a:ea typeface="新細明體" panose="02020500000000000000" pitchFamily="18" charset="-120"/>
                <a:cs typeface="Times New Roman" panose="02020603050405020304" pitchFamily="18" charset="0"/>
              </a:rPr>
              <a:t>Key Talking Points &amp; Concepts</a:t>
            </a:r>
            <a:endParaRPr lang="zh-TW" altLang="zh-HK" sz="1800" b="1" kern="100">
              <a:effectLst/>
              <a:latin typeface="Calibri Light" panose="020F0302020204030204" pitchFamily="34" charset="0"/>
              <a:ea typeface="新細明體" panose="02020500000000000000" pitchFamily="18" charset="-120"/>
              <a:cs typeface="Times New Roman" panose="02020603050405020304" pitchFamily="18" charset="0"/>
            </a:endParaRPr>
          </a:p>
          <a:p>
            <a:pPr marL="342900" lvl="0" indent="-342900">
              <a:buSzPts val="1000"/>
              <a:buFont typeface="Symbol" panose="05050102010706020507" pitchFamily="18" charset="2"/>
              <a:buChar char=""/>
              <a:tabLst>
                <a:tab pos="457200" algn="l"/>
              </a:tabLst>
            </a:pPr>
            <a:r>
              <a:rPr lang="en-US" altLang="zh-HK" sz="1200" b="1" kern="100">
                <a:solidFill>
                  <a:srgbClr val="1F1F1F"/>
                </a:solidFill>
                <a:effectLst/>
                <a:latin typeface="Arial" panose="020B0604020202020204" pitchFamily="34" charset="0"/>
                <a:ea typeface="新細明體" panose="02020500000000000000" pitchFamily="18" charset="-120"/>
                <a:cs typeface="Times New Roman" panose="02020603050405020304" pitchFamily="18" charset="0"/>
              </a:rPr>
              <a:t>The Asymmetry Axiom:</a:t>
            </a:r>
            <a:r>
              <a:rPr lang="en-US" altLang="zh-HK" sz="1200" kern="100">
                <a:solidFill>
                  <a:srgbClr val="1F1F1F"/>
                </a:solidFill>
                <a:effectLst/>
                <a:latin typeface="Arial" panose="020B0604020202020204" pitchFamily="34" charset="0"/>
                <a:ea typeface="新細明體" panose="02020500000000000000" pitchFamily="18" charset="-120"/>
                <a:cs typeface="Times New Roman" panose="02020603050405020304" pitchFamily="18" charset="0"/>
              </a:rPr>
              <a:t> </a:t>
            </a:r>
            <a:r>
              <a:rPr lang="en-US" altLang="zh-HK" sz="1200" i="1" kern="100">
                <a:solidFill>
                  <a:srgbClr val="1F1F1F"/>
                </a:solidFill>
                <a:effectLst/>
                <a:latin typeface="Arial" panose="020B0604020202020204" pitchFamily="34" charset="0"/>
                <a:ea typeface="新細明體" panose="02020500000000000000" pitchFamily="18" charset="-120"/>
                <a:cs typeface="Times New Roman" panose="02020603050405020304" pitchFamily="18" charset="0"/>
              </a:rPr>
              <a:t>"Even if I am wrong 80% of the time, mathematically, I can still profit without losing money."</a:t>
            </a:r>
            <a:r>
              <a:rPr lang="en-US" altLang="zh-HK" sz="1200" kern="100">
                <a:solidFill>
                  <a:srgbClr val="1F1F1F"/>
                </a:solidFill>
                <a:effectLst/>
                <a:latin typeface="Arial" panose="020B0604020202020204" pitchFamily="34" charset="0"/>
                <a:ea typeface="新細明體" panose="02020500000000000000" pitchFamily="18" charset="-120"/>
                <a:cs typeface="Times New Roman" panose="02020603050405020304" pitchFamily="18" charset="0"/>
              </a:rPr>
              <a:t> </a:t>
            </a:r>
            <a:endParaRPr lang="zh-TW" altLang="zh-HK" sz="1200" kern="100">
              <a:solidFill>
                <a:srgbClr val="1F1F1F"/>
              </a:solidFill>
              <a:effectLst/>
              <a:latin typeface="Calibri" panose="020F0502020204030204" pitchFamily="34" charset="0"/>
              <a:ea typeface="新細明體" panose="02020500000000000000" pitchFamily="18" charset="-120"/>
              <a:cs typeface="Times New Roman" panose="02020603050405020304" pitchFamily="18" charset="0"/>
            </a:endParaRPr>
          </a:p>
          <a:p>
            <a:pPr marL="457200"/>
            <a:r>
              <a:rPr lang="en-US" altLang="zh-HK" sz="1200" kern="100">
                <a:solidFill>
                  <a:srgbClr val="1F1F1F"/>
                </a:solidFill>
                <a:effectLst/>
                <a:latin typeface="Arial" panose="020B0604020202020204" pitchFamily="34" charset="0"/>
                <a:ea typeface="新細明體" panose="02020500000000000000" pitchFamily="18" charset="-120"/>
                <a:cs typeface="Times New Roman" panose="02020603050405020304" pitchFamily="18" charset="0"/>
              </a:rPr>
              <a:t> </a:t>
            </a:r>
            <a:endParaRPr lang="zh-TW" altLang="zh-HK" sz="1200" kern="100">
              <a:effectLst/>
              <a:latin typeface="Calibri" panose="020F0502020204030204" pitchFamily="34" charset="0"/>
              <a:ea typeface="新細明體" panose="02020500000000000000" pitchFamily="18" charset="-120"/>
              <a:cs typeface="Times New Roman" panose="02020603050405020304" pitchFamily="18" charset="0"/>
            </a:endParaRPr>
          </a:p>
          <a:p>
            <a:pPr marL="342900" lvl="0" indent="-342900">
              <a:buSzPts val="1000"/>
              <a:buFont typeface="Symbol" panose="05050102010706020507" pitchFamily="18" charset="2"/>
              <a:buChar char=""/>
              <a:tabLst>
                <a:tab pos="457200" algn="l"/>
              </a:tabLst>
            </a:pPr>
            <a:r>
              <a:rPr lang="en-US" altLang="zh-HK" sz="1200" b="1" kern="100">
                <a:solidFill>
                  <a:srgbClr val="1F1F1F"/>
                </a:solidFill>
                <a:effectLst/>
                <a:latin typeface="Arial" panose="020B0604020202020204" pitchFamily="34" charset="0"/>
                <a:ea typeface="新細明體" panose="02020500000000000000" pitchFamily="18" charset="-120"/>
                <a:cs typeface="Times New Roman" panose="02020603050405020304" pitchFamily="18" charset="0"/>
              </a:rPr>
              <a:t>Conviction vs. Forecast:</a:t>
            </a:r>
            <a:r>
              <a:rPr lang="en-US" altLang="zh-HK" sz="1200" kern="100">
                <a:solidFill>
                  <a:srgbClr val="1F1F1F"/>
                </a:solidFill>
                <a:effectLst/>
                <a:latin typeface="Arial" panose="020B0604020202020204" pitchFamily="34" charset="0"/>
                <a:ea typeface="新細明體" panose="02020500000000000000" pitchFamily="18" charset="-120"/>
                <a:cs typeface="Times New Roman" panose="02020603050405020304" pitchFamily="18" charset="0"/>
              </a:rPr>
              <a:t> You do not need high accuracy if your reward-to-risk ratio is $4:1$ or $5:1$. </a:t>
            </a:r>
            <a:endParaRPr lang="zh-TW" altLang="zh-HK" sz="1200" kern="100">
              <a:solidFill>
                <a:srgbClr val="1F1F1F"/>
              </a:solidFill>
              <a:effectLst/>
              <a:latin typeface="Calibri" panose="020F0502020204030204" pitchFamily="34" charset="0"/>
              <a:ea typeface="新細明體" panose="02020500000000000000" pitchFamily="18" charset="-120"/>
              <a:cs typeface="Times New Roman" panose="02020603050405020304" pitchFamily="18" charset="0"/>
            </a:endParaRPr>
          </a:p>
          <a:p>
            <a:pPr marL="457200"/>
            <a:r>
              <a:rPr lang="en-US" altLang="zh-HK" sz="1200" kern="100">
                <a:solidFill>
                  <a:srgbClr val="1F1F1F"/>
                </a:solidFill>
                <a:effectLst/>
                <a:latin typeface="Arial" panose="020B0604020202020204" pitchFamily="34" charset="0"/>
                <a:ea typeface="新細明體" panose="02020500000000000000" pitchFamily="18" charset="-120"/>
                <a:cs typeface="Times New Roman" panose="02020603050405020304" pitchFamily="18" charset="0"/>
              </a:rPr>
              <a:t> </a:t>
            </a:r>
            <a:endParaRPr lang="zh-TW" altLang="zh-HK" sz="1200" kern="100">
              <a:effectLst/>
              <a:latin typeface="Calibri" panose="020F0502020204030204" pitchFamily="34" charset="0"/>
              <a:ea typeface="新細明體" panose="02020500000000000000" pitchFamily="18" charset="-120"/>
              <a:cs typeface="Times New Roman" panose="02020603050405020304" pitchFamily="18" charset="0"/>
            </a:endParaRPr>
          </a:p>
          <a:p>
            <a:pPr marL="342900" lvl="0" indent="-342900">
              <a:buSzPts val="1000"/>
              <a:buFont typeface="Symbol" panose="05050102010706020507" pitchFamily="18" charset="2"/>
              <a:buChar char=""/>
              <a:tabLst>
                <a:tab pos="457200" algn="l"/>
              </a:tabLst>
            </a:pPr>
            <a:r>
              <a:rPr lang="en-US" altLang="zh-HK" sz="1200" b="1" kern="100">
                <a:solidFill>
                  <a:srgbClr val="1F1F1F"/>
                </a:solidFill>
                <a:effectLst/>
                <a:latin typeface="Arial" panose="020B0604020202020204" pitchFamily="34" charset="0"/>
                <a:ea typeface="新細明體" panose="02020500000000000000" pitchFamily="18" charset="-120"/>
                <a:cs typeface="Times New Roman" panose="02020603050405020304" pitchFamily="18" charset="0"/>
              </a:rPr>
              <a:t>True Market Drivers:</a:t>
            </a:r>
            <a:r>
              <a:rPr lang="en-US" altLang="zh-HK" sz="1200" kern="100">
                <a:solidFill>
                  <a:srgbClr val="1F1F1F"/>
                </a:solidFill>
                <a:effectLst/>
                <a:latin typeface="Arial" panose="020B0604020202020204" pitchFamily="34" charset="0"/>
                <a:ea typeface="新細明體" panose="02020500000000000000" pitchFamily="18" charset="-120"/>
                <a:cs typeface="Times New Roman" panose="02020603050405020304" pitchFamily="18" charset="0"/>
              </a:rPr>
              <a:t> Real holding conviction comes from knowing the underlying macro catalyst driving price, not just drawing lines on a chart. </a:t>
            </a:r>
            <a:endParaRPr lang="zh-TW" altLang="zh-HK" sz="1200" kern="100">
              <a:solidFill>
                <a:srgbClr val="1F1F1F"/>
              </a:solidFill>
              <a:effectLst/>
              <a:latin typeface="Calibri" panose="020F0502020204030204" pitchFamily="34" charset="0"/>
              <a:ea typeface="新細明體" panose="02020500000000000000" pitchFamily="18" charset="-120"/>
              <a:cs typeface="Times New Roman" panose="02020603050405020304" pitchFamily="18" charset="0"/>
            </a:endParaRPr>
          </a:p>
          <a:p>
            <a:pPr marL="457200"/>
            <a:r>
              <a:rPr lang="en-US" altLang="zh-HK" sz="1200" kern="100">
                <a:solidFill>
                  <a:srgbClr val="1F1F1F"/>
                </a:solidFill>
                <a:effectLst/>
                <a:latin typeface="Arial" panose="020B0604020202020204" pitchFamily="34" charset="0"/>
                <a:ea typeface="新細明體" panose="02020500000000000000" pitchFamily="18" charset="-120"/>
                <a:cs typeface="Times New Roman" panose="02020603050405020304" pitchFamily="18" charset="0"/>
              </a:rPr>
              <a:t> </a:t>
            </a:r>
            <a:endParaRPr lang="zh-TW" altLang="zh-HK" sz="1200" kern="100">
              <a:effectLst/>
              <a:latin typeface="Calibri" panose="020F0502020204030204" pitchFamily="34" charset="0"/>
              <a:ea typeface="新細明體" panose="02020500000000000000" pitchFamily="18" charset="-120"/>
              <a:cs typeface="Times New Roman" panose="02020603050405020304" pitchFamily="18" charset="0"/>
            </a:endParaRPr>
          </a:p>
          <a:p>
            <a:pPr>
              <a:lnSpc>
                <a:spcPct val="300000"/>
              </a:lnSpc>
            </a:pPr>
            <a:r>
              <a:rPr lang="en-US" altLang="zh-HK" sz="1800" b="1" kern="100">
                <a:solidFill>
                  <a:srgbClr val="1F1F1F"/>
                </a:solidFill>
                <a:effectLst/>
                <a:latin typeface="Arial" panose="020B0604020202020204" pitchFamily="34" charset="0"/>
                <a:ea typeface="新細明體" panose="02020500000000000000" pitchFamily="18" charset="-120"/>
                <a:cs typeface="Times New Roman" panose="02020603050405020304" pitchFamily="18" charset="0"/>
              </a:rPr>
              <a:t>Speaker Script</a:t>
            </a:r>
            <a:endParaRPr lang="zh-TW" altLang="zh-HK" sz="1800" b="1" kern="100">
              <a:effectLst/>
              <a:latin typeface="Calibri Light" panose="020F0302020204030204" pitchFamily="34" charset="0"/>
              <a:ea typeface="新細明體" panose="02020500000000000000" pitchFamily="18" charset="-120"/>
              <a:cs typeface="Times New Roman" panose="02020603050405020304" pitchFamily="18" charset="0"/>
            </a:endParaRPr>
          </a:p>
          <a:p>
            <a:r>
              <a:rPr lang="en-US" altLang="zh-HK" sz="1200" kern="100">
                <a:solidFill>
                  <a:srgbClr val="1F1F1F"/>
                </a:solidFill>
                <a:effectLst/>
                <a:latin typeface="Arial" panose="020B0604020202020204" pitchFamily="34" charset="0"/>
                <a:ea typeface="新細明體" panose="02020500000000000000" pitchFamily="18" charset="-120"/>
                <a:cs typeface="Times New Roman" panose="02020603050405020304" pitchFamily="18" charset="0"/>
              </a:rPr>
              <a:t>"Let’s start with a quote from Jay Law that completely flips retail trading wisdom on its head: </a:t>
            </a:r>
            <a:r>
              <a:rPr lang="en-US" altLang="zh-HK" sz="1200" i="1" kern="100">
                <a:solidFill>
                  <a:srgbClr val="1F1F1F"/>
                </a:solidFill>
                <a:effectLst/>
                <a:latin typeface="Arial" panose="020B0604020202020204" pitchFamily="34" charset="0"/>
                <a:ea typeface="新細明體" panose="02020500000000000000" pitchFamily="18" charset="-120"/>
                <a:cs typeface="Times New Roman" panose="02020603050405020304" pitchFamily="18" charset="0"/>
              </a:rPr>
              <a:t>'Even if I am wrong 80% of the time, mathematically, I can still profit without losing money.'</a:t>
            </a:r>
            <a:r>
              <a:rPr lang="en-US" altLang="zh-HK" sz="1200" kern="100">
                <a:solidFill>
                  <a:srgbClr val="1F1F1F"/>
                </a:solidFill>
                <a:effectLst/>
                <a:latin typeface="Arial" panose="020B0604020202020204" pitchFamily="34" charset="0"/>
                <a:ea typeface="新細明體" panose="02020500000000000000" pitchFamily="18" charset="-120"/>
                <a:cs typeface="Times New Roman" panose="02020603050405020304" pitchFamily="18" charset="0"/>
              </a:rPr>
              <a:t> </a:t>
            </a:r>
            <a:endParaRPr lang="zh-TW" altLang="zh-HK" sz="1200" kern="100">
              <a:effectLst/>
              <a:latin typeface="Calibri" panose="020F0502020204030204" pitchFamily="34" charset="0"/>
              <a:ea typeface="新細明體" panose="02020500000000000000" pitchFamily="18" charset="-120"/>
              <a:cs typeface="Times New Roman" panose="02020603050405020304" pitchFamily="18" charset="0"/>
            </a:endParaRPr>
          </a:p>
          <a:p>
            <a:r>
              <a:rPr lang="en-US" altLang="zh-HK" sz="1200" kern="100">
                <a:solidFill>
                  <a:srgbClr val="1F1F1F"/>
                </a:solidFill>
                <a:effectLst/>
                <a:latin typeface="Arial" panose="020B0604020202020204" pitchFamily="34" charset="0"/>
                <a:ea typeface="新細明體" panose="02020500000000000000" pitchFamily="18" charset="-120"/>
                <a:cs typeface="Times New Roman" panose="02020603050405020304" pitchFamily="18" charset="0"/>
              </a:rPr>
              <a:t> </a:t>
            </a:r>
            <a:endParaRPr lang="zh-TW" altLang="zh-HK" sz="1200" kern="100">
              <a:effectLst/>
              <a:latin typeface="Calibri" panose="020F0502020204030204" pitchFamily="34" charset="0"/>
              <a:ea typeface="新細明體" panose="02020500000000000000" pitchFamily="18" charset="-120"/>
              <a:cs typeface="Times New Roman" panose="02020603050405020304" pitchFamily="18" charset="0"/>
            </a:endParaRPr>
          </a:p>
          <a:p>
            <a:r>
              <a:rPr lang="en-US" altLang="zh-HK" sz="1200" kern="100">
                <a:solidFill>
                  <a:srgbClr val="1F1F1F"/>
                </a:solidFill>
                <a:effectLst/>
                <a:latin typeface="Arial" panose="020B0604020202020204" pitchFamily="34" charset="0"/>
                <a:ea typeface="新細明體" panose="02020500000000000000" pitchFamily="18" charset="-120"/>
                <a:cs typeface="Times New Roman" panose="02020603050405020304" pitchFamily="18" charset="0"/>
              </a:rPr>
              <a:t>Most retail traders spend years hunting for a 'holy grail' setup with an 80% or 90% win rate. Champion-level traders focus entirely on payout asymmetry. If your average winning trade generates 4 to 5 times the risk you take, your win rate can drop to 20% or 30%, and you will still generate massive, steady portfolio growth over time. </a:t>
            </a:r>
            <a:endParaRPr lang="zh-TW" altLang="zh-HK" sz="1200" kern="100">
              <a:effectLst/>
              <a:latin typeface="Calibri" panose="020F0502020204030204" pitchFamily="34" charset="0"/>
              <a:ea typeface="新細明體" panose="02020500000000000000" pitchFamily="18" charset="-120"/>
              <a:cs typeface="Times New Roman" panose="02020603050405020304" pitchFamily="18" charset="0"/>
            </a:endParaRPr>
          </a:p>
          <a:p>
            <a:r>
              <a:rPr lang="en-US" altLang="zh-HK" sz="1200" kern="100">
                <a:solidFill>
                  <a:srgbClr val="1F1F1F"/>
                </a:solidFill>
                <a:effectLst/>
                <a:latin typeface="Arial" panose="020B0604020202020204" pitchFamily="34" charset="0"/>
                <a:ea typeface="新細明體" panose="02020500000000000000" pitchFamily="18" charset="-120"/>
                <a:cs typeface="Times New Roman" panose="02020603050405020304" pitchFamily="18" charset="0"/>
              </a:rPr>
              <a:t> </a:t>
            </a:r>
            <a:endParaRPr lang="zh-TW" altLang="zh-HK" sz="1200" kern="100">
              <a:effectLst/>
              <a:latin typeface="Calibri" panose="020F0502020204030204" pitchFamily="34" charset="0"/>
              <a:ea typeface="新細明體" panose="02020500000000000000" pitchFamily="18" charset="-120"/>
              <a:cs typeface="Times New Roman" panose="02020603050405020304" pitchFamily="18" charset="0"/>
            </a:endParaRPr>
          </a:p>
          <a:p>
            <a:r>
              <a:rPr lang="en-US" altLang="zh-HK" sz="1200" kern="100">
                <a:solidFill>
                  <a:srgbClr val="1F1F1F"/>
                </a:solidFill>
                <a:effectLst/>
                <a:latin typeface="Arial" panose="020B0604020202020204" pitchFamily="34" charset="0"/>
                <a:ea typeface="新細明體" panose="02020500000000000000" pitchFamily="18" charset="-120"/>
                <a:cs typeface="Times New Roman" panose="02020603050405020304" pitchFamily="18" charset="0"/>
              </a:rPr>
              <a:t>But here is the catch: to capture a 5x reward, you have to hold positions through normal market noise and temporary pullbacks. And as Jay points out, if you don't understand the real macroeconomic and thematic drivers behind why a stock is moving, you will lack the conviction to sit on your hands and hold those asymmetric positions to their full potential." </a:t>
            </a:r>
            <a:endParaRPr lang="zh-TW" altLang="zh-HK" sz="1200" kern="100">
              <a:effectLst/>
              <a:latin typeface="Calibri" panose="020F0502020204030204" pitchFamily="34" charset="0"/>
              <a:ea typeface="新細明體" panose="02020500000000000000" pitchFamily="18" charset="-120"/>
              <a:cs typeface="Times New Roman" panose="02020603050405020304" pitchFamily="18" charset="0"/>
            </a:endParaRPr>
          </a:p>
          <a:p>
            <a:r>
              <a:rPr lang="en-US" altLang="zh-HK" sz="1200" kern="100">
                <a:solidFill>
                  <a:srgbClr val="1F1F1F"/>
                </a:solidFill>
                <a:effectLst/>
                <a:latin typeface="Arial" panose="020B0604020202020204" pitchFamily="34" charset="0"/>
                <a:ea typeface="新細明體" panose="02020500000000000000" pitchFamily="18" charset="-120"/>
                <a:cs typeface="Times New Roman" panose="02020603050405020304" pitchFamily="18" charset="0"/>
              </a:rPr>
              <a:t> </a:t>
            </a:r>
            <a:endParaRPr lang="zh-TW" altLang="zh-HK" sz="1200" kern="100">
              <a:effectLst/>
              <a:latin typeface="Calibri" panose="020F0502020204030204" pitchFamily="34" charset="0"/>
              <a:ea typeface="新細明體" panose="02020500000000000000" pitchFamily="18" charset="-120"/>
              <a:cs typeface="Times New Roman" panose="02020603050405020304" pitchFamily="18" charset="0"/>
            </a:endParaRPr>
          </a:p>
        </p:txBody>
      </p:sp>
      <p:sp>
        <p:nvSpPr>
          <p:cNvPr id="4" name="投影片編號版面配置區 3"/>
          <p:cNvSpPr>
            <a:spLocks noGrp="1"/>
          </p:cNvSpPr>
          <p:nvPr>
            <p:ph type="sldNum" idx="36"/>
          </p:nvPr>
        </p:nvSpPr>
        <p:spPr/>
        <p:txBody>
          <a:bodyPr/>
          <a:lstStyle/>
          <a:p>
            <a:pPr indent="0" algn="r">
              <a:buNone/>
            </a:pPr>
            <a:fld id="{822D1EAF-E52E-475F-9EA3-ADE268F2DE0E}" type="slidenum">
              <a:rPr lang="en-US" sz="1400" b="0" u="none" strike="noStrike" smtClean="0">
                <a:solidFill>
                  <a:srgbClr val="000000"/>
                </a:solidFill>
                <a:effectLst/>
                <a:uFillTx/>
                <a:latin typeface="Times New Roman"/>
              </a:rPr>
              <a:t>2</a:t>
            </a:fld>
            <a:endParaRPr lang="en-US" sz="1400" b="0" u="none" strike="noStrike">
              <a:solidFill>
                <a:srgbClr val="000000"/>
              </a:solidFill>
              <a:effectLst/>
              <a:uFillTx/>
              <a:latin typeface="Times New Roman"/>
            </a:endParaRPr>
          </a:p>
        </p:txBody>
      </p:sp>
    </p:spTree>
    <p:extLst>
      <p:ext uri="{BB962C8B-B14F-4D97-AF65-F5344CB8AC3E}">
        <p14:creationId xmlns:p14="http://schemas.microsoft.com/office/powerpoint/2010/main" val="3227284325"/>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投影片影像版面配置區 1"/>
          <p:cNvSpPr>
            <a:spLocks noGrp="1" noRot="1" noChangeAspect="1"/>
          </p:cNvSpPr>
          <p:nvPr>
            <p:ph type="sldImg"/>
          </p:nvPr>
        </p:nvSpPr>
        <p:spPr>
          <a:xfrm>
            <a:off x="0" y="812800"/>
            <a:ext cx="0" cy="0"/>
          </a:xfrm>
        </p:spPr>
      </p:sp>
      <p:sp>
        <p:nvSpPr>
          <p:cNvPr id="3" name="備忘稿版面配置區 2"/>
          <p:cNvSpPr>
            <a:spLocks noGrp="1"/>
          </p:cNvSpPr>
          <p:nvPr>
            <p:ph type="body" idx="1"/>
          </p:nvPr>
        </p:nvSpPr>
        <p:spPr/>
        <p:txBody>
          <a:bodyPr/>
          <a:lstStyle/>
          <a:p>
            <a:pPr marL="342900" lvl="0" indent="-342900">
              <a:buSzPts val="1000"/>
              <a:buFont typeface="Symbol" panose="05050102010706020507" pitchFamily="18" charset="2"/>
              <a:buChar char=""/>
              <a:tabLst>
                <a:tab pos="457200" algn="l"/>
              </a:tabLst>
            </a:pPr>
            <a:r>
              <a:rPr lang="en-US" altLang="zh-HK" sz="1200" b="1" kern="100">
                <a:solidFill>
                  <a:srgbClr val="1F1F1F"/>
                </a:solidFill>
                <a:effectLst/>
                <a:latin typeface="Arial" panose="020B0604020202020204" pitchFamily="34" charset="0"/>
                <a:ea typeface="新細明體" panose="02020500000000000000" pitchFamily="18" charset="-120"/>
                <a:cs typeface="Times New Roman" panose="02020603050405020304" pitchFamily="18" charset="0"/>
              </a:rPr>
              <a:t>Target Delivery Time:</a:t>
            </a:r>
            <a:r>
              <a:rPr lang="en-US" altLang="zh-HK" sz="1200" kern="100">
                <a:solidFill>
                  <a:srgbClr val="1F1F1F"/>
                </a:solidFill>
                <a:effectLst/>
                <a:latin typeface="Arial" panose="020B0604020202020204" pitchFamily="34" charset="0"/>
                <a:ea typeface="新細明體" panose="02020500000000000000" pitchFamily="18" charset="-120"/>
                <a:cs typeface="Times New Roman" panose="02020603050405020304" pitchFamily="18" charset="0"/>
              </a:rPr>
              <a:t> 4:00 – 5:30 minutes</a:t>
            </a:r>
            <a:endParaRPr lang="zh-TW" altLang="zh-HK" sz="1200" kern="100">
              <a:solidFill>
                <a:srgbClr val="1F1F1F"/>
              </a:solidFill>
              <a:effectLst/>
              <a:latin typeface="Calibri" panose="020F0502020204030204" pitchFamily="34" charset="0"/>
              <a:ea typeface="新細明體" panose="02020500000000000000" pitchFamily="18" charset="-120"/>
              <a:cs typeface="Times New Roman" panose="02020603050405020304" pitchFamily="18" charset="0"/>
            </a:endParaRPr>
          </a:p>
          <a:p>
            <a:pPr marL="457200"/>
            <a:r>
              <a:rPr lang="en-US" altLang="zh-HK" sz="1200" kern="100">
                <a:solidFill>
                  <a:srgbClr val="1F1F1F"/>
                </a:solidFill>
                <a:effectLst/>
                <a:latin typeface="Arial" panose="020B0604020202020204" pitchFamily="34" charset="0"/>
                <a:ea typeface="新細明體" panose="02020500000000000000" pitchFamily="18" charset="-120"/>
                <a:cs typeface="Times New Roman" panose="02020603050405020304" pitchFamily="18" charset="0"/>
              </a:rPr>
              <a:t> </a:t>
            </a:r>
            <a:endParaRPr lang="zh-TW" altLang="zh-HK" sz="1200" kern="100">
              <a:effectLst/>
              <a:latin typeface="Calibri" panose="020F0502020204030204" pitchFamily="34" charset="0"/>
              <a:ea typeface="新細明體" panose="02020500000000000000" pitchFamily="18" charset="-120"/>
              <a:cs typeface="Times New Roman" panose="02020603050405020304" pitchFamily="18" charset="0"/>
            </a:endParaRPr>
          </a:p>
          <a:p>
            <a:pPr marL="457200"/>
            <a:r>
              <a:rPr lang="en-US" altLang="zh-HK" sz="1200" kern="100">
                <a:solidFill>
                  <a:srgbClr val="1F1F1F"/>
                </a:solidFill>
                <a:effectLst/>
                <a:latin typeface="Arial" panose="020B0604020202020204" pitchFamily="34" charset="0"/>
                <a:ea typeface="新細明體" panose="02020500000000000000" pitchFamily="18" charset="-120"/>
                <a:cs typeface="Times New Roman" panose="02020603050405020304" pitchFamily="18" charset="0"/>
              </a:rPr>
              <a:t> </a:t>
            </a:r>
            <a:endParaRPr lang="zh-TW" altLang="zh-HK" sz="1200" kern="100">
              <a:effectLst/>
              <a:latin typeface="Calibri" panose="020F0502020204030204" pitchFamily="34" charset="0"/>
              <a:ea typeface="新細明體" panose="02020500000000000000" pitchFamily="18" charset="-120"/>
              <a:cs typeface="Times New Roman" panose="02020603050405020304" pitchFamily="18" charset="0"/>
            </a:endParaRPr>
          </a:p>
          <a:p>
            <a:pPr>
              <a:lnSpc>
                <a:spcPct val="300000"/>
              </a:lnSpc>
            </a:pPr>
            <a:r>
              <a:rPr lang="en-US" altLang="zh-HK" sz="1800" b="1" kern="100">
                <a:solidFill>
                  <a:srgbClr val="1F1F1F"/>
                </a:solidFill>
                <a:effectLst/>
                <a:latin typeface="Arial" panose="020B0604020202020204" pitchFamily="34" charset="0"/>
                <a:ea typeface="新細明體" panose="02020500000000000000" pitchFamily="18" charset="-120"/>
                <a:cs typeface="Times New Roman" panose="02020603050405020304" pitchFamily="18" charset="0"/>
              </a:rPr>
              <a:t>Key Talking Points &amp; Concepts</a:t>
            </a:r>
            <a:endParaRPr lang="zh-TW" altLang="zh-HK" sz="1800" b="1" kern="100">
              <a:effectLst/>
              <a:latin typeface="Calibri Light" panose="020F0302020204030204" pitchFamily="34" charset="0"/>
              <a:ea typeface="新細明體" panose="02020500000000000000" pitchFamily="18" charset="-120"/>
              <a:cs typeface="Times New Roman" panose="02020603050405020304" pitchFamily="18" charset="0"/>
            </a:endParaRPr>
          </a:p>
          <a:p>
            <a:pPr marL="342900" lvl="0" indent="-342900">
              <a:buSzPts val="1000"/>
              <a:buFont typeface="Symbol" panose="05050102010706020507" pitchFamily="18" charset="2"/>
              <a:buChar char=""/>
              <a:tabLst>
                <a:tab pos="457200" algn="l"/>
              </a:tabLst>
            </a:pPr>
            <a:r>
              <a:rPr lang="en-US" altLang="zh-HK" sz="1200" b="1" kern="100">
                <a:solidFill>
                  <a:srgbClr val="1F1F1F"/>
                </a:solidFill>
                <a:effectLst/>
                <a:latin typeface="Arial" panose="020B0604020202020204" pitchFamily="34" charset="0"/>
                <a:ea typeface="新細明體" panose="02020500000000000000" pitchFamily="18" charset="-120"/>
                <a:cs typeface="Times New Roman" panose="02020603050405020304" pitchFamily="18" charset="0"/>
              </a:rPr>
              <a:t>Evolution of a Trader:</a:t>
            </a:r>
            <a:r>
              <a:rPr lang="en-US" altLang="zh-HK" sz="1200" kern="100">
                <a:solidFill>
                  <a:srgbClr val="1F1F1F"/>
                </a:solidFill>
                <a:effectLst/>
                <a:latin typeface="Arial" panose="020B0604020202020204" pitchFamily="34" charset="0"/>
                <a:ea typeface="新細明體" panose="02020500000000000000" pitchFamily="18" charset="-120"/>
                <a:cs typeface="Times New Roman" panose="02020603050405020304" pitchFamily="18" charset="0"/>
              </a:rPr>
              <a:t> Transitioning from early-career micro-swing/day trading (5-minute charts) to thematic position trading (weekly charts). </a:t>
            </a:r>
            <a:endParaRPr lang="zh-TW" altLang="zh-HK" sz="1200" kern="100">
              <a:solidFill>
                <a:srgbClr val="1F1F1F"/>
              </a:solidFill>
              <a:effectLst/>
              <a:latin typeface="Calibri" panose="020F0502020204030204" pitchFamily="34" charset="0"/>
              <a:ea typeface="新細明體" panose="02020500000000000000" pitchFamily="18" charset="-120"/>
              <a:cs typeface="Times New Roman" panose="02020603050405020304" pitchFamily="18" charset="0"/>
            </a:endParaRPr>
          </a:p>
          <a:p>
            <a:pPr marL="457200"/>
            <a:r>
              <a:rPr lang="en-US" altLang="zh-HK" sz="1200" kern="100">
                <a:solidFill>
                  <a:srgbClr val="1F1F1F"/>
                </a:solidFill>
                <a:effectLst/>
                <a:latin typeface="Arial" panose="020B0604020202020204" pitchFamily="34" charset="0"/>
                <a:ea typeface="新細明體" panose="02020500000000000000" pitchFamily="18" charset="-120"/>
                <a:cs typeface="Times New Roman" panose="02020603050405020304" pitchFamily="18" charset="0"/>
              </a:rPr>
              <a:t> </a:t>
            </a:r>
            <a:endParaRPr lang="zh-TW" altLang="zh-HK" sz="1200" kern="100">
              <a:effectLst/>
              <a:latin typeface="Calibri" panose="020F0502020204030204" pitchFamily="34" charset="0"/>
              <a:ea typeface="新細明體" panose="02020500000000000000" pitchFamily="18" charset="-120"/>
              <a:cs typeface="Times New Roman" panose="02020603050405020304" pitchFamily="18" charset="0"/>
            </a:endParaRPr>
          </a:p>
          <a:p>
            <a:pPr marL="342900" lvl="0" indent="-342900">
              <a:buSzPts val="1000"/>
              <a:buFont typeface="Symbol" panose="05050102010706020507" pitchFamily="18" charset="2"/>
              <a:buChar char=""/>
              <a:tabLst>
                <a:tab pos="457200" algn="l"/>
              </a:tabLst>
            </a:pPr>
            <a:r>
              <a:rPr lang="en-US" altLang="zh-HK" sz="1200" b="1" kern="100">
                <a:solidFill>
                  <a:srgbClr val="1F1F1F"/>
                </a:solidFill>
                <a:effectLst/>
                <a:latin typeface="Arial" panose="020B0604020202020204" pitchFamily="34" charset="0"/>
                <a:ea typeface="新細明體" panose="02020500000000000000" pitchFamily="18" charset="-120"/>
                <a:cs typeface="Times New Roman" panose="02020603050405020304" pitchFamily="18" charset="0"/>
              </a:rPr>
              <a:t>Life-Stage Alignment:</a:t>
            </a:r>
            <a:r>
              <a:rPr lang="en-US" altLang="zh-HK" sz="1200" kern="100">
                <a:solidFill>
                  <a:srgbClr val="1F1F1F"/>
                </a:solidFill>
                <a:effectLst/>
                <a:latin typeface="Arial" panose="020B0604020202020204" pitchFamily="34" charset="0"/>
                <a:ea typeface="新細明體" panose="02020500000000000000" pitchFamily="18" charset="-120"/>
                <a:cs typeface="Times New Roman" panose="02020603050405020304" pitchFamily="18" charset="0"/>
              </a:rPr>
              <a:t> Adapting time horizons to lifestyle constraints (e.g., family commitments, children). </a:t>
            </a:r>
            <a:endParaRPr lang="zh-TW" altLang="zh-HK" sz="1200" kern="100">
              <a:solidFill>
                <a:srgbClr val="1F1F1F"/>
              </a:solidFill>
              <a:effectLst/>
              <a:latin typeface="Calibri" panose="020F0502020204030204" pitchFamily="34" charset="0"/>
              <a:ea typeface="新細明體" panose="02020500000000000000" pitchFamily="18" charset="-120"/>
              <a:cs typeface="Times New Roman" panose="02020603050405020304" pitchFamily="18" charset="0"/>
            </a:endParaRPr>
          </a:p>
          <a:p>
            <a:pPr marL="457200"/>
            <a:r>
              <a:rPr lang="en-US" altLang="zh-HK" sz="1200" kern="100">
                <a:solidFill>
                  <a:srgbClr val="1F1F1F"/>
                </a:solidFill>
                <a:effectLst/>
                <a:latin typeface="Arial" panose="020B0604020202020204" pitchFamily="34" charset="0"/>
                <a:ea typeface="新細明體" panose="02020500000000000000" pitchFamily="18" charset="-120"/>
                <a:cs typeface="Times New Roman" panose="02020603050405020304" pitchFamily="18" charset="0"/>
              </a:rPr>
              <a:t> </a:t>
            </a:r>
            <a:endParaRPr lang="zh-TW" altLang="zh-HK" sz="1200" kern="100">
              <a:effectLst/>
              <a:latin typeface="Calibri" panose="020F0502020204030204" pitchFamily="34" charset="0"/>
              <a:ea typeface="新細明體" panose="02020500000000000000" pitchFamily="18" charset="-120"/>
              <a:cs typeface="Times New Roman" panose="02020603050405020304" pitchFamily="18" charset="0"/>
            </a:endParaRPr>
          </a:p>
          <a:p>
            <a:pPr marL="342900" lvl="0" indent="-342900">
              <a:buSzPts val="1000"/>
              <a:buFont typeface="Symbol" panose="05050102010706020507" pitchFamily="18" charset="2"/>
              <a:buChar char=""/>
              <a:tabLst>
                <a:tab pos="457200" algn="l"/>
              </a:tabLst>
            </a:pPr>
            <a:r>
              <a:rPr lang="en-US" altLang="zh-HK" sz="1200" b="1" kern="100">
                <a:solidFill>
                  <a:srgbClr val="1F1F1F"/>
                </a:solidFill>
                <a:effectLst/>
                <a:latin typeface="Arial" panose="020B0604020202020204" pitchFamily="34" charset="0"/>
                <a:ea typeface="新細明體" panose="02020500000000000000" pitchFamily="18" charset="-120"/>
                <a:cs typeface="Times New Roman" panose="02020603050405020304" pitchFamily="18" charset="0"/>
              </a:rPr>
              <a:t>Depth of Knowledge Shift:</a:t>
            </a:r>
            <a:r>
              <a:rPr lang="en-US" altLang="zh-HK" sz="1200" kern="100">
                <a:solidFill>
                  <a:srgbClr val="1F1F1F"/>
                </a:solidFill>
                <a:effectLst/>
                <a:latin typeface="Arial" panose="020B0604020202020204" pitchFamily="34" charset="0"/>
                <a:ea typeface="新細明體" panose="02020500000000000000" pitchFamily="18" charset="-120"/>
                <a:cs typeface="Times New Roman" panose="02020603050405020304" pitchFamily="18" charset="0"/>
              </a:rPr>
              <a:t> Day trading requires fast reaction to price action; position trading requires deep comprehension of macro sector themes. </a:t>
            </a:r>
            <a:endParaRPr lang="zh-TW" altLang="zh-HK" sz="1200" kern="100">
              <a:solidFill>
                <a:srgbClr val="1F1F1F"/>
              </a:solidFill>
              <a:effectLst/>
              <a:latin typeface="Calibri" panose="020F0502020204030204" pitchFamily="34" charset="0"/>
              <a:ea typeface="新細明體" panose="02020500000000000000" pitchFamily="18" charset="-120"/>
              <a:cs typeface="Times New Roman" panose="02020603050405020304" pitchFamily="18" charset="0"/>
            </a:endParaRPr>
          </a:p>
          <a:p>
            <a:pPr marL="457200"/>
            <a:r>
              <a:rPr lang="en-US" altLang="zh-HK" sz="1200" kern="100">
                <a:solidFill>
                  <a:srgbClr val="1F1F1F"/>
                </a:solidFill>
                <a:effectLst/>
                <a:latin typeface="Arial" panose="020B0604020202020204" pitchFamily="34" charset="0"/>
                <a:ea typeface="新細明體" panose="02020500000000000000" pitchFamily="18" charset="-120"/>
                <a:cs typeface="Times New Roman" panose="02020603050405020304" pitchFamily="18" charset="0"/>
              </a:rPr>
              <a:t> </a:t>
            </a:r>
            <a:endParaRPr lang="zh-TW" altLang="zh-HK" sz="1200" kern="100">
              <a:effectLst/>
              <a:latin typeface="Calibri" panose="020F0502020204030204" pitchFamily="34" charset="0"/>
              <a:ea typeface="新細明體" panose="02020500000000000000" pitchFamily="18" charset="-120"/>
              <a:cs typeface="Times New Roman" panose="02020603050405020304" pitchFamily="18" charset="0"/>
            </a:endParaRPr>
          </a:p>
          <a:p>
            <a:pPr>
              <a:lnSpc>
                <a:spcPct val="300000"/>
              </a:lnSpc>
            </a:pPr>
            <a:r>
              <a:rPr lang="en-US" altLang="zh-HK" sz="1800" b="1" kern="100">
                <a:solidFill>
                  <a:srgbClr val="1F1F1F"/>
                </a:solidFill>
                <a:effectLst/>
                <a:latin typeface="Arial" panose="020B0604020202020204" pitchFamily="34" charset="0"/>
                <a:ea typeface="新細明體" panose="02020500000000000000" pitchFamily="18" charset="-120"/>
                <a:cs typeface="Times New Roman" panose="02020603050405020304" pitchFamily="18" charset="0"/>
              </a:rPr>
              <a:t>Speaker Script</a:t>
            </a:r>
            <a:endParaRPr lang="zh-TW" altLang="zh-HK" sz="1800" b="1" kern="100">
              <a:effectLst/>
              <a:latin typeface="Calibri Light" panose="020F0302020204030204" pitchFamily="34" charset="0"/>
              <a:ea typeface="新細明體" panose="02020500000000000000" pitchFamily="18" charset="-120"/>
              <a:cs typeface="Times New Roman" panose="02020603050405020304" pitchFamily="18" charset="0"/>
            </a:endParaRPr>
          </a:p>
          <a:p>
            <a:r>
              <a:rPr lang="en-US" altLang="zh-HK" sz="1200" kern="100">
                <a:solidFill>
                  <a:srgbClr val="1F1F1F"/>
                </a:solidFill>
                <a:effectLst/>
                <a:latin typeface="Arial" panose="020B0604020202020204" pitchFamily="34" charset="0"/>
                <a:ea typeface="新細明體" panose="02020500000000000000" pitchFamily="18" charset="-120"/>
                <a:cs typeface="Times New Roman" panose="02020603050405020304" pitchFamily="18" charset="0"/>
              </a:rPr>
              <a:t>"Slide 3 addresses an vital factor that almost no trading book discusses: strategy longevity relative to your life stage. </a:t>
            </a:r>
            <a:endParaRPr lang="zh-TW" altLang="zh-HK" sz="1200" kern="100">
              <a:effectLst/>
              <a:latin typeface="Calibri" panose="020F0502020204030204" pitchFamily="34" charset="0"/>
              <a:ea typeface="新細明體" panose="02020500000000000000" pitchFamily="18" charset="-120"/>
              <a:cs typeface="Times New Roman" panose="02020603050405020304" pitchFamily="18" charset="0"/>
            </a:endParaRPr>
          </a:p>
          <a:p>
            <a:r>
              <a:rPr lang="en-US" altLang="zh-HK" sz="1200" kern="100">
                <a:solidFill>
                  <a:srgbClr val="1F1F1F"/>
                </a:solidFill>
                <a:effectLst/>
                <a:latin typeface="Arial" panose="020B0604020202020204" pitchFamily="34" charset="0"/>
                <a:ea typeface="新細明體" panose="02020500000000000000" pitchFamily="18" charset="-120"/>
                <a:cs typeface="Times New Roman" panose="02020603050405020304" pitchFamily="18" charset="0"/>
              </a:rPr>
              <a:t> </a:t>
            </a:r>
            <a:endParaRPr lang="zh-TW" altLang="zh-HK" sz="1200" kern="100">
              <a:effectLst/>
              <a:latin typeface="Calibri" panose="020F0502020204030204" pitchFamily="34" charset="0"/>
              <a:ea typeface="新細明體" panose="02020500000000000000" pitchFamily="18" charset="-120"/>
              <a:cs typeface="Times New Roman" panose="02020603050405020304" pitchFamily="18" charset="0"/>
            </a:endParaRPr>
          </a:p>
          <a:p>
            <a:r>
              <a:rPr lang="en-US" altLang="zh-HK" sz="1200" kern="100">
                <a:solidFill>
                  <a:srgbClr val="1F1F1F"/>
                </a:solidFill>
                <a:effectLst/>
                <a:latin typeface="Arial" panose="020B0604020202020204" pitchFamily="34" charset="0"/>
                <a:ea typeface="新細明體" panose="02020500000000000000" pitchFamily="18" charset="-120"/>
                <a:cs typeface="Times New Roman" panose="02020603050405020304" pitchFamily="18" charset="0"/>
              </a:rPr>
              <a:t>In his early career, Jay was a high-frequency day trader and short-term swinger staring at 5-minute charts. Day trading demands intense screen time, rapid order execution, and constant psychological energy. It doesn't require deep fundamental research, but it is deeply exhausting and incompatible with family life once you have children. </a:t>
            </a:r>
            <a:endParaRPr lang="zh-TW" altLang="zh-HK" sz="1200" kern="100">
              <a:effectLst/>
              <a:latin typeface="Calibri" panose="020F0502020204030204" pitchFamily="34" charset="0"/>
              <a:ea typeface="新細明體" panose="02020500000000000000" pitchFamily="18" charset="-120"/>
              <a:cs typeface="Times New Roman" panose="02020603050405020304" pitchFamily="18" charset="0"/>
            </a:endParaRPr>
          </a:p>
          <a:p>
            <a:r>
              <a:rPr lang="en-US" altLang="zh-HK" sz="1200" kern="100">
                <a:solidFill>
                  <a:srgbClr val="1F1F1F"/>
                </a:solidFill>
                <a:effectLst/>
                <a:latin typeface="Arial" panose="020B0604020202020204" pitchFamily="34" charset="0"/>
                <a:ea typeface="新細明體" panose="02020500000000000000" pitchFamily="18" charset="-120"/>
                <a:cs typeface="Times New Roman" panose="02020603050405020304" pitchFamily="18" charset="0"/>
              </a:rPr>
              <a:t> </a:t>
            </a:r>
            <a:endParaRPr lang="zh-TW" altLang="zh-HK" sz="1200" kern="100">
              <a:effectLst/>
              <a:latin typeface="Calibri" panose="020F0502020204030204" pitchFamily="34" charset="0"/>
              <a:ea typeface="新細明體" panose="02020500000000000000" pitchFamily="18" charset="-120"/>
              <a:cs typeface="Times New Roman" panose="02020603050405020304" pitchFamily="18" charset="0"/>
            </a:endParaRPr>
          </a:p>
          <a:p>
            <a:r>
              <a:rPr lang="en-US" altLang="zh-HK" sz="1200" kern="100">
                <a:solidFill>
                  <a:srgbClr val="1F1F1F"/>
                </a:solidFill>
                <a:effectLst/>
                <a:latin typeface="Arial" panose="020B0604020202020204" pitchFamily="34" charset="0"/>
                <a:ea typeface="新細明體" panose="02020500000000000000" pitchFamily="18" charset="-120"/>
                <a:cs typeface="Times New Roman" panose="02020603050405020304" pitchFamily="18" charset="0"/>
              </a:rPr>
              <a:t>As Jay transitioned in his career, he evolved his style into </a:t>
            </a:r>
            <a:r>
              <a:rPr lang="en-US" altLang="zh-HK" sz="1200" b="1" kern="100">
                <a:solidFill>
                  <a:srgbClr val="1F1F1F"/>
                </a:solidFill>
                <a:effectLst/>
                <a:latin typeface="Arial" panose="020B0604020202020204" pitchFamily="34" charset="0"/>
                <a:ea typeface="新細明體" panose="02020500000000000000" pitchFamily="18" charset="-120"/>
                <a:cs typeface="Times New Roman" panose="02020603050405020304" pitchFamily="18" charset="0"/>
              </a:rPr>
              <a:t>Thematic Position Trading</a:t>
            </a:r>
            <a:r>
              <a:rPr lang="en-US" altLang="zh-HK" sz="1200" kern="100">
                <a:solidFill>
                  <a:srgbClr val="1F1F1F"/>
                </a:solidFill>
                <a:effectLst/>
                <a:latin typeface="Arial" panose="020B0604020202020204" pitchFamily="34" charset="0"/>
                <a:ea typeface="新細明體" panose="02020500000000000000" pitchFamily="18" charset="-120"/>
                <a:cs typeface="Times New Roman" panose="02020603050405020304" pitchFamily="18" charset="0"/>
              </a:rPr>
              <a:t> using higher-timeframe structures. Instead of glued-to-the-screen scalping, he shifted to identifying macro sector trends on weekly charts. The trade-off? You must understand </a:t>
            </a:r>
            <a:r>
              <a:rPr lang="en-US" altLang="zh-HK" sz="1200" i="1" kern="100">
                <a:solidFill>
                  <a:srgbClr val="1F1F1F"/>
                </a:solidFill>
                <a:effectLst/>
                <a:latin typeface="Arial" panose="020B0604020202020204" pitchFamily="34" charset="0"/>
                <a:ea typeface="新細明體" panose="02020500000000000000" pitchFamily="18" charset="-120"/>
                <a:cs typeface="Times New Roman" panose="02020603050405020304" pitchFamily="18" charset="0"/>
              </a:rPr>
              <a:t>why</a:t>
            </a:r>
            <a:r>
              <a:rPr lang="en-US" altLang="zh-HK" sz="1200" kern="100">
                <a:solidFill>
                  <a:srgbClr val="1F1F1F"/>
                </a:solidFill>
                <a:effectLst/>
                <a:latin typeface="Arial" panose="020B0604020202020204" pitchFamily="34" charset="0"/>
                <a:ea typeface="新細明體" panose="02020500000000000000" pitchFamily="18" charset="-120"/>
                <a:cs typeface="Times New Roman" panose="02020603050405020304" pitchFamily="18" charset="0"/>
              </a:rPr>
              <a:t> specific sectors are moving to maintain conviction across multi-week trends. Your trading style must complement your lifestyle—not destroy it." </a:t>
            </a:r>
            <a:endParaRPr lang="zh-TW" altLang="zh-HK" sz="1200" kern="100">
              <a:effectLst/>
              <a:latin typeface="Calibri" panose="020F0502020204030204" pitchFamily="34" charset="0"/>
              <a:ea typeface="新細明體" panose="02020500000000000000" pitchFamily="18" charset="-120"/>
              <a:cs typeface="Times New Roman" panose="02020603050405020304" pitchFamily="18" charset="0"/>
            </a:endParaRPr>
          </a:p>
          <a:p>
            <a:r>
              <a:rPr lang="en-US" altLang="zh-HK" sz="1200" kern="100">
                <a:solidFill>
                  <a:srgbClr val="1F1F1F"/>
                </a:solidFill>
                <a:effectLst/>
                <a:latin typeface="Arial" panose="020B0604020202020204" pitchFamily="34" charset="0"/>
                <a:ea typeface="新細明體" panose="02020500000000000000" pitchFamily="18" charset="-120"/>
                <a:cs typeface="Times New Roman" panose="02020603050405020304" pitchFamily="18" charset="0"/>
              </a:rPr>
              <a:t> </a:t>
            </a:r>
            <a:endParaRPr lang="zh-TW" altLang="zh-HK" sz="1200" kern="100">
              <a:effectLst/>
              <a:latin typeface="Calibri" panose="020F0502020204030204" pitchFamily="34" charset="0"/>
              <a:ea typeface="新細明體" panose="02020500000000000000" pitchFamily="18" charset="-120"/>
              <a:cs typeface="Times New Roman" panose="02020603050405020304" pitchFamily="18" charset="0"/>
            </a:endParaRPr>
          </a:p>
        </p:txBody>
      </p:sp>
      <p:sp>
        <p:nvSpPr>
          <p:cNvPr id="4" name="投影片編號版面配置區 3"/>
          <p:cNvSpPr>
            <a:spLocks noGrp="1"/>
          </p:cNvSpPr>
          <p:nvPr>
            <p:ph type="sldNum" idx="36"/>
          </p:nvPr>
        </p:nvSpPr>
        <p:spPr/>
        <p:txBody>
          <a:bodyPr/>
          <a:lstStyle/>
          <a:p>
            <a:pPr indent="0" algn="r">
              <a:buNone/>
            </a:pPr>
            <a:fld id="{822D1EAF-E52E-475F-9EA3-ADE268F2DE0E}" type="slidenum">
              <a:rPr lang="en-US" sz="1400" b="0" u="none" strike="noStrike" smtClean="0">
                <a:solidFill>
                  <a:srgbClr val="000000"/>
                </a:solidFill>
                <a:effectLst/>
                <a:uFillTx/>
                <a:latin typeface="Times New Roman"/>
              </a:rPr>
              <a:t>3</a:t>
            </a:fld>
            <a:endParaRPr lang="en-US" sz="1400" b="0" u="none" strike="noStrike">
              <a:solidFill>
                <a:srgbClr val="000000"/>
              </a:solidFill>
              <a:effectLst/>
              <a:uFillTx/>
              <a:latin typeface="Times New Roman"/>
            </a:endParaRPr>
          </a:p>
        </p:txBody>
      </p:sp>
    </p:spTree>
    <p:extLst>
      <p:ext uri="{BB962C8B-B14F-4D97-AF65-F5344CB8AC3E}">
        <p14:creationId xmlns:p14="http://schemas.microsoft.com/office/powerpoint/2010/main" val="3736424320"/>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投影片影像版面配置區 1"/>
          <p:cNvSpPr>
            <a:spLocks noGrp="1" noRot="1" noChangeAspect="1"/>
          </p:cNvSpPr>
          <p:nvPr>
            <p:ph type="sldImg"/>
          </p:nvPr>
        </p:nvSpPr>
        <p:spPr>
          <a:xfrm>
            <a:off x="0" y="812800"/>
            <a:ext cx="0" cy="0"/>
          </a:xfrm>
        </p:spPr>
      </p:sp>
      <p:sp>
        <p:nvSpPr>
          <p:cNvPr id="3" name="備忘稿版面配置區 2"/>
          <p:cNvSpPr>
            <a:spLocks noGrp="1"/>
          </p:cNvSpPr>
          <p:nvPr>
            <p:ph type="body" idx="1"/>
          </p:nvPr>
        </p:nvSpPr>
        <p:spPr/>
        <p:txBody>
          <a:bodyPr/>
          <a:lstStyle/>
          <a:p>
            <a:pPr marL="342900" lvl="0" indent="-342900">
              <a:buSzPts val="1000"/>
              <a:buFont typeface="Symbol" panose="05050102010706020507" pitchFamily="18" charset="2"/>
              <a:buChar char=""/>
              <a:tabLst>
                <a:tab pos="457200" algn="l"/>
              </a:tabLst>
            </a:pPr>
            <a:r>
              <a:rPr lang="en-US" altLang="zh-HK" sz="1200" b="1" kern="100">
                <a:solidFill>
                  <a:srgbClr val="1F1F1F"/>
                </a:solidFill>
                <a:effectLst/>
                <a:latin typeface="Arial" panose="020B0604020202020204" pitchFamily="34" charset="0"/>
                <a:ea typeface="新細明體" panose="02020500000000000000" pitchFamily="18" charset="-120"/>
                <a:cs typeface="Times New Roman" panose="02020603050405020304" pitchFamily="18" charset="0"/>
              </a:rPr>
              <a:t>Target Delivery Time:</a:t>
            </a:r>
            <a:r>
              <a:rPr lang="en-US" altLang="zh-HK" sz="1200" kern="100">
                <a:solidFill>
                  <a:srgbClr val="1F1F1F"/>
                </a:solidFill>
                <a:effectLst/>
                <a:latin typeface="Arial" panose="020B0604020202020204" pitchFamily="34" charset="0"/>
                <a:ea typeface="新細明體" panose="02020500000000000000" pitchFamily="18" charset="-120"/>
                <a:cs typeface="Times New Roman" panose="02020603050405020304" pitchFamily="18" charset="0"/>
              </a:rPr>
              <a:t> 3:30 – 5:00 minutes</a:t>
            </a:r>
            <a:endParaRPr lang="zh-TW" altLang="zh-HK" sz="1200" kern="100">
              <a:solidFill>
                <a:srgbClr val="1F1F1F"/>
              </a:solidFill>
              <a:effectLst/>
              <a:latin typeface="Calibri" panose="020F0502020204030204" pitchFamily="34" charset="0"/>
              <a:ea typeface="新細明體" panose="02020500000000000000" pitchFamily="18" charset="-120"/>
              <a:cs typeface="Times New Roman" panose="02020603050405020304" pitchFamily="18" charset="0"/>
            </a:endParaRPr>
          </a:p>
          <a:p>
            <a:pPr marL="457200"/>
            <a:r>
              <a:rPr lang="en-US" altLang="zh-HK" sz="1200" kern="100">
                <a:solidFill>
                  <a:srgbClr val="1F1F1F"/>
                </a:solidFill>
                <a:effectLst/>
                <a:latin typeface="Arial" panose="020B0604020202020204" pitchFamily="34" charset="0"/>
                <a:ea typeface="新細明體" panose="02020500000000000000" pitchFamily="18" charset="-120"/>
                <a:cs typeface="Times New Roman" panose="02020603050405020304" pitchFamily="18" charset="0"/>
              </a:rPr>
              <a:t> </a:t>
            </a:r>
            <a:endParaRPr lang="zh-TW" altLang="zh-HK" sz="1200" kern="100">
              <a:effectLst/>
              <a:latin typeface="Calibri" panose="020F0502020204030204" pitchFamily="34" charset="0"/>
              <a:ea typeface="新細明體" panose="02020500000000000000" pitchFamily="18" charset="-120"/>
              <a:cs typeface="Times New Roman" panose="02020603050405020304" pitchFamily="18" charset="0"/>
            </a:endParaRPr>
          </a:p>
          <a:p>
            <a:pPr marL="457200"/>
            <a:r>
              <a:rPr lang="en-US" altLang="zh-HK" sz="1200" kern="100">
                <a:solidFill>
                  <a:srgbClr val="1F1F1F"/>
                </a:solidFill>
                <a:effectLst/>
                <a:latin typeface="Arial" panose="020B0604020202020204" pitchFamily="34" charset="0"/>
                <a:ea typeface="新細明體" panose="02020500000000000000" pitchFamily="18" charset="-120"/>
                <a:cs typeface="Times New Roman" panose="02020603050405020304" pitchFamily="18" charset="0"/>
              </a:rPr>
              <a:t> </a:t>
            </a:r>
            <a:endParaRPr lang="zh-TW" altLang="zh-HK" sz="1200" kern="100">
              <a:effectLst/>
              <a:latin typeface="Calibri" panose="020F0502020204030204" pitchFamily="34" charset="0"/>
              <a:ea typeface="新細明體" panose="02020500000000000000" pitchFamily="18" charset="-120"/>
              <a:cs typeface="Times New Roman" panose="02020603050405020304" pitchFamily="18" charset="0"/>
            </a:endParaRPr>
          </a:p>
          <a:p>
            <a:pPr>
              <a:lnSpc>
                <a:spcPct val="300000"/>
              </a:lnSpc>
            </a:pPr>
            <a:r>
              <a:rPr lang="en-US" altLang="zh-HK" sz="1800" b="1" kern="100">
                <a:solidFill>
                  <a:srgbClr val="1F1F1F"/>
                </a:solidFill>
                <a:effectLst/>
                <a:latin typeface="Arial" panose="020B0604020202020204" pitchFamily="34" charset="0"/>
                <a:ea typeface="新細明體" panose="02020500000000000000" pitchFamily="18" charset="-120"/>
                <a:cs typeface="Times New Roman" panose="02020603050405020304" pitchFamily="18" charset="0"/>
              </a:rPr>
              <a:t>Key Talking Points &amp; Concepts</a:t>
            </a:r>
            <a:endParaRPr lang="zh-TW" altLang="zh-HK" sz="1800" b="1" kern="100">
              <a:effectLst/>
              <a:latin typeface="Calibri Light" panose="020F0302020204030204" pitchFamily="34" charset="0"/>
              <a:ea typeface="新細明體" panose="02020500000000000000" pitchFamily="18" charset="-120"/>
              <a:cs typeface="Times New Roman" panose="02020603050405020304" pitchFamily="18" charset="0"/>
            </a:endParaRPr>
          </a:p>
          <a:p>
            <a:pPr marL="342900" lvl="0" indent="-342900">
              <a:buSzPts val="1000"/>
              <a:buFont typeface="Symbol" panose="05050102010706020507" pitchFamily="18" charset="2"/>
              <a:buChar char=""/>
              <a:tabLst>
                <a:tab pos="457200" algn="l"/>
              </a:tabLst>
            </a:pPr>
            <a:r>
              <a:rPr lang="en-US" altLang="zh-HK" sz="1200" b="1" kern="100">
                <a:solidFill>
                  <a:srgbClr val="1F1F1F"/>
                </a:solidFill>
                <a:effectLst/>
                <a:latin typeface="Arial" panose="020B0604020202020204" pitchFamily="34" charset="0"/>
                <a:ea typeface="新細明體" panose="02020500000000000000" pitchFamily="18" charset="-120"/>
                <a:cs typeface="Times New Roman" panose="02020603050405020304" pitchFamily="18" charset="0"/>
              </a:rPr>
              <a:t>70% Technical Analysis:</a:t>
            </a:r>
            <a:r>
              <a:rPr lang="en-US" altLang="zh-HK" sz="1200" kern="100">
                <a:solidFill>
                  <a:srgbClr val="1F1F1F"/>
                </a:solidFill>
                <a:effectLst/>
                <a:latin typeface="Arial" panose="020B0604020202020204" pitchFamily="34" charset="0"/>
                <a:ea typeface="新細明體" panose="02020500000000000000" pitchFamily="18" charset="-120"/>
                <a:cs typeface="Times New Roman" panose="02020603050405020304" pitchFamily="18" charset="0"/>
              </a:rPr>
              <a:t> Precise entry/exit mechanics, chart structures, price momentum, breakout/pullback setups. </a:t>
            </a:r>
            <a:endParaRPr lang="zh-TW" altLang="zh-HK" sz="1200" kern="100">
              <a:solidFill>
                <a:srgbClr val="1F1F1F"/>
              </a:solidFill>
              <a:effectLst/>
              <a:latin typeface="Calibri" panose="020F0502020204030204" pitchFamily="34" charset="0"/>
              <a:ea typeface="新細明體" panose="02020500000000000000" pitchFamily="18" charset="-120"/>
              <a:cs typeface="Times New Roman" panose="02020603050405020304" pitchFamily="18" charset="0"/>
            </a:endParaRPr>
          </a:p>
          <a:p>
            <a:pPr marL="457200"/>
            <a:r>
              <a:rPr lang="en-US" altLang="zh-HK" sz="1200" kern="100">
                <a:solidFill>
                  <a:srgbClr val="1F1F1F"/>
                </a:solidFill>
                <a:effectLst/>
                <a:latin typeface="Arial" panose="020B0604020202020204" pitchFamily="34" charset="0"/>
                <a:ea typeface="新細明體" panose="02020500000000000000" pitchFamily="18" charset="-120"/>
                <a:cs typeface="Times New Roman" panose="02020603050405020304" pitchFamily="18" charset="0"/>
              </a:rPr>
              <a:t> </a:t>
            </a:r>
            <a:endParaRPr lang="zh-TW" altLang="zh-HK" sz="1200" kern="100">
              <a:effectLst/>
              <a:latin typeface="Calibri" panose="020F0502020204030204" pitchFamily="34" charset="0"/>
              <a:ea typeface="新細明體" panose="02020500000000000000" pitchFamily="18" charset="-120"/>
              <a:cs typeface="Times New Roman" panose="02020603050405020304" pitchFamily="18" charset="0"/>
            </a:endParaRPr>
          </a:p>
          <a:p>
            <a:pPr marL="342900" lvl="0" indent="-342900">
              <a:buSzPts val="1000"/>
              <a:buFont typeface="Symbol" panose="05050102010706020507" pitchFamily="18" charset="2"/>
              <a:buChar char=""/>
              <a:tabLst>
                <a:tab pos="457200" algn="l"/>
              </a:tabLst>
            </a:pPr>
            <a:r>
              <a:rPr lang="en-US" altLang="zh-HK" sz="1200" b="1" kern="100">
                <a:solidFill>
                  <a:srgbClr val="1F1F1F"/>
                </a:solidFill>
                <a:effectLst/>
                <a:latin typeface="Arial" panose="020B0604020202020204" pitchFamily="34" charset="0"/>
                <a:ea typeface="新細明體" panose="02020500000000000000" pitchFamily="18" charset="-120"/>
                <a:cs typeface="Times New Roman" panose="02020603050405020304" pitchFamily="18" charset="0"/>
              </a:rPr>
              <a:t>30% Fundamental &amp; Thematic Context:</a:t>
            </a:r>
            <a:r>
              <a:rPr lang="en-US" altLang="zh-HK" sz="1200" kern="100">
                <a:solidFill>
                  <a:srgbClr val="1F1F1F"/>
                </a:solidFill>
                <a:effectLst/>
                <a:latin typeface="Arial" panose="020B0604020202020204" pitchFamily="34" charset="0"/>
                <a:ea typeface="新細明體" panose="02020500000000000000" pitchFamily="18" charset="-120"/>
                <a:cs typeface="Times New Roman" panose="02020603050405020304" pitchFamily="18" charset="0"/>
              </a:rPr>
              <a:t> Not deep balance sheet auditing, but recognizing macroeconomic drivers and market narratives. </a:t>
            </a:r>
            <a:endParaRPr lang="zh-TW" altLang="zh-HK" sz="1200" kern="100">
              <a:solidFill>
                <a:srgbClr val="1F1F1F"/>
              </a:solidFill>
              <a:effectLst/>
              <a:latin typeface="Calibri" panose="020F0502020204030204" pitchFamily="34" charset="0"/>
              <a:ea typeface="新細明體" panose="02020500000000000000" pitchFamily="18" charset="-120"/>
              <a:cs typeface="Times New Roman" panose="02020603050405020304" pitchFamily="18" charset="0"/>
            </a:endParaRPr>
          </a:p>
          <a:p>
            <a:pPr marL="457200"/>
            <a:r>
              <a:rPr lang="en-US" altLang="zh-HK" sz="1200" kern="100">
                <a:solidFill>
                  <a:srgbClr val="1F1F1F"/>
                </a:solidFill>
                <a:effectLst/>
                <a:latin typeface="Arial" panose="020B0604020202020204" pitchFamily="34" charset="0"/>
                <a:ea typeface="新細明體" panose="02020500000000000000" pitchFamily="18" charset="-120"/>
                <a:cs typeface="Times New Roman" panose="02020603050405020304" pitchFamily="18" charset="0"/>
              </a:rPr>
              <a:t> </a:t>
            </a:r>
            <a:endParaRPr lang="zh-TW" altLang="zh-HK" sz="1200" kern="100">
              <a:effectLst/>
              <a:latin typeface="Calibri" panose="020F0502020204030204" pitchFamily="34" charset="0"/>
              <a:ea typeface="新細明體" panose="02020500000000000000" pitchFamily="18" charset="-120"/>
              <a:cs typeface="Times New Roman" panose="02020603050405020304" pitchFamily="18" charset="0"/>
            </a:endParaRPr>
          </a:p>
          <a:p>
            <a:pPr marL="342900" lvl="0" indent="-342900">
              <a:buSzPts val="1000"/>
              <a:buFont typeface="Symbol" panose="05050102010706020507" pitchFamily="18" charset="2"/>
              <a:buChar char=""/>
              <a:tabLst>
                <a:tab pos="457200" algn="l"/>
              </a:tabLst>
            </a:pPr>
            <a:r>
              <a:rPr lang="en-US" altLang="zh-HK" sz="1200" b="1" kern="100">
                <a:solidFill>
                  <a:srgbClr val="1F1F1F"/>
                </a:solidFill>
                <a:effectLst/>
                <a:latin typeface="Arial" panose="020B0604020202020204" pitchFamily="34" charset="0"/>
                <a:ea typeface="新細明體" panose="02020500000000000000" pitchFamily="18" charset="-120"/>
                <a:cs typeface="Times New Roman" panose="02020603050405020304" pitchFamily="18" charset="0"/>
              </a:rPr>
              <a:t>Symbiosis:</a:t>
            </a:r>
            <a:r>
              <a:rPr lang="en-US" altLang="zh-HK" sz="1200" kern="100">
                <a:solidFill>
                  <a:srgbClr val="1F1F1F"/>
                </a:solidFill>
                <a:effectLst/>
                <a:latin typeface="Arial" panose="020B0604020202020204" pitchFamily="34" charset="0"/>
                <a:ea typeface="新細明體" panose="02020500000000000000" pitchFamily="18" charset="-120"/>
                <a:cs typeface="Times New Roman" panose="02020603050405020304" pitchFamily="18" charset="0"/>
              </a:rPr>
              <a:t> Technicals tell you </a:t>
            </a:r>
            <a:r>
              <a:rPr lang="en-US" altLang="zh-HK" sz="1200" i="1" kern="100">
                <a:solidFill>
                  <a:srgbClr val="1F1F1F"/>
                </a:solidFill>
                <a:effectLst/>
                <a:latin typeface="Arial" panose="020B0604020202020204" pitchFamily="34" charset="0"/>
                <a:ea typeface="新細明體" panose="02020500000000000000" pitchFamily="18" charset="-120"/>
                <a:cs typeface="Times New Roman" panose="02020603050405020304" pitchFamily="18" charset="0"/>
              </a:rPr>
              <a:t>when</a:t>
            </a:r>
            <a:r>
              <a:rPr lang="en-US" altLang="zh-HK" sz="1200" kern="100">
                <a:solidFill>
                  <a:srgbClr val="1F1F1F"/>
                </a:solidFill>
                <a:effectLst/>
                <a:latin typeface="Arial" panose="020B0604020202020204" pitchFamily="34" charset="0"/>
                <a:ea typeface="新細明體" panose="02020500000000000000" pitchFamily="18" charset="-120"/>
                <a:cs typeface="Times New Roman" panose="02020603050405020304" pitchFamily="18" charset="0"/>
              </a:rPr>
              <a:t> and </a:t>
            </a:r>
            <a:r>
              <a:rPr lang="en-US" altLang="zh-HK" sz="1200" i="1" kern="100">
                <a:solidFill>
                  <a:srgbClr val="1F1F1F"/>
                </a:solidFill>
                <a:effectLst/>
                <a:latin typeface="Arial" panose="020B0604020202020204" pitchFamily="34" charset="0"/>
                <a:ea typeface="新細明體" panose="02020500000000000000" pitchFamily="18" charset="-120"/>
                <a:cs typeface="Times New Roman" panose="02020603050405020304" pitchFamily="18" charset="0"/>
              </a:rPr>
              <a:t>where</a:t>
            </a:r>
            <a:r>
              <a:rPr lang="en-US" altLang="zh-HK" sz="1200" kern="100">
                <a:solidFill>
                  <a:srgbClr val="1F1F1F"/>
                </a:solidFill>
                <a:effectLst/>
                <a:latin typeface="Arial" panose="020B0604020202020204" pitchFamily="34" charset="0"/>
                <a:ea typeface="新細明體" panose="02020500000000000000" pitchFamily="18" charset="-120"/>
                <a:cs typeface="Times New Roman" panose="02020603050405020304" pitchFamily="18" charset="0"/>
              </a:rPr>
              <a:t> to buy; fundamentals and themes tell you </a:t>
            </a:r>
            <a:r>
              <a:rPr lang="en-US" altLang="zh-HK" sz="1200" i="1" kern="100">
                <a:solidFill>
                  <a:srgbClr val="1F1F1F"/>
                </a:solidFill>
                <a:effectLst/>
                <a:latin typeface="Arial" panose="020B0604020202020204" pitchFamily="34" charset="0"/>
                <a:ea typeface="新細明體" panose="02020500000000000000" pitchFamily="18" charset="-120"/>
                <a:cs typeface="Times New Roman" panose="02020603050405020304" pitchFamily="18" charset="0"/>
              </a:rPr>
              <a:t>why</a:t>
            </a:r>
            <a:r>
              <a:rPr lang="en-US" altLang="zh-HK" sz="1200" kern="100">
                <a:solidFill>
                  <a:srgbClr val="1F1F1F"/>
                </a:solidFill>
                <a:effectLst/>
                <a:latin typeface="Arial" panose="020B0604020202020204" pitchFamily="34" charset="0"/>
                <a:ea typeface="新細明體" panose="02020500000000000000" pitchFamily="18" charset="-120"/>
                <a:cs typeface="Times New Roman" panose="02020603050405020304" pitchFamily="18" charset="0"/>
              </a:rPr>
              <a:t> and </a:t>
            </a:r>
            <a:r>
              <a:rPr lang="en-US" altLang="zh-HK" sz="1200" i="1" kern="100">
                <a:solidFill>
                  <a:srgbClr val="1F1F1F"/>
                </a:solidFill>
                <a:effectLst/>
                <a:latin typeface="Arial" panose="020B0604020202020204" pitchFamily="34" charset="0"/>
                <a:ea typeface="新細明體" panose="02020500000000000000" pitchFamily="18" charset="-120"/>
                <a:cs typeface="Times New Roman" panose="02020603050405020304" pitchFamily="18" charset="0"/>
              </a:rPr>
              <a:t>how long</a:t>
            </a:r>
            <a:r>
              <a:rPr lang="en-US" altLang="zh-HK" sz="1200" kern="100">
                <a:solidFill>
                  <a:srgbClr val="1F1F1F"/>
                </a:solidFill>
                <a:effectLst/>
                <a:latin typeface="Arial" panose="020B0604020202020204" pitchFamily="34" charset="0"/>
                <a:ea typeface="新細明體" panose="02020500000000000000" pitchFamily="18" charset="-120"/>
                <a:cs typeface="Times New Roman" panose="02020603050405020304" pitchFamily="18" charset="0"/>
              </a:rPr>
              <a:t> to hold. </a:t>
            </a:r>
            <a:endParaRPr lang="zh-TW" altLang="zh-HK" sz="1200" kern="100">
              <a:solidFill>
                <a:srgbClr val="1F1F1F"/>
              </a:solidFill>
              <a:effectLst/>
              <a:latin typeface="Calibri" panose="020F0502020204030204" pitchFamily="34" charset="0"/>
              <a:ea typeface="新細明體" panose="02020500000000000000" pitchFamily="18" charset="-120"/>
              <a:cs typeface="Times New Roman" panose="02020603050405020304" pitchFamily="18" charset="0"/>
            </a:endParaRPr>
          </a:p>
          <a:p>
            <a:pPr marL="457200"/>
            <a:r>
              <a:rPr lang="en-US" altLang="zh-HK" sz="1200" kern="100">
                <a:solidFill>
                  <a:srgbClr val="1F1F1F"/>
                </a:solidFill>
                <a:effectLst/>
                <a:latin typeface="Arial" panose="020B0604020202020204" pitchFamily="34" charset="0"/>
                <a:ea typeface="新細明體" panose="02020500000000000000" pitchFamily="18" charset="-120"/>
                <a:cs typeface="Times New Roman" panose="02020603050405020304" pitchFamily="18" charset="0"/>
              </a:rPr>
              <a:t> </a:t>
            </a:r>
            <a:endParaRPr lang="zh-TW" altLang="zh-HK" sz="1200" kern="100">
              <a:effectLst/>
              <a:latin typeface="Calibri" panose="020F0502020204030204" pitchFamily="34" charset="0"/>
              <a:ea typeface="新細明體" panose="02020500000000000000" pitchFamily="18" charset="-120"/>
              <a:cs typeface="Times New Roman" panose="02020603050405020304" pitchFamily="18" charset="0"/>
            </a:endParaRPr>
          </a:p>
          <a:p>
            <a:pPr>
              <a:lnSpc>
                <a:spcPct val="300000"/>
              </a:lnSpc>
            </a:pPr>
            <a:r>
              <a:rPr lang="en-US" altLang="zh-HK" sz="1800" b="1" kern="100">
                <a:solidFill>
                  <a:srgbClr val="1F1F1F"/>
                </a:solidFill>
                <a:effectLst/>
                <a:latin typeface="Arial" panose="020B0604020202020204" pitchFamily="34" charset="0"/>
                <a:ea typeface="新細明體" panose="02020500000000000000" pitchFamily="18" charset="-120"/>
                <a:cs typeface="Times New Roman" panose="02020603050405020304" pitchFamily="18" charset="0"/>
              </a:rPr>
              <a:t>Speaker Script</a:t>
            </a:r>
            <a:endParaRPr lang="zh-TW" altLang="zh-HK" sz="1800" b="1" kern="100">
              <a:effectLst/>
              <a:latin typeface="Calibri Light" panose="020F0302020204030204" pitchFamily="34" charset="0"/>
              <a:ea typeface="新細明體" panose="02020500000000000000" pitchFamily="18" charset="-120"/>
              <a:cs typeface="Times New Roman" panose="02020603050405020304" pitchFamily="18" charset="0"/>
            </a:endParaRPr>
          </a:p>
          <a:p>
            <a:r>
              <a:rPr lang="en-US" altLang="zh-HK" sz="1200" kern="100">
                <a:solidFill>
                  <a:srgbClr val="1F1F1F"/>
                </a:solidFill>
                <a:effectLst/>
                <a:latin typeface="Arial" panose="020B0604020202020204" pitchFamily="34" charset="0"/>
                <a:ea typeface="新細明體" panose="02020500000000000000" pitchFamily="18" charset="-120"/>
                <a:cs typeface="Times New Roman" panose="02020603050405020304" pitchFamily="18" charset="0"/>
              </a:rPr>
              <a:t>"This slide illustrates Jay's exact formula: </a:t>
            </a:r>
            <a:r>
              <a:rPr lang="en-US" altLang="zh-HK" sz="1200" b="1" kern="100">
                <a:solidFill>
                  <a:srgbClr val="1F1F1F"/>
                </a:solidFill>
                <a:effectLst/>
                <a:latin typeface="Arial" panose="020B0604020202020204" pitchFamily="34" charset="0"/>
                <a:ea typeface="新細明體" panose="02020500000000000000" pitchFamily="18" charset="-120"/>
                <a:cs typeface="Times New Roman" panose="02020603050405020304" pitchFamily="18" charset="0"/>
              </a:rPr>
              <a:t>The 70/30 Hybrid Edge</a:t>
            </a:r>
            <a:r>
              <a:rPr lang="en-US" altLang="zh-HK" sz="1200" kern="100">
                <a:solidFill>
                  <a:srgbClr val="1F1F1F"/>
                </a:solidFill>
                <a:effectLst/>
                <a:latin typeface="Arial" panose="020B0604020202020204" pitchFamily="34" charset="0"/>
                <a:ea typeface="新細明體" panose="02020500000000000000" pitchFamily="18" charset="-120"/>
                <a:cs typeface="Times New Roman" panose="02020603050405020304" pitchFamily="18" charset="0"/>
              </a:rPr>
              <a:t>. </a:t>
            </a:r>
            <a:endParaRPr lang="zh-TW" altLang="zh-HK" sz="1200" kern="100">
              <a:effectLst/>
              <a:latin typeface="Calibri" panose="020F0502020204030204" pitchFamily="34" charset="0"/>
              <a:ea typeface="新細明體" panose="02020500000000000000" pitchFamily="18" charset="-120"/>
              <a:cs typeface="Times New Roman" panose="02020603050405020304" pitchFamily="18" charset="0"/>
            </a:endParaRPr>
          </a:p>
          <a:p>
            <a:r>
              <a:rPr lang="en-US" altLang="zh-HK" sz="1200" kern="100">
                <a:solidFill>
                  <a:srgbClr val="1F1F1F"/>
                </a:solidFill>
                <a:effectLst/>
                <a:latin typeface="Arial" panose="020B0604020202020204" pitchFamily="34" charset="0"/>
                <a:ea typeface="新細明體" panose="02020500000000000000" pitchFamily="18" charset="-120"/>
                <a:cs typeface="Times New Roman" panose="02020603050405020304" pitchFamily="18" charset="0"/>
              </a:rPr>
              <a:t> </a:t>
            </a:r>
            <a:endParaRPr lang="zh-TW" altLang="zh-HK" sz="1200" kern="100">
              <a:effectLst/>
              <a:latin typeface="Calibri" panose="020F0502020204030204" pitchFamily="34" charset="0"/>
              <a:ea typeface="新細明體" panose="02020500000000000000" pitchFamily="18" charset="-120"/>
              <a:cs typeface="Times New Roman" panose="02020603050405020304" pitchFamily="18" charset="0"/>
            </a:endParaRPr>
          </a:p>
          <a:p>
            <a:r>
              <a:rPr lang="en-US" altLang="zh-HK" sz="1200" kern="100">
                <a:solidFill>
                  <a:srgbClr val="1F1F1F"/>
                </a:solidFill>
                <a:effectLst/>
                <a:latin typeface="Arial" panose="020B0604020202020204" pitchFamily="34" charset="0"/>
                <a:ea typeface="新細明體" panose="02020500000000000000" pitchFamily="18" charset="-120"/>
                <a:cs typeface="Times New Roman" panose="02020603050405020304" pitchFamily="18" charset="0"/>
              </a:rPr>
              <a:t>70% of the framework relies on classical Technical Analysis. Charts are the universal language of price momentum, entry timing, and stop placement whether you look at a 5-minute chart or a weekly chart. Technicals give you execution precision. </a:t>
            </a:r>
            <a:endParaRPr lang="zh-TW" altLang="zh-HK" sz="1200" kern="100">
              <a:effectLst/>
              <a:latin typeface="Calibri" panose="020F0502020204030204" pitchFamily="34" charset="0"/>
              <a:ea typeface="新細明體" panose="02020500000000000000" pitchFamily="18" charset="-120"/>
              <a:cs typeface="Times New Roman" panose="02020603050405020304" pitchFamily="18" charset="0"/>
            </a:endParaRPr>
          </a:p>
          <a:p>
            <a:r>
              <a:rPr lang="en-US" altLang="zh-HK" sz="1200" kern="100">
                <a:solidFill>
                  <a:srgbClr val="1F1F1F"/>
                </a:solidFill>
                <a:effectLst/>
                <a:latin typeface="Arial" panose="020B0604020202020204" pitchFamily="34" charset="0"/>
                <a:ea typeface="新細明體" panose="02020500000000000000" pitchFamily="18" charset="-120"/>
                <a:cs typeface="Times New Roman" panose="02020603050405020304" pitchFamily="18" charset="0"/>
              </a:rPr>
              <a:t> </a:t>
            </a:r>
            <a:endParaRPr lang="zh-TW" altLang="zh-HK" sz="1200" kern="100">
              <a:effectLst/>
              <a:latin typeface="Calibri" panose="020F0502020204030204" pitchFamily="34" charset="0"/>
              <a:ea typeface="新細明體" panose="02020500000000000000" pitchFamily="18" charset="-120"/>
              <a:cs typeface="Times New Roman" panose="02020603050405020304" pitchFamily="18" charset="0"/>
            </a:endParaRPr>
          </a:p>
          <a:p>
            <a:r>
              <a:rPr lang="en-US" altLang="zh-HK" sz="1200" kern="100">
                <a:solidFill>
                  <a:srgbClr val="1F1F1F"/>
                </a:solidFill>
                <a:effectLst/>
                <a:latin typeface="Arial" panose="020B0604020202020204" pitchFamily="34" charset="0"/>
                <a:ea typeface="新細明體" panose="02020500000000000000" pitchFamily="18" charset="-120"/>
                <a:cs typeface="Times New Roman" panose="02020603050405020304" pitchFamily="18" charset="0"/>
              </a:rPr>
              <a:t>However, technicals alone often result in getting chopped up during extended moves. The remaining 30% is </a:t>
            </a:r>
            <a:r>
              <a:rPr lang="en-US" altLang="zh-HK" sz="1200" b="1" kern="100">
                <a:solidFill>
                  <a:srgbClr val="1F1F1F"/>
                </a:solidFill>
                <a:effectLst/>
                <a:latin typeface="Arial" panose="020B0604020202020204" pitchFamily="34" charset="0"/>
                <a:ea typeface="新細明體" panose="02020500000000000000" pitchFamily="18" charset="-120"/>
                <a:cs typeface="Times New Roman" panose="02020603050405020304" pitchFamily="18" charset="0"/>
              </a:rPr>
              <a:t>Fundamental &amp; Thematic Context</a:t>
            </a:r>
            <a:r>
              <a:rPr lang="en-US" altLang="zh-HK" sz="1200" kern="100">
                <a:solidFill>
                  <a:srgbClr val="1F1F1F"/>
                </a:solidFill>
                <a:effectLst/>
                <a:latin typeface="Arial" panose="020B0604020202020204" pitchFamily="34" charset="0"/>
                <a:ea typeface="新細明體" panose="02020500000000000000" pitchFamily="18" charset="-120"/>
                <a:cs typeface="Times New Roman" panose="02020603050405020304" pitchFamily="18" charset="0"/>
              </a:rPr>
              <a:t>. Jay explicitly notes that this does NOT mean reading 100-page corporate financial reports or DCF valuation models. It means grasping the 'market narrative'—understanding why capital is flowing into a specific sector right now. When a tight technical breakout aligns with a hot market theme, you have the ultimate high-probability setup." </a:t>
            </a:r>
            <a:endParaRPr lang="zh-TW" altLang="zh-HK" sz="1200" kern="100">
              <a:effectLst/>
              <a:latin typeface="Calibri" panose="020F0502020204030204" pitchFamily="34" charset="0"/>
              <a:ea typeface="新細明體" panose="02020500000000000000" pitchFamily="18" charset="-120"/>
              <a:cs typeface="Times New Roman" panose="02020603050405020304" pitchFamily="18" charset="0"/>
            </a:endParaRPr>
          </a:p>
          <a:p>
            <a:r>
              <a:rPr lang="en-US" altLang="zh-HK" sz="1200" kern="100">
                <a:solidFill>
                  <a:srgbClr val="1F1F1F"/>
                </a:solidFill>
                <a:effectLst/>
                <a:latin typeface="Arial" panose="020B0604020202020204" pitchFamily="34" charset="0"/>
                <a:ea typeface="新細明體" panose="02020500000000000000" pitchFamily="18" charset="-120"/>
                <a:cs typeface="Times New Roman" panose="02020603050405020304" pitchFamily="18" charset="0"/>
              </a:rPr>
              <a:t> </a:t>
            </a:r>
            <a:endParaRPr lang="zh-TW" altLang="zh-HK" sz="1200" kern="100">
              <a:effectLst/>
              <a:latin typeface="Calibri" panose="020F0502020204030204" pitchFamily="34" charset="0"/>
              <a:ea typeface="新細明體" panose="02020500000000000000" pitchFamily="18" charset="-120"/>
              <a:cs typeface="Times New Roman" panose="02020603050405020304" pitchFamily="18" charset="0"/>
            </a:endParaRPr>
          </a:p>
        </p:txBody>
      </p:sp>
      <p:sp>
        <p:nvSpPr>
          <p:cNvPr id="4" name="投影片編號版面配置區 3"/>
          <p:cNvSpPr>
            <a:spLocks noGrp="1"/>
          </p:cNvSpPr>
          <p:nvPr>
            <p:ph type="sldNum" idx="36"/>
          </p:nvPr>
        </p:nvSpPr>
        <p:spPr/>
        <p:txBody>
          <a:bodyPr/>
          <a:lstStyle/>
          <a:p>
            <a:pPr indent="0" algn="r">
              <a:buNone/>
            </a:pPr>
            <a:fld id="{822D1EAF-E52E-475F-9EA3-ADE268F2DE0E}" type="slidenum">
              <a:rPr lang="en-US" sz="1400" b="0" u="none" strike="noStrike" smtClean="0">
                <a:solidFill>
                  <a:srgbClr val="000000"/>
                </a:solidFill>
                <a:effectLst/>
                <a:uFillTx/>
                <a:latin typeface="Times New Roman"/>
              </a:rPr>
              <a:t>4</a:t>
            </a:fld>
            <a:endParaRPr lang="en-US" sz="1400" b="0" u="none" strike="noStrike">
              <a:solidFill>
                <a:srgbClr val="000000"/>
              </a:solidFill>
              <a:effectLst/>
              <a:uFillTx/>
              <a:latin typeface="Times New Roman"/>
            </a:endParaRPr>
          </a:p>
        </p:txBody>
      </p:sp>
    </p:spTree>
    <p:extLst>
      <p:ext uri="{BB962C8B-B14F-4D97-AF65-F5344CB8AC3E}">
        <p14:creationId xmlns:p14="http://schemas.microsoft.com/office/powerpoint/2010/main" val="3856646122"/>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投影片影像版面配置區 1"/>
          <p:cNvSpPr>
            <a:spLocks noGrp="1" noRot="1" noChangeAspect="1"/>
          </p:cNvSpPr>
          <p:nvPr>
            <p:ph type="sldImg"/>
          </p:nvPr>
        </p:nvSpPr>
        <p:spPr>
          <a:xfrm>
            <a:off x="0" y="812800"/>
            <a:ext cx="0" cy="0"/>
          </a:xfrm>
        </p:spPr>
      </p:sp>
      <p:sp>
        <p:nvSpPr>
          <p:cNvPr id="3" name="備忘稿版面配置區 2"/>
          <p:cNvSpPr>
            <a:spLocks noGrp="1"/>
          </p:cNvSpPr>
          <p:nvPr>
            <p:ph type="body" idx="1"/>
          </p:nvPr>
        </p:nvSpPr>
        <p:spPr/>
        <p:txBody>
          <a:bodyPr/>
          <a:lstStyle/>
          <a:p>
            <a:pPr marL="342900" lvl="0" indent="-342900">
              <a:buSzPts val="1000"/>
              <a:buFont typeface="Symbol" panose="05050102010706020507" pitchFamily="18" charset="2"/>
              <a:buChar char=""/>
              <a:tabLst>
                <a:tab pos="457200" algn="l"/>
              </a:tabLst>
            </a:pPr>
            <a:r>
              <a:rPr lang="en-US" altLang="zh-HK" sz="1200" b="1" kern="100">
                <a:solidFill>
                  <a:srgbClr val="1F1F1F"/>
                </a:solidFill>
                <a:effectLst/>
                <a:latin typeface="Arial" panose="020B0604020202020204" pitchFamily="34" charset="0"/>
                <a:ea typeface="新細明體" panose="02020500000000000000" pitchFamily="18" charset="-120"/>
                <a:cs typeface="Times New Roman" panose="02020603050405020304" pitchFamily="18" charset="0"/>
              </a:rPr>
              <a:t>Target Delivery Time:</a:t>
            </a:r>
            <a:r>
              <a:rPr lang="en-US" altLang="zh-HK" sz="1200" kern="100">
                <a:solidFill>
                  <a:srgbClr val="1F1F1F"/>
                </a:solidFill>
                <a:effectLst/>
                <a:latin typeface="Arial" panose="020B0604020202020204" pitchFamily="34" charset="0"/>
                <a:ea typeface="新細明體" panose="02020500000000000000" pitchFamily="18" charset="-120"/>
                <a:cs typeface="Times New Roman" panose="02020603050405020304" pitchFamily="18" charset="0"/>
              </a:rPr>
              <a:t> 4:30 – 6:00 minutes</a:t>
            </a:r>
            <a:endParaRPr lang="zh-TW" altLang="zh-HK" sz="1200" kern="100">
              <a:solidFill>
                <a:srgbClr val="1F1F1F"/>
              </a:solidFill>
              <a:effectLst/>
              <a:latin typeface="Calibri" panose="020F0502020204030204" pitchFamily="34" charset="0"/>
              <a:ea typeface="新細明體" panose="02020500000000000000" pitchFamily="18" charset="-120"/>
              <a:cs typeface="Times New Roman" panose="02020603050405020304" pitchFamily="18" charset="0"/>
            </a:endParaRPr>
          </a:p>
          <a:p>
            <a:pPr marL="457200"/>
            <a:r>
              <a:rPr lang="en-US" altLang="zh-HK" sz="1200" kern="100">
                <a:solidFill>
                  <a:srgbClr val="1F1F1F"/>
                </a:solidFill>
                <a:effectLst/>
                <a:latin typeface="Arial" panose="020B0604020202020204" pitchFamily="34" charset="0"/>
                <a:ea typeface="新細明體" panose="02020500000000000000" pitchFamily="18" charset="-120"/>
                <a:cs typeface="Times New Roman" panose="02020603050405020304" pitchFamily="18" charset="0"/>
              </a:rPr>
              <a:t> </a:t>
            </a:r>
            <a:endParaRPr lang="zh-TW" altLang="zh-HK" sz="1200" kern="100">
              <a:effectLst/>
              <a:latin typeface="Calibri" panose="020F0502020204030204" pitchFamily="34" charset="0"/>
              <a:ea typeface="新細明體" panose="02020500000000000000" pitchFamily="18" charset="-120"/>
              <a:cs typeface="Times New Roman" panose="02020603050405020304" pitchFamily="18" charset="0"/>
            </a:endParaRPr>
          </a:p>
          <a:p>
            <a:pPr marL="457200"/>
            <a:r>
              <a:rPr lang="en-US" altLang="zh-HK" sz="1200" kern="100">
                <a:solidFill>
                  <a:srgbClr val="1F1F1F"/>
                </a:solidFill>
                <a:effectLst/>
                <a:latin typeface="Arial" panose="020B0604020202020204" pitchFamily="34" charset="0"/>
                <a:ea typeface="新細明體" panose="02020500000000000000" pitchFamily="18" charset="-120"/>
                <a:cs typeface="Times New Roman" panose="02020603050405020304" pitchFamily="18" charset="0"/>
              </a:rPr>
              <a:t> </a:t>
            </a:r>
            <a:endParaRPr lang="zh-TW" altLang="zh-HK" sz="1200" kern="100">
              <a:effectLst/>
              <a:latin typeface="Calibri" panose="020F0502020204030204" pitchFamily="34" charset="0"/>
              <a:ea typeface="新細明體" panose="02020500000000000000" pitchFamily="18" charset="-120"/>
              <a:cs typeface="Times New Roman" panose="02020603050405020304" pitchFamily="18" charset="0"/>
            </a:endParaRPr>
          </a:p>
          <a:p>
            <a:pPr>
              <a:lnSpc>
                <a:spcPct val="300000"/>
              </a:lnSpc>
            </a:pPr>
            <a:r>
              <a:rPr lang="en-US" altLang="zh-HK" sz="1800" b="1" kern="100">
                <a:solidFill>
                  <a:srgbClr val="1F1F1F"/>
                </a:solidFill>
                <a:effectLst/>
                <a:latin typeface="Arial" panose="020B0604020202020204" pitchFamily="34" charset="0"/>
                <a:ea typeface="新細明體" panose="02020500000000000000" pitchFamily="18" charset="-120"/>
                <a:cs typeface="Times New Roman" panose="02020603050405020304" pitchFamily="18" charset="0"/>
              </a:rPr>
              <a:t>Key Talking Points &amp; Concepts</a:t>
            </a:r>
            <a:endParaRPr lang="zh-TW" altLang="zh-HK" sz="1800" b="1" kern="100">
              <a:effectLst/>
              <a:latin typeface="Calibri Light" panose="020F0302020204030204" pitchFamily="34" charset="0"/>
              <a:ea typeface="新細明體" panose="02020500000000000000" pitchFamily="18" charset="-120"/>
              <a:cs typeface="Times New Roman" panose="02020603050405020304" pitchFamily="18" charset="0"/>
            </a:endParaRPr>
          </a:p>
          <a:p>
            <a:pPr marL="342900" lvl="0" indent="-342900">
              <a:buSzPts val="1000"/>
              <a:buFont typeface="Symbol" panose="05050102010706020507" pitchFamily="18" charset="2"/>
              <a:buChar char=""/>
              <a:tabLst>
                <a:tab pos="457200" algn="l"/>
              </a:tabLst>
            </a:pPr>
            <a:r>
              <a:rPr lang="en-US" altLang="zh-HK" sz="1200" b="1" kern="100">
                <a:solidFill>
                  <a:srgbClr val="1F1F1F"/>
                </a:solidFill>
                <a:effectLst/>
                <a:latin typeface="Arial" panose="020B0604020202020204" pitchFamily="34" charset="0"/>
                <a:ea typeface="新細明體" panose="02020500000000000000" pitchFamily="18" charset="-120"/>
                <a:cs typeface="Times New Roman" panose="02020603050405020304" pitchFamily="18" charset="0"/>
              </a:rPr>
              <a:t>Macro Pattern Recognition:</a:t>
            </a:r>
            <a:r>
              <a:rPr lang="en-US" altLang="zh-HK" sz="1200" kern="100">
                <a:solidFill>
                  <a:srgbClr val="1F1F1F"/>
                </a:solidFill>
                <a:effectLst/>
                <a:latin typeface="Arial" panose="020B0604020202020204" pitchFamily="34" charset="0"/>
                <a:ea typeface="新細明體" panose="02020500000000000000" pitchFamily="18" charset="-120"/>
                <a:cs typeface="Times New Roman" panose="02020603050405020304" pitchFamily="18" charset="0"/>
              </a:rPr>
              <a:t> Markets repeat structural behavior across cycles. </a:t>
            </a:r>
            <a:endParaRPr lang="zh-TW" altLang="zh-HK" sz="1200" kern="100">
              <a:solidFill>
                <a:srgbClr val="1F1F1F"/>
              </a:solidFill>
              <a:effectLst/>
              <a:latin typeface="Calibri" panose="020F0502020204030204" pitchFamily="34" charset="0"/>
              <a:ea typeface="新細明體" panose="02020500000000000000" pitchFamily="18" charset="-120"/>
              <a:cs typeface="Times New Roman" panose="02020603050405020304" pitchFamily="18" charset="0"/>
            </a:endParaRPr>
          </a:p>
          <a:p>
            <a:pPr marL="457200"/>
            <a:r>
              <a:rPr lang="en-US" altLang="zh-HK" sz="1200" kern="100">
                <a:solidFill>
                  <a:srgbClr val="1F1F1F"/>
                </a:solidFill>
                <a:effectLst/>
                <a:latin typeface="Arial" panose="020B0604020202020204" pitchFamily="34" charset="0"/>
                <a:ea typeface="新細明體" panose="02020500000000000000" pitchFamily="18" charset="-120"/>
                <a:cs typeface="Times New Roman" panose="02020603050405020304" pitchFamily="18" charset="0"/>
              </a:rPr>
              <a:t> </a:t>
            </a:r>
            <a:endParaRPr lang="zh-TW" altLang="zh-HK" sz="1200" kern="100">
              <a:effectLst/>
              <a:latin typeface="Calibri" panose="020F0502020204030204" pitchFamily="34" charset="0"/>
              <a:ea typeface="新細明體" panose="02020500000000000000" pitchFamily="18" charset="-120"/>
              <a:cs typeface="Times New Roman" panose="02020603050405020304" pitchFamily="18" charset="0"/>
            </a:endParaRPr>
          </a:p>
          <a:p>
            <a:pPr marL="342900" lvl="0" indent="-342900">
              <a:buSzPts val="1000"/>
              <a:buFont typeface="Symbol" panose="05050102010706020507" pitchFamily="18" charset="2"/>
              <a:buChar char=""/>
              <a:tabLst>
                <a:tab pos="457200" algn="l"/>
              </a:tabLst>
            </a:pPr>
            <a:r>
              <a:rPr lang="en-US" altLang="zh-HK" sz="1200" b="1" kern="100">
                <a:solidFill>
                  <a:srgbClr val="1F1F1F"/>
                </a:solidFill>
                <a:effectLst/>
                <a:latin typeface="Arial" panose="020B0604020202020204" pitchFamily="34" charset="0"/>
                <a:ea typeface="新細明體" panose="02020500000000000000" pitchFamily="18" charset="-120"/>
                <a:cs typeface="Times New Roman" panose="02020603050405020304" pitchFamily="18" charset="0"/>
              </a:rPr>
              <a:t>2022 vs. 2026 Comparison:</a:t>
            </a:r>
            <a:r>
              <a:rPr lang="en-US" altLang="zh-HK" sz="1200" kern="100">
                <a:solidFill>
                  <a:srgbClr val="1F1F1F"/>
                </a:solidFill>
                <a:effectLst/>
                <a:latin typeface="Arial" panose="020B0604020202020204" pitchFamily="34" charset="0"/>
                <a:ea typeface="新細明體" panose="02020500000000000000" pitchFamily="18" charset="-120"/>
                <a:cs typeface="Times New Roman" panose="02020603050405020304" pitchFamily="18" charset="0"/>
              </a:rPr>
              <a:t> Comparing the February 2022 geopolitical shock (Russia-Ukraine war driving fertilizer, energy, materials) to March 2026 market behaviors. </a:t>
            </a:r>
            <a:endParaRPr lang="zh-TW" altLang="zh-HK" sz="1200" kern="100">
              <a:solidFill>
                <a:srgbClr val="1F1F1F"/>
              </a:solidFill>
              <a:effectLst/>
              <a:latin typeface="Calibri" panose="020F0502020204030204" pitchFamily="34" charset="0"/>
              <a:ea typeface="新細明體" panose="02020500000000000000" pitchFamily="18" charset="-120"/>
              <a:cs typeface="Times New Roman" panose="02020603050405020304" pitchFamily="18" charset="0"/>
            </a:endParaRPr>
          </a:p>
          <a:p>
            <a:pPr marL="457200"/>
            <a:r>
              <a:rPr lang="en-US" altLang="zh-HK" sz="1200" kern="100">
                <a:solidFill>
                  <a:srgbClr val="1F1F1F"/>
                </a:solidFill>
                <a:effectLst/>
                <a:latin typeface="Arial" panose="020B0604020202020204" pitchFamily="34" charset="0"/>
                <a:ea typeface="新細明體" panose="02020500000000000000" pitchFamily="18" charset="-120"/>
                <a:cs typeface="Times New Roman" panose="02020603050405020304" pitchFamily="18" charset="0"/>
              </a:rPr>
              <a:t> </a:t>
            </a:r>
            <a:endParaRPr lang="zh-TW" altLang="zh-HK" sz="1200" kern="100">
              <a:effectLst/>
              <a:latin typeface="Calibri" panose="020F0502020204030204" pitchFamily="34" charset="0"/>
              <a:ea typeface="新細明體" panose="02020500000000000000" pitchFamily="18" charset="-120"/>
              <a:cs typeface="Times New Roman" panose="02020603050405020304" pitchFamily="18" charset="0"/>
            </a:endParaRPr>
          </a:p>
          <a:p>
            <a:pPr marL="342900" lvl="0" indent="-342900">
              <a:buSzPts val="1000"/>
              <a:buFont typeface="Symbol" panose="05050102010706020507" pitchFamily="18" charset="2"/>
              <a:buChar char=""/>
              <a:tabLst>
                <a:tab pos="457200" algn="l"/>
              </a:tabLst>
            </a:pPr>
            <a:r>
              <a:rPr lang="en-US" altLang="zh-HK" sz="1200" b="1" kern="100">
                <a:solidFill>
                  <a:srgbClr val="1F1F1F"/>
                </a:solidFill>
                <a:effectLst/>
                <a:latin typeface="Arial" panose="020B0604020202020204" pitchFamily="34" charset="0"/>
                <a:ea typeface="新細明體" panose="02020500000000000000" pitchFamily="18" charset="-120"/>
                <a:cs typeface="Times New Roman" panose="02020603050405020304" pitchFamily="18" charset="0"/>
              </a:rPr>
              <a:t>Relative Strength Context:</a:t>
            </a:r>
            <a:r>
              <a:rPr lang="en-US" altLang="zh-HK" sz="1200" kern="100">
                <a:solidFill>
                  <a:srgbClr val="1F1F1F"/>
                </a:solidFill>
                <a:effectLst/>
                <a:latin typeface="Arial" panose="020B0604020202020204" pitchFamily="34" charset="0"/>
                <a:ea typeface="新細明體" panose="02020500000000000000" pitchFamily="18" charset="-120"/>
                <a:cs typeface="Times New Roman" panose="02020603050405020304" pitchFamily="18" charset="0"/>
              </a:rPr>
              <a:t> Never analyze a stock in isolation; evaluate it relative to broader index behavior and sector peers. </a:t>
            </a:r>
            <a:endParaRPr lang="zh-TW" altLang="zh-HK" sz="1200" kern="100">
              <a:solidFill>
                <a:srgbClr val="1F1F1F"/>
              </a:solidFill>
              <a:effectLst/>
              <a:latin typeface="Calibri" panose="020F0502020204030204" pitchFamily="34" charset="0"/>
              <a:ea typeface="新細明體" panose="02020500000000000000" pitchFamily="18" charset="-120"/>
              <a:cs typeface="Times New Roman" panose="02020603050405020304" pitchFamily="18" charset="0"/>
            </a:endParaRPr>
          </a:p>
          <a:p>
            <a:pPr marL="457200"/>
            <a:r>
              <a:rPr lang="en-US" altLang="zh-HK" sz="1200" kern="100">
                <a:solidFill>
                  <a:srgbClr val="1F1F1F"/>
                </a:solidFill>
                <a:effectLst/>
                <a:latin typeface="Arial" panose="020B0604020202020204" pitchFamily="34" charset="0"/>
                <a:ea typeface="新細明體" panose="02020500000000000000" pitchFamily="18" charset="-120"/>
                <a:cs typeface="Times New Roman" panose="02020603050405020304" pitchFamily="18" charset="0"/>
              </a:rPr>
              <a:t> </a:t>
            </a:r>
            <a:endParaRPr lang="zh-TW" altLang="zh-HK" sz="1200" kern="100">
              <a:effectLst/>
              <a:latin typeface="Calibri" panose="020F0502020204030204" pitchFamily="34" charset="0"/>
              <a:ea typeface="新細明體" panose="02020500000000000000" pitchFamily="18" charset="-120"/>
              <a:cs typeface="Times New Roman" panose="02020603050405020304" pitchFamily="18" charset="0"/>
            </a:endParaRPr>
          </a:p>
          <a:p>
            <a:pPr>
              <a:lnSpc>
                <a:spcPct val="300000"/>
              </a:lnSpc>
            </a:pPr>
            <a:r>
              <a:rPr lang="en-US" altLang="zh-HK" sz="1800" b="1" kern="100">
                <a:solidFill>
                  <a:srgbClr val="1F1F1F"/>
                </a:solidFill>
                <a:effectLst/>
                <a:latin typeface="Arial" panose="020B0604020202020204" pitchFamily="34" charset="0"/>
                <a:ea typeface="新細明體" panose="02020500000000000000" pitchFamily="18" charset="-120"/>
                <a:cs typeface="Times New Roman" panose="02020603050405020304" pitchFamily="18" charset="0"/>
              </a:rPr>
              <a:t>Speaker Script</a:t>
            </a:r>
            <a:endParaRPr lang="zh-TW" altLang="zh-HK" sz="1800" b="1" kern="100">
              <a:effectLst/>
              <a:latin typeface="Calibri Light" panose="020F0302020204030204" pitchFamily="34" charset="0"/>
              <a:ea typeface="新細明體" panose="02020500000000000000" pitchFamily="18" charset="-120"/>
              <a:cs typeface="Times New Roman" panose="02020603050405020304" pitchFamily="18" charset="0"/>
            </a:endParaRPr>
          </a:p>
          <a:p>
            <a:r>
              <a:rPr lang="en-US" altLang="zh-HK" sz="1200" kern="100">
                <a:solidFill>
                  <a:srgbClr val="1F1F1F"/>
                </a:solidFill>
                <a:effectLst/>
                <a:latin typeface="Arial" panose="020B0604020202020204" pitchFamily="34" charset="0"/>
                <a:ea typeface="新細明體" panose="02020500000000000000" pitchFamily="18" charset="-120"/>
                <a:cs typeface="Times New Roman" panose="02020603050405020304" pitchFamily="18" charset="0"/>
              </a:rPr>
              <a:t>"One of Jay Law’s most profound insights is that </a:t>
            </a:r>
            <a:r>
              <a:rPr lang="en-US" altLang="zh-HK" sz="1200" b="1" kern="100">
                <a:solidFill>
                  <a:srgbClr val="1F1F1F"/>
                </a:solidFill>
                <a:effectLst/>
                <a:latin typeface="Arial" panose="020B0604020202020204" pitchFamily="34" charset="0"/>
                <a:ea typeface="新細明體" panose="02020500000000000000" pitchFamily="18" charset="-120"/>
                <a:cs typeface="Times New Roman" panose="02020603050405020304" pitchFamily="18" charset="0"/>
              </a:rPr>
              <a:t>stocks do not move in a vacuum</a:t>
            </a:r>
            <a:r>
              <a:rPr lang="en-US" altLang="zh-HK" sz="1200" kern="100">
                <a:solidFill>
                  <a:srgbClr val="1F1F1F"/>
                </a:solidFill>
                <a:effectLst/>
                <a:latin typeface="Arial" panose="020B0604020202020204" pitchFamily="34" charset="0"/>
                <a:ea typeface="新細明體" panose="02020500000000000000" pitchFamily="18" charset="-120"/>
                <a:cs typeface="Times New Roman" panose="02020603050405020304" pitchFamily="18" charset="0"/>
              </a:rPr>
              <a:t>. </a:t>
            </a:r>
            <a:endParaRPr lang="zh-TW" altLang="zh-HK" sz="1200" kern="100">
              <a:effectLst/>
              <a:latin typeface="Calibri" panose="020F0502020204030204" pitchFamily="34" charset="0"/>
              <a:ea typeface="新細明體" panose="02020500000000000000" pitchFamily="18" charset="-120"/>
              <a:cs typeface="Times New Roman" panose="02020603050405020304" pitchFamily="18" charset="0"/>
            </a:endParaRPr>
          </a:p>
          <a:p>
            <a:r>
              <a:rPr lang="en-US" altLang="zh-HK" sz="1200" kern="100">
                <a:solidFill>
                  <a:srgbClr val="1F1F1F"/>
                </a:solidFill>
                <a:effectLst/>
                <a:latin typeface="Arial" panose="020B0604020202020204" pitchFamily="34" charset="0"/>
                <a:ea typeface="新細明體" panose="02020500000000000000" pitchFamily="18" charset="-120"/>
                <a:cs typeface="Times New Roman" panose="02020603050405020304" pitchFamily="18" charset="0"/>
              </a:rPr>
              <a:t> </a:t>
            </a:r>
            <a:endParaRPr lang="zh-TW" altLang="zh-HK" sz="1200" kern="100">
              <a:effectLst/>
              <a:latin typeface="Calibri" panose="020F0502020204030204" pitchFamily="34" charset="0"/>
              <a:ea typeface="新細明體" panose="02020500000000000000" pitchFamily="18" charset="-120"/>
              <a:cs typeface="Times New Roman" panose="02020603050405020304" pitchFamily="18" charset="0"/>
            </a:endParaRPr>
          </a:p>
          <a:p>
            <a:r>
              <a:rPr lang="en-US" altLang="zh-HK" sz="1200" kern="100">
                <a:solidFill>
                  <a:srgbClr val="1F1F1F"/>
                </a:solidFill>
                <a:effectLst/>
                <a:latin typeface="Arial" panose="020B0604020202020204" pitchFamily="34" charset="0"/>
                <a:ea typeface="新細明體" panose="02020500000000000000" pitchFamily="18" charset="-120"/>
                <a:cs typeface="Times New Roman" panose="02020603050405020304" pitchFamily="18" charset="0"/>
              </a:rPr>
              <a:t>When analyzing market leaders, amateurs just look at an individual stock chart making higher highs. Champions compare that stock to its sector peers and the broader market context. For instance, looking back at February 2022 when the Russia-Ukraine war broke out, fertilizer stocks, traditional oil, and clean energy surged while technology stocks struggled. </a:t>
            </a:r>
            <a:endParaRPr lang="zh-TW" altLang="zh-HK" sz="1200" kern="100">
              <a:effectLst/>
              <a:latin typeface="Calibri" panose="020F0502020204030204" pitchFamily="34" charset="0"/>
              <a:ea typeface="新細明體" panose="02020500000000000000" pitchFamily="18" charset="-120"/>
              <a:cs typeface="Times New Roman" panose="02020603050405020304" pitchFamily="18" charset="0"/>
            </a:endParaRPr>
          </a:p>
          <a:p>
            <a:r>
              <a:rPr lang="en-US" altLang="zh-HK" sz="1200" kern="100">
                <a:solidFill>
                  <a:srgbClr val="1F1F1F"/>
                </a:solidFill>
                <a:effectLst/>
                <a:latin typeface="Arial" panose="020B0604020202020204" pitchFamily="34" charset="0"/>
                <a:ea typeface="新細明體" panose="02020500000000000000" pitchFamily="18" charset="-120"/>
                <a:cs typeface="Times New Roman" panose="02020603050405020304" pitchFamily="18" charset="0"/>
              </a:rPr>
              <a:t> </a:t>
            </a:r>
            <a:endParaRPr lang="zh-TW" altLang="zh-HK" sz="1200" kern="100">
              <a:effectLst/>
              <a:latin typeface="Calibri" panose="020F0502020204030204" pitchFamily="34" charset="0"/>
              <a:ea typeface="新細明體" panose="02020500000000000000" pitchFamily="18" charset="-120"/>
              <a:cs typeface="Times New Roman" panose="02020603050405020304" pitchFamily="18" charset="0"/>
            </a:endParaRPr>
          </a:p>
          <a:p>
            <a:r>
              <a:rPr lang="en-US" altLang="zh-HK" sz="1200" kern="100">
                <a:solidFill>
                  <a:srgbClr val="1F1F1F"/>
                </a:solidFill>
                <a:effectLst/>
                <a:latin typeface="Arial" panose="020B0604020202020204" pitchFamily="34" charset="0"/>
                <a:ea typeface="新細明體" panose="02020500000000000000" pitchFamily="18" charset="-120"/>
                <a:cs typeface="Times New Roman" panose="02020603050405020304" pitchFamily="18" charset="0"/>
              </a:rPr>
              <a:t>Fast forward to March 2026: when we see tech lagging while energy, gold, and materials suddenly break out on strong relative volume, a trained trader immediately references the 2022 historical playbook. By placing individual stock action within broader historical macro cycles, you instantly recognize which sectors are accumulating institutional capital." </a:t>
            </a:r>
            <a:endParaRPr lang="zh-TW" altLang="zh-HK" sz="1200" kern="100">
              <a:effectLst/>
              <a:latin typeface="Calibri" panose="020F0502020204030204" pitchFamily="34" charset="0"/>
              <a:ea typeface="新細明體" panose="02020500000000000000" pitchFamily="18" charset="-120"/>
              <a:cs typeface="Times New Roman" panose="02020603050405020304" pitchFamily="18" charset="0"/>
            </a:endParaRPr>
          </a:p>
          <a:p>
            <a:r>
              <a:rPr lang="en-US" altLang="zh-HK" sz="1200" kern="100">
                <a:solidFill>
                  <a:srgbClr val="1F1F1F"/>
                </a:solidFill>
                <a:effectLst/>
                <a:latin typeface="Arial" panose="020B0604020202020204" pitchFamily="34" charset="0"/>
                <a:ea typeface="新細明體" panose="02020500000000000000" pitchFamily="18" charset="-120"/>
                <a:cs typeface="Times New Roman" panose="02020603050405020304" pitchFamily="18" charset="0"/>
              </a:rPr>
              <a:t> </a:t>
            </a:r>
            <a:endParaRPr lang="zh-TW" altLang="zh-HK" sz="1200" kern="100">
              <a:effectLst/>
              <a:latin typeface="Calibri" panose="020F0502020204030204" pitchFamily="34" charset="0"/>
              <a:ea typeface="新細明體" panose="02020500000000000000" pitchFamily="18" charset="-120"/>
              <a:cs typeface="Times New Roman" panose="02020603050405020304" pitchFamily="18" charset="0"/>
            </a:endParaRPr>
          </a:p>
        </p:txBody>
      </p:sp>
      <p:sp>
        <p:nvSpPr>
          <p:cNvPr id="4" name="投影片編號版面配置區 3"/>
          <p:cNvSpPr>
            <a:spLocks noGrp="1"/>
          </p:cNvSpPr>
          <p:nvPr>
            <p:ph type="sldNum" idx="36"/>
          </p:nvPr>
        </p:nvSpPr>
        <p:spPr/>
        <p:txBody>
          <a:bodyPr/>
          <a:lstStyle/>
          <a:p>
            <a:pPr indent="0" algn="r">
              <a:buNone/>
            </a:pPr>
            <a:fld id="{822D1EAF-E52E-475F-9EA3-ADE268F2DE0E}" type="slidenum">
              <a:rPr lang="en-US" sz="1400" b="0" u="none" strike="noStrike" smtClean="0">
                <a:solidFill>
                  <a:srgbClr val="000000"/>
                </a:solidFill>
                <a:effectLst/>
                <a:uFillTx/>
                <a:latin typeface="Times New Roman"/>
              </a:rPr>
              <a:t>5</a:t>
            </a:fld>
            <a:endParaRPr lang="en-US" sz="1400" b="0" u="none" strike="noStrike">
              <a:solidFill>
                <a:srgbClr val="000000"/>
              </a:solidFill>
              <a:effectLst/>
              <a:uFillTx/>
              <a:latin typeface="Times New Roman"/>
            </a:endParaRPr>
          </a:p>
        </p:txBody>
      </p:sp>
    </p:spTree>
    <p:extLst>
      <p:ext uri="{BB962C8B-B14F-4D97-AF65-F5344CB8AC3E}">
        <p14:creationId xmlns:p14="http://schemas.microsoft.com/office/powerpoint/2010/main" val="2238329645"/>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投影片影像版面配置區 1"/>
          <p:cNvSpPr>
            <a:spLocks noGrp="1" noRot="1" noChangeAspect="1"/>
          </p:cNvSpPr>
          <p:nvPr>
            <p:ph type="sldImg"/>
          </p:nvPr>
        </p:nvSpPr>
        <p:spPr>
          <a:xfrm>
            <a:off x="0" y="812800"/>
            <a:ext cx="0" cy="0"/>
          </a:xfrm>
        </p:spPr>
      </p:sp>
      <p:sp>
        <p:nvSpPr>
          <p:cNvPr id="3" name="備忘稿版面配置區 2"/>
          <p:cNvSpPr>
            <a:spLocks noGrp="1"/>
          </p:cNvSpPr>
          <p:nvPr>
            <p:ph type="body" idx="1"/>
          </p:nvPr>
        </p:nvSpPr>
        <p:spPr/>
        <p:txBody>
          <a:bodyPr/>
          <a:lstStyle/>
          <a:p>
            <a:pPr marL="342900" lvl="0" indent="-342900">
              <a:buSzPts val="1000"/>
              <a:buFont typeface="Symbol" panose="05050102010706020507" pitchFamily="18" charset="2"/>
              <a:buChar char=""/>
              <a:tabLst>
                <a:tab pos="457200" algn="l"/>
              </a:tabLst>
            </a:pPr>
            <a:r>
              <a:rPr lang="en-US" altLang="zh-HK" sz="1200" b="1" kern="100">
                <a:solidFill>
                  <a:srgbClr val="1F1F1F"/>
                </a:solidFill>
                <a:effectLst/>
                <a:latin typeface="Arial" panose="020B0604020202020204" pitchFamily="34" charset="0"/>
                <a:ea typeface="新細明體" panose="02020500000000000000" pitchFamily="18" charset="-120"/>
                <a:cs typeface="Times New Roman" panose="02020603050405020304" pitchFamily="18" charset="0"/>
              </a:rPr>
              <a:t>Target Delivery Time:</a:t>
            </a:r>
            <a:r>
              <a:rPr lang="en-US" altLang="zh-HK" sz="1200" kern="100">
                <a:solidFill>
                  <a:srgbClr val="1F1F1F"/>
                </a:solidFill>
                <a:effectLst/>
                <a:latin typeface="Arial" panose="020B0604020202020204" pitchFamily="34" charset="0"/>
                <a:ea typeface="新細明體" panose="02020500000000000000" pitchFamily="18" charset="-120"/>
                <a:cs typeface="Times New Roman" panose="02020603050405020304" pitchFamily="18" charset="0"/>
              </a:rPr>
              <a:t> 4:00 – 5:30 minutes</a:t>
            </a:r>
            <a:endParaRPr lang="zh-TW" altLang="zh-HK" sz="1200" kern="100">
              <a:solidFill>
                <a:srgbClr val="1F1F1F"/>
              </a:solidFill>
              <a:effectLst/>
              <a:latin typeface="Calibri" panose="020F0502020204030204" pitchFamily="34" charset="0"/>
              <a:ea typeface="新細明體" panose="02020500000000000000" pitchFamily="18" charset="-120"/>
              <a:cs typeface="Times New Roman" panose="02020603050405020304" pitchFamily="18" charset="0"/>
            </a:endParaRPr>
          </a:p>
          <a:p>
            <a:pPr marL="457200"/>
            <a:r>
              <a:rPr lang="en-US" altLang="zh-HK" sz="1200" kern="100">
                <a:solidFill>
                  <a:srgbClr val="1F1F1F"/>
                </a:solidFill>
                <a:effectLst/>
                <a:latin typeface="Arial" panose="020B0604020202020204" pitchFamily="34" charset="0"/>
                <a:ea typeface="新細明體" panose="02020500000000000000" pitchFamily="18" charset="-120"/>
                <a:cs typeface="Times New Roman" panose="02020603050405020304" pitchFamily="18" charset="0"/>
              </a:rPr>
              <a:t> </a:t>
            </a:r>
            <a:endParaRPr lang="zh-TW" altLang="zh-HK" sz="1200" kern="100">
              <a:effectLst/>
              <a:latin typeface="Calibri" panose="020F0502020204030204" pitchFamily="34" charset="0"/>
              <a:ea typeface="新細明體" panose="02020500000000000000" pitchFamily="18" charset="-120"/>
              <a:cs typeface="Times New Roman" panose="02020603050405020304" pitchFamily="18" charset="0"/>
            </a:endParaRPr>
          </a:p>
          <a:p>
            <a:pPr marL="457200"/>
            <a:r>
              <a:rPr lang="en-US" altLang="zh-HK" sz="1200" kern="100">
                <a:solidFill>
                  <a:srgbClr val="1F1F1F"/>
                </a:solidFill>
                <a:effectLst/>
                <a:latin typeface="Arial" panose="020B0604020202020204" pitchFamily="34" charset="0"/>
                <a:ea typeface="新細明體" panose="02020500000000000000" pitchFamily="18" charset="-120"/>
                <a:cs typeface="Times New Roman" panose="02020603050405020304" pitchFamily="18" charset="0"/>
              </a:rPr>
              <a:t> </a:t>
            </a:r>
            <a:endParaRPr lang="zh-TW" altLang="zh-HK" sz="1200" kern="100">
              <a:effectLst/>
              <a:latin typeface="Calibri" panose="020F0502020204030204" pitchFamily="34" charset="0"/>
              <a:ea typeface="新細明體" panose="02020500000000000000" pitchFamily="18" charset="-120"/>
              <a:cs typeface="Times New Roman" panose="02020603050405020304" pitchFamily="18" charset="0"/>
            </a:endParaRPr>
          </a:p>
          <a:p>
            <a:pPr>
              <a:lnSpc>
                <a:spcPct val="300000"/>
              </a:lnSpc>
            </a:pPr>
            <a:r>
              <a:rPr lang="en-US" altLang="zh-HK" sz="1800" b="1" kern="100">
                <a:solidFill>
                  <a:srgbClr val="1F1F1F"/>
                </a:solidFill>
                <a:effectLst/>
                <a:latin typeface="Arial" panose="020B0604020202020204" pitchFamily="34" charset="0"/>
                <a:ea typeface="新細明體" panose="02020500000000000000" pitchFamily="18" charset="-120"/>
                <a:cs typeface="Times New Roman" panose="02020603050405020304" pitchFamily="18" charset="0"/>
              </a:rPr>
              <a:t>Key Talking Points &amp; Concepts</a:t>
            </a:r>
            <a:endParaRPr lang="zh-TW" altLang="zh-HK" sz="1800" b="1" kern="100">
              <a:effectLst/>
              <a:latin typeface="Calibri Light" panose="020F0302020204030204" pitchFamily="34" charset="0"/>
              <a:ea typeface="新細明體" panose="02020500000000000000" pitchFamily="18" charset="-120"/>
              <a:cs typeface="Times New Roman" panose="02020603050405020304" pitchFamily="18" charset="0"/>
            </a:endParaRPr>
          </a:p>
          <a:p>
            <a:pPr marL="342900" lvl="0" indent="-342900">
              <a:buSzPts val="1000"/>
              <a:buFont typeface="Symbol" panose="05050102010706020507" pitchFamily="18" charset="2"/>
              <a:buChar char=""/>
              <a:tabLst>
                <a:tab pos="457200" algn="l"/>
              </a:tabLst>
            </a:pPr>
            <a:r>
              <a:rPr lang="en-US" altLang="zh-HK" sz="1200" b="1" kern="100">
                <a:solidFill>
                  <a:srgbClr val="1F1F1F"/>
                </a:solidFill>
                <a:effectLst/>
                <a:latin typeface="Arial" panose="020B0604020202020204" pitchFamily="34" charset="0"/>
                <a:ea typeface="新細明體" panose="02020500000000000000" pitchFamily="18" charset="-120"/>
                <a:cs typeface="Times New Roman" panose="02020603050405020304" pitchFamily="18" charset="0"/>
              </a:rPr>
              <a:t>Self-Audit Methodology:</a:t>
            </a:r>
            <a:r>
              <a:rPr lang="en-US" altLang="zh-HK" sz="1200" kern="100">
                <a:solidFill>
                  <a:srgbClr val="1F1F1F"/>
                </a:solidFill>
                <a:effectLst/>
                <a:latin typeface="Arial" panose="020B0604020202020204" pitchFamily="34" charset="0"/>
                <a:ea typeface="新細明體" panose="02020500000000000000" pitchFamily="18" charset="-120"/>
                <a:cs typeface="Times New Roman" panose="02020603050405020304" pitchFamily="18" charset="0"/>
              </a:rPr>
              <a:t> Logged and audited over 1,000 personal trades to identify systemic errors. </a:t>
            </a:r>
            <a:endParaRPr lang="zh-TW" altLang="zh-HK" sz="1200" kern="100">
              <a:solidFill>
                <a:srgbClr val="1F1F1F"/>
              </a:solidFill>
              <a:effectLst/>
              <a:latin typeface="Calibri" panose="020F0502020204030204" pitchFamily="34" charset="0"/>
              <a:ea typeface="新細明體" panose="02020500000000000000" pitchFamily="18" charset="-120"/>
              <a:cs typeface="Times New Roman" panose="02020603050405020304" pitchFamily="18" charset="0"/>
            </a:endParaRPr>
          </a:p>
          <a:p>
            <a:pPr marL="457200"/>
            <a:r>
              <a:rPr lang="en-US" altLang="zh-HK" sz="1200" kern="100">
                <a:solidFill>
                  <a:srgbClr val="1F1F1F"/>
                </a:solidFill>
                <a:effectLst/>
                <a:latin typeface="Arial" panose="020B0604020202020204" pitchFamily="34" charset="0"/>
                <a:ea typeface="新細明體" panose="02020500000000000000" pitchFamily="18" charset="-120"/>
                <a:cs typeface="Times New Roman" panose="02020603050405020304" pitchFamily="18" charset="0"/>
              </a:rPr>
              <a:t> </a:t>
            </a:r>
            <a:endParaRPr lang="zh-TW" altLang="zh-HK" sz="1200" kern="100">
              <a:effectLst/>
              <a:latin typeface="Calibri" panose="020F0502020204030204" pitchFamily="34" charset="0"/>
              <a:ea typeface="新細明體" panose="02020500000000000000" pitchFamily="18" charset="-120"/>
              <a:cs typeface="Times New Roman" panose="02020603050405020304" pitchFamily="18" charset="0"/>
            </a:endParaRPr>
          </a:p>
          <a:p>
            <a:pPr marL="342900" lvl="0" indent="-342900">
              <a:buSzPts val="1000"/>
              <a:buFont typeface="Symbol" panose="05050102010706020507" pitchFamily="18" charset="2"/>
              <a:buChar char=""/>
              <a:tabLst>
                <a:tab pos="457200" algn="l"/>
              </a:tabLst>
            </a:pPr>
            <a:r>
              <a:rPr lang="en-US" altLang="zh-HK" sz="1200" b="1" kern="100">
                <a:solidFill>
                  <a:srgbClr val="1F1F1F"/>
                </a:solidFill>
                <a:effectLst/>
                <a:latin typeface="Arial" panose="020B0604020202020204" pitchFamily="34" charset="0"/>
                <a:ea typeface="新細明體" panose="02020500000000000000" pitchFamily="18" charset="-120"/>
                <a:cs typeface="Times New Roman" panose="02020603050405020304" pitchFamily="18" charset="0"/>
              </a:rPr>
              <a:t>Fatal Flaw 1 – Uncontrolled Drawdowns:</a:t>
            </a:r>
            <a:r>
              <a:rPr lang="en-US" altLang="zh-HK" sz="1200" kern="100">
                <a:solidFill>
                  <a:srgbClr val="1F1F1F"/>
                </a:solidFill>
                <a:effectLst/>
                <a:latin typeface="Arial" panose="020B0604020202020204" pitchFamily="34" charset="0"/>
                <a:ea typeface="新細明體" panose="02020500000000000000" pitchFamily="18" charset="-120"/>
                <a:cs typeface="Times New Roman" panose="02020603050405020304" pitchFamily="18" charset="0"/>
              </a:rPr>
              <a:t> Allowing small losses to compound due to poor stop management or holding losing trades. </a:t>
            </a:r>
            <a:endParaRPr lang="zh-TW" altLang="zh-HK" sz="1200" kern="100">
              <a:solidFill>
                <a:srgbClr val="1F1F1F"/>
              </a:solidFill>
              <a:effectLst/>
              <a:latin typeface="Calibri" panose="020F0502020204030204" pitchFamily="34" charset="0"/>
              <a:ea typeface="新細明體" panose="02020500000000000000" pitchFamily="18" charset="-120"/>
              <a:cs typeface="Times New Roman" panose="02020603050405020304" pitchFamily="18" charset="0"/>
            </a:endParaRPr>
          </a:p>
          <a:p>
            <a:pPr marL="457200"/>
            <a:r>
              <a:rPr lang="en-US" altLang="zh-HK" sz="1200" kern="100">
                <a:solidFill>
                  <a:srgbClr val="1F1F1F"/>
                </a:solidFill>
                <a:effectLst/>
                <a:latin typeface="Arial" panose="020B0604020202020204" pitchFamily="34" charset="0"/>
                <a:ea typeface="新細明體" panose="02020500000000000000" pitchFamily="18" charset="-120"/>
                <a:cs typeface="Times New Roman" panose="02020603050405020304" pitchFamily="18" charset="0"/>
              </a:rPr>
              <a:t> </a:t>
            </a:r>
            <a:endParaRPr lang="zh-TW" altLang="zh-HK" sz="1200" kern="100">
              <a:effectLst/>
              <a:latin typeface="Calibri" panose="020F0502020204030204" pitchFamily="34" charset="0"/>
              <a:ea typeface="新細明體" panose="02020500000000000000" pitchFamily="18" charset="-120"/>
              <a:cs typeface="Times New Roman" panose="02020603050405020304" pitchFamily="18" charset="0"/>
            </a:endParaRPr>
          </a:p>
          <a:p>
            <a:pPr marL="342900" lvl="0" indent="-342900">
              <a:buSzPts val="1000"/>
              <a:buFont typeface="Symbol" panose="05050102010706020507" pitchFamily="18" charset="2"/>
              <a:buChar char=""/>
              <a:tabLst>
                <a:tab pos="457200" algn="l"/>
              </a:tabLst>
            </a:pPr>
            <a:r>
              <a:rPr lang="en-US" altLang="zh-HK" sz="1200" b="1" kern="100">
                <a:solidFill>
                  <a:srgbClr val="1F1F1F"/>
                </a:solidFill>
                <a:effectLst/>
                <a:latin typeface="Arial" panose="020B0604020202020204" pitchFamily="34" charset="0"/>
                <a:ea typeface="新細明體" panose="02020500000000000000" pitchFamily="18" charset="-120"/>
                <a:cs typeface="Times New Roman" panose="02020603050405020304" pitchFamily="18" charset="0"/>
              </a:rPr>
              <a:t>Fatal Flaw 2 – Emotional/Revenge Trading:</a:t>
            </a:r>
            <a:r>
              <a:rPr lang="en-US" altLang="zh-HK" sz="1200" kern="100">
                <a:solidFill>
                  <a:srgbClr val="1F1F1F"/>
                </a:solidFill>
                <a:effectLst/>
                <a:latin typeface="Arial" panose="020B0604020202020204" pitchFamily="34" charset="0"/>
                <a:ea typeface="新細明體" panose="02020500000000000000" pitchFamily="18" charset="-120"/>
                <a:cs typeface="Times New Roman" panose="02020603050405020304" pitchFamily="18" charset="0"/>
              </a:rPr>
              <a:t> Trading on the desire to immediately win back lost capital rather than executing systematic edge. </a:t>
            </a:r>
            <a:endParaRPr lang="zh-TW" altLang="zh-HK" sz="1200" kern="100">
              <a:solidFill>
                <a:srgbClr val="1F1F1F"/>
              </a:solidFill>
              <a:effectLst/>
              <a:latin typeface="Calibri" panose="020F0502020204030204" pitchFamily="34" charset="0"/>
              <a:ea typeface="新細明體" panose="02020500000000000000" pitchFamily="18" charset="-120"/>
              <a:cs typeface="Times New Roman" panose="02020603050405020304" pitchFamily="18" charset="0"/>
            </a:endParaRPr>
          </a:p>
          <a:p>
            <a:pPr marL="457200"/>
            <a:r>
              <a:rPr lang="en-US" altLang="zh-HK" sz="1200" kern="100">
                <a:solidFill>
                  <a:srgbClr val="1F1F1F"/>
                </a:solidFill>
                <a:effectLst/>
                <a:latin typeface="Arial" panose="020B0604020202020204" pitchFamily="34" charset="0"/>
                <a:ea typeface="新細明體" panose="02020500000000000000" pitchFamily="18" charset="-120"/>
                <a:cs typeface="Times New Roman" panose="02020603050405020304" pitchFamily="18" charset="0"/>
              </a:rPr>
              <a:t> </a:t>
            </a:r>
            <a:endParaRPr lang="zh-TW" altLang="zh-HK" sz="1200" kern="100">
              <a:effectLst/>
              <a:latin typeface="Calibri" panose="020F0502020204030204" pitchFamily="34" charset="0"/>
              <a:ea typeface="新細明體" panose="02020500000000000000" pitchFamily="18" charset="-120"/>
              <a:cs typeface="Times New Roman" panose="02020603050405020304" pitchFamily="18" charset="0"/>
            </a:endParaRPr>
          </a:p>
          <a:p>
            <a:pPr>
              <a:lnSpc>
                <a:spcPct val="300000"/>
              </a:lnSpc>
            </a:pPr>
            <a:r>
              <a:rPr lang="en-US" altLang="zh-HK" sz="1800" b="1" kern="100">
                <a:solidFill>
                  <a:srgbClr val="1F1F1F"/>
                </a:solidFill>
                <a:effectLst/>
                <a:latin typeface="Arial" panose="020B0604020202020204" pitchFamily="34" charset="0"/>
                <a:ea typeface="新細明體" panose="02020500000000000000" pitchFamily="18" charset="-120"/>
                <a:cs typeface="Times New Roman" panose="02020603050405020304" pitchFamily="18" charset="0"/>
              </a:rPr>
              <a:t>Speaker Script</a:t>
            </a:r>
            <a:endParaRPr lang="zh-TW" altLang="zh-HK" sz="1800" b="1" kern="100">
              <a:effectLst/>
              <a:latin typeface="Calibri Light" panose="020F0302020204030204" pitchFamily="34" charset="0"/>
              <a:ea typeface="新細明體" panose="02020500000000000000" pitchFamily="18" charset="-120"/>
              <a:cs typeface="Times New Roman" panose="02020603050405020304" pitchFamily="18" charset="0"/>
            </a:endParaRPr>
          </a:p>
          <a:p>
            <a:r>
              <a:rPr lang="en-US" altLang="zh-HK" sz="1200" kern="100">
                <a:solidFill>
                  <a:srgbClr val="1F1F1F"/>
                </a:solidFill>
                <a:effectLst/>
                <a:latin typeface="Arial" panose="020B0604020202020204" pitchFamily="34" charset="0"/>
                <a:ea typeface="新細明體" panose="02020500000000000000" pitchFamily="18" charset="-120"/>
                <a:cs typeface="Times New Roman" panose="02020603050405020304" pitchFamily="18" charset="0"/>
              </a:rPr>
              <a:t>"Before Jay Law became a two-time world champion, he struggled for years. How did he unlock consistent performance? Through a brutal psychological audit of over 1,000 of his own past trades. </a:t>
            </a:r>
            <a:endParaRPr lang="zh-TW" altLang="zh-HK" sz="1200" kern="100">
              <a:effectLst/>
              <a:latin typeface="Calibri" panose="020F0502020204030204" pitchFamily="34" charset="0"/>
              <a:ea typeface="新細明體" panose="02020500000000000000" pitchFamily="18" charset="-120"/>
              <a:cs typeface="Times New Roman" panose="02020603050405020304" pitchFamily="18" charset="0"/>
            </a:endParaRPr>
          </a:p>
          <a:p>
            <a:r>
              <a:rPr lang="en-US" altLang="zh-HK" sz="1200" kern="100">
                <a:solidFill>
                  <a:srgbClr val="1F1F1F"/>
                </a:solidFill>
                <a:effectLst/>
                <a:latin typeface="Arial" panose="020B0604020202020204" pitchFamily="34" charset="0"/>
                <a:ea typeface="新細明體" panose="02020500000000000000" pitchFamily="18" charset="-120"/>
                <a:cs typeface="Times New Roman" panose="02020603050405020304" pitchFamily="18" charset="0"/>
              </a:rPr>
              <a:t> </a:t>
            </a:r>
            <a:endParaRPr lang="zh-TW" altLang="zh-HK" sz="1200" kern="100">
              <a:effectLst/>
              <a:latin typeface="Calibri" panose="020F0502020204030204" pitchFamily="34" charset="0"/>
              <a:ea typeface="新細明體" panose="02020500000000000000" pitchFamily="18" charset="-120"/>
              <a:cs typeface="Times New Roman" panose="02020603050405020304" pitchFamily="18" charset="0"/>
            </a:endParaRPr>
          </a:p>
          <a:p>
            <a:r>
              <a:rPr lang="en-US" altLang="zh-HK" sz="1200" kern="100">
                <a:solidFill>
                  <a:srgbClr val="1F1F1F"/>
                </a:solidFill>
                <a:effectLst/>
                <a:latin typeface="Arial" panose="020B0604020202020204" pitchFamily="34" charset="0"/>
                <a:ea typeface="新細明體" panose="02020500000000000000" pitchFamily="18" charset="-120"/>
                <a:cs typeface="Times New Roman" panose="02020603050405020304" pitchFamily="18" charset="0"/>
              </a:rPr>
              <a:t>What he discovered was shocking: he wasn't making complex technical errors. He was making the exact same simple, obvious mistakes repeatedly. They boiled down to two primary fatal flaws: </a:t>
            </a:r>
            <a:endParaRPr lang="zh-TW" altLang="zh-HK" sz="1200" kern="100">
              <a:effectLst/>
              <a:latin typeface="Calibri" panose="020F0502020204030204" pitchFamily="34" charset="0"/>
              <a:ea typeface="新細明體" panose="02020500000000000000" pitchFamily="18" charset="-120"/>
              <a:cs typeface="Times New Roman" panose="02020603050405020304" pitchFamily="18" charset="0"/>
            </a:endParaRPr>
          </a:p>
          <a:p>
            <a:br>
              <a:rPr lang="en-US" altLang="zh-HK" sz="1200" kern="100">
                <a:solidFill>
                  <a:srgbClr val="1F1F1F"/>
                </a:solidFill>
                <a:effectLst/>
                <a:latin typeface="Arial" panose="020B0604020202020204" pitchFamily="34" charset="0"/>
                <a:ea typeface="新細明體" panose="02020500000000000000" pitchFamily="18" charset="-120"/>
                <a:cs typeface="Times New Roman" panose="02020603050405020304" pitchFamily="18" charset="0"/>
              </a:rPr>
            </a:br>
            <a:endParaRPr lang="zh-TW" altLang="zh-HK" sz="1200" kern="100">
              <a:effectLst/>
              <a:latin typeface="Calibri" panose="020F0502020204030204" pitchFamily="34" charset="0"/>
              <a:ea typeface="新細明體" panose="02020500000000000000" pitchFamily="18" charset="-120"/>
              <a:cs typeface="Times New Roman" panose="02020603050405020304" pitchFamily="18" charset="0"/>
            </a:endParaRPr>
          </a:p>
          <a:p>
            <a:pPr marL="342900" lvl="0" indent="-342900">
              <a:buFont typeface="+mj-lt"/>
              <a:buAutoNum type="arabicPeriod"/>
              <a:tabLst>
                <a:tab pos="457200" algn="l"/>
              </a:tabLst>
            </a:pPr>
            <a:r>
              <a:rPr lang="en-US" altLang="zh-HK" sz="1200" b="1" kern="100">
                <a:solidFill>
                  <a:srgbClr val="1F1F1F"/>
                </a:solidFill>
                <a:effectLst/>
                <a:latin typeface="Arial" panose="020B0604020202020204" pitchFamily="34" charset="0"/>
                <a:ea typeface="新細明體" panose="02020500000000000000" pitchFamily="18" charset="-120"/>
                <a:cs typeface="Times New Roman" panose="02020603050405020304" pitchFamily="18" charset="0"/>
              </a:rPr>
              <a:t>Uncontrolled Drawdowns:</a:t>
            </a:r>
            <a:r>
              <a:rPr lang="en-US" altLang="zh-HK" sz="1200" kern="100">
                <a:solidFill>
                  <a:srgbClr val="1F1F1F"/>
                </a:solidFill>
                <a:effectLst/>
                <a:latin typeface="Arial" panose="020B0604020202020204" pitchFamily="34" charset="0"/>
                <a:ea typeface="新細明體" panose="02020500000000000000" pitchFamily="18" charset="-120"/>
                <a:cs typeface="Times New Roman" panose="02020603050405020304" pitchFamily="18" charset="0"/>
              </a:rPr>
              <a:t> Failing to cut losses quickly during adverse market conditions. </a:t>
            </a:r>
            <a:endParaRPr lang="zh-TW" altLang="zh-HK" sz="1200" kern="100">
              <a:solidFill>
                <a:srgbClr val="1F1F1F"/>
              </a:solidFill>
              <a:effectLst/>
              <a:latin typeface="Calibri" panose="020F0502020204030204" pitchFamily="34" charset="0"/>
              <a:ea typeface="新細明體" panose="02020500000000000000" pitchFamily="18" charset="-120"/>
              <a:cs typeface="Times New Roman" panose="02020603050405020304" pitchFamily="18" charset="0"/>
            </a:endParaRPr>
          </a:p>
          <a:p>
            <a:pPr marL="457200"/>
            <a:r>
              <a:rPr lang="en-US" altLang="zh-HK" sz="1200" kern="100">
                <a:solidFill>
                  <a:srgbClr val="1F1F1F"/>
                </a:solidFill>
                <a:effectLst/>
                <a:latin typeface="Arial" panose="020B0604020202020204" pitchFamily="34" charset="0"/>
                <a:ea typeface="新細明體" panose="02020500000000000000" pitchFamily="18" charset="-120"/>
                <a:cs typeface="Times New Roman" panose="02020603050405020304" pitchFamily="18" charset="0"/>
              </a:rPr>
              <a:t> </a:t>
            </a:r>
            <a:endParaRPr lang="zh-TW" altLang="zh-HK" sz="1200" kern="100">
              <a:effectLst/>
              <a:latin typeface="Calibri" panose="020F0502020204030204" pitchFamily="34" charset="0"/>
              <a:ea typeface="新細明體" panose="02020500000000000000" pitchFamily="18" charset="-120"/>
              <a:cs typeface="Times New Roman" panose="02020603050405020304" pitchFamily="18" charset="0"/>
            </a:endParaRPr>
          </a:p>
          <a:p>
            <a:pPr marL="342900" lvl="0" indent="-342900">
              <a:buFont typeface="+mj-lt"/>
              <a:buAutoNum type="arabicPeriod" startAt="2"/>
              <a:tabLst>
                <a:tab pos="457200" algn="l"/>
              </a:tabLst>
            </a:pPr>
            <a:r>
              <a:rPr lang="en-US" altLang="zh-HK" sz="1200" b="1" kern="100">
                <a:solidFill>
                  <a:srgbClr val="1F1F1F"/>
                </a:solidFill>
                <a:effectLst/>
                <a:latin typeface="Arial" panose="020B0604020202020204" pitchFamily="34" charset="0"/>
                <a:ea typeface="新細明體" panose="02020500000000000000" pitchFamily="18" charset="-120"/>
                <a:cs typeface="Times New Roman" panose="02020603050405020304" pitchFamily="18" charset="0"/>
              </a:rPr>
              <a:t>Emotional/Revenge Trading:</a:t>
            </a:r>
            <a:r>
              <a:rPr lang="en-US" altLang="zh-HK" sz="1200" kern="100">
                <a:solidFill>
                  <a:srgbClr val="1F1F1F"/>
                </a:solidFill>
                <a:effectLst/>
                <a:latin typeface="Arial" panose="020B0604020202020204" pitchFamily="34" charset="0"/>
                <a:ea typeface="新細明體" panose="02020500000000000000" pitchFamily="18" charset="-120"/>
                <a:cs typeface="Times New Roman" panose="02020603050405020304" pitchFamily="18" charset="0"/>
              </a:rPr>
              <a:t> Trying to win back losses immediately on tilt, abandoning rational analysis. </a:t>
            </a:r>
            <a:endParaRPr lang="zh-TW" altLang="zh-HK" sz="1200" kern="100">
              <a:solidFill>
                <a:srgbClr val="1F1F1F"/>
              </a:solidFill>
              <a:effectLst/>
              <a:latin typeface="Calibri" panose="020F0502020204030204" pitchFamily="34" charset="0"/>
              <a:ea typeface="新細明體" panose="02020500000000000000" pitchFamily="18" charset="-120"/>
              <a:cs typeface="Times New Roman" panose="02020603050405020304" pitchFamily="18" charset="0"/>
            </a:endParaRPr>
          </a:p>
          <a:p>
            <a:pPr marL="457200"/>
            <a:r>
              <a:rPr lang="en-US" altLang="zh-HK" sz="1200" kern="100">
                <a:solidFill>
                  <a:srgbClr val="1F1F1F"/>
                </a:solidFill>
                <a:effectLst/>
                <a:latin typeface="Arial" panose="020B0604020202020204" pitchFamily="34" charset="0"/>
                <a:ea typeface="新細明體" panose="02020500000000000000" pitchFamily="18" charset="-120"/>
                <a:cs typeface="Times New Roman" panose="02020603050405020304" pitchFamily="18" charset="0"/>
              </a:rPr>
              <a:t> </a:t>
            </a:r>
            <a:endParaRPr lang="zh-TW" altLang="zh-HK" sz="1200" kern="100">
              <a:effectLst/>
              <a:latin typeface="Calibri" panose="020F0502020204030204" pitchFamily="34" charset="0"/>
              <a:ea typeface="新細明體" panose="02020500000000000000" pitchFamily="18" charset="-120"/>
              <a:cs typeface="Times New Roman" panose="02020603050405020304" pitchFamily="18" charset="0"/>
            </a:endParaRPr>
          </a:p>
          <a:p>
            <a:r>
              <a:rPr lang="en-US" altLang="zh-HK" sz="1200" kern="100">
                <a:solidFill>
                  <a:srgbClr val="1F1F1F"/>
                </a:solidFill>
                <a:effectLst/>
                <a:latin typeface="Arial" panose="020B0604020202020204" pitchFamily="34" charset="0"/>
                <a:ea typeface="新細明體" panose="02020500000000000000" pitchFamily="18" charset="-120"/>
                <a:cs typeface="Times New Roman" panose="02020603050405020304" pitchFamily="18" charset="0"/>
              </a:rPr>
              <a:t>Recognizing that human flaws cannot be cured by willpower alone was his turning point. He realized he needed external, structural rules to protect him from his own psychology." </a:t>
            </a:r>
            <a:endParaRPr lang="zh-TW" altLang="zh-HK" sz="1200" kern="100">
              <a:effectLst/>
              <a:latin typeface="Calibri" panose="020F0502020204030204" pitchFamily="34" charset="0"/>
              <a:ea typeface="新細明體" panose="02020500000000000000" pitchFamily="18" charset="-120"/>
              <a:cs typeface="Times New Roman" panose="02020603050405020304" pitchFamily="18" charset="0"/>
            </a:endParaRPr>
          </a:p>
          <a:p>
            <a:r>
              <a:rPr lang="en-US" altLang="zh-HK" sz="1200" kern="100">
                <a:solidFill>
                  <a:srgbClr val="1F1F1F"/>
                </a:solidFill>
                <a:effectLst/>
                <a:latin typeface="Arial" panose="020B0604020202020204" pitchFamily="34" charset="0"/>
                <a:ea typeface="新細明體" panose="02020500000000000000" pitchFamily="18" charset="-120"/>
                <a:cs typeface="Times New Roman" panose="02020603050405020304" pitchFamily="18" charset="0"/>
              </a:rPr>
              <a:t> </a:t>
            </a:r>
            <a:endParaRPr lang="zh-TW" altLang="zh-HK" sz="1200" kern="100">
              <a:effectLst/>
              <a:latin typeface="Calibri" panose="020F0502020204030204" pitchFamily="34" charset="0"/>
              <a:ea typeface="新細明體" panose="02020500000000000000" pitchFamily="18" charset="-120"/>
              <a:cs typeface="Times New Roman" panose="02020603050405020304" pitchFamily="18" charset="0"/>
            </a:endParaRPr>
          </a:p>
        </p:txBody>
      </p:sp>
      <p:sp>
        <p:nvSpPr>
          <p:cNvPr id="4" name="投影片編號版面配置區 3"/>
          <p:cNvSpPr>
            <a:spLocks noGrp="1"/>
          </p:cNvSpPr>
          <p:nvPr>
            <p:ph type="sldNum" idx="36"/>
          </p:nvPr>
        </p:nvSpPr>
        <p:spPr/>
        <p:txBody>
          <a:bodyPr/>
          <a:lstStyle/>
          <a:p>
            <a:pPr indent="0" algn="r">
              <a:buNone/>
            </a:pPr>
            <a:fld id="{822D1EAF-E52E-475F-9EA3-ADE268F2DE0E}" type="slidenum">
              <a:rPr lang="en-US" sz="1400" b="0" u="none" strike="noStrike" smtClean="0">
                <a:solidFill>
                  <a:srgbClr val="000000"/>
                </a:solidFill>
                <a:effectLst/>
                <a:uFillTx/>
                <a:latin typeface="Times New Roman"/>
              </a:rPr>
              <a:t>6</a:t>
            </a:fld>
            <a:endParaRPr lang="en-US" sz="1400" b="0" u="none" strike="noStrike">
              <a:solidFill>
                <a:srgbClr val="000000"/>
              </a:solidFill>
              <a:effectLst/>
              <a:uFillTx/>
              <a:latin typeface="Times New Roman"/>
            </a:endParaRPr>
          </a:p>
        </p:txBody>
      </p:sp>
    </p:spTree>
    <p:extLst>
      <p:ext uri="{BB962C8B-B14F-4D97-AF65-F5344CB8AC3E}">
        <p14:creationId xmlns:p14="http://schemas.microsoft.com/office/powerpoint/2010/main" val="86045125"/>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投影片影像版面配置區 1"/>
          <p:cNvSpPr>
            <a:spLocks noGrp="1" noRot="1" noChangeAspect="1"/>
          </p:cNvSpPr>
          <p:nvPr>
            <p:ph type="sldImg"/>
          </p:nvPr>
        </p:nvSpPr>
        <p:spPr>
          <a:xfrm>
            <a:off x="0" y="812800"/>
            <a:ext cx="0" cy="0"/>
          </a:xfrm>
        </p:spPr>
      </p:sp>
      <p:sp>
        <p:nvSpPr>
          <p:cNvPr id="3" name="備忘稿版面配置區 2"/>
          <p:cNvSpPr>
            <a:spLocks noGrp="1"/>
          </p:cNvSpPr>
          <p:nvPr>
            <p:ph type="body" idx="1"/>
          </p:nvPr>
        </p:nvSpPr>
        <p:spPr/>
        <p:txBody>
          <a:bodyPr/>
          <a:lstStyle/>
          <a:p>
            <a:pPr marL="342900" lvl="0" indent="-342900">
              <a:buSzPts val="1000"/>
              <a:buFont typeface="Symbol" panose="05050102010706020507" pitchFamily="18" charset="2"/>
              <a:buChar char=""/>
              <a:tabLst>
                <a:tab pos="457200" algn="l"/>
              </a:tabLst>
            </a:pPr>
            <a:r>
              <a:rPr lang="en-US" altLang="zh-HK" sz="1200" b="1" kern="100">
                <a:solidFill>
                  <a:srgbClr val="1F1F1F"/>
                </a:solidFill>
                <a:effectLst/>
                <a:latin typeface="Arial" panose="020B0604020202020204" pitchFamily="34" charset="0"/>
                <a:ea typeface="新細明體" panose="02020500000000000000" pitchFamily="18" charset="-120"/>
                <a:cs typeface="Times New Roman" panose="02020603050405020304" pitchFamily="18" charset="0"/>
              </a:rPr>
              <a:t>Target Delivery Time:</a:t>
            </a:r>
            <a:r>
              <a:rPr lang="en-US" altLang="zh-HK" sz="1200" kern="100">
                <a:solidFill>
                  <a:srgbClr val="1F1F1F"/>
                </a:solidFill>
                <a:effectLst/>
                <a:latin typeface="Arial" panose="020B0604020202020204" pitchFamily="34" charset="0"/>
                <a:ea typeface="新細明體" panose="02020500000000000000" pitchFamily="18" charset="-120"/>
                <a:cs typeface="Times New Roman" panose="02020603050405020304" pitchFamily="18" charset="0"/>
              </a:rPr>
              <a:t> 4:00 – 5:30 minutes</a:t>
            </a:r>
            <a:endParaRPr lang="zh-TW" altLang="zh-HK" sz="1200" kern="100">
              <a:solidFill>
                <a:srgbClr val="1F1F1F"/>
              </a:solidFill>
              <a:effectLst/>
              <a:latin typeface="Calibri" panose="020F0502020204030204" pitchFamily="34" charset="0"/>
              <a:ea typeface="新細明體" panose="02020500000000000000" pitchFamily="18" charset="-120"/>
              <a:cs typeface="Times New Roman" panose="02020603050405020304" pitchFamily="18" charset="0"/>
            </a:endParaRPr>
          </a:p>
          <a:p>
            <a:pPr marL="457200"/>
            <a:r>
              <a:rPr lang="en-US" altLang="zh-HK" sz="1200" kern="100">
                <a:solidFill>
                  <a:srgbClr val="1F1F1F"/>
                </a:solidFill>
                <a:effectLst/>
                <a:latin typeface="Arial" panose="020B0604020202020204" pitchFamily="34" charset="0"/>
                <a:ea typeface="新細明體" panose="02020500000000000000" pitchFamily="18" charset="-120"/>
                <a:cs typeface="Times New Roman" panose="02020603050405020304" pitchFamily="18" charset="0"/>
              </a:rPr>
              <a:t> </a:t>
            </a:r>
            <a:endParaRPr lang="zh-TW" altLang="zh-HK" sz="1200" kern="100">
              <a:effectLst/>
              <a:latin typeface="Calibri" panose="020F0502020204030204" pitchFamily="34" charset="0"/>
              <a:ea typeface="新細明體" panose="02020500000000000000" pitchFamily="18" charset="-120"/>
              <a:cs typeface="Times New Roman" panose="02020603050405020304" pitchFamily="18" charset="0"/>
            </a:endParaRPr>
          </a:p>
          <a:p>
            <a:pPr marL="457200"/>
            <a:r>
              <a:rPr lang="en-US" altLang="zh-HK" sz="1200" kern="100">
                <a:solidFill>
                  <a:srgbClr val="1F1F1F"/>
                </a:solidFill>
                <a:effectLst/>
                <a:latin typeface="Arial" panose="020B0604020202020204" pitchFamily="34" charset="0"/>
                <a:ea typeface="新細明體" panose="02020500000000000000" pitchFamily="18" charset="-120"/>
                <a:cs typeface="Times New Roman" panose="02020603050405020304" pitchFamily="18" charset="0"/>
              </a:rPr>
              <a:t> </a:t>
            </a:r>
            <a:endParaRPr lang="zh-TW" altLang="zh-HK" sz="1200" kern="100">
              <a:effectLst/>
              <a:latin typeface="Calibri" panose="020F0502020204030204" pitchFamily="34" charset="0"/>
              <a:ea typeface="新細明體" panose="02020500000000000000" pitchFamily="18" charset="-120"/>
              <a:cs typeface="Times New Roman" panose="02020603050405020304" pitchFamily="18" charset="0"/>
            </a:endParaRPr>
          </a:p>
          <a:p>
            <a:pPr>
              <a:lnSpc>
                <a:spcPct val="300000"/>
              </a:lnSpc>
            </a:pPr>
            <a:r>
              <a:rPr lang="en-US" altLang="zh-HK" sz="1800" b="1" kern="100">
                <a:solidFill>
                  <a:srgbClr val="1F1F1F"/>
                </a:solidFill>
                <a:effectLst/>
                <a:latin typeface="Arial" panose="020B0604020202020204" pitchFamily="34" charset="0"/>
                <a:ea typeface="新細明體" panose="02020500000000000000" pitchFamily="18" charset="-120"/>
                <a:cs typeface="Times New Roman" panose="02020603050405020304" pitchFamily="18" charset="0"/>
              </a:rPr>
              <a:t>Key Talking Points &amp; Concepts</a:t>
            </a:r>
            <a:endParaRPr lang="zh-TW" altLang="zh-HK" sz="1800" b="1" kern="100">
              <a:effectLst/>
              <a:latin typeface="Calibri Light" panose="020F0302020204030204" pitchFamily="34" charset="0"/>
              <a:ea typeface="新細明體" panose="02020500000000000000" pitchFamily="18" charset="-120"/>
              <a:cs typeface="Times New Roman" panose="02020603050405020304" pitchFamily="18" charset="0"/>
            </a:endParaRPr>
          </a:p>
          <a:p>
            <a:pPr marL="342900" lvl="0" indent="-342900">
              <a:buSzPts val="1000"/>
              <a:buFont typeface="Symbol" panose="05050102010706020507" pitchFamily="18" charset="2"/>
              <a:buChar char=""/>
              <a:tabLst>
                <a:tab pos="457200" algn="l"/>
              </a:tabLst>
            </a:pPr>
            <a:r>
              <a:rPr lang="en-US" altLang="zh-HK" sz="1200" b="1" kern="100">
                <a:solidFill>
                  <a:srgbClr val="1F1F1F"/>
                </a:solidFill>
                <a:effectLst/>
                <a:latin typeface="Arial" panose="020B0604020202020204" pitchFamily="34" charset="0"/>
                <a:ea typeface="新細明體" panose="02020500000000000000" pitchFamily="18" charset="-120"/>
                <a:cs typeface="Times New Roman" panose="02020603050405020304" pitchFamily="18" charset="0"/>
              </a:rPr>
              <a:t>Constraint 1 – Radical Honesty:</a:t>
            </a:r>
            <a:r>
              <a:rPr lang="en-US" altLang="zh-HK" sz="1200" kern="100">
                <a:solidFill>
                  <a:srgbClr val="1F1F1F"/>
                </a:solidFill>
                <a:effectLst/>
                <a:latin typeface="Arial" panose="020B0604020202020204" pitchFamily="34" charset="0"/>
                <a:ea typeface="新細明體" panose="02020500000000000000" pitchFamily="18" charset="-120"/>
                <a:cs typeface="Times New Roman" panose="02020603050405020304" pitchFamily="18" charset="0"/>
              </a:rPr>
              <a:t> Keeping explicit mobile notes acknowledging core emotional traits (e.g., </a:t>
            </a:r>
            <a:r>
              <a:rPr lang="en-US" altLang="zh-HK" sz="1200" i="1" kern="100">
                <a:solidFill>
                  <a:srgbClr val="1F1F1F"/>
                </a:solidFill>
                <a:effectLst/>
                <a:latin typeface="Arial" panose="020B0604020202020204" pitchFamily="34" charset="0"/>
                <a:ea typeface="新細明體" panose="02020500000000000000" pitchFamily="18" charset="-120"/>
                <a:cs typeface="Times New Roman" panose="02020603050405020304" pitchFamily="18" charset="0"/>
              </a:rPr>
              <a:t>"I am a very emotional person in daily life"</a:t>
            </a:r>
            <a:r>
              <a:rPr lang="en-US" altLang="zh-HK" sz="1200" kern="100">
                <a:solidFill>
                  <a:srgbClr val="1F1F1F"/>
                </a:solidFill>
                <a:effectLst/>
                <a:latin typeface="Arial" panose="020B0604020202020204" pitchFamily="34" charset="0"/>
                <a:ea typeface="新細明體" panose="02020500000000000000" pitchFamily="18" charset="-120"/>
                <a:cs typeface="Times New Roman" panose="02020603050405020304" pitchFamily="18" charset="0"/>
              </a:rPr>
              <a:t>). </a:t>
            </a:r>
            <a:endParaRPr lang="zh-TW" altLang="zh-HK" sz="1200" kern="100">
              <a:solidFill>
                <a:srgbClr val="1F1F1F"/>
              </a:solidFill>
              <a:effectLst/>
              <a:latin typeface="Calibri" panose="020F0502020204030204" pitchFamily="34" charset="0"/>
              <a:ea typeface="新細明體" panose="02020500000000000000" pitchFamily="18" charset="-120"/>
              <a:cs typeface="Times New Roman" panose="02020603050405020304" pitchFamily="18" charset="0"/>
            </a:endParaRPr>
          </a:p>
          <a:p>
            <a:pPr marL="457200"/>
            <a:r>
              <a:rPr lang="en-US" altLang="zh-HK" sz="1200" kern="100">
                <a:solidFill>
                  <a:srgbClr val="1F1F1F"/>
                </a:solidFill>
                <a:effectLst/>
                <a:latin typeface="Arial" panose="020B0604020202020204" pitchFamily="34" charset="0"/>
                <a:ea typeface="新細明體" panose="02020500000000000000" pitchFamily="18" charset="-120"/>
                <a:cs typeface="Times New Roman" panose="02020603050405020304" pitchFamily="18" charset="0"/>
              </a:rPr>
              <a:t> </a:t>
            </a:r>
            <a:endParaRPr lang="zh-TW" altLang="zh-HK" sz="1200" kern="100">
              <a:effectLst/>
              <a:latin typeface="Calibri" panose="020F0502020204030204" pitchFamily="34" charset="0"/>
              <a:ea typeface="新細明體" panose="02020500000000000000" pitchFamily="18" charset="-120"/>
              <a:cs typeface="Times New Roman" panose="02020603050405020304" pitchFamily="18" charset="0"/>
            </a:endParaRPr>
          </a:p>
          <a:p>
            <a:pPr marL="342900" lvl="0" indent="-342900">
              <a:buSzPts val="1000"/>
              <a:buFont typeface="Symbol" panose="05050102010706020507" pitchFamily="18" charset="2"/>
              <a:buChar char=""/>
              <a:tabLst>
                <a:tab pos="457200" algn="l"/>
              </a:tabLst>
            </a:pPr>
            <a:r>
              <a:rPr lang="en-US" altLang="zh-HK" sz="1200" b="1" kern="100">
                <a:solidFill>
                  <a:srgbClr val="1F1F1F"/>
                </a:solidFill>
                <a:effectLst/>
                <a:latin typeface="Arial" panose="020B0604020202020204" pitchFamily="34" charset="0"/>
                <a:ea typeface="新細明體" panose="02020500000000000000" pitchFamily="18" charset="-120"/>
                <a:cs typeface="Times New Roman" panose="02020603050405020304" pitchFamily="18" charset="0"/>
              </a:rPr>
              <a:t>Constraint 2 – Hard Rules:</a:t>
            </a:r>
            <a:r>
              <a:rPr lang="en-US" altLang="zh-HK" sz="1200" kern="100">
                <a:solidFill>
                  <a:srgbClr val="1F1F1F"/>
                </a:solidFill>
                <a:effectLst/>
                <a:latin typeface="Arial" panose="020B0604020202020204" pitchFamily="34" charset="0"/>
                <a:ea typeface="新細明體" panose="02020500000000000000" pitchFamily="18" charset="-120"/>
                <a:cs typeface="Times New Roman" panose="02020603050405020304" pitchFamily="18" charset="0"/>
              </a:rPr>
              <a:t> Establishing physical barriers (e.g., no trading in the first 15 minutes of market open, taking partial profits strictly at 20%). </a:t>
            </a:r>
            <a:endParaRPr lang="zh-TW" altLang="zh-HK" sz="1200" kern="100">
              <a:solidFill>
                <a:srgbClr val="1F1F1F"/>
              </a:solidFill>
              <a:effectLst/>
              <a:latin typeface="Calibri" panose="020F0502020204030204" pitchFamily="34" charset="0"/>
              <a:ea typeface="新細明體" panose="02020500000000000000" pitchFamily="18" charset="-120"/>
              <a:cs typeface="Times New Roman" panose="02020603050405020304" pitchFamily="18" charset="0"/>
            </a:endParaRPr>
          </a:p>
          <a:p>
            <a:pPr marL="457200"/>
            <a:r>
              <a:rPr lang="en-US" altLang="zh-HK" sz="1200" kern="100">
                <a:solidFill>
                  <a:srgbClr val="1F1F1F"/>
                </a:solidFill>
                <a:effectLst/>
                <a:latin typeface="Arial" panose="020B0604020202020204" pitchFamily="34" charset="0"/>
                <a:ea typeface="新細明體" panose="02020500000000000000" pitchFamily="18" charset="-120"/>
                <a:cs typeface="Times New Roman" panose="02020603050405020304" pitchFamily="18" charset="0"/>
              </a:rPr>
              <a:t> </a:t>
            </a:r>
            <a:endParaRPr lang="zh-TW" altLang="zh-HK" sz="1200" kern="100">
              <a:effectLst/>
              <a:latin typeface="Calibri" panose="020F0502020204030204" pitchFamily="34" charset="0"/>
              <a:ea typeface="新細明體" panose="02020500000000000000" pitchFamily="18" charset="-120"/>
              <a:cs typeface="Times New Roman" panose="02020603050405020304" pitchFamily="18" charset="0"/>
            </a:endParaRPr>
          </a:p>
          <a:p>
            <a:pPr marL="342900" lvl="0" indent="-342900">
              <a:buSzPts val="1000"/>
              <a:buFont typeface="Symbol" panose="05050102010706020507" pitchFamily="18" charset="2"/>
              <a:buChar char=""/>
              <a:tabLst>
                <a:tab pos="457200" algn="l"/>
              </a:tabLst>
            </a:pPr>
            <a:r>
              <a:rPr lang="en-US" altLang="zh-HK" sz="1200" b="1" kern="100">
                <a:solidFill>
                  <a:srgbClr val="1F1F1F"/>
                </a:solidFill>
                <a:effectLst/>
                <a:latin typeface="Arial" panose="020B0604020202020204" pitchFamily="34" charset="0"/>
                <a:ea typeface="新細明體" panose="02020500000000000000" pitchFamily="18" charset="-120"/>
                <a:cs typeface="Times New Roman" panose="02020603050405020304" pitchFamily="18" charset="0"/>
              </a:rPr>
              <a:t>The Error Reduction Goal:</a:t>
            </a:r>
            <a:r>
              <a:rPr lang="en-US" altLang="zh-HK" sz="1200" kern="100">
                <a:solidFill>
                  <a:srgbClr val="1F1F1F"/>
                </a:solidFill>
                <a:effectLst/>
                <a:latin typeface="Arial" panose="020B0604020202020204" pitchFamily="34" charset="0"/>
                <a:ea typeface="新細明體" panose="02020500000000000000" pitchFamily="18" charset="-120"/>
                <a:cs typeface="Times New Roman" panose="02020603050405020304" pitchFamily="18" charset="0"/>
              </a:rPr>
              <a:t> Lowering an 80% human error frequency down to 20-30% transforms account results. </a:t>
            </a:r>
            <a:endParaRPr lang="zh-TW" altLang="zh-HK" sz="1200" kern="100">
              <a:solidFill>
                <a:srgbClr val="1F1F1F"/>
              </a:solidFill>
              <a:effectLst/>
              <a:latin typeface="Calibri" panose="020F0502020204030204" pitchFamily="34" charset="0"/>
              <a:ea typeface="新細明體" panose="02020500000000000000" pitchFamily="18" charset="-120"/>
              <a:cs typeface="Times New Roman" panose="02020603050405020304" pitchFamily="18" charset="0"/>
            </a:endParaRPr>
          </a:p>
          <a:p>
            <a:pPr marL="457200"/>
            <a:r>
              <a:rPr lang="en-US" altLang="zh-HK" sz="1200" kern="100">
                <a:solidFill>
                  <a:srgbClr val="1F1F1F"/>
                </a:solidFill>
                <a:effectLst/>
                <a:latin typeface="Arial" panose="020B0604020202020204" pitchFamily="34" charset="0"/>
                <a:ea typeface="新細明體" panose="02020500000000000000" pitchFamily="18" charset="-120"/>
                <a:cs typeface="Times New Roman" panose="02020603050405020304" pitchFamily="18" charset="0"/>
              </a:rPr>
              <a:t> </a:t>
            </a:r>
            <a:endParaRPr lang="zh-TW" altLang="zh-HK" sz="1200" kern="100">
              <a:effectLst/>
              <a:latin typeface="Calibri" panose="020F0502020204030204" pitchFamily="34" charset="0"/>
              <a:ea typeface="新細明體" panose="02020500000000000000" pitchFamily="18" charset="-120"/>
              <a:cs typeface="Times New Roman" panose="02020603050405020304" pitchFamily="18" charset="0"/>
            </a:endParaRPr>
          </a:p>
          <a:p>
            <a:pPr>
              <a:lnSpc>
                <a:spcPct val="300000"/>
              </a:lnSpc>
            </a:pPr>
            <a:r>
              <a:rPr lang="en-US" altLang="zh-HK" sz="1800" b="1" kern="100">
                <a:solidFill>
                  <a:srgbClr val="1F1F1F"/>
                </a:solidFill>
                <a:effectLst/>
                <a:latin typeface="Arial" panose="020B0604020202020204" pitchFamily="34" charset="0"/>
                <a:ea typeface="新細明體" panose="02020500000000000000" pitchFamily="18" charset="-120"/>
                <a:cs typeface="Times New Roman" panose="02020603050405020304" pitchFamily="18" charset="0"/>
              </a:rPr>
              <a:t>Speaker Script</a:t>
            </a:r>
            <a:endParaRPr lang="zh-TW" altLang="zh-HK" sz="1800" b="1" kern="100">
              <a:effectLst/>
              <a:latin typeface="Calibri Light" panose="020F0302020204030204" pitchFamily="34" charset="0"/>
              <a:ea typeface="新細明體" panose="02020500000000000000" pitchFamily="18" charset="-120"/>
              <a:cs typeface="Times New Roman" panose="02020603050405020304" pitchFamily="18" charset="0"/>
            </a:endParaRPr>
          </a:p>
          <a:p>
            <a:r>
              <a:rPr lang="en-US" altLang="zh-HK" sz="1200" kern="100">
                <a:solidFill>
                  <a:srgbClr val="1F1F1F"/>
                </a:solidFill>
                <a:effectLst/>
                <a:latin typeface="Arial" panose="020B0604020202020204" pitchFamily="34" charset="0"/>
                <a:ea typeface="新細明體" panose="02020500000000000000" pitchFamily="18" charset="-120"/>
                <a:cs typeface="Times New Roman" panose="02020603050405020304" pitchFamily="18" charset="0"/>
              </a:rPr>
              <a:t>"You cannot eliminate human emotion from trading, but you can build rules that bypass it. </a:t>
            </a:r>
            <a:endParaRPr lang="zh-TW" altLang="zh-HK" sz="1200" kern="100">
              <a:effectLst/>
              <a:latin typeface="Calibri" panose="020F0502020204030204" pitchFamily="34" charset="0"/>
              <a:ea typeface="新細明體" panose="02020500000000000000" pitchFamily="18" charset="-120"/>
              <a:cs typeface="Times New Roman" panose="02020603050405020304" pitchFamily="18" charset="0"/>
            </a:endParaRPr>
          </a:p>
          <a:p>
            <a:r>
              <a:rPr lang="en-US" altLang="zh-HK" sz="1200" kern="100">
                <a:solidFill>
                  <a:srgbClr val="1F1F1F"/>
                </a:solidFill>
                <a:effectLst/>
                <a:latin typeface="Arial" panose="020B0604020202020204" pitchFamily="34" charset="0"/>
                <a:ea typeface="新細明體" panose="02020500000000000000" pitchFamily="18" charset="-120"/>
                <a:cs typeface="Times New Roman" panose="02020603050405020304" pitchFamily="18" charset="0"/>
              </a:rPr>
              <a:t> </a:t>
            </a:r>
            <a:endParaRPr lang="zh-TW" altLang="zh-HK" sz="1200" kern="100">
              <a:effectLst/>
              <a:latin typeface="Calibri" panose="020F0502020204030204" pitchFamily="34" charset="0"/>
              <a:ea typeface="新細明體" panose="02020500000000000000" pitchFamily="18" charset="-120"/>
              <a:cs typeface="Times New Roman" panose="02020603050405020304" pitchFamily="18" charset="0"/>
            </a:endParaRPr>
          </a:p>
          <a:p>
            <a:r>
              <a:rPr lang="en-US" altLang="zh-HK" sz="1200" kern="100">
                <a:solidFill>
                  <a:srgbClr val="1F1F1F"/>
                </a:solidFill>
                <a:effectLst/>
                <a:latin typeface="Arial" panose="020B0604020202020204" pitchFamily="34" charset="0"/>
                <a:ea typeface="新細明體" panose="02020500000000000000" pitchFamily="18" charset="-120"/>
                <a:cs typeface="Times New Roman" panose="02020603050405020304" pitchFamily="18" charset="0"/>
              </a:rPr>
              <a:t>On his phone, Jay keeps a note that begins with radical honesty: </a:t>
            </a:r>
            <a:r>
              <a:rPr lang="en-US" altLang="zh-HK" sz="1200" i="1" kern="100">
                <a:solidFill>
                  <a:srgbClr val="1F1F1F"/>
                </a:solidFill>
                <a:effectLst/>
                <a:latin typeface="Arial" panose="020B0604020202020204" pitchFamily="34" charset="0"/>
                <a:ea typeface="新細明體" panose="02020500000000000000" pitchFamily="18" charset="-120"/>
                <a:cs typeface="Times New Roman" panose="02020603050405020304" pitchFamily="18" charset="0"/>
              </a:rPr>
              <a:t>'I am a very emotional person in daily life.'</a:t>
            </a:r>
            <a:r>
              <a:rPr lang="en-US" altLang="zh-HK" sz="1200" kern="100">
                <a:solidFill>
                  <a:srgbClr val="1F1F1F"/>
                </a:solidFill>
                <a:effectLst/>
                <a:latin typeface="Arial" panose="020B0604020202020204" pitchFamily="34" charset="0"/>
                <a:ea typeface="新細明體" panose="02020500000000000000" pitchFamily="18" charset="-120"/>
                <a:cs typeface="Times New Roman" panose="02020603050405020304" pitchFamily="18" charset="0"/>
              </a:rPr>
              <a:t> Rather than pretending to be an emotionless robot, he accepts his nature and engineers hard operational constraints to protect his portfolio: </a:t>
            </a:r>
            <a:endParaRPr lang="zh-TW" altLang="zh-HK" sz="1200" kern="100">
              <a:effectLst/>
              <a:latin typeface="Calibri" panose="020F0502020204030204" pitchFamily="34" charset="0"/>
              <a:ea typeface="新細明體" panose="02020500000000000000" pitchFamily="18" charset="-120"/>
              <a:cs typeface="Times New Roman" panose="02020603050405020304" pitchFamily="18" charset="0"/>
            </a:endParaRPr>
          </a:p>
          <a:p>
            <a:br>
              <a:rPr lang="en-US" altLang="zh-HK" sz="1200" kern="100">
                <a:solidFill>
                  <a:srgbClr val="1F1F1F"/>
                </a:solidFill>
                <a:effectLst/>
                <a:latin typeface="Arial" panose="020B0604020202020204" pitchFamily="34" charset="0"/>
                <a:ea typeface="新細明體" panose="02020500000000000000" pitchFamily="18" charset="-120"/>
                <a:cs typeface="Times New Roman" panose="02020603050405020304" pitchFamily="18" charset="0"/>
              </a:rPr>
            </a:br>
            <a:endParaRPr lang="zh-TW" altLang="zh-HK" sz="1200" kern="100">
              <a:effectLst/>
              <a:latin typeface="Calibri" panose="020F0502020204030204" pitchFamily="34" charset="0"/>
              <a:ea typeface="新細明體" panose="02020500000000000000" pitchFamily="18" charset="-120"/>
              <a:cs typeface="Times New Roman" panose="02020603050405020304" pitchFamily="18" charset="0"/>
            </a:endParaRPr>
          </a:p>
          <a:p>
            <a:pPr marL="342900" lvl="0" indent="-342900">
              <a:buSzPts val="1000"/>
              <a:buFont typeface="Symbol" panose="05050102010706020507" pitchFamily="18" charset="2"/>
              <a:buChar char=""/>
              <a:tabLst>
                <a:tab pos="457200" algn="l"/>
              </a:tabLst>
            </a:pPr>
            <a:r>
              <a:rPr lang="en-US" altLang="zh-HK" sz="1200" b="1" kern="100">
                <a:solidFill>
                  <a:srgbClr val="1F1F1F"/>
                </a:solidFill>
                <a:effectLst/>
                <a:latin typeface="Arial" panose="020B0604020202020204" pitchFamily="34" charset="0"/>
                <a:ea typeface="新細明體" panose="02020500000000000000" pitchFamily="18" charset="-120"/>
                <a:cs typeface="Times New Roman" panose="02020603050405020304" pitchFamily="18" charset="0"/>
              </a:rPr>
              <a:t>Time Guardrails:</a:t>
            </a:r>
            <a:r>
              <a:rPr lang="en-US" altLang="zh-HK" sz="1200" kern="100">
                <a:solidFill>
                  <a:srgbClr val="1F1F1F"/>
                </a:solidFill>
                <a:effectLst/>
                <a:latin typeface="Arial" panose="020B0604020202020204" pitchFamily="34" charset="0"/>
                <a:ea typeface="新細明體" panose="02020500000000000000" pitchFamily="18" charset="-120"/>
                <a:cs typeface="Times New Roman" panose="02020603050405020304" pitchFamily="18" charset="0"/>
              </a:rPr>
              <a:t> For example, refraining from entering trades during the chaotic first 15 minutes of the market open. </a:t>
            </a:r>
            <a:endParaRPr lang="zh-TW" altLang="zh-HK" sz="1200" kern="100">
              <a:solidFill>
                <a:srgbClr val="1F1F1F"/>
              </a:solidFill>
              <a:effectLst/>
              <a:latin typeface="Calibri" panose="020F0502020204030204" pitchFamily="34" charset="0"/>
              <a:ea typeface="新細明體" panose="02020500000000000000" pitchFamily="18" charset="-120"/>
              <a:cs typeface="Times New Roman" panose="02020603050405020304" pitchFamily="18" charset="0"/>
            </a:endParaRPr>
          </a:p>
          <a:p>
            <a:pPr marL="457200"/>
            <a:r>
              <a:rPr lang="en-US" altLang="zh-HK" sz="1200" kern="100">
                <a:solidFill>
                  <a:srgbClr val="1F1F1F"/>
                </a:solidFill>
                <a:effectLst/>
                <a:latin typeface="Arial" panose="020B0604020202020204" pitchFamily="34" charset="0"/>
                <a:ea typeface="新細明體" panose="02020500000000000000" pitchFamily="18" charset="-120"/>
                <a:cs typeface="Times New Roman" panose="02020603050405020304" pitchFamily="18" charset="0"/>
              </a:rPr>
              <a:t> </a:t>
            </a:r>
            <a:endParaRPr lang="zh-TW" altLang="zh-HK" sz="1200" kern="100">
              <a:effectLst/>
              <a:latin typeface="Calibri" panose="020F0502020204030204" pitchFamily="34" charset="0"/>
              <a:ea typeface="新細明體" panose="02020500000000000000" pitchFamily="18" charset="-120"/>
              <a:cs typeface="Times New Roman" panose="02020603050405020304" pitchFamily="18" charset="0"/>
            </a:endParaRPr>
          </a:p>
          <a:p>
            <a:pPr marL="342900" lvl="0" indent="-342900">
              <a:buSzPts val="1000"/>
              <a:buFont typeface="Symbol" panose="05050102010706020507" pitchFamily="18" charset="2"/>
              <a:buChar char=""/>
              <a:tabLst>
                <a:tab pos="457200" algn="l"/>
              </a:tabLst>
            </a:pPr>
            <a:r>
              <a:rPr lang="en-US" altLang="zh-HK" sz="1200" b="1" kern="100">
                <a:solidFill>
                  <a:srgbClr val="1F1F1F"/>
                </a:solidFill>
                <a:effectLst/>
                <a:latin typeface="Arial" panose="020B0604020202020204" pitchFamily="34" charset="0"/>
                <a:ea typeface="新細明體" panose="02020500000000000000" pitchFamily="18" charset="-120"/>
                <a:cs typeface="Times New Roman" panose="02020603050405020304" pitchFamily="18" charset="0"/>
              </a:rPr>
              <a:t>Profit Lock Rules:</a:t>
            </a:r>
            <a:r>
              <a:rPr lang="en-US" altLang="zh-HK" sz="1200" kern="100">
                <a:solidFill>
                  <a:srgbClr val="1F1F1F"/>
                </a:solidFill>
                <a:effectLst/>
                <a:latin typeface="Arial" panose="020B0604020202020204" pitchFamily="34" charset="0"/>
                <a:ea typeface="新細明體" panose="02020500000000000000" pitchFamily="18" charset="-120"/>
                <a:cs typeface="Times New Roman" panose="02020603050405020304" pitchFamily="18" charset="0"/>
              </a:rPr>
              <a:t> Enforcing systematic partial profit-taking when a position hits a 20% gain. </a:t>
            </a:r>
            <a:endParaRPr lang="zh-TW" altLang="zh-HK" sz="1200" kern="100">
              <a:solidFill>
                <a:srgbClr val="1F1F1F"/>
              </a:solidFill>
              <a:effectLst/>
              <a:latin typeface="Calibri" panose="020F0502020204030204" pitchFamily="34" charset="0"/>
              <a:ea typeface="新細明體" panose="02020500000000000000" pitchFamily="18" charset="-120"/>
              <a:cs typeface="Times New Roman" panose="02020603050405020304" pitchFamily="18" charset="0"/>
            </a:endParaRPr>
          </a:p>
          <a:p>
            <a:pPr marL="457200"/>
            <a:r>
              <a:rPr lang="en-US" altLang="zh-HK" sz="1200" kern="100">
                <a:solidFill>
                  <a:srgbClr val="1F1F1F"/>
                </a:solidFill>
                <a:effectLst/>
                <a:latin typeface="Arial" panose="020B0604020202020204" pitchFamily="34" charset="0"/>
                <a:ea typeface="新細明體" panose="02020500000000000000" pitchFamily="18" charset="-120"/>
                <a:cs typeface="Times New Roman" panose="02020603050405020304" pitchFamily="18" charset="0"/>
              </a:rPr>
              <a:t> </a:t>
            </a:r>
            <a:endParaRPr lang="zh-TW" altLang="zh-HK" sz="1200" kern="100">
              <a:effectLst/>
              <a:latin typeface="Calibri" panose="020F0502020204030204" pitchFamily="34" charset="0"/>
              <a:ea typeface="新細明體" panose="02020500000000000000" pitchFamily="18" charset="-120"/>
              <a:cs typeface="Times New Roman" panose="02020603050405020304" pitchFamily="18" charset="0"/>
            </a:endParaRPr>
          </a:p>
          <a:p>
            <a:r>
              <a:rPr lang="en-US" altLang="zh-HK" sz="1200" kern="100">
                <a:solidFill>
                  <a:srgbClr val="1F1F1F"/>
                </a:solidFill>
                <a:effectLst/>
                <a:latin typeface="Arial" panose="020B0604020202020204" pitchFamily="34" charset="0"/>
                <a:ea typeface="新細明體" panose="02020500000000000000" pitchFamily="18" charset="-120"/>
                <a:cs typeface="Times New Roman" panose="02020603050405020304" pitchFamily="18" charset="0"/>
              </a:rPr>
              <a:t>The goal is not a 0% error rate. If you can reduce your emotional mistakes from 80% down to 30%, the mathematical impact on your portfolio compounding will be dramatic." </a:t>
            </a:r>
            <a:endParaRPr lang="zh-TW" altLang="zh-HK" sz="1200" kern="100">
              <a:effectLst/>
              <a:latin typeface="Calibri" panose="020F0502020204030204" pitchFamily="34" charset="0"/>
              <a:ea typeface="新細明體" panose="02020500000000000000" pitchFamily="18" charset="-120"/>
              <a:cs typeface="Times New Roman" panose="02020603050405020304" pitchFamily="18" charset="0"/>
            </a:endParaRPr>
          </a:p>
          <a:p>
            <a:r>
              <a:rPr lang="en-US" altLang="zh-HK" sz="1200" kern="100">
                <a:solidFill>
                  <a:srgbClr val="1F1F1F"/>
                </a:solidFill>
                <a:effectLst/>
                <a:latin typeface="Arial" panose="020B0604020202020204" pitchFamily="34" charset="0"/>
                <a:ea typeface="新細明體" panose="02020500000000000000" pitchFamily="18" charset="-120"/>
                <a:cs typeface="Times New Roman" panose="02020603050405020304" pitchFamily="18" charset="0"/>
              </a:rPr>
              <a:t> </a:t>
            </a:r>
            <a:endParaRPr lang="zh-TW" altLang="zh-HK" sz="1200" kern="100">
              <a:effectLst/>
              <a:latin typeface="Calibri" panose="020F0502020204030204" pitchFamily="34" charset="0"/>
              <a:ea typeface="新細明體" panose="02020500000000000000" pitchFamily="18" charset="-120"/>
              <a:cs typeface="Times New Roman" panose="02020603050405020304" pitchFamily="18" charset="0"/>
            </a:endParaRPr>
          </a:p>
        </p:txBody>
      </p:sp>
      <p:sp>
        <p:nvSpPr>
          <p:cNvPr id="4" name="投影片編號版面配置區 3"/>
          <p:cNvSpPr>
            <a:spLocks noGrp="1"/>
          </p:cNvSpPr>
          <p:nvPr>
            <p:ph type="sldNum" idx="36"/>
          </p:nvPr>
        </p:nvSpPr>
        <p:spPr/>
        <p:txBody>
          <a:bodyPr/>
          <a:lstStyle/>
          <a:p>
            <a:pPr indent="0" algn="r">
              <a:buNone/>
            </a:pPr>
            <a:fld id="{822D1EAF-E52E-475F-9EA3-ADE268F2DE0E}" type="slidenum">
              <a:rPr lang="en-US" sz="1400" b="0" u="none" strike="noStrike" smtClean="0">
                <a:solidFill>
                  <a:srgbClr val="000000"/>
                </a:solidFill>
                <a:effectLst/>
                <a:uFillTx/>
                <a:latin typeface="Times New Roman"/>
              </a:rPr>
              <a:t>7</a:t>
            </a:fld>
            <a:endParaRPr lang="en-US" sz="1400" b="0" u="none" strike="noStrike">
              <a:solidFill>
                <a:srgbClr val="000000"/>
              </a:solidFill>
              <a:effectLst/>
              <a:uFillTx/>
              <a:latin typeface="Times New Roman"/>
            </a:endParaRPr>
          </a:p>
        </p:txBody>
      </p:sp>
    </p:spTree>
    <p:extLst>
      <p:ext uri="{BB962C8B-B14F-4D97-AF65-F5344CB8AC3E}">
        <p14:creationId xmlns:p14="http://schemas.microsoft.com/office/powerpoint/2010/main" val="862932020"/>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投影片影像版面配置區 1"/>
          <p:cNvSpPr>
            <a:spLocks noGrp="1" noRot="1" noChangeAspect="1"/>
          </p:cNvSpPr>
          <p:nvPr>
            <p:ph type="sldImg"/>
          </p:nvPr>
        </p:nvSpPr>
        <p:spPr>
          <a:xfrm>
            <a:off x="0" y="812800"/>
            <a:ext cx="0" cy="0"/>
          </a:xfrm>
        </p:spPr>
      </p:sp>
      <p:sp>
        <p:nvSpPr>
          <p:cNvPr id="3" name="備忘稿版面配置區 2"/>
          <p:cNvSpPr>
            <a:spLocks noGrp="1"/>
          </p:cNvSpPr>
          <p:nvPr>
            <p:ph type="body" idx="1"/>
          </p:nvPr>
        </p:nvSpPr>
        <p:spPr/>
        <p:txBody>
          <a:bodyPr/>
          <a:lstStyle/>
          <a:p>
            <a:pPr marL="342900" lvl="0" indent="-342900">
              <a:buSzPts val="1000"/>
              <a:buFont typeface="Symbol" panose="05050102010706020507" pitchFamily="18" charset="2"/>
              <a:buChar char=""/>
              <a:tabLst>
                <a:tab pos="457200" algn="l"/>
              </a:tabLst>
            </a:pPr>
            <a:r>
              <a:rPr lang="en-US" altLang="zh-HK" sz="1200" b="1" kern="100">
                <a:solidFill>
                  <a:srgbClr val="1F1F1F"/>
                </a:solidFill>
                <a:effectLst/>
                <a:latin typeface="Arial" panose="020B0604020202020204" pitchFamily="34" charset="0"/>
                <a:ea typeface="新細明體" panose="02020500000000000000" pitchFamily="18" charset="-120"/>
                <a:cs typeface="Times New Roman" panose="02020603050405020304" pitchFamily="18" charset="0"/>
              </a:rPr>
              <a:t>Target Delivery Time:</a:t>
            </a:r>
            <a:r>
              <a:rPr lang="en-US" altLang="zh-HK" sz="1200" kern="100">
                <a:solidFill>
                  <a:srgbClr val="1F1F1F"/>
                </a:solidFill>
                <a:effectLst/>
                <a:latin typeface="Arial" panose="020B0604020202020204" pitchFamily="34" charset="0"/>
                <a:ea typeface="新細明體" panose="02020500000000000000" pitchFamily="18" charset="-120"/>
                <a:cs typeface="Times New Roman" panose="02020603050405020304" pitchFamily="18" charset="0"/>
              </a:rPr>
              <a:t> 4:30 – 6:00 minutes</a:t>
            </a:r>
            <a:endParaRPr lang="zh-TW" altLang="zh-HK" sz="1200" kern="100">
              <a:solidFill>
                <a:srgbClr val="1F1F1F"/>
              </a:solidFill>
              <a:effectLst/>
              <a:latin typeface="Calibri" panose="020F0502020204030204" pitchFamily="34" charset="0"/>
              <a:ea typeface="新細明體" panose="02020500000000000000" pitchFamily="18" charset="-120"/>
              <a:cs typeface="Times New Roman" panose="02020603050405020304" pitchFamily="18" charset="0"/>
            </a:endParaRPr>
          </a:p>
          <a:p>
            <a:pPr marL="457200"/>
            <a:r>
              <a:rPr lang="en-US" altLang="zh-HK" sz="1200" kern="100">
                <a:solidFill>
                  <a:srgbClr val="1F1F1F"/>
                </a:solidFill>
                <a:effectLst/>
                <a:latin typeface="Arial" panose="020B0604020202020204" pitchFamily="34" charset="0"/>
                <a:ea typeface="新細明體" panose="02020500000000000000" pitchFamily="18" charset="-120"/>
                <a:cs typeface="Times New Roman" panose="02020603050405020304" pitchFamily="18" charset="0"/>
              </a:rPr>
              <a:t> </a:t>
            </a:r>
            <a:endParaRPr lang="zh-TW" altLang="zh-HK" sz="1200" kern="100">
              <a:effectLst/>
              <a:latin typeface="Calibri" panose="020F0502020204030204" pitchFamily="34" charset="0"/>
              <a:ea typeface="新細明體" panose="02020500000000000000" pitchFamily="18" charset="-120"/>
              <a:cs typeface="Times New Roman" panose="02020603050405020304" pitchFamily="18" charset="0"/>
            </a:endParaRPr>
          </a:p>
          <a:p>
            <a:pPr marL="457200"/>
            <a:r>
              <a:rPr lang="en-US" altLang="zh-HK" sz="1200" kern="100">
                <a:solidFill>
                  <a:srgbClr val="1F1F1F"/>
                </a:solidFill>
                <a:effectLst/>
                <a:latin typeface="Arial" panose="020B0604020202020204" pitchFamily="34" charset="0"/>
                <a:ea typeface="新細明體" panose="02020500000000000000" pitchFamily="18" charset="-120"/>
                <a:cs typeface="Times New Roman" panose="02020603050405020304" pitchFamily="18" charset="0"/>
              </a:rPr>
              <a:t> </a:t>
            </a:r>
            <a:endParaRPr lang="zh-TW" altLang="zh-HK" sz="1200" kern="100">
              <a:effectLst/>
              <a:latin typeface="Calibri" panose="020F0502020204030204" pitchFamily="34" charset="0"/>
              <a:ea typeface="新細明體" panose="02020500000000000000" pitchFamily="18" charset="-120"/>
              <a:cs typeface="Times New Roman" panose="02020603050405020304" pitchFamily="18" charset="0"/>
            </a:endParaRPr>
          </a:p>
          <a:p>
            <a:pPr>
              <a:lnSpc>
                <a:spcPct val="300000"/>
              </a:lnSpc>
            </a:pPr>
            <a:r>
              <a:rPr lang="en-US" altLang="zh-HK" sz="1800" b="1" kern="100">
                <a:solidFill>
                  <a:srgbClr val="1F1F1F"/>
                </a:solidFill>
                <a:effectLst/>
                <a:latin typeface="Arial" panose="020B0604020202020204" pitchFamily="34" charset="0"/>
                <a:ea typeface="新細明體" panose="02020500000000000000" pitchFamily="18" charset="-120"/>
                <a:cs typeface="Times New Roman" panose="02020603050405020304" pitchFamily="18" charset="0"/>
              </a:rPr>
              <a:t>Key Talking Points &amp; Concepts</a:t>
            </a:r>
            <a:endParaRPr lang="zh-TW" altLang="zh-HK" sz="1800" b="1" kern="100">
              <a:effectLst/>
              <a:latin typeface="Calibri Light" panose="020F0302020204030204" pitchFamily="34" charset="0"/>
              <a:ea typeface="新細明體" panose="02020500000000000000" pitchFamily="18" charset="-120"/>
              <a:cs typeface="Times New Roman" panose="02020603050405020304" pitchFamily="18" charset="0"/>
            </a:endParaRPr>
          </a:p>
          <a:p>
            <a:pPr marL="342900" lvl="0" indent="-342900">
              <a:buSzPts val="1000"/>
              <a:buFont typeface="Symbol" panose="05050102010706020507" pitchFamily="18" charset="2"/>
              <a:buChar char=""/>
              <a:tabLst>
                <a:tab pos="457200" algn="l"/>
              </a:tabLst>
            </a:pPr>
            <a:r>
              <a:rPr lang="en-US" altLang="zh-HK" sz="1200" b="1" kern="100">
                <a:solidFill>
                  <a:srgbClr val="1F1F1F"/>
                </a:solidFill>
                <a:effectLst/>
                <a:latin typeface="Arial" panose="020B0604020202020204" pitchFamily="34" charset="0"/>
                <a:ea typeface="新細明體" panose="02020500000000000000" pitchFamily="18" charset="-120"/>
                <a:cs typeface="Times New Roman" panose="02020603050405020304" pitchFamily="18" charset="0"/>
              </a:rPr>
              <a:t>The 1-2 Times a Year Rule:</a:t>
            </a:r>
            <a:r>
              <a:rPr lang="en-US" altLang="zh-HK" sz="1200" kern="100">
                <a:solidFill>
                  <a:srgbClr val="1F1F1F"/>
                </a:solidFill>
                <a:effectLst/>
                <a:latin typeface="Arial" panose="020B0604020202020204" pitchFamily="34" charset="0"/>
                <a:ea typeface="新細明體" panose="02020500000000000000" pitchFamily="18" charset="-120"/>
                <a:cs typeface="Times New Roman" panose="02020603050405020304" pitchFamily="18" charset="0"/>
              </a:rPr>
              <a:t> Prime, high-conviction trading windows occur rarely (e.g., August 2015, Feb/Nov 2016, April 2025). </a:t>
            </a:r>
            <a:endParaRPr lang="zh-TW" altLang="zh-HK" sz="1200" kern="100">
              <a:solidFill>
                <a:srgbClr val="1F1F1F"/>
              </a:solidFill>
              <a:effectLst/>
              <a:latin typeface="Calibri" panose="020F0502020204030204" pitchFamily="34" charset="0"/>
              <a:ea typeface="新細明體" panose="02020500000000000000" pitchFamily="18" charset="-120"/>
              <a:cs typeface="Times New Roman" panose="02020603050405020304" pitchFamily="18" charset="0"/>
            </a:endParaRPr>
          </a:p>
          <a:p>
            <a:pPr marL="457200"/>
            <a:r>
              <a:rPr lang="en-US" altLang="zh-HK" sz="1200" kern="100">
                <a:solidFill>
                  <a:srgbClr val="1F1F1F"/>
                </a:solidFill>
                <a:effectLst/>
                <a:latin typeface="Arial" panose="020B0604020202020204" pitchFamily="34" charset="0"/>
                <a:ea typeface="新細明體" panose="02020500000000000000" pitchFamily="18" charset="-120"/>
                <a:cs typeface="Times New Roman" panose="02020603050405020304" pitchFamily="18" charset="0"/>
              </a:rPr>
              <a:t> </a:t>
            </a:r>
            <a:endParaRPr lang="zh-TW" altLang="zh-HK" sz="1200" kern="100">
              <a:effectLst/>
              <a:latin typeface="Calibri" panose="020F0502020204030204" pitchFamily="34" charset="0"/>
              <a:ea typeface="新細明體" panose="02020500000000000000" pitchFamily="18" charset="-120"/>
              <a:cs typeface="Times New Roman" panose="02020603050405020304" pitchFamily="18" charset="0"/>
            </a:endParaRPr>
          </a:p>
          <a:p>
            <a:pPr marL="342900" lvl="0" indent="-342900">
              <a:buSzPts val="1000"/>
              <a:buFont typeface="Symbol" panose="05050102010706020507" pitchFamily="18" charset="2"/>
              <a:buChar char=""/>
              <a:tabLst>
                <a:tab pos="457200" algn="l"/>
              </a:tabLst>
            </a:pPr>
            <a:r>
              <a:rPr lang="en-US" altLang="zh-HK" sz="1200" b="1" kern="100">
                <a:solidFill>
                  <a:srgbClr val="1F1F1F"/>
                </a:solidFill>
                <a:effectLst/>
                <a:latin typeface="Arial" panose="020B0604020202020204" pitchFamily="34" charset="0"/>
                <a:ea typeface="新細明體" panose="02020500000000000000" pitchFamily="18" charset="-120"/>
                <a:cs typeface="Times New Roman" panose="02020603050405020304" pitchFamily="18" charset="0"/>
              </a:rPr>
              <a:t>The 50%+ Cash Buffer:</a:t>
            </a:r>
            <a:r>
              <a:rPr lang="en-US" altLang="zh-HK" sz="1200" kern="100">
                <a:solidFill>
                  <a:srgbClr val="1F1F1F"/>
                </a:solidFill>
                <a:effectLst/>
                <a:latin typeface="Arial" panose="020B0604020202020204" pitchFamily="34" charset="0"/>
                <a:ea typeface="新細明體" panose="02020500000000000000" pitchFamily="18" charset="-120"/>
                <a:cs typeface="Times New Roman" panose="02020603050405020304" pitchFamily="18" charset="0"/>
              </a:rPr>
              <a:t> Maintaining 50%+ cash reserves during sideways or choppy market environments. </a:t>
            </a:r>
            <a:endParaRPr lang="zh-TW" altLang="zh-HK" sz="1200" kern="100">
              <a:solidFill>
                <a:srgbClr val="1F1F1F"/>
              </a:solidFill>
              <a:effectLst/>
              <a:latin typeface="Calibri" panose="020F0502020204030204" pitchFamily="34" charset="0"/>
              <a:ea typeface="新細明體" panose="02020500000000000000" pitchFamily="18" charset="-120"/>
              <a:cs typeface="Times New Roman" panose="02020603050405020304" pitchFamily="18" charset="0"/>
            </a:endParaRPr>
          </a:p>
          <a:p>
            <a:pPr marL="457200"/>
            <a:r>
              <a:rPr lang="en-US" altLang="zh-HK" sz="1200" kern="100">
                <a:solidFill>
                  <a:srgbClr val="1F1F1F"/>
                </a:solidFill>
                <a:effectLst/>
                <a:latin typeface="Arial" panose="020B0604020202020204" pitchFamily="34" charset="0"/>
                <a:ea typeface="新細明體" panose="02020500000000000000" pitchFamily="18" charset="-120"/>
                <a:cs typeface="Times New Roman" panose="02020603050405020304" pitchFamily="18" charset="0"/>
              </a:rPr>
              <a:t> </a:t>
            </a:r>
            <a:endParaRPr lang="zh-TW" altLang="zh-HK" sz="1200" kern="100">
              <a:effectLst/>
              <a:latin typeface="Calibri" panose="020F0502020204030204" pitchFamily="34" charset="0"/>
              <a:ea typeface="新細明體" panose="02020500000000000000" pitchFamily="18" charset="-120"/>
              <a:cs typeface="Times New Roman" panose="02020603050405020304" pitchFamily="18" charset="0"/>
            </a:endParaRPr>
          </a:p>
          <a:p>
            <a:pPr marL="342900" lvl="0" indent="-342900">
              <a:buSzPts val="1000"/>
              <a:buFont typeface="Symbol" panose="05050102010706020507" pitchFamily="18" charset="2"/>
              <a:buChar char=""/>
              <a:tabLst>
                <a:tab pos="457200" algn="l"/>
              </a:tabLst>
            </a:pPr>
            <a:r>
              <a:rPr lang="en-US" altLang="zh-HK" sz="1200" b="1" kern="100">
                <a:solidFill>
                  <a:srgbClr val="1F1F1F"/>
                </a:solidFill>
                <a:effectLst/>
                <a:latin typeface="Arial" panose="020B0604020202020204" pitchFamily="34" charset="0"/>
                <a:ea typeface="新細明體" panose="02020500000000000000" pitchFamily="18" charset="-120"/>
                <a:cs typeface="Times New Roman" panose="02020603050405020304" pitchFamily="18" charset="0"/>
              </a:rPr>
              <a:t>Offensive Ammunition:</a:t>
            </a:r>
            <a:r>
              <a:rPr lang="en-US" altLang="zh-HK" sz="1200" kern="100">
                <a:solidFill>
                  <a:srgbClr val="1F1F1F"/>
                </a:solidFill>
                <a:effectLst/>
                <a:latin typeface="Arial" panose="020B0604020202020204" pitchFamily="34" charset="0"/>
                <a:ea typeface="新細明體" panose="02020500000000000000" pitchFamily="18" charset="-120"/>
                <a:cs typeface="Times New Roman" panose="02020603050405020304" pitchFamily="18" charset="0"/>
              </a:rPr>
              <a:t> Cash is not passive; holding cash keeps you solvent and capitalized to strike aggressively when true market pivots occur. </a:t>
            </a:r>
            <a:endParaRPr lang="zh-TW" altLang="zh-HK" sz="1200" kern="100">
              <a:solidFill>
                <a:srgbClr val="1F1F1F"/>
              </a:solidFill>
              <a:effectLst/>
              <a:latin typeface="Calibri" panose="020F0502020204030204" pitchFamily="34" charset="0"/>
              <a:ea typeface="新細明體" panose="02020500000000000000" pitchFamily="18" charset="-120"/>
              <a:cs typeface="Times New Roman" panose="02020603050405020304" pitchFamily="18" charset="0"/>
            </a:endParaRPr>
          </a:p>
          <a:p>
            <a:pPr marL="457200"/>
            <a:r>
              <a:rPr lang="en-US" altLang="zh-HK" sz="1200" kern="100">
                <a:solidFill>
                  <a:srgbClr val="1F1F1F"/>
                </a:solidFill>
                <a:effectLst/>
                <a:latin typeface="Arial" panose="020B0604020202020204" pitchFamily="34" charset="0"/>
                <a:ea typeface="新細明體" panose="02020500000000000000" pitchFamily="18" charset="-120"/>
                <a:cs typeface="Times New Roman" panose="02020603050405020304" pitchFamily="18" charset="0"/>
              </a:rPr>
              <a:t> </a:t>
            </a:r>
            <a:endParaRPr lang="zh-TW" altLang="zh-HK" sz="1200" kern="100">
              <a:effectLst/>
              <a:latin typeface="Calibri" panose="020F0502020204030204" pitchFamily="34" charset="0"/>
              <a:ea typeface="新細明體" panose="02020500000000000000" pitchFamily="18" charset="-120"/>
              <a:cs typeface="Times New Roman" panose="02020603050405020304" pitchFamily="18" charset="0"/>
            </a:endParaRPr>
          </a:p>
          <a:p>
            <a:pPr>
              <a:lnSpc>
                <a:spcPct val="300000"/>
              </a:lnSpc>
            </a:pPr>
            <a:r>
              <a:rPr lang="en-US" altLang="zh-HK" sz="1800" b="1" kern="100">
                <a:solidFill>
                  <a:srgbClr val="1F1F1F"/>
                </a:solidFill>
                <a:effectLst/>
                <a:latin typeface="Arial" panose="020B0604020202020204" pitchFamily="34" charset="0"/>
                <a:ea typeface="新細明體" panose="02020500000000000000" pitchFamily="18" charset="-120"/>
                <a:cs typeface="Times New Roman" panose="02020603050405020304" pitchFamily="18" charset="0"/>
              </a:rPr>
              <a:t>Speaker Script</a:t>
            </a:r>
            <a:endParaRPr lang="zh-TW" altLang="zh-HK" sz="1800" b="1" kern="100">
              <a:effectLst/>
              <a:latin typeface="Calibri Light" panose="020F0302020204030204" pitchFamily="34" charset="0"/>
              <a:ea typeface="新細明體" panose="02020500000000000000" pitchFamily="18" charset="-120"/>
              <a:cs typeface="Times New Roman" panose="02020603050405020304" pitchFamily="18" charset="0"/>
            </a:endParaRPr>
          </a:p>
          <a:p>
            <a:r>
              <a:rPr lang="en-US" altLang="zh-HK" sz="1200" kern="100">
                <a:solidFill>
                  <a:srgbClr val="1F1F1F"/>
                </a:solidFill>
                <a:effectLst/>
                <a:latin typeface="Arial" panose="020B0604020202020204" pitchFamily="34" charset="0"/>
                <a:ea typeface="新細明體" panose="02020500000000000000" pitchFamily="18" charset="-120"/>
                <a:cs typeface="Times New Roman" panose="02020603050405020304" pitchFamily="18" charset="0"/>
              </a:rPr>
              <a:t>"Most traders suffer from an obsession with being 100% invested at all times. On Slide 8, we explore Jay Law’s concept of </a:t>
            </a:r>
            <a:r>
              <a:rPr lang="en-US" altLang="zh-HK" sz="1200" b="1" kern="100">
                <a:solidFill>
                  <a:srgbClr val="1F1F1F"/>
                </a:solidFill>
                <a:effectLst/>
                <a:latin typeface="Arial" panose="020B0604020202020204" pitchFamily="34" charset="0"/>
                <a:ea typeface="新細明體" panose="02020500000000000000" pitchFamily="18" charset="-120"/>
                <a:cs typeface="Times New Roman" panose="02020603050405020304" pitchFamily="18" charset="0"/>
              </a:rPr>
              <a:t>Cash as an Offensive Weapon</a:t>
            </a:r>
            <a:r>
              <a:rPr lang="en-US" altLang="zh-HK" sz="1200" kern="100">
                <a:solidFill>
                  <a:srgbClr val="1F1F1F"/>
                </a:solidFill>
                <a:effectLst/>
                <a:latin typeface="Arial" panose="020B0604020202020204" pitchFamily="34" charset="0"/>
                <a:ea typeface="新細明體" panose="02020500000000000000" pitchFamily="18" charset="-120"/>
                <a:cs typeface="Times New Roman" panose="02020603050405020304" pitchFamily="18" charset="0"/>
              </a:rPr>
              <a:t>. </a:t>
            </a:r>
            <a:endParaRPr lang="zh-TW" altLang="zh-HK" sz="1200" kern="100">
              <a:effectLst/>
              <a:latin typeface="Calibri" panose="020F0502020204030204" pitchFamily="34" charset="0"/>
              <a:ea typeface="新細明體" panose="02020500000000000000" pitchFamily="18" charset="-120"/>
              <a:cs typeface="Times New Roman" panose="02020603050405020304" pitchFamily="18" charset="0"/>
            </a:endParaRPr>
          </a:p>
          <a:p>
            <a:r>
              <a:rPr lang="en-US" altLang="zh-HK" sz="1200" kern="100">
                <a:solidFill>
                  <a:srgbClr val="1F1F1F"/>
                </a:solidFill>
                <a:effectLst/>
                <a:latin typeface="Arial" panose="020B0604020202020204" pitchFamily="34" charset="0"/>
                <a:ea typeface="新細明體" panose="02020500000000000000" pitchFamily="18" charset="-120"/>
                <a:cs typeface="Times New Roman" panose="02020603050405020304" pitchFamily="18" charset="0"/>
              </a:rPr>
              <a:t> </a:t>
            </a:r>
            <a:endParaRPr lang="zh-TW" altLang="zh-HK" sz="1200" kern="100">
              <a:effectLst/>
              <a:latin typeface="Calibri" panose="020F0502020204030204" pitchFamily="34" charset="0"/>
              <a:ea typeface="新細明體" panose="02020500000000000000" pitchFamily="18" charset="-120"/>
              <a:cs typeface="Times New Roman" panose="02020603050405020304" pitchFamily="18" charset="0"/>
            </a:endParaRPr>
          </a:p>
          <a:p>
            <a:r>
              <a:rPr lang="en-US" altLang="zh-HK" sz="1200" kern="100">
                <a:solidFill>
                  <a:srgbClr val="1F1F1F"/>
                </a:solidFill>
                <a:effectLst/>
                <a:latin typeface="Arial" panose="020B0604020202020204" pitchFamily="34" charset="0"/>
                <a:ea typeface="新細明體" panose="02020500000000000000" pitchFamily="18" charset="-120"/>
                <a:cs typeface="Times New Roman" panose="02020603050405020304" pitchFamily="18" charset="0"/>
              </a:rPr>
              <a:t>In real markets, aggressive, high-probability window opportunities only appear once or twice a year. Jay points to historical windows like August 2015, November 2016, or April 2025. During choppy, range-bound periods (like 8 months of 2015), over-trading destroys account capital through endless paper cuts. </a:t>
            </a:r>
            <a:endParaRPr lang="zh-TW" altLang="zh-HK" sz="1200" kern="100">
              <a:effectLst/>
              <a:latin typeface="Calibri" panose="020F0502020204030204" pitchFamily="34" charset="0"/>
              <a:ea typeface="新細明體" panose="02020500000000000000" pitchFamily="18" charset="-120"/>
              <a:cs typeface="Times New Roman" panose="02020603050405020304" pitchFamily="18" charset="0"/>
            </a:endParaRPr>
          </a:p>
          <a:p>
            <a:r>
              <a:rPr lang="en-US" altLang="zh-HK" sz="1200" kern="100">
                <a:solidFill>
                  <a:srgbClr val="1F1F1F"/>
                </a:solidFill>
                <a:effectLst/>
                <a:latin typeface="Arial" panose="020B0604020202020204" pitchFamily="34" charset="0"/>
                <a:ea typeface="新細明體" panose="02020500000000000000" pitchFamily="18" charset="-120"/>
                <a:cs typeface="Times New Roman" panose="02020603050405020304" pitchFamily="18" charset="0"/>
              </a:rPr>
              <a:t> </a:t>
            </a:r>
            <a:endParaRPr lang="zh-TW" altLang="zh-HK" sz="1200" kern="100">
              <a:effectLst/>
              <a:latin typeface="Calibri" panose="020F0502020204030204" pitchFamily="34" charset="0"/>
              <a:ea typeface="新細明體" panose="02020500000000000000" pitchFamily="18" charset="-120"/>
              <a:cs typeface="Times New Roman" panose="02020603050405020304" pitchFamily="18" charset="0"/>
            </a:endParaRPr>
          </a:p>
          <a:p>
            <a:r>
              <a:rPr lang="en-US" altLang="zh-HK" sz="1200" kern="100">
                <a:solidFill>
                  <a:srgbClr val="1F1F1F"/>
                </a:solidFill>
                <a:effectLst/>
                <a:latin typeface="Arial" panose="020B0604020202020204" pitchFamily="34" charset="0"/>
                <a:ea typeface="新細明體" panose="02020500000000000000" pitchFamily="18" charset="-120"/>
                <a:cs typeface="Times New Roman" panose="02020603050405020304" pitchFamily="18" charset="0"/>
              </a:rPr>
              <a:t>Jay regularly keeps </a:t>
            </a:r>
            <a:r>
              <a:rPr lang="en-US" altLang="zh-HK" sz="1200" b="1" kern="100">
                <a:solidFill>
                  <a:srgbClr val="1F1F1F"/>
                </a:solidFill>
                <a:effectLst/>
                <a:latin typeface="Arial" panose="020B0604020202020204" pitchFamily="34" charset="0"/>
                <a:ea typeface="新細明體" panose="02020500000000000000" pitchFamily="18" charset="-120"/>
                <a:cs typeface="Times New Roman" panose="02020603050405020304" pitchFamily="18" charset="0"/>
              </a:rPr>
              <a:t>50% or more of his portfolio in cash</a:t>
            </a:r>
            <a:r>
              <a:rPr lang="en-US" altLang="zh-HK" sz="1200" kern="100">
                <a:solidFill>
                  <a:srgbClr val="1F1F1F"/>
                </a:solidFill>
                <a:effectLst/>
                <a:latin typeface="Arial" panose="020B0604020202020204" pitchFamily="34" charset="0"/>
                <a:ea typeface="新細明體" panose="02020500000000000000" pitchFamily="18" charset="-120"/>
                <a:cs typeface="Times New Roman" panose="02020603050405020304" pitchFamily="18" charset="0"/>
              </a:rPr>
              <a:t> during off-peak market environments. This cash buffer acts as a shield against drawdowns and ensures that when a major thematic market pivot arrives, he has maximum liquid ammunition to go all-in with aggressive position size." </a:t>
            </a:r>
            <a:endParaRPr lang="zh-TW" altLang="zh-HK" sz="1200" kern="100">
              <a:effectLst/>
              <a:latin typeface="Calibri" panose="020F0502020204030204" pitchFamily="34" charset="0"/>
              <a:ea typeface="新細明體" panose="02020500000000000000" pitchFamily="18" charset="-120"/>
              <a:cs typeface="Times New Roman" panose="02020603050405020304" pitchFamily="18" charset="0"/>
            </a:endParaRPr>
          </a:p>
          <a:p>
            <a:r>
              <a:rPr lang="en-US" altLang="zh-HK" sz="1200" kern="100">
                <a:solidFill>
                  <a:srgbClr val="1F1F1F"/>
                </a:solidFill>
                <a:effectLst/>
                <a:latin typeface="Arial" panose="020B0604020202020204" pitchFamily="34" charset="0"/>
                <a:ea typeface="新細明體" panose="02020500000000000000" pitchFamily="18" charset="-120"/>
                <a:cs typeface="Times New Roman" panose="02020603050405020304" pitchFamily="18" charset="0"/>
              </a:rPr>
              <a:t> </a:t>
            </a:r>
            <a:endParaRPr lang="zh-TW" altLang="zh-HK" sz="1200" kern="100">
              <a:effectLst/>
              <a:latin typeface="Calibri" panose="020F0502020204030204" pitchFamily="34" charset="0"/>
              <a:ea typeface="新細明體" panose="02020500000000000000" pitchFamily="18" charset="-120"/>
              <a:cs typeface="Times New Roman" panose="02020603050405020304" pitchFamily="18" charset="0"/>
            </a:endParaRPr>
          </a:p>
        </p:txBody>
      </p:sp>
      <p:sp>
        <p:nvSpPr>
          <p:cNvPr id="4" name="投影片編號版面配置區 3"/>
          <p:cNvSpPr>
            <a:spLocks noGrp="1"/>
          </p:cNvSpPr>
          <p:nvPr>
            <p:ph type="sldNum" idx="36"/>
          </p:nvPr>
        </p:nvSpPr>
        <p:spPr/>
        <p:txBody>
          <a:bodyPr/>
          <a:lstStyle/>
          <a:p>
            <a:pPr indent="0" algn="r">
              <a:buNone/>
            </a:pPr>
            <a:fld id="{822D1EAF-E52E-475F-9EA3-ADE268F2DE0E}" type="slidenum">
              <a:rPr lang="en-US" sz="1400" b="0" u="none" strike="noStrike" smtClean="0">
                <a:solidFill>
                  <a:srgbClr val="000000"/>
                </a:solidFill>
                <a:effectLst/>
                <a:uFillTx/>
                <a:latin typeface="Times New Roman"/>
              </a:rPr>
              <a:t>8</a:t>
            </a:fld>
            <a:endParaRPr lang="en-US" sz="1400" b="0" u="none" strike="noStrike">
              <a:solidFill>
                <a:srgbClr val="000000"/>
              </a:solidFill>
              <a:effectLst/>
              <a:uFillTx/>
              <a:latin typeface="Times New Roman"/>
            </a:endParaRPr>
          </a:p>
        </p:txBody>
      </p:sp>
    </p:spTree>
    <p:extLst>
      <p:ext uri="{BB962C8B-B14F-4D97-AF65-F5344CB8AC3E}">
        <p14:creationId xmlns:p14="http://schemas.microsoft.com/office/powerpoint/2010/main" val="1104786786"/>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投影片影像版面配置區 1"/>
          <p:cNvSpPr>
            <a:spLocks noGrp="1" noRot="1" noChangeAspect="1"/>
          </p:cNvSpPr>
          <p:nvPr>
            <p:ph type="sldImg"/>
          </p:nvPr>
        </p:nvSpPr>
        <p:spPr>
          <a:xfrm>
            <a:off x="0" y="812800"/>
            <a:ext cx="0" cy="0"/>
          </a:xfrm>
        </p:spPr>
      </p:sp>
      <p:sp>
        <p:nvSpPr>
          <p:cNvPr id="3" name="備忘稿版面配置區 2"/>
          <p:cNvSpPr>
            <a:spLocks noGrp="1"/>
          </p:cNvSpPr>
          <p:nvPr>
            <p:ph type="body" idx="1"/>
          </p:nvPr>
        </p:nvSpPr>
        <p:spPr/>
        <p:txBody>
          <a:bodyPr/>
          <a:lstStyle/>
          <a:p>
            <a:pPr marL="342900" lvl="0" indent="-342900">
              <a:buSzPts val="1000"/>
              <a:buFont typeface="Symbol" panose="05050102010706020507" pitchFamily="18" charset="2"/>
              <a:buChar char=""/>
              <a:tabLst>
                <a:tab pos="457200" algn="l"/>
              </a:tabLst>
            </a:pPr>
            <a:r>
              <a:rPr lang="en-US" altLang="zh-HK" sz="1200" b="1" kern="100">
                <a:solidFill>
                  <a:srgbClr val="1F1F1F"/>
                </a:solidFill>
                <a:effectLst/>
                <a:latin typeface="Arial" panose="020B0604020202020204" pitchFamily="34" charset="0"/>
                <a:ea typeface="新細明體" panose="02020500000000000000" pitchFamily="18" charset="-120"/>
                <a:cs typeface="Times New Roman" panose="02020603050405020304" pitchFamily="18" charset="0"/>
              </a:rPr>
              <a:t>Target Delivery Time:</a:t>
            </a:r>
            <a:r>
              <a:rPr lang="en-US" altLang="zh-HK" sz="1200" kern="100">
                <a:solidFill>
                  <a:srgbClr val="1F1F1F"/>
                </a:solidFill>
                <a:effectLst/>
                <a:latin typeface="Arial" panose="020B0604020202020204" pitchFamily="34" charset="0"/>
                <a:ea typeface="新細明體" panose="02020500000000000000" pitchFamily="18" charset="-120"/>
                <a:cs typeface="Times New Roman" panose="02020603050405020304" pitchFamily="18" charset="0"/>
              </a:rPr>
              <a:t> 4:30 – 6:00 minutes</a:t>
            </a:r>
            <a:endParaRPr lang="zh-TW" altLang="zh-HK" sz="1200" kern="100">
              <a:solidFill>
                <a:srgbClr val="1F1F1F"/>
              </a:solidFill>
              <a:effectLst/>
              <a:latin typeface="Calibri" panose="020F0502020204030204" pitchFamily="34" charset="0"/>
              <a:ea typeface="新細明體" panose="02020500000000000000" pitchFamily="18" charset="-120"/>
              <a:cs typeface="Times New Roman" panose="02020603050405020304" pitchFamily="18" charset="0"/>
            </a:endParaRPr>
          </a:p>
          <a:p>
            <a:pPr marL="457200"/>
            <a:r>
              <a:rPr lang="en-US" altLang="zh-HK" sz="1200" kern="100">
                <a:solidFill>
                  <a:srgbClr val="1F1F1F"/>
                </a:solidFill>
                <a:effectLst/>
                <a:latin typeface="Arial" panose="020B0604020202020204" pitchFamily="34" charset="0"/>
                <a:ea typeface="新細明體" panose="02020500000000000000" pitchFamily="18" charset="-120"/>
                <a:cs typeface="Times New Roman" panose="02020603050405020304" pitchFamily="18" charset="0"/>
              </a:rPr>
              <a:t> </a:t>
            </a:r>
            <a:endParaRPr lang="zh-TW" altLang="zh-HK" sz="1200" kern="100">
              <a:effectLst/>
              <a:latin typeface="Calibri" panose="020F0502020204030204" pitchFamily="34" charset="0"/>
              <a:ea typeface="新細明體" panose="02020500000000000000" pitchFamily="18" charset="-120"/>
              <a:cs typeface="Times New Roman" panose="02020603050405020304" pitchFamily="18" charset="0"/>
            </a:endParaRPr>
          </a:p>
          <a:p>
            <a:pPr marL="457200"/>
            <a:r>
              <a:rPr lang="en-US" altLang="zh-HK" sz="1200" kern="100">
                <a:solidFill>
                  <a:srgbClr val="1F1F1F"/>
                </a:solidFill>
                <a:effectLst/>
                <a:latin typeface="Arial" panose="020B0604020202020204" pitchFamily="34" charset="0"/>
                <a:ea typeface="新細明體" panose="02020500000000000000" pitchFamily="18" charset="-120"/>
                <a:cs typeface="Times New Roman" panose="02020603050405020304" pitchFamily="18" charset="0"/>
              </a:rPr>
              <a:t> </a:t>
            </a:r>
            <a:endParaRPr lang="zh-TW" altLang="zh-HK" sz="1200" kern="100">
              <a:effectLst/>
              <a:latin typeface="Calibri" panose="020F0502020204030204" pitchFamily="34" charset="0"/>
              <a:ea typeface="新細明體" panose="02020500000000000000" pitchFamily="18" charset="-120"/>
              <a:cs typeface="Times New Roman" panose="02020603050405020304" pitchFamily="18" charset="0"/>
            </a:endParaRPr>
          </a:p>
          <a:p>
            <a:pPr>
              <a:lnSpc>
                <a:spcPct val="300000"/>
              </a:lnSpc>
            </a:pPr>
            <a:r>
              <a:rPr lang="en-US" altLang="zh-HK" sz="1800" b="1" kern="100">
                <a:solidFill>
                  <a:srgbClr val="1F1F1F"/>
                </a:solidFill>
                <a:effectLst/>
                <a:latin typeface="Arial" panose="020B0604020202020204" pitchFamily="34" charset="0"/>
                <a:ea typeface="新細明體" panose="02020500000000000000" pitchFamily="18" charset="-120"/>
                <a:cs typeface="Times New Roman" panose="02020603050405020304" pitchFamily="18" charset="0"/>
              </a:rPr>
              <a:t>Key Talking Points &amp; Concepts</a:t>
            </a:r>
            <a:endParaRPr lang="zh-TW" altLang="zh-HK" sz="1800" b="1" kern="100">
              <a:effectLst/>
              <a:latin typeface="Calibri Light" panose="020F0302020204030204" pitchFamily="34" charset="0"/>
              <a:ea typeface="新細明體" panose="02020500000000000000" pitchFamily="18" charset="-120"/>
              <a:cs typeface="Times New Roman" panose="02020603050405020304" pitchFamily="18" charset="0"/>
            </a:endParaRPr>
          </a:p>
          <a:p>
            <a:pPr marL="342900" lvl="0" indent="-342900">
              <a:buSzPts val="1000"/>
              <a:buFont typeface="Symbol" panose="05050102010706020507" pitchFamily="18" charset="2"/>
              <a:buChar char=""/>
              <a:tabLst>
                <a:tab pos="457200" algn="l"/>
              </a:tabLst>
            </a:pPr>
            <a:r>
              <a:rPr lang="en-US" altLang="zh-HK" sz="1200" b="1" kern="100">
                <a:solidFill>
                  <a:srgbClr val="1F1F1F"/>
                </a:solidFill>
                <a:effectLst/>
                <a:latin typeface="Arial" panose="020B0604020202020204" pitchFamily="34" charset="0"/>
                <a:ea typeface="新細明體" panose="02020500000000000000" pitchFamily="18" charset="-120"/>
                <a:cs typeface="Times New Roman" panose="02020603050405020304" pitchFamily="18" charset="0"/>
              </a:rPr>
              <a:t>Target Reward-to-Risk:</a:t>
            </a:r>
            <a:r>
              <a:rPr lang="en-US" altLang="zh-HK" sz="1200" kern="100">
                <a:solidFill>
                  <a:srgbClr val="1F1F1F"/>
                </a:solidFill>
                <a:effectLst/>
                <a:latin typeface="Arial" panose="020B0604020202020204" pitchFamily="34" charset="0"/>
                <a:ea typeface="新細明體" panose="02020500000000000000" pitchFamily="18" charset="-120"/>
                <a:cs typeface="Times New Roman" panose="02020603050405020304" pitchFamily="18" charset="0"/>
              </a:rPr>
              <a:t> Potential profit must reach $4x$ to $5x$ the risk, mapped to clear resistance levels. </a:t>
            </a:r>
            <a:endParaRPr lang="zh-TW" altLang="zh-HK" sz="1200" kern="100">
              <a:solidFill>
                <a:srgbClr val="1F1F1F"/>
              </a:solidFill>
              <a:effectLst/>
              <a:latin typeface="Calibri" panose="020F0502020204030204" pitchFamily="34" charset="0"/>
              <a:ea typeface="新細明體" panose="02020500000000000000" pitchFamily="18" charset="-120"/>
              <a:cs typeface="Times New Roman" panose="02020603050405020304" pitchFamily="18" charset="0"/>
            </a:endParaRPr>
          </a:p>
          <a:p>
            <a:pPr marL="457200"/>
            <a:r>
              <a:rPr lang="en-US" altLang="zh-HK" sz="1200" kern="100">
                <a:solidFill>
                  <a:srgbClr val="1F1F1F"/>
                </a:solidFill>
                <a:effectLst/>
                <a:latin typeface="Arial" panose="020B0604020202020204" pitchFamily="34" charset="0"/>
                <a:ea typeface="新細明體" panose="02020500000000000000" pitchFamily="18" charset="-120"/>
                <a:cs typeface="Times New Roman" panose="02020603050405020304" pitchFamily="18" charset="0"/>
              </a:rPr>
              <a:t> </a:t>
            </a:r>
            <a:endParaRPr lang="zh-TW" altLang="zh-HK" sz="1200" kern="100">
              <a:effectLst/>
              <a:latin typeface="Calibri" panose="020F0502020204030204" pitchFamily="34" charset="0"/>
              <a:ea typeface="新細明體" panose="02020500000000000000" pitchFamily="18" charset="-120"/>
              <a:cs typeface="Times New Roman" panose="02020603050405020304" pitchFamily="18" charset="0"/>
            </a:endParaRPr>
          </a:p>
          <a:p>
            <a:pPr marL="342900" lvl="0" indent="-342900">
              <a:buSzPts val="1000"/>
              <a:buFont typeface="Symbol" panose="05050102010706020507" pitchFamily="18" charset="2"/>
              <a:buChar char=""/>
              <a:tabLst>
                <a:tab pos="457200" algn="l"/>
              </a:tabLst>
            </a:pPr>
            <a:r>
              <a:rPr lang="en-US" altLang="zh-HK" sz="1200" b="1" kern="100">
                <a:solidFill>
                  <a:srgbClr val="1F1F1F"/>
                </a:solidFill>
                <a:effectLst/>
                <a:latin typeface="Arial" panose="020B0604020202020204" pitchFamily="34" charset="0"/>
                <a:ea typeface="新細明體" panose="02020500000000000000" pitchFamily="18" charset="-120"/>
                <a:cs typeface="Times New Roman" panose="02020603050405020304" pitchFamily="18" charset="0"/>
              </a:rPr>
              <a:t>The Risk Sizing Math:</a:t>
            </a:r>
            <a:r>
              <a:rPr lang="en-US" altLang="zh-HK" sz="1200" kern="100">
                <a:solidFill>
                  <a:srgbClr val="1F1F1F"/>
                </a:solidFill>
                <a:effectLst/>
                <a:latin typeface="Arial" panose="020B0604020202020204" pitchFamily="34" charset="0"/>
                <a:ea typeface="新細明體" panose="02020500000000000000" pitchFamily="18" charset="-120"/>
                <a:cs typeface="Times New Roman" panose="02020603050405020304" pitchFamily="18" charset="0"/>
              </a:rPr>
              <a:t> Max 0.5% account equity risk per trade; 5% technical stop-loss on stock = 10% portfolio position allocation. </a:t>
            </a:r>
            <a:endParaRPr lang="zh-TW" altLang="zh-HK" sz="1200" kern="100">
              <a:solidFill>
                <a:srgbClr val="1F1F1F"/>
              </a:solidFill>
              <a:effectLst/>
              <a:latin typeface="Calibri" panose="020F0502020204030204" pitchFamily="34" charset="0"/>
              <a:ea typeface="新細明體" panose="02020500000000000000" pitchFamily="18" charset="-120"/>
              <a:cs typeface="Times New Roman" panose="02020603050405020304" pitchFamily="18" charset="0"/>
            </a:endParaRPr>
          </a:p>
          <a:p>
            <a:pPr marL="457200"/>
            <a:r>
              <a:rPr lang="en-US" altLang="zh-HK" sz="1200" kern="100">
                <a:solidFill>
                  <a:srgbClr val="1F1F1F"/>
                </a:solidFill>
                <a:effectLst/>
                <a:latin typeface="Arial" panose="020B0604020202020204" pitchFamily="34" charset="0"/>
                <a:ea typeface="新細明體" panose="02020500000000000000" pitchFamily="18" charset="-120"/>
                <a:cs typeface="Times New Roman" panose="02020603050405020304" pitchFamily="18" charset="0"/>
              </a:rPr>
              <a:t> </a:t>
            </a:r>
            <a:endParaRPr lang="zh-TW" altLang="zh-HK" sz="1200" kern="100">
              <a:effectLst/>
              <a:latin typeface="Calibri" panose="020F0502020204030204" pitchFamily="34" charset="0"/>
              <a:ea typeface="新細明體" panose="02020500000000000000" pitchFamily="18" charset="-120"/>
              <a:cs typeface="Times New Roman" panose="02020603050405020304" pitchFamily="18" charset="0"/>
            </a:endParaRPr>
          </a:p>
          <a:p>
            <a:pPr marL="342900" lvl="0" indent="-342900">
              <a:buSzPts val="1000"/>
              <a:buFont typeface="Symbol" panose="05050102010706020507" pitchFamily="18" charset="2"/>
              <a:buChar char=""/>
              <a:tabLst>
                <a:tab pos="457200" algn="l"/>
              </a:tabLst>
            </a:pPr>
            <a:r>
              <a:rPr lang="en-US" altLang="zh-HK" sz="1200" b="1" kern="100">
                <a:solidFill>
                  <a:srgbClr val="1F1F1F"/>
                </a:solidFill>
                <a:effectLst/>
                <a:latin typeface="Arial" panose="020B0604020202020204" pitchFamily="34" charset="0"/>
                <a:ea typeface="新細明體" panose="02020500000000000000" pitchFamily="18" charset="-120"/>
                <a:cs typeface="Times New Roman" panose="02020603050405020304" pitchFamily="18" charset="0"/>
              </a:rPr>
              <a:t>Total Portfolio Insulation:</a:t>
            </a:r>
            <a:r>
              <a:rPr lang="en-US" altLang="zh-HK" sz="1200" kern="100">
                <a:solidFill>
                  <a:srgbClr val="1F1F1F"/>
                </a:solidFill>
                <a:effectLst/>
                <a:latin typeface="Arial" panose="020B0604020202020204" pitchFamily="34" charset="0"/>
                <a:ea typeface="新細明體" panose="02020500000000000000" pitchFamily="18" charset="-120"/>
                <a:cs typeface="Times New Roman" panose="02020603050405020304" pitchFamily="18" charset="0"/>
              </a:rPr>
              <a:t> Deploying 10 simultaneous trades (100% invested) capped at a max total drawdown of only 5% if every single trade fails. </a:t>
            </a:r>
            <a:endParaRPr lang="zh-TW" altLang="zh-HK" sz="1200" kern="100">
              <a:solidFill>
                <a:srgbClr val="1F1F1F"/>
              </a:solidFill>
              <a:effectLst/>
              <a:latin typeface="Calibri" panose="020F0502020204030204" pitchFamily="34" charset="0"/>
              <a:ea typeface="新細明體" panose="02020500000000000000" pitchFamily="18" charset="-120"/>
              <a:cs typeface="Times New Roman" panose="02020603050405020304" pitchFamily="18" charset="0"/>
            </a:endParaRPr>
          </a:p>
          <a:p>
            <a:pPr marL="457200"/>
            <a:r>
              <a:rPr lang="en-US" altLang="zh-HK" sz="1200" kern="100">
                <a:solidFill>
                  <a:srgbClr val="1F1F1F"/>
                </a:solidFill>
                <a:effectLst/>
                <a:latin typeface="Arial" panose="020B0604020202020204" pitchFamily="34" charset="0"/>
                <a:ea typeface="新細明體" panose="02020500000000000000" pitchFamily="18" charset="-120"/>
                <a:cs typeface="Times New Roman" panose="02020603050405020304" pitchFamily="18" charset="0"/>
              </a:rPr>
              <a:t> </a:t>
            </a:r>
            <a:endParaRPr lang="zh-TW" altLang="zh-HK" sz="1200" kern="100">
              <a:effectLst/>
              <a:latin typeface="Calibri" panose="020F0502020204030204" pitchFamily="34" charset="0"/>
              <a:ea typeface="新細明體" panose="02020500000000000000" pitchFamily="18" charset="-120"/>
              <a:cs typeface="Times New Roman" panose="02020603050405020304" pitchFamily="18" charset="0"/>
            </a:endParaRPr>
          </a:p>
          <a:p>
            <a:pPr>
              <a:lnSpc>
                <a:spcPct val="300000"/>
              </a:lnSpc>
            </a:pPr>
            <a:r>
              <a:rPr lang="en-US" altLang="zh-HK" sz="1800" b="1" kern="100">
                <a:solidFill>
                  <a:srgbClr val="1F1F1F"/>
                </a:solidFill>
                <a:effectLst/>
                <a:latin typeface="Arial" panose="020B0604020202020204" pitchFamily="34" charset="0"/>
                <a:ea typeface="新細明體" panose="02020500000000000000" pitchFamily="18" charset="-120"/>
                <a:cs typeface="Times New Roman" panose="02020603050405020304" pitchFamily="18" charset="0"/>
              </a:rPr>
              <a:t>Speaker Script</a:t>
            </a:r>
            <a:endParaRPr lang="zh-TW" altLang="zh-HK" sz="1800" b="1" kern="100">
              <a:effectLst/>
              <a:latin typeface="Calibri Light" panose="020F0302020204030204" pitchFamily="34" charset="0"/>
              <a:ea typeface="新細明體" panose="02020500000000000000" pitchFamily="18" charset="-120"/>
              <a:cs typeface="Times New Roman" panose="02020603050405020304" pitchFamily="18" charset="0"/>
            </a:endParaRPr>
          </a:p>
          <a:p>
            <a:r>
              <a:rPr lang="en-US" altLang="zh-HK" sz="1200" kern="100">
                <a:solidFill>
                  <a:srgbClr val="1F1F1F"/>
                </a:solidFill>
                <a:effectLst/>
                <a:latin typeface="Arial" panose="020B0604020202020204" pitchFamily="34" charset="0"/>
                <a:ea typeface="新細明體" panose="02020500000000000000" pitchFamily="18" charset="-120"/>
                <a:cs typeface="Times New Roman" panose="02020603050405020304" pitchFamily="18" charset="0"/>
              </a:rPr>
              <a:t>"How do you trade with maximum market exposure while strictly limiting total account risk? Slide 9 breaks down Jay Law's exact position-sizing formula. </a:t>
            </a:r>
            <a:endParaRPr lang="zh-TW" altLang="zh-HK" sz="1200" kern="100">
              <a:effectLst/>
              <a:latin typeface="Calibri" panose="020F0502020204030204" pitchFamily="34" charset="0"/>
              <a:ea typeface="新細明體" panose="02020500000000000000" pitchFamily="18" charset="-120"/>
              <a:cs typeface="Times New Roman" panose="02020603050405020304" pitchFamily="18" charset="0"/>
            </a:endParaRPr>
          </a:p>
          <a:p>
            <a:r>
              <a:rPr lang="en-US" altLang="zh-HK" sz="1200" kern="100">
                <a:solidFill>
                  <a:srgbClr val="1F1F1F"/>
                </a:solidFill>
                <a:effectLst/>
                <a:latin typeface="Arial" panose="020B0604020202020204" pitchFamily="34" charset="0"/>
                <a:ea typeface="新細明體" panose="02020500000000000000" pitchFamily="18" charset="-120"/>
                <a:cs typeface="Times New Roman" panose="02020603050405020304" pitchFamily="18" charset="0"/>
              </a:rPr>
              <a:t> </a:t>
            </a:r>
            <a:endParaRPr lang="zh-TW" altLang="zh-HK" sz="1200" kern="100">
              <a:effectLst/>
              <a:latin typeface="Calibri" panose="020F0502020204030204" pitchFamily="34" charset="0"/>
              <a:ea typeface="新細明體" panose="02020500000000000000" pitchFamily="18" charset="-120"/>
              <a:cs typeface="Times New Roman" panose="02020603050405020304" pitchFamily="18" charset="0"/>
            </a:endParaRPr>
          </a:p>
          <a:p>
            <a:r>
              <a:rPr lang="en-US" altLang="zh-HK" sz="1200" kern="100">
                <a:solidFill>
                  <a:srgbClr val="1F1F1F"/>
                </a:solidFill>
                <a:effectLst/>
                <a:latin typeface="Arial" panose="020B0604020202020204" pitchFamily="34" charset="0"/>
                <a:ea typeface="新細明體" panose="02020500000000000000" pitchFamily="18" charset="-120"/>
                <a:cs typeface="Times New Roman" panose="02020603050405020304" pitchFamily="18" charset="0"/>
              </a:rPr>
              <a:t>Assume your account accumulated a 10% profit buffer. Your risk model sets a strict </a:t>
            </a:r>
            <a:r>
              <a:rPr lang="en-US" altLang="zh-HK" sz="1200" b="1" kern="100">
                <a:solidFill>
                  <a:srgbClr val="1F1F1F"/>
                </a:solidFill>
                <a:effectLst/>
                <a:latin typeface="Arial" panose="020B0604020202020204" pitchFamily="34" charset="0"/>
                <a:ea typeface="新細明體" panose="02020500000000000000" pitchFamily="18" charset="-120"/>
                <a:cs typeface="Times New Roman" panose="02020603050405020304" pitchFamily="18" charset="0"/>
              </a:rPr>
              <a:t>0.5% max equity risk per trade</a:t>
            </a:r>
            <a:r>
              <a:rPr lang="en-US" altLang="zh-HK" sz="1200" kern="100">
                <a:solidFill>
                  <a:srgbClr val="1F1F1F"/>
                </a:solidFill>
                <a:effectLst/>
                <a:latin typeface="Arial" panose="020B0604020202020204" pitchFamily="34" charset="0"/>
                <a:ea typeface="新細明體" panose="02020500000000000000" pitchFamily="18" charset="-120"/>
                <a:cs typeface="Times New Roman" panose="02020603050405020304" pitchFamily="18" charset="0"/>
              </a:rPr>
              <a:t> with a </a:t>
            </a:r>
            <a:r>
              <a:rPr lang="en-US" altLang="zh-HK" sz="1200" b="1" kern="100">
                <a:solidFill>
                  <a:srgbClr val="1F1F1F"/>
                </a:solidFill>
                <a:effectLst/>
                <a:latin typeface="Arial" panose="020B0604020202020204" pitchFamily="34" charset="0"/>
                <a:ea typeface="新細明體" panose="02020500000000000000" pitchFamily="18" charset="-120"/>
                <a:cs typeface="Times New Roman" panose="02020603050405020304" pitchFamily="18" charset="0"/>
              </a:rPr>
              <a:t>5% technical stop-loss</a:t>
            </a:r>
            <a:r>
              <a:rPr lang="en-US" altLang="zh-HK" sz="1200" kern="100">
                <a:solidFill>
                  <a:srgbClr val="1F1F1F"/>
                </a:solidFill>
                <a:effectLst/>
                <a:latin typeface="Arial" panose="020B0604020202020204" pitchFamily="34" charset="0"/>
                <a:ea typeface="新細明體" panose="02020500000000000000" pitchFamily="18" charset="-120"/>
                <a:cs typeface="Times New Roman" panose="02020603050405020304" pitchFamily="18" charset="0"/>
              </a:rPr>
              <a:t> on the underlying stock. </a:t>
            </a:r>
            <a:endParaRPr lang="zh-TW" altLang="zh-HK" sz="1200" kern="100">
              <a:effectLst/>
              <a:latin typeface="Calibri" panose="020F0502020204030204" pitchFamily="34" charset="0"/>
              <a:ea typeface="新細明體" panose="02020500000000000000" pitchFamily="18" charset="-120"/>
              <a:cs typeface="Times New Roman" panose="02020603050405020304" pitchFamily="18" charset="0"/>
            </a:endParaRPr>
          </a:p>
          <a:p>
            <a:r>
              <a:rPr lang="en-US" altLang="zh-HK" sz="1200" kern="100">
                <a:solidFill>
                  <a:srgbClr val="1F1F1F"/>
                </a:solidFill>
                <a:effectLst/>
                <a:latin typeface="Arial" panose="020B0604020202020204" pitchFamily="34" charset="0"/>
                <a:ea typeface="新細明體" panose="02020500000000000000" pitchFamily="18" charset="-120"/>
                <a:cs typeface="Times New Roman" panose="02020603050405020304" pitchFamily="18" charset="0"/>
              </a:rPr>
              <a:t> </a:t>
            </a:r>
            <a:endParaRPr lang="zh-TW" altLang="zh-HK" sz="1200" kern="100">
              <a:effectLst/>
              <a:latin typeface="Calibri" panose="020F0502020204030204" pitchFamily="34" charset="0"/>
              <a:ea typeface="新細明體" panose="02020500000000000000" pitchFamily="18" charset="-120"/>
              <a:cs typeface="Times New Roman" panose="02020603050405020304" pitchFamily="18" charset="0"/>
            </a:endParaRPr>
          </a:p>
          <a:p>
            <a:r>
              <a:rPr lang="en-US" altLang="zh-HK" sz="1200" kern="100">
                <a:solidFill>
                  <a:srgbClr val="1F1F1F"/>
                </a:solidFill>
                <a:effectLst/>
                <a:latin typeface="Arial" panose="020B0604020202020204" pitchFamily="34" charset="0"/>
                <a:ea typeface="新細明體" panose="02020500000000000000" pitchFamily="18" charset="-120"/>
                <a:cs typeface="Times New Roman" panose="02020603050405020304" pitchFamily="18" charset="0"/>
              </a:rPr>
              <a:t>Doing the math: a 5% loss on a 10% position allocation equals exactly 0.5% loss of total account capital. This means you can enter </a:t>
            </a:r>
            <a:r>
              <a:rPr lang="en-US" altLang="zh-HK" sz="1200" b="1" kern="100">
                <a:solidFill>
                  <a:srgbClr val="1F1F1F"/>
                </a:solidFill>
                <a:effectLst/>
                <a:latin typeface="Arial" panose="020B0604020202020204" pitchFamily="34" charset="0"/>
                <a:ea typeface="新細明體" panose="02020500000000000000" pitchFamily="18" charset="-120"/>
                <a:cs typeface="Times New Roman" panose="02020603050405020304" pitchFamily="18" charset="0"/>
              </a:rPr>
              <a:t>10 separate trades</a:t>
            </a:r>
            <a:r>
              <a:rPr lang="en-US" altLang="zh-HK" sz="1200" kern="100">
                <a:solidFill>
                  <a:srgbClr val="1F1F1F"/>
                </a:solidFill>
                <a:effectLst/>
                <a:latin typeface="Arial" panose="020B0604020202020204" pitchFamily="34" charset="0"/>
                <a:ea typeface="新細明體" panose="02020500000000000000" pitchFamily="18" charset="-120"/>
                <a:cs typeface="Times New Roman" panose="02020603050405020304" pitchFamily="18" charset="0"/>
              </a:rPr>
              <a:t>, putting 100% of your capital to work in the market. If the breakout fails entirely and all 10 positions hit their stops simultaneously, your total portfolio drawdown is strictly capped at 5%. You preserve half your accumulated profit and remain fully solvent for the real pivot." </a:t>
            </a:r>
            <a:endParaRPr lang="zh-TW" altLang="zh-HK" sz="1200" kern="100">
              <a:effectLst/>
              <a:latin typeface="Calibri" panose="020F0502020204030204" pitchFamily="34" charset="0"/>
              <a:ea typeface="新細明體" panose="02020500000000000000" pitchFamily="18" charset="-120"/>
              <a:cs typeface="Times New Roman" panose="02020603050405020304" pitchFamily="18" charset="0"/>
            </a:endParaRPr>
          </a:p>
          <a:p>
            <a:r>
              <a:rPr lang="en-US" altLang="zh-HK" sz="1200" kern="100">
                <a:solidFill>
                  <a:srgbClr val="1F1F1F"/>
                </a:solidFill>
                <a:effectLst/>
                <a:latin typeface="Arial" panose="020B0604020202020204" pitchFamily="34" charset="0"/>
                <a:ea typeface="新細明體" panose="02020500000000000000" pitchFamily="18" charset="-120"/>
                <a:cs typeface="Times New Roman" panose="02020603050405020304" pitchFamily="18" charset="0"/>
              </a:rPr>
              <a:t> </a:t>
            </a:r>
            <a:endParaRPr lang="zh-TW" altLang="zh-HK" sz="1200" kern="100">
              <a:effectLst/>
              <a:latin typeface="Calibri" panose="020F0502020204030204" pitchFamily="34" charset="0"/>
              <a:ea typeface="新細明體" panose="02020500000000000000" pitchFamily="18" charset="-120"/>
              <a:cs typeface="Times New Roman" panose="02020603050405020304" pitchFamily="18" charset="0"/>
            </a:endParaRPr>
          </a:p>
        </p:txBody>
      </p:sp>
      <p:sp>
        <p:nvSpPr>
          <p:cNvPr id="4" name="投影片編號版面配置區 3"/>
          <p:cNvSpPr>
            <a:spLocks noGrp="1"/>
          </p:cNvSpPr>
          <p:nvPr>
            <p:ph type="sldNum" idx="36"/>
          </p:nvPr>
        </p:nvSpPr>
        <p:spPr/>
        <p:txBody>
          <a:bodyPr/>
          <a:lstStyle/>
          <a:p>
            <a:pPr indent="0" algn="r">
              <a:buNone/>
            </a:pPr>
            <a:fld id="{822D1EAF-E52E-475F-9EA3-ADE268F2DE0E}" type="slidenum">
              <a:rPr lang="en-US" sz="1400" b="0" u="none" strike="noStrike" smtClean="0">
                <a:solidFill>
                  <a:srgbClr val="000000"/>
                </a:solidFill>
                <a:effectLst/>
                <a:uFillTx/>
                <a:latin typeface="Times New Roman"/>
              </a:rPr>
              <a:t>9</a:t>
            </a:fld>
            <a:endParaRPr lang="en-US" sz="1400" b="0" u="none" strike="noStrike">
              <a:solidFill>
                <a:srgbClr val="000000"/>
              </a:solidFill>
              <a:effectLst/>
              <a:uFillTx/>
              <a:latin typeface="Times New Roman"/>
            </a:endParaRPr>
          </a:p>
        </p:txBody>
      </p:sp>
    </p:spTree>
    <p:extLst>
      <p:ext uri="{BB962C8B-B14F-4D97-AF65-F5344CB8AC3E}">
        <p14:creationId xmlns:p14="http://schemas.microsoft.com/office/powerpoint/2010/main" val="239236090"/>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投影片影像版面配置區 1"/>
          <p:cNvSpPr>
            <a:spLocks noGrp="1" noRot="1" noChangeAspect="1"/>
          </p:cNvSpPr>
          <p:nvPr>
            <p:ph type="sldImg"/>
          </p:nvPr>
        </p:nvSpPr>
        <p:spPr>
          <a:xfrm>
            <a:off x="0" y="812800"/>
            <a:ext cx="0" cy="0"/>
          </a:xfrm>
        </p:spPr>
      </p:sp>
      <p:sp>
        <p:nvSpPr>
          <p:cNvPr id="3" name="備忘稿版面配置區 2"/>
          <p:cNvSpPr>
            <a:spLocks noGrp="1"/>
          </p:cNvSpPr>
          <p:nvPr>
            <p:ph type="body" idx="1"/>
          </p:nvPr>
        </p:nvSpPr>
        <p:spPr/>
        <p:txBody>
          <a:bodyPr/>
          <a:lstStyle/>
          <a:p>
            <a:pPr marL="342900" lvl="0" indent="-342900">
              <a:buSzPts val="1000"/>
              <a:buFont typeface="Symbol" panose="05050102010706020507" pitchFamily="18" charset="2"/>
              <a:buChar char=""/>
              <a:tabLst>
                <a:tab pos="457200" algn="l"/>
              </a:tabLst>
            </a:pPr>
            <a:r>
              <a:rPr lang="en-US" altLang="zh-HK" sz="1200" b="1" kern="100">
                <a:solidFill>
                  <a:srgbClr val="1F1F1F"/>
                </a:solidFill>
                <a:effectLst/>
                <a:latin typeface="Arial" panose="020B0604020202020204" pitchFamily="34" charset="0"/>
                <a:ea typeface="新細明體" panose="02020500000000000000" pitchFamily="18" charset="-120"/>
                <a:cs typeface="Times New Roman" panose="02020603050405020304" pitchFamily="18" charset="0"/>
              </a:rPr>
              <a:t>Target Delivery Time:</a:t>
            </a:r>
            <a:r>
              <a:rPr lang="en-US" altLang="zh-HK" sz="1200" kern="100">
                <a:solidFill>
                  <a:srgbClr val="1F1F1F"/>
                </a:solidFill>
                <a:effectLst/>
                <a:latin typeface="Arial" panose="020B0604020202020204" pitchFamily="34" charset="0"/>
                <a:ea typeface="新細明體" panose="02020500000000000000" pitchFamily="18" charset="-120"/>
                <a:cs typeface="Times New Roman" panose="02020603050405020304" pitchFamily="18" charset="0"/>
              </a:rPr>
              <a:t> 4:00 – 5:30 minutes</a:t>
            </a:r>
            <a:endParaRPr lang="zh-TW" altLang="zh-HK" sz="1200" kern="100">
              <a:solidFill>
                <a:srgbClr val="1F1F1F"/>
              </a:solidFill>
              <a:effectLst/>
              <a:latin typeface="Calibri" panose="020F0502020204030204" pitchFamily="34" charset="0"/>
              <a:ea typeface="新細明體" panose="02020500000000000000" pitchFamily="18" charset="-120"/>
              <a:cs typeface="Times New Roman" panose="02020603050405020304" pitchFamily="18" charset="0"/>
            </a:endParaRPr>
          </a:p>
          <a:p>
            <a:pPr marL="457200"/>
            <a:r>
              <a:rPr lang="en-US" altLang="zh-HK" sz="1200" kern="100">
                <a:solidFill>
                  <a:srgbClr val="1F1F1F"/>
                </a:solidFill>
                <a:effectLst/>
                <a:latin typeface="Arial" panose="020B0604020202020204" pitchFamily="34" charset="0"/>
                <a:ea typeface="新細明體" panose="02020500000000000000" pitchFamily="18" charset="-120"/>
                <a:cs typeface="Times New Roman" panose="02020603050405020304" pitchFamily="18" charset="0"/>
              </a:rPr>
              <a:t> </a:t>
            </a:r>
            <a:endParaRPr lang="zh-TW" altLang="zh-HK" sz="1200" kern="100">
              <a:effectLst/>
              <a:latin typeface="Calibri" panose="020F0502020204030204" pitchFamily="34" charset="0"/>
              <a:ea typeface="新細明體" panose="02020500000000000000" pitchFamily="18" charset="-120"/>
              <a:cs typeface="Times New Roman" panose="02020603050405020304" pitchFamily="18" charset="0"/>
            </a:endParaRPr>
          </a:p>
          <a:p>
            <a:pPr marL="457200"/>
            <a:r>
              <a:rPr lang="en-US" altLang="zh-HK" sz="1200" kern="100">
                <a:solidFill>
                  <a:srgbClr val="1F1F1F"/>
                </a:solidFill>
                <a:effectLst/>
                <a:latin typeface="Arial" panose="020B0604020202020204" pitchFamily="34" charset="0"/>
                <a:ea typeface="新細明體" panose="02020500000000000000" pitchFamily="18" charset="-120"/>
                <a:cs typeface="Times New Roman" panose="02020603050405020304" pitchFamily="18" charset="0"/>
              </a:rPr>
              <a:t> </a:t>
            </a:r>
            <a:endParaRPr lang="zh-TW" altLang="zh-HK" sz="1200" kern="100">
              <a:effectLst/>
              <a:latin typeface="Calibri" panose="020F0502020204030204" pitchFamily="34" charset="0"/>
              <a:ea typeface="新細明體" panose="02020500000000000000" pitchFamily="18" charset="-120"/>
              <a:cs typeface="Times New Roman" panose="02020603050405020304" pitchFamily="18" charset="0"/>
            </a:endParaRPr>
          </a:p>
          <a:p>
            <a:pPr>
              <a:lnSpc>
                <a:spcPct val="300000"/>
              </a:lnSpc>
            </a:pPr>
            <a:r>
              <a:rPr lang="en-US" altLang="zh-HK" sz="1800" b="1" kern="100">
                <a:solidFill>
                  <a:srgbClr val="1F1F1F"/>
                </a:solidFill>
                <a:effectLst/>
                <a:latin typeface="Arial" panose="020B0604020202020204" pitchFamily="34" charset="0"/>
                <a:ea typeface="新細明體" panose="02020500000000000000" pitchFamily="18" charset="-120"/>
                <a:cs typeface="Times New Roman" panose="02020603050405020304" pitchFamily="18" charset="0"/>
              </a:rPr>
              <a:t>Key Talking Points &amp; Concepts</a:t>
            </a:r>
            <a:endParaRPr lang="zh-TW" altLang="zh-HK" sz="1800" b="1" kern="100">
              <a:effectLst/>
              <a:latin typeface="Calibri Light" panose="020F0302020204030204" pitchFamily="34" charset="0"/>
              <a:ea typeface="新細明體" panose="02020500000000000000" pitchFamily="18" charset="-120"/>
              <a:cs typeface="Times New Roman" panose="02020603050405020304" pitchFamily="18" charset="0"/>
            </a:endParaRPr>
          </a:p>
          <a:p>
            <a:pPr marL="342900" lvl="0" indent="-342900">
              <a:buSzPts val="1000"/>
              <a:buFont typeface="Symbol" panose="05050102010706020507" pitchFamily="18" charset="2"/>
              <a:buChar char=""/>
              <a:tabLst>
                <a:tab pos="457200" algn="l"/>
              </a:tabLst>
            </a:pPr>
            <a:r>
              <a:rPr lang="en-US" altLang="zh-HK" sz="1200" b="1" kern="100">
                <a:solidFill>
                  <a:srgbClr val="1F1F1F"/>
                </a:solidFill>
                <a:effectLst/>
                <a:latin typeface="Arial" panose="020B0604020202020204" pitchFamily="34" charset="0"/>
                <a:ea typeface="新細明體" panose="02020500000000000000" pitchFamily="18" charset="-120"/>
                <a:cs typeface="Times New Roman" panose="02020603050405020304" pitchFamily="18" charset="0"/>
              </a:rPr>
              <a:t>Math of Longs:</a:t>
            </a:r>
            <a:r>
              <a:rPr lang="en-US" altLang="zh-HK" sz="1200" kern="100">
                <a:solidFill>
                  <a:srgbClr val="1F1F1F"/>
                </a:solidFill>
                <a:effectLst/>
                <a:latin typeface="Arial" panose="020B0604020202020204" pitchFamily="34" charset="0"/>
                <a:ea typeface="新細明體" panose="02020500000000000000" pitchFamily="18" charset="-120"/>
                <a:cs typeface="Times New Roman" panose="02020603050405020304" pitchFamily="18" charset="0"/>
              </a:rPr>
              <a:t> Upside potential on long equity positions is theoretically infinite. </a:t>
            </a:r>
            <a:endParaRPr lang="zh-TW" altLang="zh-HK" sz="1200" kern="100">
              <a:solidFill>
                <a:srgbClr val="1F1F1F"/>
              </a:solidFill>
              <a:effectLst/>
              <a:latin typeface="Calibri" panose="020F0502020204030204" pitchFamily="34" charset="0"/>
              <a:ea typeface="新細明體" panose="02020500000000000000" pitchFamily="18" charset="-120"/>
              <a:cs typeface="Times New Roman" panose="02020603050405020304" pitchFamily="18" charset="0"/>
            </a:endParaRPr>
          </a:p>
          <a:p>
            <a:pPr marL="457200"/>
            <a:r>
              <a:rPr lang="en-US" altLang="zh-HK" sz="1200" kern="100">
                <a:solidFill>
                  <a:srgbClr val="1F1F1F"/>
                </a:solidFill>
                <a:effectLst/>
                <a:latin typeface="Arial" panose="020B0604020202020204" pitchFamily="34" charset="0"/>
                <a:ea typeface="新細明體" panose="02020500000000000000" pitchFamily="18" charset="-120"/>
                <a:cs typeface="Times New Roman" panose="02020603050405020304" pitchFamily="18" charset="0"/>
              </a:rPr>
              <a:t> </a:t>
            </a:r>
            <a:endParaRPr lang="zh-TW" altLang="zh-HK" sz="1200" kern="100">
              <a:effectLst/>
              <a:latin typeface="Calibri" panose="020F0502020204030204" pitchFamily="34" charset="0"/>
              <a:ea typeface="新細明體" panose="02020500000000000000" pitchFamily="18" charset="-120"/>
              <a:cs typeface="Times New Roman" panose="02020603050405020304" pitchFamily="18" charset="0"/>
            </a:endParaRPr>
          </a:p>
          <a:p>
            <a:pPr marL="342900" lvl="0" indent="-342900">
              <a:buSzPts val="1000"/>
              <a:buFont typeface="Symbol" panose="05050102010706020507" pitchFamily="18" charset="2"/>
              <a:buChar char=""/>
              <a:tabLst>
                <a:tab pos="457200" algn="l"/>
              </a:tabLst>
            </a:pPr>
            <a:r>
              <a:rPr lang="en-US" altLang="zh-HK" sz="1200" b="1" kern="100">
                <a:solidFill>
                  <a:srgbClr val="1F1F1F"/>
                </a:solidFill>
                <a:effectLst/>
                <a:latin typeface="Arial" panose="020B0604020202020204" pitchFamily="34" charset="0"/>
                <a:ea typeface="新細明體" panose="02020500000000000000" pitchFamily="18" charset="-120"/>
                <a:cs typeface="Times New Roman" panose="02020603050405020304" pitchFamily="18" charset="0"/>
              </a:rPr>
              <a:t>Utility of Shorts:</a:t>
            </a:r>
            <a:r>
              <a:rPr lang="en-US" altLang="zh-HK" sz="1200" kern="100">
                <a:solidFill>
                  <a:srgbClr val="1F1F1F"/>
                </a:solidFill>
                <a:effectLst/>
                <a:latin typeface="Arial" panose="020B0604020202020204" pitchFamily="34" charset="0"/>
                <a:ea typeface="新細明體" panose="02020500000000000000" pitchFamily="18" charset="-120"/>
                <a:cs typeface="Times New Roman" panose="02020603050405020304" pitchFamily="18" charset="0"/>
              </a:rPr>
              <a:t> Short gains are mathematically capped at double-digit percentages (&lt;100%) and carry high friction/borrow risks. </a:t>
            </a:r>
            <a:endParaRPr lang="zh-TW" altLang="zh-HK" sz="1200" kern="100">
              <a:solidFill>
                <a:srgbClr val="1F1F1F"/>
              </a:solidFill>
              <a:effectLst/>
              <a:latin typeface="Calibri" panose="020F0502020204030204" pitchFamily="34" charset="0"/>
              <a:ea typeface="新細明體" panose="02020500000000000000" pitchFamily="18" charset="-120"/>
              <a:cs typeface="Times New Roman" panose="02020603050405020304" pitchFamily="18" charset="0"/>
            </a:endParaRPr>
          </a:p>
          <a:p>
            <a:pPr marL="457200"/>
            <a:r>
              <a:rPr lang="en-US" altLang="zh-HK" sz="1200" kern="100">
                <a:solidFill>
                  <a:srgbClr val="1F1F1F"/>
                </a:solidFill>
                <a:effectLst/>
                <a:latin typeface="Arial" panose="020B0604020202020204" pitchFamily="34" charset="0"/>
                <a:ea typeface="新細明體" panose="02020500000000000000" pitchFamily="18" charset="-120"/>
                <a:cs typeface="Times New Roman" panose="02020603050405020304" pitchFamily="18" charset="0"/>
              </a:rPr>
              <a:t> </a:t>
            </a:r>
            <a:endParaRPr lang="zh-TW" altLang="zh-HK" sz="1200" kern="100">
              <a:effectLst/>
              <a:latin typeface="Calibri" panose="020F0502020204030204" pitchFamily="34" charset="0"/>
              <a:ea typeface="新細明體" panose="02020500000000000000" pitchFamily="18" charset="-120"/>
              <a:cs typeface="Times New Roman" panose="02020603050405020304" pitchFamily="18" charset="0"/>
            </a:endParaRPr>
          </a:p>
          <a:p>
            <a:pPr marL="342900" lvl="0" indent="-342900">
              <a:buSzPts val="1000"/>
              <a:buFont typeface="Symbol" panose="05050102010706020507" pitchFamily="18" charset="2"/>
              <a:buChar char=""/>
              <a:tabLst>
                <a:tab pos="457200" algn="l"/>
              </a:tabLst>
            </a:pPr>
            <a:r>
              <a:rPr lang="en-US" altLang="zh-HK" sz="1200" b="1" kern="100">
                <a:solidFill>
                  <a:srgbClr val="1F1F1F"/>
                </a:solidFill>
                <a:effectLst/>
                <a:latin typeface="Arial" panose="020B0604020202020204" pitchFamily="34" charset="0"/>
                <a:ea typeface="新細明體" panose="02020500000000000000" pitchFamily="18" charset="-120"/>
                <a:cs typeface="Times New Roman" panose="02020603050405020304" pitchFamily="18" charset="0"/>
              </a:rPr>
              <a:t>The Shorting Buffer:</a:t>
            </a:r>
            <a:r>
              <a:rPr lang="en-US" altLang="zh-HK" sz="1200" kern="100">
                <a:solidFill>
                  <a:srgbClr val="1F1F1F"/>
                </a:solidFill>
                <a:effectLst/>
                <a:latin typeface="Arial" panose="020B0604020202020204" pitchFamily="34" charset="0"/>
                <a:ea typeface="新細明體" panose="02020500000000000000" pitchFamily="18" charset="-120"/>
                <a:cs typeface="Times New Roman" panose="02020603050405020304" pitchFamily="18" charset="0"/>
              </a:rPr>
              <a:t> Short positions are used sparingly during market pullbacks to generate modest profit cushions that fund subsequent aggressive long positions. </a:t>
            </a:r>
            <a:endParaRPr lang="zh-TW" altLang="zh-HK" sz="1200" kern="100">
              <a:solidFill>
                <a:srgbClr val="1F1F1F"/>
              </a:solidFill>
              <a:effectLst/>
              <a:latin typeface="Calibri" panose="020F0502020204030204" pitchFamily="34" charset="0"/>
              <a:ea typeface="新細明體" panose="02020500000000000000" pitchFamily="18" charset="-120"/>
              <a:cs typeface="Times New Roman" panose="02020603050405020304" pitchFamily="18" charset="0"/>
            </a:endParaRPr>
          </a:p>
          <a:p>
            <a:pPr marL="457200"/>
            <a:r>
              <a:rPr lang="en-US" altLang="zh-HK" sz="1200" kern="100">
                <a:solidFill>
                  <a:srgbClr val="1F1F1F"/>
                </a:solidFill>
                <a:effectLst/>
                <a:latin typeface="Arial" panose="020B0604020202020204" pitchFamily="34" charset="0"/>
                <a:ea typeface="新細明體" panose="02020500000000000000" pitchFamily="18" charset="-120"/>
                <a:cs typeface="Times New Roman" panose="02020603050405020304" pitchFamily="18" charset="0"/>
              </a:rPr>
              <a:t> </a:t>
            </a:r>
            <a:endParaRPr lang="zh-TW" altLang="zh-HK" sz="1200" kern="100">
              <a:effectLst/>
              <a:latin typeface="Calibri" panose="020F0502020204030204" pitchFamily="34" charset="0"/>
              <a:ea typeface="新細明體" panose="02020500000000000000" pitchFamily="18" charset="-120"/>
              <a:cs typeface="Times New Roman" panose="02020603050405020304" pitchFamily="18" charset="0"/>
            </a:endParaRPr>
          </a:p>
          <a:p>
            <a:pPr>
              <a:lnSpc>
                <a:spcPct val="300000"/>
              </a:lnSpc>
            </a:pPr>
            <a:r>
              <a:rPr lang="en-US" altLang="zh-HK" sz="1800" b="1" kern="100">
                <a:solidFill>
                  <a:srgbClr val="1F1F1F"/>
                </a:solidFill>
                <a:effectLst/>
                <a:latin typeface="Arial" panose="020B0604020202020204" pitchFamily="34" charset="0"/>
                <a:ea typeface="新細明體" panose="02020500000000000000" pitchFamily="18" charset="-120"/>
                <a:cs typeface="Times New Roman" panose="02020603050405020304" pitchFamily="18" charset="0"/>
              </a:rPr>
              <a:t>Speaker Script</a:t>
            </a:r>
            <a:endParaRPr lang="zh-TW" altLang="zh-HK" sz="1800" b="1" kern="100">
              <a:effectLst/>
              <a:latin typeface="Calibri Light" panose="020F0302020204030204" pitchFamily="34" charset="0"/>
              <a:ea typeface="新細明體" panose="02020500000000000000" pitchFamily="18" charset="-120"/>
              <a:cs typeface="Times New Roman" panose="02020603050405020304" pitchFamily="18" charset="0"/>
            </a:endParaRPr>
          </a:p>
          <a:p>
            <a:r>
              <a:rPr lang="en-US" altLang="zh-HK" sz="1200" kern="100">
                <a:solidFill>
                  <a:srgbClr val="1F1F1F"/>
                </a:solidFill>
                <a:effectLst/>
                <a:latin typeface="Arial" panose="020B0604020202020204" pitchFamily="34" charset="0"/>
                <a:ea typeface="新細明體" panose="02020500000000000000" pitchFamily="18" charset="-120"/>
                <a:cs typeface="Times New Roman" panose="02020603050405020304" pitchFamily="18" charset="0"/>
              </a:rPr>
              <a:t>"Slide 10 details Jay Law’s structural stance on </a:t>
            </a:r>
            <a:r>
              <a:rPr lang="en-US" altLang="zh-HK" sz="1200" b="1" kern="100">
                <a:solidFill>
                  <a:srgbClr val="1F1F1F"/>
                </a:solidFill>
                <a:effectLst/>
                <a:latin typeface="Arial" panose="020B0604020202020204" pitchFamily="34" charset="0"/>
                <a:ea typeface="新細明體" panose="02020500000000000000" pitchFamily="18" charset="-120"/>
                <a:cs typeface="Times New Roman" panose="02020603050405020304" pitchFamily="18" charset="0"/>
              </a:rPr>
              <a:t>Longs vs. Shorts</a:t>
            </a:r>
            <a:r>
              <a:rPr lang="en-US" altLang="zh-HK" sz="1200" kern="100">
                <a:solidFill>
                  <a:srgbClr val="1F1F1F"/>
                </a:solidFill>
                <a:effectLst/>
                <a:latin typeface="Arial" panose="020B0604020202020204" pitchFamily="34" charset="0"/>
                <a:ea typeface="新細明體" panose="02020500000000000000" pitchFamily="18" charset="-120"/>
                <a:cs typeface="Times New Roman" panose="02020603050405020304" pitchFamily="18" charset="0"/>
              </a:rPr>
              <a:t>. </a:t>
            </a:r>
            <a:endParaRPr lang="zh-TW" altLang="zh-HK" sz="1200" kern="100">
              <a:effectLst/>
              <a:latin typeface="Calibri" panose="020F0502020204030204" pitchFamily="34" charset="0"/>
              <a:ea typeface="新細明體" panose="02020500000000000000" pitchFamily="18" charset="-120"/>
              <a:cs typeface="Times New Roman" panose="02020603050405020304" pitchFamily="18" charset="0"/>
            </a:endParaRPr>
          </a:p>
          <a:p>
            <a:r>
              <a:rPr lang="en-US" altLang="zh-HK" sz="1200" kern="100">
                <a:solidFill>
                  <a:srgbClr val="1F1F1F"/>
                </a:solidFill>
                <a:effectLst/>
                <a:latin typeface="Arial" panose="020B0604020202020204" pitchFamily="34" charset="0"/>
                <a:ea typeface="新細明體" panose="02020500000000000000" pitchFamily="18" charset="-120"/>
                <a:cs typeface="Times New Roman" panose="02020603050405020304" pitchFamily="18" charset="0"/>
              </a:rPr>
              <a:t> </a:t>
            </a:r>
            <a:endParaRPr lang="zh-TW" altLang="zh-HK" sz="1200" kern="100">
              <a:effectLst/>
              <a:latin typeface="Calibri" panose="020F0502020204030204" pitchFamily="34" charset="0"/>
              <a:ea typeface="新細明體" panose="02020500000000000000" pitchFamily="18" charset="-120"/>
              <a:cs typeface="Times New Roman" panose="02020603050405020304" pitchFamily="18" charset="0"/>
            </a:endParaRPr>
          </a:p>
          <a:p>
            <a:r>
              <a:rPr lang="en-US" altLang="zh-HK" sz="1200" kern="100">
                <a:solidFill>
                  <a:srgbClr val="1F1F1F"/>
                </a:solidFill>
                <a:effectLst/>
                <a:latin typeface="Arial" panose="020B0604020202020204" pitchFamily="34" charset="0"/>
                <a:ea typeface="新細明體" panose="02020500000000000000" pitchFamily="18" charset="-120"/>
                <a:cs typeface="Times New Roman" panose="02020603050405020304" pitchFamily="18" charset="0"/>
              </a:rPr>
              <a:t>While many retail traders attempt to short every market top, Jay focuses the vast majority of his energy on the long side. Why? Simple math. On a short position, your gain is strictly capped at under 100%, while holding a stock long offers theoretically infinite upside potential. Furthermore, holding strong short biases creates severe psychological friction when it’s time to flip long. </a:t>
            </a:r>
            <a:endParaRPr lang="zh-TW" altLang="zh-HK" sz="1200" kern="100">
              <a:effectLst/>
              <a:latin typeface="Calibri" panose="020F0502020204030204" pitchFamily="34" charset="0"/>
              <a:ea typeface="新細明體" panose="02020500000000000000" pitchFamily="18" charset="-120"/>
              <a:cs typeface="Times New Roman" panose="02020603050405020304" pitchFamily="18" charset="0"/>
            </a:endParaRPr>
          </a:p>
          <a:p>
            <a:r>
              <a:rPr lang="en-US" altLang="zh-HK" sz="1200" kern="100">
                <a:solidFill>
                  <a:srgbClr val="1F1F1F"/>
                </a:solidFill>
                <a:effectLst/>
                <a:latin typeface="Arial" panose="020B0604020202020204" pitchFamily="34" charset="0"/>
                <a:ea typeface="新細明體" panose="02020500000000000000" pitchFamily="18" charset="-120"/>
                <a:cs typeface="Times New Roman" panose="02020603050405020304" pitchFamily="18" charset="0"/>
              </a:rPr>
              <a:t> </a:t>
            </a:r>
            <a:endParaRPr lang="zh-TW" altLang="zh-HK" sz="1200" kern="100">
              <a:effectLst/>
              <a:latin typeface="Calibri" panose="020F0502020204030204" pitchFamily="34" charset="0"/>
              <a:ea typeface="新細明體" panose="02020500000000000000" pitchFamily="18" charset="-120"/>
              <a:cs typeface="Times New Roman" panose="02020603050405020304" pitchFamily="18" charset="0"/>
            </a:endParaRPr>
          </a:p>
          <a:p>
            <a:r>
              <a:rPr lang="en-US" altLang="zh-HK" sz="1200" kern="100">
                <a:solidFill>
                  <a:srgbClr val="1F1F1F"/>
                </a:solidFill>
                <a:effectLst/>
                <a:latin typeface="Arial" panose="020B0604020202020204" pitchFamily="34" charset="0"/>
                <a:ea typeface="新細明體" panose="02020500000000000000" pitchFamily="18" charset="-120"/>
                <a:cs typeface="Times New Roman" panose="02020603050405020304" pitchFamily="18" charset="0"/>
              </a:rPr>
              <a:t>Jay uses shorting purely as a temporary tactical buffer. For example, taking minor short positions during a pullback (like March 2025) builds a profit cushion. That cushion is then used as 'house money' to fund aggressive long entries when the market bottoms in April." </a:t>
            </a:r>
            <a:endParaRPr lang="zh-TW" altLang="zh-HK" sz="1200" kern="100">
              <a:effectLst/>
              <a:latin typeface="Calibri" panose="020F0502020204030204" pitchFamily="34" charset="0"/>
              <a:ea typeface="新細明體" panose="02020500000000000000" pitchFamily="18" charset="-120"/>
              <a:cs typeface="Times New Roman" panose="02020603050405020304" pitchFamily="18" charset="0"/>
            </a:endParaRPr>
          </a:p>
          <a:p>
            <a:r>
              <a:rPr lang="en-US" altLang="zh-HK" sz="1200" kern="100">
                <a:solidFill>
                  <a:srgbClr val="1F1F1F"/>
                </a:solidFill>
                <a:effectLst/>
                <a:latin typeface="Arial" panose="020B0604020202020204" pitchFamily="34" charset="0"/>
                <a:ea typeface="新細明體" panose="02020500000000000000" pitchFamily="18" charset="-120"/>
                <a:cs typeface="Times New Roman" panose="02020603050405020304" pitchFamily="18" charset="0"/>
              </a:rPr>
              <a:t> </a:t>
            </a:r>
            <a:endParaRPr lang="zh-TW" altLang="zh-HK" sz="1200" kern="100">
              <a:effectLst/>
              <a:latin typeface="Calibri" panose="020F0502020204030204" pitchFamily="34" charset="0"/>
              <a:ea typeface="新細明體" panose="02020500000000000000" pitchFamily="18" charset="-120"/>
              <a:cs typeface="Times New Roman" panose="02020603050405020304" pitchFamily="18" charset="0"/>
            </a:endParaRPr>
          </a:p>
        </p:txBody>
      </p:sp>
      <p:sp>
        <p:nvSpPr>
          <p:cNvPr id="4" name="投影片編號版面配置區 3"/>
          <p:cNvSpPr>
            <a:spLocks noGrp="1"/>
          </p:cNvSpPr>
          <p:nvPr>
            <p:ph type="sldNum" idx="36"/>
          </p:nvPr>
        </p:nvSpPr>
        <p:spPr/>
        <p:txBody>
          <a:bodyPr/>
          <a:lstStyle/>
          <a:p>
            <a:pPr indent="0" algn="r">
              <a:buNone/>
            </a:pPr>
            <a:fld id="{822D1EAF-E52E-475F-9EA3-ADE268F2DE0E}" type="slidenum">
              <a:rPr lang="en-US" sz="1400" b="0" u="none" strike="noStrike" smtClean="0">
                <a:solidFill>
                  <a:srgbClr val="000000"/>
                </a:solidFill>
                <a:effectLst/>
                <a:uFillTx/>
                <a:latin typeface="Times New Roman"/>
              </a:rPr>
              <a:t>10</a:t>
            </a:fld>
            <a:endParaRPr lang="en-US" sz="1400" b="0" u="none" strike="noStrike">
              <a:solidFill>
                <a:srgbClr val="000000"/>
              </a:solidFill>
              <a:effectLst/>
              <a:uFillTx/>
              <a:latin typeface="Times New Roman"/>
            </a:endParaRPr>
          </a:p>
        </p:txBody>
      </p:sp>
    </p:spTree>
    <p:extLst>
      <p:ext uri="{BB962C8B-B14F-4D97-AF65-F5344CB8AC3E}">
        <p14:creationId xmlns:p14="http://schemas.microsoft.com/office/powerpoint/2010/main" val="1123562098"/>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投影片影像版面配置區 1"/>
          <p:cNvSpPr>
            <a:spLocks noGrp="1" noRot="1" noChangeAspect="1"/>
          </p:cNvSpPr>
          <p:nvPr>
            <p:ph type="sldImg"/>
          </p:nvPr>
        </p:nvSpPr>
        <p:spPr>
          <a:xfrm>
            <a:off x="0" y="812800"/>
            <a:ext cx="0" cy="0"/>
          </a:xfrm>
        </p:spPr>
      </p:sp>
      <p:sp>
        <p:nvSpPr>
          <p:cNvPr id="3" name="備忘稿版面配置區 2"/>
          <p:cNvSpPr>
            <a:spLocks noGrp="1"/>
          </p:cNvSpPr>
          <p:nvPr>
            <p:ph type="body" idx="1"/>
          </p:nvPr>
        </p:nvSpPr>
        <p:spPr/>
        <p:txBody>
          <a:bodyPr/>
          <a:lstStyle/>
          <a:p>
            <a:pPr marL="342900" lvl="0" indent="-342900">
              <a:buSzPts val="1000"/>
              <a:buFont typeface="Symbol" panose="05050102010706020507" pitchFamily="18" charset="2"/>
              <a:buChar char=""/>
              <a:tabLst>
                <a:tab pos="457200" algn="l"/>
              </a:tabLst>
            </a:pPr>
            <a:r>
              <a:rPr lang="en-US" altLang="zh-HK" sz="1200" b="1" kern="100">
                <a:solidFill>
                  <a:srgbClr val="1F1F1F"/>
                </a:solidFill>
                <a:effectLst/>
                <a:latin typeface="Arial" panose="020B0604020202020204" pitchFamily="34" charset="0"/>
                <a:ea typeface="新細明體" panose="02020500000000000000" pitchFamily="18" charset="-120"/>
                <a:cs typeface="Times New Roman" panose="02020603050405020304" pitchFamily="18" charset="0"/>
              </a:rPr>
              <a:t>Target Delivery Time:</a:t>
            </a:r>
            <a:r>
              <a:rPr lang="en-US" altLang="zh-HK" sz="1200" kern="100">
                <a:solidFill>
                  <a:srgbClr val="1F1F1F"/>
                </a:solidFill>
                <a:effectLst/>
                <a:latin typeface="Arial" panose="020B0604020202020204" pitchFamily="34" charset="0"/>
                <a:ea typeface="新細明體" panose="02020500000000000000" pitchFamily="18" charset="-120"/>
                <a:cs typeface="Times New Roman" panose="02020603050405020304" pitchFamily="18" charset="0"/>
              </a:rPr>
              <a:t> 4:00 – 5:30 minutes</a:t>
            </a:r>
            <a:endParaRPr lang="zh-TW" altLang="zh-HK" sz="1200" kern="100">
              <a:solidFill>
                <a:srgbClr val="1F1F1F"/>
              </a:solidFill>
              <a:effectLst/>
              <a:latin typeface="Calibri" panose="020F0502020204030204" pitchFamily="34" charset="0"/>
              <a:ea typeface="新細明體" panose="02020500000000000000" pitchFamily="18" charset="-120"/>
              <a:cs typeface="Times New Roman" panose="02020603050405020304" pitchFamily="18" charset="0"/>
            </a:endParaRPr>
          </a:p>
          <a:p>
            <a:pPr marL="457200"/>
            <a:r>
              <a:rPr lang="en-US" altLang="zh-HK" sz="1200" kern="100">
                <a:solidFill>
                  <a:srgbClr val="1F1F1F"/>
                </a:solidFill>
                <a:effectLst/>
                <a:latin typeface="Arial" panose="020B0604020202020204" pitchFamily="34" charset="0"/>
                <a:ea typeface="新細明體" panose="02020500000000000000" pitchFamily="18" charset="-120"/>
                <a:cs typeface="Times New Roman" panose="02020603050405020304" pitchFamily="18" charset="0"/>
              </a:rPr>
              <a:t> </a:t>
            </a:r>
            <a:endParaRPr lang="zh-TW" altLang="zh-HK" sz="1200" kern="100">
              <a:effectLst/>
              <a:latin typeface="Calibri" panose="020F0502020204030204" pitchFamily="34" charset="0"/>
              <a:ea typeface="新細明體" panose="02020500000000000000" pitchFamily="18" charset="-120"/>
              <a:cs typeface="Times New Roman" panose="02020603050405020304" pitchFamily="18" charset="0"/>
            </a:endParaRPr>
          </a:p>
          <a:p>
            <a:pPr marL="457200"/>
            <a:r>
              <a:rPr lang="en-US" altLang="zh-HK" sz="1200" kern="100">
                <a:solidFill>
                  <a:srgbClr val="1F1F1F"/>
                </a:solidFill>
                <a:effectLst/>
                <a:latin typeface="Arial" panose="020B0604020202020204" pitchFamily="34" charset="0"/>
                <a:ea typeface="新細明體" panose="02020500000000000000" pitchFamily="18" charset="-120"/>
                <a:cs typeface="Times New Roman" panose="02020603050405020304" pitchFamily="18" charset="0"/>
              </a:rPr>
              <a:t> </a:t>
            </a:r>
            <a:endParaRPr lang="zh-TW" altLang="zh-HK" sz="1200" kern="100">
              <a:effectLst/>
              <a:latin typeface="Calibri" panose="020F0502020204030204" pitchFamily="34" charset="0"/>
              <a:ea typeface="新細明體" panose="02020500000000000000" pitchFamily="18" charset="-120"/>
              <a:cs typeface="Times New Roman" panose="02020603050405020304" pitchFamily="18" charset="0"/>
            </a:endParaRPr>
          </a:p>
          <a:p>
            <a:pPr>
              <a:lnSpc>
                <a:spcPct val="300000"/>
              </a:lnSpc>
            </a:pPr>
            <a:r>
              <a:rPr lang="en-US" altLang="zh-HK" sz="1800" b="1" kern="100">
                <a:solidFill>
                  <a:srgbClr val="1F1F1F"/>
                </a:solidFill>
                <a:effectLst/>
                <a:latin typeface="Arial" panose="020B0604020202020204" pitchFamily="34" charset="0"/>
                <a:ea typeface="新細明體" panose="02020500000000000000" pitchFamily="18" charset="-120"/>
                <a:cs typeface="Times New Roman" panose="02020603050405020304" pitchFamily="18" charset="0"/>
              </a:rPr>
              <a:t>Key Talking Points &amp; Concepts</a:t>
            </a:r>
            <a:endParaRPr lang="zh-TW" altLang="zh-HK" sz="1800" b="1" kern="100">
              <a:effectLst/>
              <a:latin typeface="Calibri Light" panose="020F0302020204030204" pitchFamily="34" charset="0"/>
              <a:ea typeface="新細明體" panose="02020500000000000000" pitchFamily="18" charset="-120"/>
              <a:cs typeface="Times New Roman" panose="02020603050405020304" pitchFamily="18" charset="0"/>
            </a:endParaRPr>
          </a:p>
          <a:p>
            <a:pPr marL="342900" lvl="0" indent="-342900">
              <a:buSzPts val="1000"/>
              <a:buFont typeface="Symbol" panose="05050102010706020507" pitchFamily="18" charset="2"/>
              <a:buChar char=""/>
              <a:tabLst>
                <a:tab pos="457200" algn="l"/>
              </a:tabLst>
            </a:pPr>
            <a:r>
              <a:rPr lang="en-US" altLang="zh-HK" sz="1200" b="1" kern="100">
                <a:solidFill>
                  <a:srgbClr val="1F1F1F"/>
                </a:solidFill>
                <a:effectLst/>
                <a:latin typeface="Arial" panose="020B0604020202020204" pitchFamily="34" charset="0"/>
                <a:ea typeface="新細明體" panose="02020500000000000000" pitchFamily="18" charset="-120"/>
                <a:cs typeface="Times New Roman" panose="02020603050405020304" pitchFamily="18" charset="0"/>
              </a:rPr>
              <a:t>The Modern Market Anomaly:</a:t>
            </a:r>
            <a:r>
              <a:rPr lang="en-US" altLang="zh-HK" sz="1200" kern="100">
                <a:solidFill>
                  <a:srgbClr val="1F1F1F"/>
                </a:solidFill>
                <a:effectLst/>
                <a:latin typeface="Arial" panose="020B0604020202020204" pitchFamily="34" charset="0"/>
                <a:ea typeface="新細明體" panose="02020500000000000000" pitchFamily="18" charset="-120"/>
                <a:cs typeface="Times New Roman" panose="02020603050405020304" pitchFamily="18" charset="0"/>
              </a:rPr>
              <a:t> Powerful stocks gap up on catalysts and grind upward at 45-degree angles without forming traditional chart pullbacks. </a:t>
            </a:r>
            <a:endParaRPr lang="zh-TW" altLang="zh-HK" sz="1200" kern="100">
              <a:solidFill>
                <a:srgbClr val="1F1F1F"/>
              </a:solidFill>
              <a:effectLst/>
              <a:latin typeface="Calibri" panose="020F0502020204030204" pitchFamily="34" charset="0"/>
              <a:ea typeface="新細明體" panose="02020500000000000000" pitchFamily="18" charset="-120"/>
              <a:cs typeface="Times New Roman" panose="02020603050405020304" pitchFamily="18" charset="0"/>
            </a:endParaRPr>
          </a:p>
          <a:p>
            <a:pPr marL="457200"/>
            <a:r>
              <a:rPr lang="en-US" altLang="zh-HK" sz="1200" kern="100">
                <a:solidFill>
                  <a:srgbClr val="1F1F1F"/>
                </a:solidFill>
                <a:effectLst/>
                <a:latin typeface="Arial" panose="020B0604020202020204" pitchFamily="34" charset="0"/>
                <a:ea typeface="新細明體" panose="02020500000000000000" pitchFamily="18" charset="-120"/>
                <a:cs typeface="Times New Roman" panose="02020603050405020304" pitchFamily="18" charset="0"/>
              </a:rPr>
              <a:t> </a:t>
            </a:r>
            <a:endParaRPr lang="zh-TW" altLang="zh-HK" sz="1200" kern="100">
              <a:effectLst/>
              <a:latin typeface="Calibri" panose="020F0502020204030204" pitchFamily="34" charset="0"/>
              <a:ea typeface="新細明體" panose="02020500000000000000" pitchFamily="18" charset="-120"/>
              <a:cs typeface="Times New Roman" panose="02020603050405020304" pitchFamily="18" charset="0"/>
            </a:endParaRPr>
          </a:p>
          <a:p>
            <a:pPr marL="342900" lvl="0" indent="-342900">
              <a:buSzPts val="1000"/>
              <a:buFont typeface="Symbol" panose="05050102010706020507" pitchFamily="18" charset="2"/>
              <a:buChar char=""/>
              <a:tabLst>
                <a:tab pos="457200" algn="l"/>
              </a:tabLst>
            </a:pPr>
            <a:r>
              <a:rPr lang="en-US" altLang="zh-HK" sz="1200" b="1" kern="100">
                <a:solidFill>
                  <a:srgbClr val="1F1F1F"/>
                </a:solidFill>
                <a:effectLst/>
                <a:latin typeface="Arial" panose="020B0604020202020204" pitchFamily="34" charset="0"/>
                <a:ea typeface="新細明體" panose="02020500000000000000" pitchFamily="18" charset="-120"/>
                <a:cs typeface="Times New Roman" panose="02020603050405020304" pitchFamily="18" charset="0"/>
              </a:rPr>
              <a:t>The Execution Dilemma:</a:t>
            </a:r>
            <a:r>
              <a:rPr lang="en-US" altLang="zh-HK" sz="1200" kern="100">
                <a:solidFill>
                  <a:srgbClr val="1F1F1F"/>
                </a:solidFill>
                <a:effectLst/>
                <a:latin typeface="Arial" panose="020B0604020202020204" pitchFamily="34" charset="0"/>
                <a:ea typeface="新細明體" panose="02020500000000000000" pitchFamily="18" charset="-120"/>
                <a:cs typeface="Times New Roman" panose="02020603050405020304" pitchFamily="18" charset="0"/>
              </a:rPr>
              <a:t> Hesitating on momentum gaps means missing out on top-performing stocks. </a:t>
            </a:r>
            <a:endParaRPr lang="zh-TW" altLang="zh-HK" sz="1200" kern="100">
              <a:solidFill>
                <a:srgbClr val="1F1F1F"/>
              </a:solidFill>
              <a:effectLst/>
              <a:latin typeface="Calibri" panose="020F0502020204030204" pitchFamily="34" charset="0"/>
              <a:ea typeface="新細明體" panose="02020500000000000000" pitchFamily="18" charset="-120"/>
              <a:cs typeface="Times New Roman" panose="02020603050405020304" pitchFamily="18" charset="0"/>
            </a:endParaRPr>
          </a:p>
          <a:p>
            <a:pPr marL="457200"/>
            <a:r>
              <a:rPr lang="en-US" altLang="zh-HK" sz="1200" kern="100">
                <a:solidFill>
                  <a:srgbClr val="1F1F1F"/>
                </a:solidFill>
                <a:effectLst/>
                <a:latin typeface="Arial" panose="020B0604020202020204" pitchFamily="34" charset="0"/>
                <a:ea typeface="新細明體" panose="02020500000000000000" pitchFamily="18" charset="-120"/>
                <a:cs typeface="Times New Roman" panose="02020603050405020304" pitchFamily="18" charset="0"/>
              </a:rPr>
              <a:t> </a:t>
            </a:r>
            <a:endParaRPr lang="zh-TW" altLang="zh-HK" sz="1200" kern="100">
              <a:effectLst/>
              <a:latin typeface="Calibri" panose="020F0502020204030204" pitchFamily="34" charset="0"/>
              <a:ea typeface="新細明體" panose="02020500000000000000" pitchFamily="18" charset="-120"/>
              <a:cs typeface="Times New Roman" panose="02020603050405020304" pitchFamily="18" charset="0"/>
            </a:endParaRPr>
          </a:p>
          <a:p>
            <a:pPr marL="342900" lvl="0" indent="-342900">
              <a:buSzPts val="1000"/>
              <a:buFont typeface="Symbol" panose="05050102010706020507" pitchFamily="18" charset="2"/>
              <a:buChar char=""/>
              <a:tabLst>
                <a:tab pos="457200" algn="l"/>
              </a:tabLst>
            </a:pPr>
            <a:r>
              <a:rPr lang="en-US" altLang="zh-HK" sz="1200" b="1" kern="100">
                <a:solidFill>
                  <a:srgbClr val="1F1F1F"/>
                </a:solidFill>
                <a:effectLst/>
                <a:latin typeface="Arial" panose="020B0604020202020204" pitchFamily="34" charset="0"/>
                <a:ea typeface="新細明體" panose="02020500000000000000" pitchFamily="18" charset="-120"/>
                <a:cs typeface="Times New Roman" panose="02020603050405020304" pitchFamily="18" charset="0"/>
              </a:rPr>
              <a:t>The Modern Execution Workflow:</a:t>
            </a:r>
            <a:r>
              <a:rPr lang="en-US" altLang="zh-HK" sz="1200" kern="100">
                <a:solidFill>
                  <a:srgbClr val="1F1F1F"/>
                </a:solidFill>
                <a:effectLst/>
                <a:latin typeface="Arial" panose="020B0604020202020204" pitchFamily="34" charset="0"/>
                <a:ea typeface="新細明體" panose="02020500000000000000" pitchFamily="18" charset="-120"/>
                <a:cs typeface="Times New Roman" panose="02020603050405020304" pitchFamily="18" charset="0"/>
              </a:rPr>
              <a:t> </a:t>
            </a:r>
            <a:r>
              <a:rPr lang="en-US" altLang="zh-HK" sz="1200" i="1" kern="100">
                <a:solidFill>
                  <a:srgbClr val="1F1F1F"/>
                </a:solidFill>
                <a:effectLst/>
                <a:latin typeface="Arial" panose="020B0604020202020204" pitchFamily="34" charset="0"/>
                <a:ea typeface="新細明體" panose="02020500000000000000" pitchFamily="18" charset="-120"/>
                <a:cs typeface="Times New Roman" panose="02020603050405020304" pitchFamily="18" charset="0"/>
              </a:rPr>
              <a:t>"Buy first, research immediately."</a:t>
            </a:r>
            <a:r>
              <a:rPr lang="en-US" altLang="zh-HK" sz="1200" kern="100">
                <a:solidFill>
                  <a:srgbClr val="1F1F1F"/>
                </a:solidFill>
                <a:effectLst/>
                <a:latin typeface="Arial" panose="020B0604020202020204" pitchFamily="34" charset="0"/>
                <a:ea typeface="新細明體" panose="02020500000000000000" pitchFamily="18" charset="-120"/>
                <a:cs typeface="Times New Roman" panose="02020603050405020304" pitchFamily="18" charset="0"/>
              </a:rPr>
              <a:t> Enter price action momentum instantly, then deploy AI workflows to evaluate the fundamental catalyst. </a:t>
            </a:r>
            <a:endParaRPr lang="zh-TW" altLang="zh-HK" sz="1200" kern="100">
              <a:solidFill>
                <a:srgbClr val="1F1F1F"/>
              </a:solidFill>
              <a:effectLst/>
              <a:latin typeface="Calibri" panose="020F0502020204030204" pitchFamily="34" charset="0"/>
              <a:ea typeface="新細明體" panose="02020500000000000000" pitchFamily="18" charset="-120"/>
              <a:cs typeface="Times New Roman" panose="02020603050405020304" pitchFamily="18" charset="0"/>
            </a:endParaRPr>
          </a:p>
          <a:p>
            <a:pPr marL="457200"/>
            <a:r>
              <a:rPr lang="en-US" altLang="zh-HK" sz="1200" kern="100">
                <a:solidFill>
                  <a:srgbClr val="1F1F1F"/>
                </a:solidFill>
                <a:effectLst/>
                <a:latin typeface="Arial" panose="020B0604020202020204" pitchFamily="34" charset="0"/>
                <a:ea typeface="新細明體" panose="02020500000000000000" pitchFamily="18" charset="-120"/>
                <a:cs typeface="Times New Roman" panose="02020603050405020304" pitchFamily="18" charset="0"/>
              </a:rPr>
              <a:t> </a:t>
            </a:r>
            <a:endParaRPr lang="zh-TW" altLang="zh-HK" sz="1200" kern="100">
              <a:effectLst/>
              <a:latin typeface="Calibri" panose="020F0502020204030204" pitchFamily="34" charset="0"/>
              <a:ea typeface="新細明體" panose="02020500000000000000" pitchFamily="18" charset="-120"/>
              <a:cs typeface="Times New Roman" panose="02020603050405020304" pitchFamily="18" charset="0"/>
            </a:endParaRPr>
          </a:p>
          <a:p>
            <a:pPr>
              <a:lnSpc>
                <a:spcPct val="300000"/>
              </a:lnSpc>
            </a:pPr>
            <a:r>
              <a:rPr lang="en-US" altLang="zh-HK" sz="1800" b="1" kern="100">
                <a:solidFill>
                  <a:srgbClr val="1F1F1F"/>
                </a:solidFill>
                <a:effectLst/>
                <a:latin typeface="Arial" panose="020B0604020202020204" pitchFamily="34" charset="0"/>
                <a:ea typeface="新細明體" panose="02020500000000000000" pitchFamily="18" charset="-120"/>
                <a:cs typeface="Times New Roman" panose="02020603050405020304" pitchFamily="18" charset="0"/>
              </a:rPr>
              <a:t>Speaker Script</a:t>
            </a:r>
            <a:endParaRPr lang="zh-TW" altLang="zh-HK" sz="1800" b="1" kern="100">
              <a:effectLst/>
              <a:latin typeface="Calibri Light" panose="020F0302020204030204" pitchFamily="34" charset="0"/>
              <a:ea typeface="新細明體" panose="02020500000000000000" pitchFamily="18" charset="-120"/>
              <a:cs typeface="Times New Roman" panose="02020603050405020304" pitchFamily="18" charset="0"/>
            </a:endParaRPr>
          </a:p>
          <a:p>
            <a:r>
              <a:rPr lang="en-US" altLang="zh-HK" sz="1200" kern="100">
                <a:solidFill>
                  <a:srgbClr val="1F1F1F"/>
                </a:solidFill>
                <a:effectLst/>
                <a:latin typeface="Arial" panose="020B0604020202020204" pitchFamily="34" charset="0"/>
                <a:ea typeface="新細明體" panose="02020500000000000000" pitchFamily="18" charset="-120"/>
                <a:cs typeface="Times New Roman" panose="02020603050405020304" pitchFamily="18" charset="0"/>
              </a:rPr>
              <a:t>"In today's algorithmic market, major market leaders frequently gap up on earnings or structural news and trend steadily at a 45-degree angle without ever giving a classic technical entry pullback. </a:t>
            </a:r>
            <a:endParaRPr lang="zh-TW" altLang="zh-HK" sz="1200" kern="100">
              <a:effectLst/>
              <a:latin typeface="Calibri" panose="020F0502020204030204" pitchFamily="34" charset="0"/>
              <a:ea typeface="新細明體" panose="02020500000000000000" pitchFamily="18" charset="-120"/>
              <a:cs typeface="Times New Roman" panose="02020603050405020304" pitchFamily="18" charset="0"/>
            </a:endParaRPr>
          </a:p>
          <a:p>
            <a:r>
              <a:rPr lang="en-US" altLang="zh-HK" sz="1200" kern="100">
                <a:solidFill>
                  <a:srgbClr val="1F1F1F"/>
                </a:solidFill>
                <a:effectLst/>
                <a:latin typeface="Arial" panose="020B0604020202020204" pitchFamily="34" charset="0"/>
                <a:ea typeface="新細明體" panose="02020500000000000000" pitchFamily="18" charset="-120"/>
                <a:cs typeface="Times New Roman" panose="02020603050405020304" pitchFamily="18" charset="0"/>
              </a:rPr>
              <a:t> </a:t>
            </a:r>
            <a:endParaRPr lang="zh-TW" altLang="zh-HK" sz="1200" kern="100">
              <a:effectLst/>
              <a:latin typeface="Calibri" panose="020F0502020204030204" pitchFamily="34" charset="0"/>
              <a:ea typeface="新細明體" panose="02020500000000000000" pitchFamily="18" charset="-120"/>
              <a:cs typeface="Times New Roman" panose="02020603050405020304" pitchFamily="18" charset="0"/>
            </a:endParaRPr>
          </a:p>
          <a:p>
            <a:r>
              <a:rPr lang="en-US" altLang="zh-HK" sz="1200" kern="100">
                <a:solidFill>
                  <a:srgbClr val="1F1F1F"/>
                </a:solidFill>
                <a:effectLst/>
                <a:latin typeface="Arial" panose="020B0604020202020204" pitchFamily="34" charset="0"/>
                <a:ea typeface="新細明體" panose="02020500000000000000" pitchFamily="18" charset="-120"/>
                <a:cs typeface="Times New Roman" panose="02020603050405020304" pitchFamily="18" charset="0"/>
              </a:rPr>
              <a:t>If you wait hours to manually read through corporate press releases and earnings transcripts, the stock moves away without you. On the flip side, if you buy without understanding the catalyst, you will panic and sell prematurely on the first minor tick down. </a:t>
            </a:r>
            <a:endParaRPr lang="zh-TW" altLang="zh-HK" sz="1200" kern="100">
              <a:effectLst/>
              <a:latin typeface="Calibri" panose="020F0502020204030204" pitchFamily="34" charset="0"/>
              <a:ea typeface="新細明體" panose="02020500000000000000" pitchFamily="18" charset="-120"/>
              <a:cs typeface="Times New Roman" panose="02020603050405020304" pitchFamily="18" charset="0"/>
            </a:endParaRPr>
          </a:p>
          <a:p>
            <a:r>
              <a:rPr lang="en-US" altLang="zh-HK" sz="1200" kern="100">
                <a:solidFill>
                  <a:srgbClr val="1F1F1F"/>
                </a:solidFill>
                <a:effectLst/>
                <a:latin typeface="Arial" panose="020B0604020202020204" pitchFamily="34" charset="0"/>
                <a:ea typeface="新細明體" panose="02020500000000000000" pitchFamily="18" charset="-120"/>
                <a:cs typeface="Times New Roman" panose="02020603050405020304" pitchFamily="18" charset="0"/>
              </a:rPr>
              <a:t> </a:t>
            </a:r>
            <a:endParaRPr lang="zh-TW" altLang="zh-HK" sz="1200" kern="100">
              <a:effectLst/>
              <a:latin typeface="Calibri" panose="020F0502020204030204" pitchFamily="34" charset="0"/>
              <a:ea typeface="新細明體" panose="02020500000000000000" pitchFamily="18" charset="-120"/>
              <a:cs typeface="Times New Roman" panose="02020603050405020304" pitchFamily="18" charset="0"/>
            </a:endParaRPr>
          </a:p>
          <a:p>
            <a:r>
              <a:rPr lang="en-US" altLang="zh-HK" sz="1200" kern="100">
                <a:solidFill>
                  <a:srgbClr val="1F1F1F"/>
                </a:solidFill>
                <a:effectLst/>
                <a:latin typeface="Arial" panose="020B0604020202020204" pitchFamily="34" charset="0"/>
                <a:ea typeface="新細明體" panose="02020500000000000000" pitchFamily="18" charset="-120"/>
                <a:cs typeface="Times New Roman" panose="02020603050405020304" pitchFamily="18" charset="0"/>
              </a:rPr>
              <a:t>Jay Law solved this dilemma with a modern hybrid workflow: </a:t>
            </a:r>
            <a:r>
              <a:rPr lang="en-US" altLang="zh-HK" sz="1200" b="1" kern="100">
                <a:solidFill>
                  <a:srgbClr val="1F1F1F"/>
                </a:solidFill>
                <a:effectLst/>
                <a:latin typeface="Arial" panose="020B0604020202020204" pitchFamily="34" charset="0"/>
                <a:ea typeface="新細明體" panose="02020500000000000000" pitchFamily="18" charset="-120"/>
                <a:cs typeface="Times New Roman" panose="02020603050405020304" pitchFamily="18" charset="0"/>
              </a:rPr>
              <a:t>Buy first on technical momentum, then immediately deploy AI to research the catalyst</a:t>
            </a:r>
            <a:r>
              <a:rPr lang="en-US" altLang="zh-HK" sz="1200" kern="100">
                <a:solidFill>
                  <a:srgbClr val="1F1F1F"/>
                </a:solidFill>
                <a:effectLst/>
                <a:latin typeface="Arial" panose="020B0604020202020204" pitchFamily="34" charset="0"/>
                <a:ea typeface="新細明體" panose="02020500000000000000" pitchFamily="18" charset="-120"/>
                <a:cs typeface="Times New Roman" panose="02020603050405020304" pitchFamily="18" charset="0"/>
              </a:rPr>
              <a:t>. AI provides instant fundamental clarity, giving you the conviction needed to hold the trade through volatility." </a:t>
            </a:r>
            <a:endParaRPr lang="zh-TW" altLang="zh-HK" sz="1200" kern="100">
              <a:effectLst/>
              <a:latin typeface="Calibri" panose="020F0502020204030204" pitchFamily="34" charset="0"/>
              <a:ea typeface="新細明體" panose="02020500000000000000" pitchFamily="18" charset="-120"/>
              <a:cs typeface="Times New Roman" panose="02020603050405020304" pitchFamily="18" charset="0"/>
            </a:endParaRPr>
          </a:p>
          <a:p>
            <a:r>
              <a:rPr lang="en-US" altLang="zh-HK" sz="1200" kern="100">
                <a:solidFill>
                  <a:srgbClr val="1F1F1F"/>
                </a:solidFill>
                <a:effectLst/>
                <a:latin typeface="Arial" panose="020B0604020202020204" pitchFamily="34" charset="0"/>
                <a:ea typeface="新細明體" panose="02020500000000000000" pitchFamily="18" charset="-120"/>
                <a:cs typeface="Times New Roman" panose="02020603050405020304" pitchFamily="18" charset="0"/>
              </a:rPr>
              <a:t> </a:t>
            </a:r>
            <a:endParaRPr lang="zh-TW" altLang="zh-HK" sz="1200" kern="100">
              <a:effectLst/>
              <a:latin typeface="Calibri" panose="020F0502020204030204" pitchFamily="34" charset="0"/>
              <a:ea typeface="新細明體" panose="02020500000000000000" pitchFamily="18" charset="-120"/>
              <a:cs typeface="Times New Roman" panose="02020603050405020304" pitchFamily="18" charset="0"/>
            </a:endParaRPr>
          </a:p>
        </p:txBody>
      </p:sp>
      <p:sp>
        <p:nvSpPr>
          <p:cNvPr id="4" name="投影片編號版面配置區 3"/>
          <p:cNvSpPr>
            <a:spLocks noGrp="1"/>
          </p:cNvSpPr>
          <p:nvPr>
            <p:ph type="sldNum" idx="36"/>
          </p:nvPr>
        </p:nvSpPr>
        <p:spPr/>
        <p:txBody>
          <a:bodyPr/>
          <a:lstStyle/>
          <a:p>
            <a:pPr indent="0" algn="r">
              <a:buNone/>
            </a:pPr>
            <a:fld id="{822D1EAF-E52E-475F-9EA3-ADE268F2DE0E}" type="slidenum">
              <a:rPr lang="en-US" sz="1400" b="0" u="none" strike="noStrike" smtClean="0">
                <a:solidFill>
                  <a:srgbClr val="000000"/>
                </a:solidFill>
                <a:effectLst/>
                <a:uFillTx/>
                <a:latin typeface="Times New Roman"/>
              </a:rPr>
              <a:t>11</a:t>
            </a:fld>
            <a:endParaRPr lang="en-US" sz="1400" b="0" u="none" strike="noStrike">
              <a:solidFill>
                <a:srgbClr val="000000"/>
              </a:solidFill>
              <a:effectLst/>
              <a:uFillTx/>
              <a:latin typeface="Times New Roman"/>
            </a:endParaRPr>
          </a:p>
        </p:txBody>
      </p:sp>
    </p:spTree>
    <p:extLst>
      <p:ext uri="{BB962C8B-B14F-4D97-AF65-F5344CB8AC3E}">
        <p14:creationId xmlns:p14="http://schemas.microsoft.com/office/powerpoint/2010/main" val="1537725280"/>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投影片影像版面配置區 1"/>
          <p:cNvSpPr>
            <a:spLocks noGrp="1" noRot="1" noChangeAspect="1"/>
          </p:cNvSpPr>
          <p:nvPr>
            <p:ph type="sldImg"/>
          </p:nvPr>
        </p:nvSpPr>
        <p:spPr>
          <a:xfrm>
            <a:off x="0" y="812800"/>
            <a:ext cx="0" cy="0"/>
          </a:xfrm>
        </p:spPr>
      </p:sp>
      <p:sp>
        <p:nvSpPr>
          <p:cNvPr id="3" name="備忘稿版面配置區 2"/>
          <p:cNvSpPr>
            <a:spLocks noGrp="1"/>
          </p:cNvSpPr>
          <p:nvPr>
            <p:ph type="body" idx="1"/>
          </p:nvPr>
        </p:nvSpPr>
        <p:spPr/>
        <p:txBody>
          <a:bodyPr/>
          <a:lstStyle/>
          <a:p>
            <a:pPr marL="342900" lvl="0" indent="-342900">
              <a:buSzPts val="1000"/>
              <a:buFont typeface="Symbol" panose="05050102010706020507" pitchFamily="18" charset="2"/>
              <a:buChar char=""/>
              <a:tabLst>
                <a:tab pos="457200" algn="l"/>
              </a:tabLst>
            </a:pPr>
            <a:r>
              <a:rPr lang="en-US" altLang="zh-HK" sz="1200" b="1" kern="100">
                <a:solidFill>
                  <a:srgbClr val="1F1F1F"/>
                </a:solidFill>
                <a:effectLst/>
                <a:latin typeface="Arial" panose="020B0604020202020204" pitchFamily="34" charset="0"/>
                <a:ea typeface="新細明體" panose="02020500000000000000" pitchFamily="18" charset="-120"/>
                <a:cs typeface="Times New Roman" panose="02020603050405020304" pitchFamily="18" charset="0"/>
              </a:rPr>
              <a:t>Target Delivery Time:</a:t>
            </a:r>
            <a:r>
              <a:rPr lang="en-US" altLang="zh-HK" sz="1200" kern="100">
                <a:solidFill>
                  <a:srgbClr val="1F1F1F"/>
                </a:solidFill>
                <a:effectLst/>
                <a:latin typeface="Arial" panose="020B0604020202020204" pitchFamily="34" charset="0"/>
                <a:ea typeface="新細明體" panose="02020500000000000000" pitchFamily="18" charset="-120"/>
                <a:cs typeface="Times New Roman" panose="02020603050405020304" pitchFamily="18" charset="0"/>
              </a:rPr>
              <a:t> 5:00 – 6:00 minutes</a:t>
            </a:r>
            <a:endParaRPr lang="zh-TW" altLang="zh-HK" sz="1200" kern="100">
              <a:solidFill>
                <a:srgbClr val="1F1F1F"/>
              </a:solidFill>
              <a:effectLst/>
              <a:latin typeface="Calibri" panose="020F0502020204030204" pitchFamily="34" charset="0"/>
              <a:ea typeface="新細明體" panose="02020500000000000000" pitchFamily="18" charset="-120"/>
              <a:cs typeface="Times New Roman" panose="02020603050405020304" pitchFamily="18" charset="0"/>
            </a:endParaRPr>
          </a:p>
          <a:p>
            <a:pPr marL="457200"/>
            <a:r>
              <a:rPr lang="en-US" altLang="zh-HK" sz="1200" kern="100">
                <a:solidFill>
                  <a:srgbClr val="1F1F1F"/>
                </a:solidFill>
                <a:effectLst/>
                <a:latin typeface="Arial" panose="020B0604020202020204" pitchFamily="34" charset="0"/>
                <a:ea typeface="新細明體" panose="02020500000000000000" pitchFamily="18" charset="-120"/>
                <a:cs typeface="Times New Roman" panose="02020603050405020304" pitchFamily="18" charset="0"/>
              </a:rPr>
              <a:t> </a:t>
            </a:r>
            <a:endParaRPr lang="zh-TW" altLang="zh-HK" sz="1200" kern="100">
              <a:effectLst/>
              <a:latin typeface="Calibri" panose="020F0502020204030204" pitchFamily="34" charset="0"/>
              <a:ea typeface="新細明體" panose="02020500000000000000" pitchFamily="18" charset="-120"/>
              <a:cs typeface="Times New Roman" panose="02020603050405020304" pitchFamily="18" charset="0"/>
            </a:endParaRPr>
          </a:p>
          <a:p>
            <a:pPr marL="457200"/>
            <a:r>
              <a:rPr lang="en-US" altLang="zh-HK" sz="1200" kern="100">
                <a:solidFill>
                  <a:srgbClr val="1F1F1F"/>
                </a:solidFill>
                <a:effectLst/>
                <a:latin typeface="Arial" panose="020B0604020202020204" pitchFamily="34" charset="0"/>
                <a:ea typeface="新細明體" panose="02020500000000000000" pitchFamily="18" charset="-120"/>
                <a:cs typeface="Times New Roman" panose="02020603050405020304" pitchFamily="18" charset="0"/>
              </a:rPr>
              <a:t> </a:t>
            </a:r>
            <a:endParaRPr lang="zh-TW" altLang="zh-HK" sz="1200" kern="100">
              <a:effectLst/>
              <a:latin typeface="Calibri" panose="020F0502020204030204" pitchFamily="34" charset="0"/>
              <a:ea typeface="新細明體" panose="02020500000000000000" pitchFamily="18" charset="-120"/>
              <a:cs typeface="Times New Roman" panose="02020603050405020304" pitchFamily="18" charset="0"/>
            </a:endParaRPr>
          </a:p>
          <a:p>
            <a:pPr>
              <a:lnSpc>
                <a:spcPct val="300000"/>
              </a:lnSpc>
            </a:pPr>
            <a:r>
              <a:rPr lang="en-US" altLang="zh-HK" sz="1800" b="1" kern="100">
                <a:solidFill>
                  <a:srgbClr val="1F1F1F"/>
                </a:solidFill>
                <a:effectLst/>
                <a:latin typeface="Arial" panose="020B0604020202020204" pitchFamily="34" charset="0"/>
                <a:ea typeface="新細明體" panose="02020500000000000000" pitchFamily="18" charset="-120"/>
                <a:cs typeface="Times New Roman" panose="02020603050405020304" pitchFamily="18" charset="0"/>
              </a:rPr>
              <a:t>Key Talking Points &amp; Concepts</a:t>
            </a:r>
            <a:endParaRPr lang="zh-TW" altLang="zh-HK" sz="1800" b="1" kern="100">
              <a:effectLst/>
              <a:latin typeface="Calibri Light" panose="020F0302020204030204" pitchFamily="34" charset="0"/>
              <a:ea typeface="新細明體" panose="02020500000000000000" pitchFamily="18" charset="-120"/>
              <a:cs typeface="Times New Roman" panose="02020603050405020304" pitchFamily="18" charset="0"/>
            </a:endParaRPr>
          </a:p>
          <a:p>
            <a:pPr marL="342900" lvl="0" indent="-342900">
              <a:buSzPts val="1000"/>
              <a:buFont typeface="Symbol" panose="05050102010706020507" pitchFamily="18" charset="2"/>
              <a:buChar char=""/>
              <a:tabLst>
                <a:tab pos="457200" algn="l"/>
              </a:tabLst>
            </a:pPr>
            <a:r>
              <a:rPr lang="en-US" altLang="zh-HK" sz="1200" b="1" kern="100">
                <a:solidFill>
                  <a:srgbClr val="1F1F1F"/>
                </a:solidFill>
                <a:effectLst/>
                <a:latin typeface="Arial" panose="020B0604020202020204" pitchFamily="34" charset="0"/>
                <a:ea typeface="新細明體" panose="02020500000000000000" pitchFamily="18" charset="-120"/>
                <a:cs typeface="Times New Roman" panose="02020603050405020304" pitchFamily="18" charset="0"/>
              </a:rPr>
              <a:t>Multi-LLM Workflow:</a:t>
            </a:r>
            <a:r>
              <a:rPr lang="en-US" altLang="zh-HK" sz="1200" kern="100">
                <a:solidFill>
                  <a:srgbClr val="1F1F1F"/>
                </a:solidFill>
                <a:effectLst/>
                <a:latin typeface="Arial" panose="020B0604020202020204" pitchFamily="34" charset="0"/>
                <a:ea typeface="新細明體" panose="02020500000000000000" pitchFamily="18" charset="-120"/>
                <a:cs typeface="Times New Roman" panose="02020603050405020304" pitchFamily="18" charset="0"/>
              </a:rPr>
              <a:t> Leveraging distinct strengths of different AI models (Grok, Gemini, ChatGPT). </a:t>
            </a:r>
            <a:endParaRPr lang="zh-TW" altLang="zh-HK" sz="1200" kern="100">
              <a:solidFill>
                <a:srgbClr val="1F1F1F"/>
              </a:solidFill>
              <a:effectLst/>
              <a:latin typeface="Calibri" panose="020F0502020204030204" pitchFamily="34" charset="0"/>
              <a:ea typeface="新細明體" panose="02020500000000000000" pitchFamily="18" charset="-120"/>
              <a:cs typeface="Times New Roman" panose="02020603050405020304" pitchFamily="18" charset="0"/>
            </a:endParaRPr>
          </a:p>
          <a:p>
            <a:pPr marL="457200"/>
            <a:r>
              <a:rPr lang="en-US" altLang="zh-HK" sz="1200" kern="100">
                <a:solidFill>
                  <a:srgbClr val="1F1F1F"/>
                </a:solidFill>
                <a:effectLst/>
                <a:latin typeface="Arial" panose="020B0604020202020204" pitchFamily="34" charset="0"/>
                <a:ea typeface="新細明體" panose="02020500000000000000" pitchFamily="18" charset="-120"/>
                <a:cs typeface="Times New Roman" panose="02020603050405020304" pitchFamily="18" charset="0"/>
              </a:rPr>
              <a:t> </a:t>
            </a:r>
            <a:endParaRPr lang="zh-TW" altLang="zh-HK" sz="1200" kern="100">
              <a:effectLst/>
              <a:latin typeface="Calibri" panose="020F0502020204030204" pitchFamily="34" charset="0"/>
              <a:ea typeface="新細明體" panose="02020500000000000000" pitchFamily="18" charset="-120"/>
              <a:cs typeface="Times New Roman" panose="02020603050405020304" pitchFamily="18" charset="0"/>
            </a:endParaRPr>
          </a:p>
          <a:p>
            <a:pPr marL="342900" lvl="0" indent="-342900">
              <a:buSzPts val="1000"/>
              <a:buFont typeface="Symbol" panose="05050102010706020507" pitchFamily="18" charset="2"/>
              <a:buChar char=""/>
              <a:tabLst>
                <a:tab pos="457200" algn="l"/>
              </a:tabLst>
            </a:pPr>
            <a:r>
              <a:rPr lang="en-US" altLang="zh-HK" sz="1200" b="1" kern="100">
                <a:solidFill>
                  <a:srgbClr val="1F1F1F"/>
                </a:solidFill>
                <a:effectLst/>
                <a:latin typeface="Arial" panose="020B0604020202020204" pitchFamily="34" charset="0"/>
                <a:ea typeface="新細明體" panose="02020500000000000000" pitchFamily="18" charset="-120"/>
                <a:cs typeface="Times New Roman" panose="02020603050405020304" pitchFamily="18" charset="0"/>
              </a:rPr>
              <a:t>Node 1 (Grok/Real-time X):</a:t>
            </a:r>
            <a:r>
              <a:rPr lang="en-US" altLang="zh-HK" sz="1200" kern="100">
                <a:solidFill>
                  <a:srgbClr val="1F1F1F"/>
                </a:solidFill>
                <a:effectLst/>
                <a:latin typeface="Arial" panose="020B0604020202020204" pitchFamily="34" charset="0"/>
                <a:ea typeface="新細明體" panose="02020500000000000000" pitchFamily="18" charset="-120"/>
                <a:cs typeface="Times New Roman" panose="02020603050405020304" pitchFamily="18" charset="0"/>
              </a:rPr>
              <a:t> Instant real-time catalyst lookup for rapid price momentum. </a:t>
            </a:r>
            <a:endParaRPr lang="zh-TW" altLang="zh-HK" sz="1200" kern="100">
              <a:solidFill>
                <a:srgbClr val="1F1F1F"/>
              </a:solidFill>
              <a:effectLst/>
              <a:latin typeface="Calibri" panose="020F0502020204030204" pitchFamily="34" charset="0"/>
              <a:ea typeface="新細明體" panose="02020500000000000000" pitchFamily="18" charset="-120"/>
              <a:cs typeface="Times New Roman" panose="02020603050405020304" pitchFamily="18" charset="0"/>
            </a:endParaRPr>
          </a:p>
          <a:p>
            <a:pPr marL="457200"/>
            <a:r>
              <a:rPr lang="en-US" altLang="zh-HK" sz="1200" kern="100">
                <a:solidFill>
                  <a:srgbClr val="1F1F1F"/>
                </a:solidFill>
                <a:effectLst/>
                <a:latin typeface="Arial" panose="020B0604020202020204" pitchFamily="34" charset="0"/>
                <a:ea typeface="新細明體" panose="02020500000000000000" pitchFamily="18" charset="-120"/>
                <a:cs typeface="Times New Roman" panose="02020603050405020304" pitchFamily="18" charset="0"/>
              </a:rPr>
              <a:t> </a:t>
            </a:r>
            <a:endParaRPr lang="zh-TW" altLang="zh-HK" sz="1200" kern="100">
              <a:effectLst/>
              <a:latin typeface="Calibri" panose="020F0502020204030204" pitchFamily="34" charset="0"/>
              <a:ea typeface="新細明體" panose="02020500000000000000" pitchFamily="18" charset="-120"/>
              <a:cs typeface="Times New Roman" panose="02020603050405020304" pitchFamily="18" charset="0"/>
            </a:endParaRPr>
          </a:p>
          <a:p>
            <a:pPr marL="342900" lvl="0" indent="-342900">
              <a:buSzPts val="1000"/>
              <a:buFont typeface="Symbol" panose="05050102010706020507" pitchFamily="18" charset="2"/>
              <a:buChar char=""/>
              <a:tabLst>
                <a:tab pos="457200" algn="l"/>
              </a:tabLst>
            </a:pPr>
            <a:r>
              <a:rPr lang="en-US" altLang="zh-HK" sz="1200" b="1" kern="100">
                <a:solidFill>
                  <a:srgbClr val="1F1F1F"/>
                </a:solidFill>
                <a:effectLst/>
                <a:latin typeface="Arial" panose="020B0604020202020204" pitchFamily="34" charset="0"/>
                <a:ea typeface="新細明體" panose="02020500000000000000" pitchFamily="18" charset="-120"/>
                <a:cs typeface="Times New Roman" panose="02020603050405020304" pitchFamily="18" charset="0"/>
              </a:rPr>
              <a:t>Node 2 (Gemini/Deep Analysis):</a:t>
            </a:r>
            <a:r>
              <a:rPr lang="en-US" altLang="zh-HK" sz="1200" kern="100">
                <a:solidFill>
                  <a:srgbClr val="1F1F1F"/>
                </a:solidFill>
                <a:effectLst/>
                <a:latin typeface="Arial" panose="020B0604020202020204" pitchFamily="34" charset="0"/>
                <a:ea typeface="新細明體" panose="02020500000000000000" pitchFamily="18" charset="-120"/>
                <a:cs typeface="Times New Roman" panose="02020603050405020304" pitchFamily="18" charset="0"/>
              </a:rPr>
              <a:t> Comprehensive macro and fundamental validation. </a:t>
            </a:r>
            <a:endParaRPr lang="zh-TW" altLang="zh-HK" sz="1200" kern="100">
              <a:solidFill>
                <a:srgbClr val="1F1F1F"/>
              </a:solidFill>
              <a:effectLst/>
              <a:latin typeface="Calibri" panose="020F0502020204030204" pitchFamily="34" charset="0"/>
              <a:ea typeface="新細明體" panose="02020500000000000000" pitchFamily="18" charset="-120"/>
              <a:cs typeface="Times New Roman" panose="02020603050405020304" pitchFamily="18" charset="0"/>
            </a:endParaRPr>
          </a:p>
          <a:p>
            <a:pPr marL="457200"/>
            <a:r>
              <a:rPr lang="en-US" altLang="zh-HK" sz="1200" kern="100">
                <a:solidFill>
                  <a:srgbClr val="1F1F1F"/>
                </a:solidFill>
                <a:effectLst/>
                <a:latin typeface="Arial" panose="020B0604020202020204" pitchFamily="34" charset="0"/>
                <a:ea typeface="新細明體" panose="02020500000000000000" pitchFamily="18" charset="-120"/>
                <a:cs typeface="Times New Roman" panose="02020603050405020304" pitchFamily="18" charset="0"/>
              </a:rPr>
              <a:t> </a:t>
            </a:r>
            <a:endParaRPr lang="zh-TW" altLang="zh-HK" sz="1200" kern="100">
              <a:effectLst/>
              <a:latin typeface="Calibri" panose="020F0502020204030204" pitchFamily="34" charset="0"/>
              <a:ea typeface="新細明體" panose="02020500000000000000" pitchFamily="18" charset="-120"/>
              <a:cs typeface="Times New Roman" panose="02020603050405020304" pitchFamily="18" charset="0"/>
            </a:endParaRPr>
          </a:p>
          <a:p>
            <a:pPr marL="342900" lvl="0" indent="-342900">
              <a:buSzPts val="1000"/>
              <a:buFont typeface="Symbol" panose="05050102010706020507" pitchFamily="18" charset="2"/>
              <a:buChar char=""/>
              <a:tabLst>
                <a:tab pos="457200" algn="l"/>
              </a:tabLst>
            </a:pPr>
            <a:r>
              <a:rPr lang="en-US" altLang="zh-HK" sz="1200" b="1" kern="100">
                <a:solidFill>
                  <a:srgbClr val="1F1F1F"/>
                </a:solidFill>
                <a:effectLst/>
                <a:latin typeface="Arial" panose="020B0604020202020204" pitchFamily="34" charset="0"/>
                <a:ea typeface="新細明體" panose="02020500000000000000" pitchFamily="18" charset="-120"/>
                <a:cs typeface="Times New Roman" panose="02020603050405020304" pitchFamily="18" charset="0"/>
              </a:rPr>
              <a:t>Node 3 (Adversarial Collision):</a:t>
            </a:r>
            <a:r>
              <a:rPr lang="en-US" altLang="zh-HK" sz="1200" kern="100">
                <a:solidFill>
                  <a:srgbClr val="1F1F1F"/>
                </a:solidFill>
                <a:effectLst/>
                <a:latin typeface="Arial" panose="020B0604020202020204" pitchFamily="34" charset="0"/>
                <a:ea typeface="新細明體" panose="02020500000000000000" pitchFamily="18" charset="-120"/>
                <a:cs typeface="Times New Roman" panose="02020603050405020304" pitchFamily="18" charset="0"/>
              </a:rPr>
              <a:t> Pitting AI models against each other to uncover blind spots. </a:t>
            </a:r>
            <a:endParaRPr lang="zh-TW" altLang="zh-HK" sz="1200" kern="100">
              <a:solidFill>
                <a:srgbClr val="1F1F1F"/>
              </a:solidFill>
              <a:effectLst/>
              <a:latin typeface="Calibri" panose="020F0502020204030204" pitchFamily="34" charset="0"/>
              <a:ea typeface="新細明體" panose="02020500000000000000" pitchFamily="18" charset="-120"/>
              <a:cs typeface="Times New Roman" panose="02020603050405020304" pitchFamily="18" charset="0"/>
            </a:endParaRPr>
          </a:p>
          <a:p>
            <a:pPr marL="457200"/>
            <a:r>
              <a:rPr lang="en-US" altLang="zh-HK" sz="1200" kern="100">
                <a:solidFill>
                  <a:srgbClr val="1F1F1F"/>
                </a:solidFill>
                <a:effectLst/>
                <a:latin typeface="Arial" panose="020B0604020202020204" pitchFamily="34" charset="0"/>
                <a:ea typeface="新細明體" panose="02020500000000000000" pitchFamily="18" charset="-120"/>
                <a:cs typeface="Times New Roman" panose="02020603050405020304" pitchFamily="18" charset="0"/>
              </a:rPr>
              <a:t> </a:t>
            </a:r>
            <a:endParaRPr lang="zh-TW" altLang="zh-HK" sz="1200" kern="100">
              <a:effectLst/>
              <a:latin typeface="Calibri" panose="020F0502020204030204" pitchFamily="34" charset="0"/>
              <a:ea typeface="新細明體" panose="02020500000000000000" pitchFamily="18" charset="-120"/>
              <a:cs typeface="Times New Roman" panose="02020603050405020304" pitchFamily="18" charset="0"/>
            </a:endParaRPr>
          </a:p>
          <a:p>
            <a:pPr marL="342900" lvl="0" indent="-342900">
              <a:buSzPts val="1000"/>
              <a:buFont typeface="Symbol" panose="05050102010706020507" pitchFamily="18" charset="2"/>
              <a:buChar char=""/>
              <a:tabLst>
                <a:tab pos="457200" algn="l"/>
              </a:tabLst>
            </a:pPr>
            <a:r>
              <a:rPr lang="en-US" altLang="zh-HK" sz="1200" b="1" kern="100">
                <a:solidFill>
                  <a:srgbClr val="1F1F1F"/>
                </a:solidFill>
                <a:effectLst/>
                <a:latin typeface="Arial" panose="020B0604020202020204" pitchFamily="34" charset="0"/>
                <a:ea typeface="新細明體" panose="02020500000000000000" pitchFamily="18" charset="-120"/>
                <a:cs typeface="Times New Roman" panose="02020603050405020304" pitchFamily="18" charset="0"/>
              </a:rPr>
              <a:t>Node 4 (Jensen Huang Technique):</a:t>
            </a:r>
            <a:r>
              <a:rPr lang="en-US" altLang="zh-HK" sz="1200" kern="100">
                <a:solidFill>
                  <a:srgbClr val="1F1F1F"/>
                </a:solidFill>
                <a:effectLst/>
                <a:latin typeface="Arial" panose="020B0604020202020204" pitchFamily="34" charset="0"/>
                <a:ea typeface="新細明體" panose="02020500000000000000" pitchFamily="18" charset="-120"/>
                <a:cs typeface="Times New Roman" panose="02020603050405020304" pitchFamily="18" charset="0"/>
              </a:rPr>
              <a:t> </a:t>
            </a:r>
            <a:r>
              <a:rPr lang="en-US" altLang="zh-HK" sz="1200" i="1" kern="100">
                <a:solidFill>
                  <a:srgbClr val="1F1F1F"/>
                </a:solidFill>
                <a:effectLst/>
                <a:latin typeface="Arial" panose="020B0604020202020204" pitchFamily="34" charset="0"/>
                <a:ea typeface="新細明體" panose="02020500000000000000" pitchFamily="18" charset="-120"/>
                <a:cs typeface="Times New Roman" panose="02020603050405020304" pitchFamily="18" charset="0"/>
              </a:rPr>
              <a:t>"Explain this business model like I am 18 years old"</a:t>
            </a:r>
            <a:r>
              <a:rPr lang="en-US" altLang="zh-HK" sz="1200" kern="100">
                <a:solidFill>
                  <a:srgbClr val="1F1F1F"/>
                </a:solidFill>
                <a:effectLst/>
                <a:latin typeface="Arial" panose="020B0604020202020204" pitchFamily="34" charset="0"/>
                <a:ea typeface="新細明體" panose="02020500000000000000" pitchFamily="18" charset="-120"/>
                <a:cs typeface="Times New Roman" panose="02020603050405020304" pitchFamily="18" charset="0"/>
              </a:rPr>
              <a:t> to ensure complete operational clarity. </a:t>
            </a:r>
            <a:endParaRPr lang="zh-TW" altLang="zh-HK" sz="1200" kern="100">
              <a:solidFill>
                <a:srgbClr val="1F1F1F"/>
              </a:solidFill>
              <a:effectLst/>
              <a:latin typeface="Calibri" panose="020F0502020204030204" pitchFamily="34" charset="0"/>
              <a:ea typeface="新細明體" panose="02020500000000000000" pitchFamily="18" charset="-120"/>
              <a:cs typeface="Times New Roman" panose="02020603050405020304" pitchFamily="18" charset="0"/>
            </a:endParaRPr>
          </a:p>
          <a:p>
            <a:pPr marL="457200"/>
            <a:r>
              <a:rPr lang="en-US" altLang="zh-HK" sz="1200" kern="100">
                <a:solidFill>
                  <a:srgbClr val="1F1F1F"/>
                </a:solidFill>
                <a:effectLst/>
                <a:latin typeface="Arial" panose="020B0604020202020204" pitchFamily="34" charset="0"/>
                <a:ea typeface="新細明體" panose="02020500000000000000" pitchFamily="18" charset="-120"/>
                <a:cs typeface="Times New Roman" panose="02020603050405020304" pitchFamily="18" charset="0"/>
              </a:rPr>
              <a:t> </a:t>
            </a:r>
            <a:endParaRPr lang="zh-TW" altLang="zh-HK" sz="1200" kern="100">
              <a:effectLst/>
              <a:latin typeface="Calibri" panose="020F0502020204030204" pitchFamily="34" charset="0"/>
              <a:ea typeface="新細明體" panose="02020500000000000000" pitchFamily="18" charset="-120"/>
              <a:cs typeface="Times New Roman" panose="02020603050405020304" pitchFamily="18" charset="0"/>
            </a:endParaRPr>
          </a:p>
          <a:p>
            <a:pPr>
              <a:lnSpc>
                <a:spcPct val="300000"/>
              </a:lnSpc>
            </a:pPr>
            <a:r>
              <a:rPr lang="en-US" altLang="zh-HK" sz="1800" b="1" kern="100">
                <a:solidFill>
                  <a:srgbClr val="1F1F1F"/>
                </a:solidFill>
                <a:effectLst/>
                <a:latin typeface="Arial" panose="020B0604020202020204" pitchFamily="34" charset="0"/>
                <a:ea typeface="新細明體" panose="02020500000000000000" pitchFamily="18" charset="-120"/>
                <a:cs typeface="Times New Roman" panose="02020603050405020304" pitchFamily="18" charset="0"/>
              </a:rPr>
              <a:t>Speaker Script</a:t>
            </a:r>
            <a:endParaRPr lang="zh-TW" altLang="zh-HK" sz="1800" b="1" kern="100">
              <a:effectLst/>
              <a:latin typeface="Calibri Light" panose="020F0302020204030204" pitchFamily="34" charset="0"/>
              <a:ea typeface="新細明體" panose="02020500000000000000" pitchFamily="18" charset="-120"/>
              <a:cs typeface="Times New Roman" panose="02020603050405020304" pitchFamily="18" charset="0"/>
            </a:endParaRPr>
          </a:p>
          <a:p>
            <a:r>
              <a:rPr lang="en-US" altLang="zh-HK" sz="1200" kern="100">
                <a:solidFill>
                  <a:srgbClr val="1F1F1F"/>
                </a:solidFill>
                <a:effectLst/>
                <a:latin typeface="Arial" panose="020B0604020202020204" pitchFamily="34" charset="0"/>
                <a:ea typeface="新細明體" panose="02020500000000000000" pitchFamily="18" charset="-120"/>
                <a:cs typeface="Times New Roman" panose="02020603050405020304" pitchFamily="18" charset="0"/>
              </a:rPr>
              <a:t>"Slide 12 unveils Jay Law’s secret weapon: </a:t>
            </a:r>
            <a:r>
              <a:rPr lang="en-US" altLang="zh-HK" sz="1200" b="1" kern="100">
                <a:solidFill>
                  <a:srgbClr val="1F1F1F"/>
                </a:solidFill>
                <a:effectLst/>
                <a:latin typeface="Arial" panose="020B0604020202020204" pitchFamily="34" charset="0"/>
                <a:ea typeface="新細明體" panose="02020500000000000000" pitchFamily="18" charset="-120"/>
                <a:cs typeface="Times New Roman" panose="02020603050405020304" pitchFamily="18" charset="0"/>
              </a:rPr>
              <a:t>The AI Cross-Examination Matrix</a:t>
            </a:r>
            <a:r>
              <a:rPr lang="en-US" altLang="zh-HK" sz="1200" kern="100">
                <a:solidFill>
                  <a:srgbClr val="1F1F1F"/>
                </a:solidFill>
                <a:effectLst/>
                <a:latin typeface="Arial" panose="020B0604020202020204" pitchFamily="34" charset="0"/>
                <a:ea typeface="新細明體" panose="02020500000000000000" pitchFamily="18" charset="-120"/>
                <a:cs typeface="Times New Roman" panose="02020603050405020304" pitchFamily="18" charset="0"/>
              </a:rPr>
              <a:t>. Asking a single AI tool a simple question yields generic answers. Jay uses a 4-step multi-AI validation pipeline: </a:t>
            </a:r>
            <a:endParaRPr lang="zh-TW" altLang="zh-HK" sz="1200" kern="100">
              <a:effectLst/>
              <a:latin typeface="Calibri" panose="020F0502020204030204" pitchFamily="34" charset="0"/>
              <a:ea typeface="新細明體" panose="02020500000000000000" pitchFamily="18" charset="-120"/>
              <a:cs typeface="Times New Roman" panose="02020603050405020304" pitchFamily="18" charset="0"/>
            </a:endParaRPr>
          </a:p>
          <a:p>
            <a:br>
              <a:rPr lang="en-US" altLang="zh-HK" sz="1200" kern="100">
                <a:solidFill>
                  <a:srgbClr val="1F1F1F"/>
                </a:solidFill>
                <a:effectLst/>
                <a:latin typeface="Arial" panose="020B0604020202020204" pitchFamily="34" charset="0"/>
                <a:ea typeface="新細明體" panose="02020500000000000000" pitchFamily="18" charset="-120"/>
                <a:cs typeface="Times New Roman" panose="02020603050405020304" pitchFamily="18" charset="0"/>
              </a:rPr>
            </a:br>
            <a:endParaRPr lang="zh-TW" altLang="zh-HK" sz="1200" kern="100">
              <a:effectLst/>
              <a:latin typeface="Calibri" panose="020F0502020204030204" pitchFamily="34" charset="0"/>
              <a:ea typeface="新細明體" panose="02020500000000000000" pitchFamily="18" charset="-120"/>
              <a:cs typeface="Times New Roman" panose="02020603050405020304" pitchFamily="18" charset="0"/>
            </a:endParaRPr>
          </a:p>
          <a:p>
            <a:pPr marL="342900" lvl="0" indent="-342900">
              <a:buFont typeface="+mj-lt"/>
              <a:buAutoNum type="arabicPeriod"/>
              <a:tabLst>
                <a:tab pos="457200" algn="l"/>
              </a:tabLst>
            </a:pPr>
            <a:r>
              <a:rPr lang="en-US" altLang="zh-HK" sz="1200" b="1" kern="100">
                <a:solidFill>
                  <a:srgbClr val="1F1F1F"/>
                </a:solidFill>
                <a:effectLst/>
                <a:latin typeface="Arial" panose="020B0604020202020204" pitchFamily="34" charset="0"/>
                <a:ea typeface="新細明體" panose="02020500000000000000" pitchFamily="18" charset="-120"/>
                <a:cs typeface="Times New Roman" panose="02020603050405020304" pitchFamily="18" charset="0"/>
              </a:rPr>
              <a:t>Detection &amp; Real-Time Pass (Grok):</a:t>
            </a:r>
            <a:r>
              <a:rPr lang="en-US" altLang="zh-HK" sz="1200" kern="100">
                <a:solidFill>
                  <a:srgbClr val="1F1F1F"/>
                </a:solidFill>
                <a:effectLst/>
                <a:latin typeface="Arial" panose="020B0604020202020204" pitchFamily="34" charset="0"/>
                <a:ea typeface="新細明體" panose="02020500000000000000" pitchFamily="18" charset="-120"/>
                <a:cs typeface="Times New Roman" panose="02020603050405020304" pitchFamily="18" charset="0"/>
              </a:rPr>
              <a:t> Grock pulls instant real-time data from X/social feeds to explain why a stock is spiking </a:t>
            </a:r>
            <a:r>
              <a:rPr lang="en-US" altLang="zh-HK" sz="1200" i="1" kern="100">
                <a:solidFill>
                  <a:srgbClr val="1F1F1F"/>
                </a:solidFill>
                <a:effectLst/>
                <a:latin typeface="Arial" panose="020B0604020202020204" pitchFamily="34" charset="0"/>
                <a:ea typeface="新細明體" panose="02020500000000000000" pitchFamily="18" charset="-120"/>
                <a:cs typeface="Times New Roman" panose="02020603050405020304" pitchFamily="18" charset="0"/>
              </a:rPr>
              <a:t>right now</a:t>
            </a:r>
            <a:r>
              <a:rPr lang="en-US" altLang="zh-HK" sz="1200" kern="100">
                <a:solidFill>
                  <a:srgbClr val="1F1F1F"/>
                </a:solidFill>
                <a:effectLst/>
                <a:latin typeface="Arial" panose="020B0604020202020204" pitchFamily="34" charset="0"/>
                <a:ea typeface="新細明體" panose="02020500000000000000" pitchFamily="18" charset="-120"/>
                <a:cs typeface="Times New Roman" panose="02020603050405020304" pitchFamily="18" charset="0"/>
              </a:rPr>
              <a:t>. </a:t>
            </a:r>
            <a:endParaRPr lang="zh-TW" altLang="zh-HK" sz="1200" kern="100">
              <a:solidFill>
                <a:srgbClr val="1F1F1F"/>
              </a:solidFill>
              <a:effectLst/>
              <a:latin typeface="Calibri" panose="020F0502020204030204" pitchFamily="34" charset="0"/>
              <a:ea typeface="新細明體" panose="02020500000000000000" pitchFamily="18" charset="-120"/>
              <a:cs typeface="Times New Roman" panose="02020603050405020304" pitchFamily="18" charset="0"/>
            </a:endParaRPr>
          </a:p>
          <a:p>
            <a:pPr marL="457200"/>
            <a:r>
              <a:rPr lang="en-US" altLang="zh-HK" sz="1200" kern="100">
                <a:solidFill>
                  <a:srgbClr val="1F1F1F"/>
                </a:solidFill>
                <a:effectLst/>
                <a:latin typeface="Arial" panose="020B0604020202020204" pitchFamily="34" charset="0"/>
                <a:ea typeface="新細明體" panose="02020500000000000000" pitchFamily="18" charset="-120"/>
                <a:cs typeface="Times New Roman" panose="02020603050405020304" pitchFamily="18" charset="0"/>
              </a:rPr>
              <a:t> </a:t>
            </a:r>
            <a:endParaRPr lang="zh-TW" altLang="zh-HK" sz="1200" kern="100">
              <a:effectLst/>
              <a:latin typeface="Calibri" panose="020F0502020204030204" pitchFamily="34" charset="0"/>
              <a:ea typeface="新細明體" panose="02020500000000000000" pitchFamily="18" charset="-120"/>
              <a:cs typeface="Times New Roman" panose="02020603050405020304" pitchFamily="18" charset="0"/>
            </a:endParaRPr>
          </a:p>
          <a:p>
            <a:pPr marL="342900" lvl="0" indent="-342900">
              <a:buFont typeface="+mj-lt"/>
              <a:buAutoNum type="arabicPeriod" startAt="2"/>
              <a:tabLst>
                <a:tab pos="457200" algn="l"/>
              </a:tabLst>
            </a:pPr>
            <a:r>
              <a:rPr lang="en-US" altLang="zh-HK" sz="1200" b="1" kern="100">
                <a:solidFill>
                  <a:srgbClr val="1F1F1F"/>
                </a:solidFill>
                <a:effectLst/>
                <a:latin typeface="Arial" panose="020B0604020202020204" pitchFamily="34" charset="0"/>
                <a:ea typeface="新細明體" panose="02020500000000000000" pitchFamily="18" charset="-120"/>
                <a:cs typeface="Times New Roman" panose="02020603050405020304" pitchFamily="18" charset="0"/>
              </a:rPr>
              <a:t>Deep-Dive Analysis (Gemini):</a:t>
            </a:r>
            <a:r>
              <a:rPr lang="en-US" altLang="zh-HK" sz="1200" kern="100">
                <a:solidFill>
                  <a:srgbClr val="1F1F1F"/>
                </a:solidFill>
                <a:effectLst/>
                <a:latin typeface="Arial" panose="020B0604020202020204" pitchFamily="34" charset="0"/>
                <a:ea typeface="新細明體" panose="02020500000000000000" pitchFamily="18" charset="-120"/>
                <a:cs typeface="Times New Roman" panose="02020603050405020304" pitchFamily="18" charset="0"/>
              </a:rPr>
              <a:t> Feed Grok’s summary into Gemini for deep macroeconomic analysis. </a:t>
            </a:r>
            <a:endParaRPr lang="zh-TW" altLang="zh-HK" sz="1200" kern="100">
              <a:solidFill>
                <a:srgbClr val="1F1F1F"/>
              </a:solidFill>
              <a:effectLst/>
              <a:latin typeface="Calibri" panose="020F0502020204030204" pitchFamily="34" charset="0"/>
              <a:ea typeface="新細明體" panose="02020500000000000000" pitchFamily="18" charset="-120"/>
              <a:cs typeface="Times New Roman" panose="02020603050405020304" pitchFamily="18" charset="0"/>
            </a:endParaRPr>
          </a:p>
          <a:p>
            <a:pPr marL="457200"/>
            <a:r>
              <a:rPr lang="en-US" altLang="zh-HK" sz="1200" kern="100">
                <a:solidFill>
                  <a:srgbClr val="1F1F1F"/>
                </a:solidFill>
                <a:effectLst/>
                <a:latin typeface="Arial" panose="020B0604020202020204" pitchFamily="34" charset="0"/>
                <a:ea typeface="新細明體" panose="02020500000000000000" pitchFamily="18" charset="-120"/>
                <a:cs typeface="Times New Roman" panose="02020603050405020304" pitchFamily="18" charset="0"/>
              </a:rPr>
              <a:t> </a:t>
            </a:r>
            <a:endParaRPr lang="zh-TW" altLang="zh-HK" sz="1200" kern="100">
              <a:effectLst/>
              <a:latin typeface="Calibri" panose="020F0502020204030204" pitchFamily="34" charset="0"/>
              <a:ea typeface="新細明體" panose="02020500000000000000" pitchFamily="18" charset="-120"/>
              <a:cs typeface="Times New Roman" panose="02020603050405020304" pitchFamily="18" charset="0"/>
            </a:endParaRPr>
          </a:p>
          <a:p>
            <a:pPr marL="342900" lvl="0" indent="-342900">
              <a:buFont typeface="+mj-lt"/>
              <a:buAutoNum type="arabicPeriod" startAt="3"/>
              <a:tabLst>
                <a:tab pos="457200" algn="l"/>
              </a:tabLst>
            </a:pPr>
            <a:r>
              <a:rPr lang="en-US" altLang="zh-HK" sz="1200" b="1" kern="100">
                <a:solidFill>
                  <a:srgbClr val="1F1F1F"/>
                </a:solidFill>
                <a:effectLst/>
                <a:latin typeface="Arial" panose="020B0604020202020204" pitchFamily="34" charset="0"/>
                <a:ea typeface="新細明體" panose="02020500000000000000" pitchFamily="18" charset="-120"/>
                <a:cs typeface="Times New Roman" panose="02020603050405020304" pitchFamily="18" charset="0"/>
              </a:rPr>
              <a:t>Adversarial Collision:</a:t>
            </a:r>
            <a:r>
              <a:rPr lang="en-US" altLang="zh-HK" sz="1200" kern="100">
                <a:solidFill>
                  <a:srgbClr val="1F1F1F"/>
                </a:solidFill>
                <a:effectLst/>
                <a:latin typeface="Arial" panose="020B0604020202020204" pitchFamily="34" charset="0"/>
                <a:ea typeface="新細明體" panose="02020500000000000000" pitchFamily="18" charset="-120"/>
                <a:cs typeface="Times New Roman" panose="02020603050405020304" pitchFamily="18" charset="0"/>
              </a:rPr>
              <a:t> Feed Gemini’s output back into ChatGPT/Grok and ask: </a:t>
            </a:r>
            <a:r>
              <a:rPr lang="en-US" altLang="zh-HK" sz="1200" i="1" kern="100">
                <a:solidFill>
                  <a:srgbClr val="1F1F1F"/>
                </a:solidFill>
                <a:effectLst/>
                <a:latin typeface="Arial" panose="020B0604020202020204" pitchFamily="34" charset="0"/>
                <a:ea typeface="新細明體" panose="02020500000000000000" pitchFamily="18" charset="-120"/>
                <a:cs typeface="Times New Roman" panose="02020603050405020304" pitchFamily="18" charset="0"/>
              </a:rPr>
              <a:t>'Your competitor highlighted X. What blind spots or risks did they miss?'</a:t>
            </a:r>
            <a:r>
              <a:rPr lang="en-US" altLang="zh-HK" sz="1200" kern="100">
                <a:solidFill>
                  <a:srgbClr val="1F1F1F"/>
                </a:solidFill>
                <a:effectLst/>
                <a:latin typeface="Arial" panose="020B0604020202020204" pitchFamily="34" charset="0"/>
                <a:ea typeface="新細明體" panose="02020500000000000000" pitchFamily="18" charset="-120"/>
                <a:cs typeface="Times New Roman" panose="02020603050405020304" pitchFamily="18" charset="0"/>
              </a:rPr>
              <a:t> This forces the models to cross-examine each other. </a:t>
            </a:r>
            <a:endParaRPr lang="zh-TW" altLang="zh-HK" sz="1200" kern="100">
              <a:solidFill>
                <a:srgbClr val="1F1F1F"/>
              </a:solidFill>
              <a:effectLst/>
              <a:latin typeface="Calibri" panose="020F0502020204030204" pitchFamily="34" charset="0"/>
              <a:ea typeface="新細明體" panose="02020500000000000000" pitchFamily="18" charset="-120"/>
              <a:cs typeface="Times New Roman" panose="02020603050405020304" pitchFamily="18" charset="0"/>
            </a:endParaRPr>
          </a:p>
          <a:p>
            <a:pPr marL="457200"/>
            <a:r>
              <a:rPr lang="en-US" altLang="zh-HK" sz="1200" kern="100">
                <a:solidFill>
                  <a:srgbClr val="1F1F1F"/>
                </a:solidFill>
                <a:effectLst/>
                <a:latin typeface="Arial" panose="020B0604020202020204" pitchFamily="34" charset="0"/>
                <a:ea typeface="新細明體" panose="02020500000000000000" pitchFamily="18" charset="-120"/>
                <a:cs typeface="Times New Roman" panose="02020603050405020304" pitchFamily="18" charset="0"/>
              </a:rPr>
              <a:t> </a:t>
            </a:r>
            <a:endParaRPr lang="zh-TW" altLang="zh-HK" sz="1200" kern="100">
              <a:effectLst/>
              <a:latin typeface="Calibri" panose="020F0502020204030204" pitchFamily="34" charset="0"/>
              <a:ea typeface="新細明體" panose="02020500000000000000" pitchFamily="18" charset="-120"/>
              <a:cs typeface="Times New Roman" panose="02020603050405020304" pitchFamily="18" charset="0"/>
            </a:endParaRPr>
          </a:p>
          <a:p>
            <a:pPr marL="342900" lvl="0" indent="-342900">
              <a:buFont typeface="+mj-lt"/>
              <a:buAutoNum type="arabicPeriod" startAt="4"/>
              <a:tabLst>
                <a:tab pos="457200" algn="l"/>
              </a:tabLst>
            </a:pPr>
            <a:r>
              <a:rPr lang="en-US" altLang="zh-HK" sz="1200" b="1" kern="100">
                <a:solidFill>
                  <a:srgbClr val="1F1F1F"/>
                </a:solidFill>
                <a:effectLst/>
                <a:latin typeface="Arial" panose="020B0604020202020204" pitchFamily="34" charset="0"/>
                <a:ea typeface="新細明體" panose="02020500000000000000" pitchFamily="18" charset="-120"/>
                <a:cs typeface="Times New Roman" panose="02020603050405020304" pitchFamily="18" charset="0"/>
              </a:rPr>
              <a:t>Simplification:</a:t>
            </a:r>
            <a:r>
              <a:rPr lang="en-US" altLang="zh-HK" sz="1200" kern="100">
                <a:solidFill>
                  <a:srgbClr val="1F1F1F"/>
                </a:solidFill>
                <a:effectLst/>
                <a:latin typeface="Arial" panose="020B0604020202020204" pitchFamily="34" charset="0"/>
                <a:ea typeface="新細明體" panose="02020500000000000000" pitchFamily="18" charset="-120"/>
                <a:cs typeface="Times New Roman" panose="02020603050405020304" pitchFamily="18" charset="0"/>
              </a:rPr>
              <a:t> Finally, prompt the AI using Jensen Huang’s technique: </a:t>
            </a:r>
            <a:r>
              <a:rPr lang="en-US" altLang="zh-HK" sz="1200" i="1" kern="100">
                <a:solidFill>
                  <a:srgbClr val="1F1F1F"/>
                </a:solidFill>
                <a:effectLst/>
                <a:latin typeface="Arial" panose="020B0604020202020204" pitchFamily="34" charset="0"/>
                <a:ea typeface="新細明體" panose="02020500000000000000" pitchFamily="18" charset="-120"/>
                <a:cs typeface="Times New Roman" panose="02020603050405020304" pitchFamily="18" charset="0"/>
              </a:rPr>
              <a:t>'Explain this company's core business model to me like I am 18 years old.'</a:t>
            </a:r>
            <a:r>
              <a:rPr lang="en-US" altLang="zh-HK" sz="1200" kern="100">
                <a:solidFill>
                  <a:srgbClr val="1F1F1F"/>
                </a:solidFill>
                <a:effectLst/>
                <a:latin typeface="Arial" panose="020B0604020202020204" pitchFamily="34" charset="0"/>
                <a:ea typeface="新細明體" panose="02020500000000000000" pitchFamily="18" charset="-120"/>
                <a:cs typeface="Times New Roman" panose="02020603050405020304" pitchFamily="18" charset="0"/>
              </a:rPr>
              <a:t> </a:t>
            </a:r>
            <a:endParaRPr lang="zh-TW" altLang="zh-HK" sz="1200" kern="100">
              <a:solidFill>
                <a:srgbClr val="1F1F1F"/>
              </a:solidFill>
              <a:effectLst/>
              <a:latin typeface="Calibri" panose="020F0502020204030204" pitchFamily="34" charset="0"/>
              <a:ea typeface="新細明體" panose="02020500000000000000" pitchFamily="18" charset="-120"/>
              <a:cs typeface="Times New Roman" panose="02020603050405020304" pitchFamily="18" charset="0"/>
            </a:endParaRPr>
          </a:p>
          <a:p>
            <a:pPr marL="457200"/>
            <a:r>
              <a:rPr lang="en-US" altLang="zh-HK" sz="1200" kern="100">
                <a:solidFill>
                  <a:srgbClr val="1F1F1F"/>
                </a:solidFill>
                <a:effectLst/>
                <a:latin typeface="Arial" panose="020B0604020202020204" pitchFamily="34" charset="0"/>
                <a:ea typeface="新細明體" panose="02020500000000000000" pitchFamily="18" charset="-120"/>
                <a:cs typeface="Times New Roman" panose="02020603050405020304" pitchFamily="18" charset="0"/>
              </a:rPr>
              <a:t> </a:t>
            </a:r>
            <a:endParaRPr lang="zh-TW" altLang="zh-HK" sz="1200" kern="100">
              <a:effectLst/>
              <a:latin typeface="Calibri" panose="020F0502020204030204" pitchFamily="34" charset="0"/>
              <a:ea typeface="新細明體" panose="02020500000000000000" pitchFamily="18" charset="-120"/>
              <a:cs typeface="Times New Roman" panose="02020603050405020304" pitchFamily="18" charset="0"/>
            </a:endParaRPr>
          </a:p>
          <a:p>
            <a:r>
              <a:rPr lang="en-US" altLang="zh-HK" sz="1200" kern="100">
                <a:solidFill>
                  <a:srgbClr val="1F1F1F"/>
                </a:solidFill>
                <a:effectLst/>
                <a:latin typeface="Arial" panose="020B0604020202020204" pitchFamily="34" charset="0"/>
                <a:ea typeface="新細明體" panose="02020500000000000000" pitchFamily="18" charset="-120"/>
                <a:cs typeface="Times New Roman" panose="02020603050405020304" pitchFamily="18" charset="0"/>
              </a:rPr>
              <a:t>In under 3 minutes, you achieve complete fundamental clarity." </a:t>
            </a:r>
            <a:endParaRPr lang="zh-TW" altLang="zh-HK" sz="1200" kern="100">
              <a:effectLst/>
              <a:latin typeface="Calibri" panose="020F0502020204030204" pitchFamily="34" charset="0"/>
              <a:ea typeface="新細明體" panose="02020500000000000000" pitchFamily="18" charset="-120"/>
              <a:cs typeface="Times New Roman" panose="02020603050405020304" pitchFamily="18" charset="0"/>
            </a:endParaRPr>
          </a:p>
          <a:p>
            <a:r>
              <a:rPr lang="en-US" altLang="zh-HK" sz="1200" kern="100">
                <a:solidFill>
                  <a:srgbClr val="1F1F1F"/>
                </a:solidFill>
                <a:effectLst/>
                <a:latin typeface="Arial" panose="020B0604020202020204" pitchFamily="34" charset="0"/>
                <a:ea typeface="新細明體" panose="02020500000000000000" pitchFamily="18" charset="-120"/>
                <a:cs typeface="Times New Roman" panose="02020603050405020304" pitchFamily="18" charset="0"/>
              </a:rPr>
              <a:t> </a:t>
            </a:r>
            <a:endParaRPr lang="zh-TW" altLang="zh-HK" sz="1200" kern="100">
              <a:effectLst/>
              <a:latin typeface="Calibri" panose="020F0502020204030204" pitchFamily="34" charset="0"/>
              <a:ea typeface="新細明體" panose="02020500000000000000" pitchFamily="18" charset="-120"/>
              <a:cs typeface="Times New Roman" panose="02020603050405020304" pitchFamily="18" charset="0"/>
            </a:endParaRPr>
          </a:p>
        </p:txBody>
      </p:sp>
      <p:sp>
        <p:nvSpPr>
          <p:cNvPr id="4" name="投影片編號版面配置區 3"/>
          <p:cNvSpPr>
            <a:spLocks noGrp="1"/>
          </p:cNvSpPr>
          <p:nvPr>
            <p:ph type="sldNum" idx="36"/>
          </p:nvPr>
        </p:nvSpPr>
        <p:spPr/>
        <p:txBody>
          <a:bodyPr/>
          <a:lstStyle/>
          <a:p>
            <a:pPr indent="0" algn="r">
              <a:buNone/>
            </a:pPr>
            <a:fld id="{822D1EAF-E52E-475F-9EA3-ADE268F2DE0E}" type="slidenum">
              <a:rPr lang="en-US" sz="1400" b="0" u="none" strike="noStrike" smtClean="0">
                <a:solidFill>
                  <a:srgbClr val="000000"/>
                </a:solidFill>
                <a:effectLst/>
                <a:uFillTx/>
                <a:latin typeface="Times New Roman"/>
              </a:rPr>
              <a:t>12</a:t>
            </a:fld>
            <a:endParaRPr lang="en-US" sz="1400" b="0" u="none" strike="noStrike">
              <a:solidFill>
                <a:srgbClr val="000000"/>
              </a:solidFill>
              <a:effectLst/>
              <a:uFillTx/>
              <a:latin typeface="Times New Roman"/>
            </a:endParaRPr>
          </a:p>
        </p:txBody>
      </p:sp>
    </p:spTree>
    <p:extLst>
      <p:ext uri="{BB962C8B-B14F-4D97-AF65-F5344CB8AC3E}">
        <p14:creationId xmlns:p14="http://schemas.microsoft.com/office/powerpoint/2010/main" val="287581054"/>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投影片影像版面配置區 1"/>
          <p:cNvSpPr>
            <a:spLocks noGrp="1" noRot="1" noChangeAspect="1"/>
          </p:cNvSpPr>
          <p:nvPr>
            <p:ph type="sldImg"/>
          </p:nvPr>
        </p:nvSpPr>
        <p:spPr>
          <a:xfrm>
            <a:off x="0" y="812800"/>
            <a:ext cx="0" cy="0"/>
          </a:xfrm>
        </p:spPr>
      </p:sp>
      <p:sp>
        <p:nvSpPr>
          <p:cNvPr id="3" name="備忘稿版面配置區 2"/>
          <p:cNvSpPr>
            <a:spLocks noGrp="1"/>
          </p:cNvSpPr>
          <p:nvPr>
            <p:ph type="body" idx="1"/>
          </p:nvPr>
        </p:nvSpPr>
        <p:spPr/>
        <p:txBody>
          <a:bodyPr/>
          <a:lstStyle/>
          <a:p>
            <a:pPr marL="342900" lvl="0" indent="-342900">
              <a:buSzPts val="1000"/>
              <a:buFont typeface="Symbol" panose="05050102010706020507" pitchFamily="18" charset="2"/>
              <a:buChar char=""/>
              <a:tabLst>
                <a:tab pos="457200" algn="l"/>
              </a:tabLst>
            </a:pPr>
            <a:r>
              <a:rPr lang="en-US" altLang="zh-HK" sz="1200" b="1" kern="100">
                <a:solidFill>
                  <a:srgbClr val="1F1F1F"/>
                </a:solidFill>
                <a:effectLst/>
                <a:latin typeface="Arial" panose="020B0604020202020204" pitchFamily="34" charset="0"/>
                <a:ea typeface="新細明體" panose="02020500000000000000" pitchFamily="18" charset="-120"/>
                <a:cs typeface="Times New Roman" panose="02020603050405020304" pitchFamily="18" charset="0"/>
              </a:rPr>
              <a:t>Target Delivery Time:</a:t>
            </a:r>
            <a:r>
              <a:rPr lang="en-US" altLang="zh-HK" sz="1200" kern="100">
                <a:solidFill>
                  <a:srgbClr val="1F1F1F"/>
                </a:solidFill>
                <a:effectLst/>
                <a:latin typeface="Arial" panose="020B0604020202020204" pitchFamily="34" charset="0"/>
                <a:ea typeface="新細明體" panose="02020500000000000000" pitchFamily="18" charset="-120"/>
                <a:cs typeface="Times New Roman" panose="02020603050405020304" pitchFamily="18" charset="0"/>
              </a:rPr>
              <a:t> 3:30 – 5:00 minutes</a:t>
            </a:r>
            <a:endParaRPr lang="zh-TW" altLang="zh-HK" sz="1200" kern="100">
              <a:solidFill>
                <a:srgbClr val="1F1F1F"/>
              </a:solidFill>
              <a:effectLst/>
              <a:latin typeface="Calibri" panose="020F0502020204030204" pitchFamily="34" charset="0"/>
              <a:ea typeface="新細明體" panose="02020500000000000000" pitchFamily="18" charset="-120"/>
              <a:cs typeface="Times New Roman" panose="02020603050405020304" pitchFamily="18" charset="0"/>
            </a:endParaRPr>
          </a:p>
          <a:p>
            <a:pPr marL="457200"/>
            <a:r>
              <a:rPr lang="en-US" altLang="zh-HK" sz="1200" kern="100">
                <a:solidFill>
                  <a:srgbClr val="1F1F1F"/>
                </a:solidFill>
                <a:effectLst/>
                <a:latin typeface="Arial" panose="020B0604020202020204" pitchFamily="34" charset="0"/>
                <a:ea typeface="新細明體" panose="02020500000000000000" pitchFamily="18" charset="-120"/>
                <a:cs typeface="Times New Roman" panose="02020603050405020304" pitchFamily="18" charset="0"/>
              </a:rPr>
              <a:t> </a:t>
            </a:r>
            <a:endParaRPr lang="zh-TW" altLang="zh-HK" sz="1200" kern="100">
              <a:effectLst/>
              <a:latin typeface="Calibri" panose="020F0502020204030204" pitchFamily="34" charset="0"/>
              <a:ea typeface="新細明體" panose="02020500000000000000" pitchFamily="18" charset="-120"/>
              <a:cs typeface="Times New Roman" panose="02020603050405020304" pitchFamily="18" charset="0"/>
            </a:endParaRPr>
          </a:p>
          <a:p>
            <a:pPr marL="457200"/>
            <a:r>
              <a:rPr lang="en-US" altLang="zh-HK" sz="1200" kern="100">
                <a:solidFill>
                  <a:srgbClr val="1F1F1F"/>
                </a:solidFill>
                <a:effectLst/>
                <a:latin typeface="Arial" panose="020B0604020202020204" pitchFamily="34" charset="0"/>
                <a:ea typeface="新細明體" panose="02020500000000000000" pitchFamily="18" charset="-120"/>
                <a:cs typeface="Times New Roman" panose="02020603050405020304" pitchFamily="18" charset="0"/>
              </a:rPr>
              <a:t> </a:t>
            </a:r>
            <a:endParaRPr lang="zh-TW" altLang="zh-HK" sz="1200" kern="100">
              <a:effectLst/>
              <a:latin typeface="Calibri" panose="020F0502020204030204" pitchFamily="34" charset="0"/>
              <a:ea typeface="新細明體" panose="02020500000000000000" pitchFamily="18" charset="-120"/>
              <a:cs typeface="Times New Roman" panose="02020603050405020304" pitchFamily="18" charset="0"/>
            </a:endParaRPr>
          </a:p>
          <a:p>
            <a:pPr>
              <a:lnSpc>
                <a:spcPct val="300000"/>
              </a:lnSpc>
            </a:pPr>
            <a:r>
              <a:rPr lang="en-US" altLang="zh-HK" sz="1800" b="1" kern="100">
                <a:solidFill>
                  <a:srgbClr val="1F1F1F"/>
                </a:solidFill>
                <a:effectLst/>
                <a:latin typeface="Arial" panose="020B0604020202020204" pitchFamily="34" charset="0"/>
                <a:ea typeface="新細明體" panose="02020500000000000000" pitchFamily="18" charset="-120"/>
                <a:cs typeface="Times New Roman" panose="02020603050405020304" pitchFamily="18" charset="0"/>
              </a:rPr>
              <a:t>Key Talking Points &amp; Concepts</a:t>
            </a:r>
            <a:endParaRPr lang="zh-TW" altLang="zh-HK" sz="1800" b="1" kern="100">
              <a:effectLst/>
              <a:latin typeface="Calibri Light" panose="020F0302020204030204" pitchFamily="34" charset="0"/>
              <a:ea typeface="新細明體" panose="02020500000000000000" pitchFamily="18" charset="-120"/>
              <a:cs typeface="Times New Roman" panose="02020603050405020304" pitchFamily="18" charset="0"/>
            </a:endParaRPr>
          </a:p>
          <a:p>
            <a:pPr marL="342900" lvl="0" indent="-342900">
              <a:buSzPts val="1000"/>
              <a:buFont typeface="Symbol" panose="05050102010706020507" pitchFamily="18" charset="2"/>
              <a:buChar char=""/>
              <a:tabLst>
                <a:tab pos="457200" algn="l"/>
              </a:tabLst>
            </a:pPr>
            <a:r>
              <a:rPr lang="en-US" altLang="zh-HK" sz="1200" b="1" kern="100">
                <a:solidFill>
                  <a:srgbClr val="1F1F1F"/>
                </a:solidFill>
                <a:effectLst/>
                <a:latin typeface="Arial" panose="020B0604020202020204" pitchFamily="34" charset="0"/>
                <a:ea typeface="新細明體" panose="02020500000000000000" pitchFamily="18" charset="-120"/>
                <a:cs typeface="Times New Roman" panose="02020603050405020304" pitchFamily="18" charset="0"/>
              </a:rPr>
              <a:t>Timeframe Distinction:</a:t>
            </a:r>
            <a:r>
              <a:rPr lang="en-US" altLang="zh-HK" sz="1200" kern="100">
                <a:solidFill>
                  <a:srgbClr val="1F1F1F"/>
                </a:solidFill>
                <a:effectLst/>
                <a:latin typeface="Arial" panose="020B0604020202020204" pitchFamily="34" charset="0"/>
                <a:ea typeface="新細明體" panose="02020500000000000000" pitchFamily="18" charset="-120"/>
                <a:cs typeface="Times New Roman" panose="02020603050405020304" pitchFamily="18" charset="0"/>
              </a:rPr>
              <a:t> Day traders/scalpers don't need AI (pure 1-minute price action). </a:t>
            </a:r>
            <a:endParaRPr lang="zh-TW" altLang="zh-HK" sz="1200" kern="100">
              <a:solidFill>
                <a:srgbClr val="1F1F1F"/>
              </a:solidFill>
              <a:effectLst/>
              <a:latin typeface="Calibri" panose="020F0502020204030204" pitchFamily="34" charset="0"/>
              <a:ea typeface="新細明體" panose="02020500000000000000" pitchFamily="18" charset="-120"/>
              <a:cs typeface="Times New Roman" panose="02020603050405020304" pitchFamily="18" charset="0"/>
            </a:endParaRPr>
          </a:p>
          <a:p>
            <a:pPr marL="457200"/>
            <a:r>
              <a:rPr lang="en-US" altLang="zh-HK" sz="1200" kern="100">
                <a:solidFill>
                  <a:srgbClr val="1F1F1F"/>
                </a:solidFill>
                <a:effectLst/>
                <a:latin typeface="Arial" panose="020B0604020202020204" pitchFamily="34" charset="0"/>
                <a:ea typeface="新細明體" panose="02020500000000000000" pitchFamily="18" charset="-120"/>
                <a:cs typeface="Times New Roman" panose="02020603050405020304" pitchFamily="18" charset="0"/>
              </a:rPr>
              <a:t> </a:t>
            </a:r>
            <a:endParaRPr lang="zh-TW" altLang="zh-HK" sz="1200" kern="100">
              <a:effectLst/>
              <a:latin typeface="Calibri" panose="020F0502020204030204" pitchFamily="34" charset="0"/>
              <a:ea typeface="新細明體" panose="02020500000000000000" pitchFamily="18" charset="-120"/>
              <a:cs typeface="Times New Roman" panose="02020603050405020304" pitchFamily="18" charset="0"/>
            </a:endParaRPr>
          </a:p>
          <a:p>
            <a:pPr marL="342900" lvl="0" indent="-342900">
              <a:buSzPts val="1000"/>
              <a:buFont typeface="Symbol" panose="05050102010706020507" pitchFamily="18" charset="2"/>
              <a:buChar char=""/>
              <a:tabLst>
                <a:tab pos="457200" algn="l"/>
              </a:tabLst>
            </a:pPr>
            <a:r>
              <a:rPr lang="en-US" altLang="zh-HK" sz="1200" b="1" kern="100">
                <a:solidFill>
                  <a:srgbClr val="1F1F1F"/>
                </a:solidFill>
                <a:effectLst/>
                <a:latin typeface="Arial" panose="020B0604020202020204" pitchFamily="34" charset="0"/>
                <a:ea typeface="新細明體" panose="02020500000000000000" pitchFamily="18" charset="-120"/>
                <a:cs typeface="Times New Roman" panose="02020603050405020304" pitchFamily="18" charset="0"/>
              </a:rPr>
              <a:t>Mandatory for Swing/Position Traders:</a:t>
            </a:r>
            <a:r>
              <a:rPr lang="en-US" altLang="zh-HK" sz="1200" kern="100">
                <a:solidFill>
                  <a:srgbClr val="1F1F1F"/>
                </a:solidFill>
                <a:effectLst/>
                <a:latin typeface="Arial" panose="020B0604020202020204" pitchFamily="34" charset="0"/>
                <a:ea typeface="新細明體" panose="02020500000000000000" pitchFamily="18" charset="-120"/>
                <a:cs typeface="Times New Roman" panose="02020603050405020304" pitchFamily="18" charset="0"/>
              </a:rPr>
              <a:t> AI acts as a research assistant, compressing hours of analysis into minutes. </a:t>
            </a:r>
            <a:endParaRPr lang="zh-TW" altLang="zh-HK" sz="1200" kern="100">
              <a:solidFill>
                <a:srgbClr val="1F1F1F"/>
              </a:solidFill>
              <a:effectLst/>
              <a:latin typeface="Calibri" panose="020F0502020204030204" pitchFamily="34" charset="0"/>
              <a:ea typeface="新細明體" panose="02020500000000000000" pitchFamily="18" charset="-120"/>
              <a:cs typeface="Times New Roman" panose="02020603050405020304" pitchFamily="18" charset="0"/>
            </a:endParaRPr>
          </a:p>
          <a:p>
            <a:pPr marL="457200"/>
            <a:r>
              <a:rPr lang="en-US" altLang="zh-HK" sz="1200" kern="100">
                <a:solidFill>
                  <a:srgbClr val="1F1F1F"/>
                </a:solidFill>
                <a:effectLst/>
                <a:latin typeface="Arial" panose="020B0604020202020204" pitchFamily="34" charset="0"/>
                <a:ea typeface="新細明體" panose="02020500000000000000" pitchFamily="18" charset="-120"/>
                <a:cs typeface="Times New Roman" panose="02020603050405020304" pitchFamily="18" charset="0"/>
              </a:rPr>
              <a:t> </a:t>
            </a:r>
            <a:endParaRPr lang="zh-TW" altLang="zh-HK" sz="1200" kern="100">
              <a:effectLst/>
              <a:latin typeface="Calibri" panose="020F0502020204030204" pitchFamily="34" charset="0"/>
              <a:ea typeface="新細明體" panose="02020500000000000000" pitchFamily="18" charset="-120"/>
              <a:cs typeface="Times New Roman" panose="02020603050405020304" pitchFamily="18" charset="0"/>
            </a:endParaRPr>
          </a:p>
          <a:p>
            <a:pPr marL="342900" lvl="0" indent="-342900">
              <a:buSzPts val="1000"/>
              <a:buFont typeface="Symbol" panose="05050102010706020507" pitchFamily="18" charset="2"/>
              <a:buChar char=""/>
              <a:tabLst>
                <a:tab pos="457200" algn="l"/>
              </a:tabLst>
            </a:pPr>
            <a:r>
              <a:rPr lang="en-US" altLang="zh-HK" sz="1200" b="1" kern="100">
                <a:solidFill>
                  <a:srgbClr val="1F1F1F"/>
                </a:solidFill>
                <a:effectLst/>
                <a:latin typeface="Arial" panose="020B0604020202020204" pitchFamily="34" charset="0"/>
                <a:ea typeface="新細明體" panose="02020500000000000000" pitchFamily="18" charset="-120"/>
                <a:cs typeface="Times New Roman" panose="02020603050405020304" pitchFamily="18" charset="0"/>
              </a:rPr>
              <a:t>The Conviction Gap:</a:t>
            </a:r>
            <a:r>
              <a:rPr lang="en-US" altLang="zh-HK" sz="1200" kern="100">
                <a:solidFill>
                  <a:srgbClr val="1F1F1F"/>
                </a:solidFill>
                <a:effectLst/>
                <a:latin typeface="Arial" panose="020B0604020202020204" pitchFamily="34" charset="0"/>
                <a:ea typeface="新細明體" panose="02020500000000000000" pitchFamily="18" charset="-120"/>
                <a:cs typeface="Times New Roman" panose="02020603050405020304" pitchFamily="18" charset="0"/>
              </a:rPr>
              <a:t> Traders who reject AI risk trading blind against complex, fast-moving market catalysts. </a:t>
            </a:r>
            <a:endParaRPr lang="zh-TW" altLang="zh-HK" sz="1200" kern="100">
              <a:solidFill>
                <a:srgbClr val="1F1F1F"/>
              </a:solidFill>
              <a:effectLst/>
              <a:latin typeface="Calibri" panose="020F0502020204030204" pitchFamily="34" charset="0"/>
              <a:ea typeface="新細明體" panose="02020500000000000000" pitchFamily="18" charset="-120"/>
              <a:cs typeface="Times New Roman" panose="02020603050405020304" pitchFamily="18" charset="0"/>
            </a:endParaRPr>
          </a:p>
          <a:p>
            <a:pPr marL="457200"/>
            <a:r>
              <a:rPr lang="en-US" altLang="zh-HK" sz="1200" kern="100">
                <a:solidFill>
                  <a:srgbClr val="1F1F1F"/>
                </a:solidFill>
                <a:effectLst/>
                <a:latin typeface="Arial" panose="020B0604020202020204" pitchFamily="34" charset="0"/>
                <a:ea typeface="新細明體" panose="02020500000000000000" pitchFamily="18" charset="-120"/>
                <a:cs typeface="Times New Roman" panose="02020603050405020304" pitchFamily="18" charset="0"/>
              </a:rPr>
              <a:t> </a:t>
            </a:r>
            <a:endParaRPr lang="zh-TW" altLang="zh-HK" sz="1200" kern="100">
              <a:effectLst/>
              <a:latin typeface="Calibri" panose="020F0502020204030204" pitchFamily="34" charset="0"/>
              <a:ea typeface="新細明體" panose="02020500000000000000" pitchFamily="18" charset="-120"/>
              <a:cs typeface="Times New Roman" panose="02020603050405020304" pitchFamily="18" charset="0"/>
            </a:endParaRPr>
          </a:p>
          <a:p>
            <a:pPr>
              <a:lnSpc>
                <a:spcPct val="300000"/>
              </a:lnSpc>
            </a:pPr>
            <a:r>
              <a:rPr lang="en-US" altLang="zh-HK" sz="1800" b="1" kern="100">
                <a:solidFill>
                  <a:srgbClr val="1F1F1F"/>
                </a:solidFill>
                <a:effectLst/>
                <a:latin typeface="Arial" panose="020B0604020202020204" pitchFamily="34" charset="0"/>
                <a:ea typeface="新細明體" panose="02020500000000000000" pitchFamily="18" charset="-120"/>
                <a:cs typeface="Times New Roman" panose="02020603050405020304" pitchFamily="18" charset="0"/>
              </a:rPr>
              <a:t>Speaker Script</a:t>
            </a:r>
            <a:endParaRPr lang="zh-TW" altLang="zh-HK" sz="1800" b="1" kern="100">
              <a:effectLst/>
              <a:latin typeface="Calibri Light" panose="020F0302020204030204" pitchFamily="34" charset="0"/>
              <a:ea typeface="新細明體" panose="02020500000000000000" pitchFamily="18" charset="-120"/>
              <a:cs typeface="Times New Roman" panose="02020603050405020304" pitchFamily="18" charset="0"/>
            </a:endParaRPr>
          </a:p>
          <a:p>
            <a:r>
              <a:rPr lang="en-US" altLang="zh-HK" sz="1200" kern="100">
                <a:solidFill>
                  <a:srgbClr val="1F1F1F"/>
                </a:solidFill>
                <a:effectLst/>
                <a:latin typeface="Arial" panose="020B0604020202020204" pitchFamily="34" charset="0"/>
                <a:ea typeface="新細明體" panose="02020500000000000000" pitchFamily="18" charset="-120"/>
                <a:cs typeface="Times New Roman" panose="02020603050405020304" pitchFamily="18" charset="0"/>
              </a:rPr>
              <a:t>"Is AI mandatory for all traders? Jay Law makes a clear distinction based on holding timeframes. </a:t>
            </a:r>
            <a:endParaRPr lang="zh-TW" altLang="zh-HK" sz="1200" kern="100">
              <a:effectLst/>
              <a:latin typeface="Calibri" panose="020F0502020204030204" pitchFamily="34" charset="0"/>
              <a:ea typeface="新細明體" panose="02020500000000000000" pitchFamily="18" charset="-120"/>
              <a:cs typeface="Times New Roman" panose="02020603050405020304" pitchFamily="18" charset="0"/>
            </a:endParaRPr>
          </a:p>
          <a:p>
            <a:r>
              <a:rPr lang="en-US" altLang="zh-HK" sz="1200" kern="100">
                <a:solidFill>
                  <a:srgbClr val="1F1F1F"/>
                </a:solidFill>
                <a:effectLst/>
                <a:latin typeface="Arial" panose="020B0604020202020204" pitchFamily="34" charset="0"/>
                <a:ea typeface="新細明體" panose="02020500000000000000" pitchFamily="18" charset="-120"/>
                <a:cs typeface="Times New Roman" panose="02020603050405020304" pitchFamily="18" charset="0"/>
              </a:rPr>
              <a:t> </a:t>
            </a:r>
            <a:endParaRPr lang="zh-TW" altLang="zh-HK" sz="1200" kern="100">
              <a:effectLst/>
              <a:latin typeface="Calibri" panose="020F0502020204030204" pitchFamily="34" charset="0"/>
              <a:ea typeface="新細明體" panose="02020500000000000000" pitchFamily="18" charset="-120"/>
              <a:cs typeface="Times New Roman" panose="02020603050405020304" pitchFamily="18" charset="0"/>
            </a:endParaRPr>
          </a:p>
          <a:p>
            <a:r>
              <a:rPr lang="en-US" altLang="zh-HK" sz="1200" kern="100">
                <a:solidFill>
                  <a:srgbClr val="1F1F1F"/>
                </a:solidFill>
                <a:effectLst/>
                <a:latin typeface="Arial" panose="020B0604020202020204" pitchFamily="34" charset="0"/>
                <a:ea typeface="新細明體" panose="02020500000000000000" pitchFamily="18" charset="-120"/>
                <a:cs typeface="Times New Roman" panose="02020603050405020304" pitchFamily="18" charset="0"/>
              </a:rPr>
              <a:t>If you are a 1-minute order-flow scalper, AI is unnecessary—you are purely trading speed and price action. But if you are a swing or position trader holding positions for days, weeks, or months, refusing to integrate AI into your workflow is financial suicide. </a:t>
            </a:r>
            <a:endParaRPr lang="zh-TW" altLang="zh-HK" sz="1200" kern="100">
              <a:effectLst/>
              <a:latin typeface="Calibri" panose="020F0502020204030204" pitchFamily="34" charset="0"/>
              <a:ea typeface="新細明體" panose="02020500000000000000" pitchFamily="18" charset="-120"/>
              <a:cs typeface="Times New Roman" panose="02020603050405020304" pitchFamily="18" charset="0"/>
            </a:endParaRPr>
          </a:p>
          <a:p>
            <a:r>
              <a:rPr lang="en-US" altLang="zh-HK" sz="1200" kern="100">
                <a:solidFill>
                  <a:srgbClr val="1F1F1F"/>
                </a:solidFill>
                <a:effectLst/>
                <a:latin typeface="Arial" panose="020B0604020202020204" pitchFamily="34" charset="0"/>
                <a:ea typeface="新細明體" panose="02020500000000000000" pitchFamily="18" charset="-120"/>
                <a:cs typeface="Times New Roman" panose="02020603050405020304" pitchFamily="18" charset="0"/>
              </a:rPr>
              <a:t> </a:t>
            </a:r>
            <a:endParaRPr lang="zh-TW" altLang="zh-HK" sz="1200" kern="100">
              <a:effectLst/>
              <a:latin typeface="Calibri" panose="020F0502020204030204" pitchFamily="34" charset="0"/>
              <a:ea typeface="新細明體" panose="02020500000000000000" pitchFamily="18" charset="-120"/>
              <a:cs typeface="Times New Roman" panose="02020603050405020304" pitchFamily="18" charset="0"/>
            </a:endParaRPr>
          </a:p>
          <a:p>
            <a:r>
              <a:rPr lang="en-US" altLang="zh-HK" sz="1200" kern="100">
                <a:solidFill>
                  <a:srgbClr val="1F1F1F"/>
                </a:solidFill>
                <a:effectLst/>
                <a:latin typeface="Arial" panose="020B0604020202020204" pitchFamily="34" charset="0"/>
                <a:ea typeface="新細明體" panose="02020500000000000000" pitchFamily="18" charset="-120"/>
                <a:cs typeface="Times New Roman" panose="02020603050405020304" pitchFamily="18" charset="0"/>
              </a:rPr>
              <a:t>Modern catalysts move markets instantaneously. AI gives you the research speed of an institutional analyst team. It saves hundreds of hours of manual reading and provides the deep conviction needed to ride winning positions through multi-week pullbacks. Without AI, swing traders are essentially operating blind in a hyper-fast market." </a:t>
            </a:r>
            <a:endParaRPr lang="zh-TW" altLang="zh-HK" sz="1200" kern="100">
              <a:effectLst/>
              <a:latin typeface="Calibri" panose="020F0502020204030204" pitchFamily="34" charset="0"/>
              <a:ea typeface="新細明體" panose="02020500000000000000" pitchFamily="18" charset="-120"/>
              <a:cs typeface="Times New Roman" panose="02020603050405020304" pitchFamily="18" charset="0"/>
            </a:endParaRPr>
          </a:p>
          <a:p>
            <a:r>
              <a:rPr lang="en-US" altLang="zh-HK" sz="1200" kern="100">
                <a:solidFill>
                  <a:srgbClr val="1F1F1F"/>
                </a:solidFill>
                <a:effectLst/>
                <a:latin typeface="Arial" panose="020B0604020202020204" pitchFamily="34" charset="0"/>
                <a:ea typeface="新細明體" panose="02020500000000000000" pitchFamily="18" charset="-120"/>
                <a:cs typeface="Times New Roman" panose="02020603050405020304" pitchFamily="18" charset="0"/>
              </a:rPr>
              <a:t> </a:t>
            </a:r>
            <a:endParaRPr lang="zh-TW" altLang="zh-HK" sz="1200" kern="100">
              <a:effectLst/>
              <a:latin typeface="Calibri" panose="020F0502020204030204" pitchFamily="34" charset="0"/>
              <a:ea typeface="新細明體" panose="02020500000000000000" pitchFamily="18" charset="-120"/>
              <a:cs typeface="Times New Roman" panose="02020603050405020304" pitchFamily="18" charset="0"/>
            </a:endParaRPr>
          </a:p>
        </p:txBody>
      </p:sp>
      <p:sp>
        <p:nvSpPr>
          <p:cNvPr id="4" name="投影片編號版面配置區 3"/>
          <p:cNvSpPr>
            <a:spLocks noGrp="1"/>
          </p:cNvSpPr>
          <p:nvPr>
            <p:ph type="sldNum" idx="36"/>
          </p:nvPr>
        </p:nvSpPr>
        <p:spPr/>
        <p:txBody>
          <a:bodyPr/>
          <a:lstStyle/>
          <a:p>
            <a:pPr indent="0" algn="r">
              <a:buNone/>
            </a:pPr>
            <a:fld id="{822D1EAF-E52E-475F-9EA3-ADE268F2DE0E}" type="slidenum">
              <a:rPr lang="en-US" sz="1400" b="0" u="none" strike="noStrike" smtClean="0">
                <a:solidFill>
                  <a:srgbClr val="000000"/>
                </a:solidFill>
                <a:effectLst/>
                <a:uFillTx/>
                <a:latin typeface="Times New Roman"/>
              </a:rPr>
              <a:t>13</a:t>
            </a:fld>
            <a:endParaRPr lang="en-US" sz="1400" b="0" u="none" strike="noStrike">
              <a:solidFill>
                <a:srgbClr val="000000"/>
              </a:solidFill>
              <a:effectLst/>
              <a:uFillTx/>
              <a:latin typeface="Times New Roman"/>
            </a:endParaRPr>
          </a:p>
        </p:txBody>
      </p:sp>
    </p:spTree>
    <p:extLst>
      <p:ext uri="{BB962C8B-B14F-4D97-AF65-F5344CB8AC3E}">
        <p14:creationId xmlns:p14="http://schemas.microsoft.com/office/powerpoint/2010/main" val="2031133495"/>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投影片影像版面配置區 1"/>
          <p:cNvSpPr>
            <a:spLocks noGrp="1" noRot="1" noChangeAspect="1"/>
          </p:cNvSpPr>
          <p:nvPr>
            <p:ph type="sldImg"/>
          </p:nvPr>
        </p:nvSpPr>
        <p:spPr>
          <a:xfrm>
            <a:off x="0" y="812800"/>
            <a:ext cx="0" cy="0"/>
          </a:xfrm>
        </p:spPr>
      </p:sp>
      <p:sp>
        <p:nvSpPr>
          <p:cNvPr id="3" name="備忘稿版面配置區 2"/>
          <p:cNvSpPr>
            <a:spLocks noGrp="1"/>
          </p:cNvSpPr>
          <p:nvPr>
            <p:ph type="body" idx="1"/>
          </p:nvPr>
        </p:nvSpPr>
        <p:spPr/>
        <p:txBody>
          <a:bodyPr/>
          <a:lstStyle/>
          <a:p>
            <a:pPr marL="342900" lvl="0" indent="-342900">
              <a:buSzPts val="1000"/>
              <a:buFont typeface="Symbol" panose="05050102010706020507" pitchFamily="18" charset="2"/>
              <a:buChar char=""/>
              <a:tabLst>
                <a:tab pos="457200" algn="l"/>
              </a:tabLst>
            </a:pPr>
            <a:r>
              <a:rPr lang="en-US" altLang="zh-HK" sz="1200" b="1" kern="100">
                <a:solidFill>
                  <a:srgbClr val="1F1F1F"/>
                </a:solidFill>
                <a:effectLst/>
                <a:latin typeface="Arial" panose="020B0604020202020204" pitchFamily="34" charset="0"/>
                <a:ea typeface="新細明體" panose="02020500000000000000" pitchFamily="18" charset="-120"/>
                <a:cs typeface="Times New Roman" panose="02020603050405020304" pitchFamily="18" charset="0"/>
              </a:rPr>
              <a:t>Target Delivery Time:</a:t>
            </a:r>
            <a:r>
              <a:rPr lang="en-US" altLang="zh-HK" sz="1200" kern="100">
                <a:solidFill>
                  <a:srgbClr val="1F1F1F"/>
                </a:solidFill>
                <a:effectLst/>
                <a:latin typeface="Arial" panose="020B0604020202020204" pitchFamily="34" charset="0"/>
                <a:ea typeface="新細明體" panose="02020500000000000000" pitchFamily="18" charset="-120"/>
                <a:cs typeface="Times New Roman" panose="02020603050405020304" pitchFamily="18" charset="0"/>
              </a:rPr>
              <a:t> 4:30 – 6:00 minutes</a:t>
            </a:r>
            <a:endParaRPr lang="zh-TW" altLang="zh-HK" sz="1200" kern="100">
              <a:solidFill>
                <a:srgbClr val="1F1F1F"/>
              </a:solidFill>
              <a:effectLst/>
              <a:latin typeface="Calibri" panose="020F0502020204030204" pitchFamily="34" charset="0"/>
              <a:ea typeface="新細明體" panose="02020500000000000000" pitchFamily="18" charset="-120"/>
              <a:cs typeface="Times New Roman" panose="02020603050405020304" pitchFamily="18" charset="0"/>
            </a:endParaRPr>
          </a:p>
          <a:p>
            <a:pPr marL="457200"/>
            <a:r>
              <a:rPr lang="en-US" altLang="zh-HK" sz="1200" kern="100">
                <a:solidFill>
                  <a:srgbClr val="1F1F1F"/>
                </a:solidFill>
                <a:effectLst/>
                <a:latin typeface="Arial" panose="020B0604020202020204" pitchFamily="34" charset="0"/>
                <a:ea typeface="新細明體" panose="02020500000000000000" pitchFamily="18" charset="-120"/>
                <a:cs typeface="Times New Roman" panose="02020603050405020304" pitchFamily="18" charset="0"/>
              </a:rPr>
              <a:t> </a:t>
            </a:r>
            <a:endParaRPr lang="zh-TW" altLang="zh-HK" sz="1200" kern="100">
              <a:effectLst/>
              <a:latin typeface="Calibri" panose="020F0502020204030204" pitchFamily="34" charset="0"/>
              <a:ea typeface="新細明體" panose="02020500000000000000" pitchFamily="18" charset="-120"/>
              <a:cs typeface="Times New Roman" panose="02020603050405020304" pitchFamily="18" charset="0"/>
            </a:endParaRPr>
          </a:p>
          <a:p>
            <a:pPr marL="457200"/>
            <a:r>
              <a:rPr lang="en-US" altLang="zh-HK" sz="1200" kern="100">
                <a:solidFill>
                  <a:srgbClr val="1F1F1F"/>
                </a:solidFill>
                <a:effectLst/>
                <a:latin typeface="Arial" panose="020B0604020202020204" pitchFamily="34" charset="0"/>
                <a:ea typeface="新細明體" panose="02020500000000000000" pitchFamily="18" charset="-120"/>
                <a:cs typeface="Times New Roman" panose="02020603050405020304" pitchFamily="18" charset="0"/>
              </a:rPr>
              <a:t> </a:t>
            </a:r>
            <a:endParaRPr lang="zh-TW" altLang="zh-HK" sz="1200" kern="100">
              <a:effectLst/>
              <a:latin typeface="Calibri" panose="020F0502020204030204" pitchFamily="34" charset="0"/>
              <a:ea typeface="新細明體" panose="02020500000000000000" pitchFamily="18" charset="-120"/>
              <a:cs typeface="Times New Roman" panose="02020603050405020304" pitchFamily="18" charset="0"/>
            </a:endParaRPr>
          </a:p>
          <a:p>
            <a:pPr>
              <a:lnSpc>
                <a:spcPct val="300000"/>
              </a:lnSpc>
            </a:pPr>
            <a:r>
              <a:rPr lang="en-US" altLang="zh-HK" sz="1800" b="1" kern="100">
                <a:solidFill>
                  <a:srgbClr val="1F1F1F"/>
                </a:solidFill>
                <a:effectLst/>
                <a:latin typeface="Arial" panose="020B0604020202020204" pitchFamily="34" charset="0"/>
                <a:ea typeface="新細明體" panose="02020500000000000000" pitchFamily="18" charset="-120"/>
                <a:cs typeface="Times New Roman" panose="02020603050405020304" pitchFamily="18" charset="0"/>
              </a:rPr>
              <a:t>Key Talking Points &amp; Concepts</a:t>
            </a:r>
            <a:endParaRPr lang="zh-TW" altLang="zh-HK" sz="1800" b="1" kern="100">
              <a:effectLst/>
              <a:latin typeface="Calibri Light" panose="020F0302020204030204" pitchFamily="34" charset="0"/>
              <a:ea typeface="新細明體" panose="02020500000000000000" pitchFamily="18" charset="-120"/>
              <a:cs typeface="Times New Roman" panose="02020603050405020304" pitchFamily="18" charset="0"/>
            </a:endParaRPr>
          </a:p>
          <a:p>
            <a:pPr marL="342900" lvl="0" indent="-342900">
              <a:buSzPts val="1000"/>
              <a:buFont typeface="Symbol" panose="05050102010706020507" pitchFamily="18" charset="2"/>
              <a:buChar char=""/>
              <a:tabLst>
                <a:tab pos="457200" algn="l"/>
              </a:tabLst>
            </a:pPr>
            <a:r>
              <a:rPr lang="en-US" altLang="zh-HK" sz="1200" b="1" kern="100">
                <a:solidFill>
                  <a:srgbClr val="1F1F1F"/>
                </a:solidFill>
                <a:effectLst/>
                <a:latin typeface="Arial" panose="020B0604020202020204" pitchFamily="34" charset="0"/>
                <a:ea typeface="新細明體" panose="02020500000000000000" pitchFamily="18" charset="-120"/>
                <a:cs typeface="Times New Roman" panose="02020603050405020304" pitchFamily="18" charset="0"/>
              </a:rPr>
              <a:t>Pillar 1 – Radical Self-Awareness:</a:t>
            </a:r>
            <a:r>
              <a:rPr lang="en-US" altLang="zh-HK" sz="1200" kern="100">
                <a:solidFill>
                  <a:srgbClr val="1F1F1F"/>
                </a:solidFill>
                <a:effectLst/>
                <a:latin typeface="Arial" panose="020B0604020202020204" pitchFamily="34" charset="0"/>
                <a:ea typeface="新細明體" panose="02020500000000000000" pitchFamily="18" charset="-120"/>
                <a:cs typeface="Times New Roman" panose="02020603050405020304" pitchFamily="18" charset="0"/>
              </a:rPr>
              <a:t> Auditing failures and building strict rule systems around personal flaws. </a:t>
            </a:r>
            <a:endParaRPr lang="zh-TW" altLang="zh-HK" sz="1200" kern="100">
              <a:solidFill>
                <a:srgbClr val="1F1F1F"/>
              </a:solidFill>
              <a:effectLst/>
              <a:latin typeface="Calibri" panose="020F0502020204030204" pitchFamily="34" charset="0"/>
              <a:ea typeface="新細明體" panose="02020500000000000000" pitchFamily="18" charset="-120"/>
              <a:cs typeface="Times New Roman" panose="02020603050405020304" pitchFamily="18" charset="0"/>
            </a:endParaRPr>
          </a:p>
          <a:p>
            <a:pPr marL="457200"/>
            <a:r>
              <a:rPr lang="en-US" altLang="zh-HK" sz="1200" kern="100">
                <a:solidFill>
                  <a:srgbClr val="1F1F1F"/>
                </a:solidFill>
                <a:effectLst/>
                <a:latin typeface="Arial" panose="020B0604020202020204" pitchFamily="34" charset="0"/>
                <a:ea typeface="新細明體" panose="02020500000000000000" pitchFamily="18" charset="-120"/>
                <a:cs typeface="Times New Roman" panose="02020603050405020304" pitchFamily="18" charset="0"/>
              </a:rPr>
              <a:t> </a:t>
            </a:r>
            <a:endParaRPr lang="zh-TW" altLang="zh-HK" sz="1200" kern="100">
              <a:effectLst/>
              <a:latin typeface="Calibri" panose="020F0502020204030204" pitchFamily="34" charset="0"/>
              <a:ea typeface="新細明體" panose="02020500000000000000" pitchFamily="18" charset="-120"/>
              <a:cs typeface="Times New Roman" panose="02020603050405020304" pitchFamily="18" charset="0"/>
            </a:endParaRPr>
          </a:p>
          <a:p>
            <a:pPr marL="342900" lvl="0" indent="-342900">
              <a:buSzPts val="1000"/>
              <a:buFont typeface="Symbol" panose="05050102010706020507" pitchFamily="18" charset="2"/>
              <a:buChar char=""/>
              <a:tabLst>
                <a:tab pos="457200" algn="l"/>
              </a:tabLst>
            </a:pPr>
            <a:r>
              <a:rPr lang="en-US" altLang="zh-HK" sz="1200" b="1" kern="100">
                <a:solidFill>
                  <a:srgbClr val="1F1F1F"/>
                </a:solidFill>
                <a:effectLst/>
                <a:latin typeface="Arial" panose="020B0604020202020204" pitchFamily="34" charset="0"/>
                <a:ea typeface="新細明體" panose="02020500000000000000" pitchFamily="18" charset="-120"/>
                <a:cs typeface="Times New Roman" panose="02020603050405020304" pitchFamily="18" charset="0"/>
              </a:rPr>
              <a:t>Pillar 2 – Asymmetric Patience:</a:t>
            </a:r>
            <a:r>
              <a:rPr lang="en-US" altLang="zh-HK" sz="1200" kern="100">
                <a:solidFill>
                  <a:srgbClr val="1F1F1F"/>
                </a:solidFill>
                <a:effectLst/>
                <a:latin typeface="Arial" panose="020B0604020202020204" pitchFamily="34" charset="0"/>
                <a:ea typeface="新細明體" panose="02020500000000000000" pitchFamily="18" charset="-120"/>
                <a:cs typeface="Times New Roman" panose="02020603050405020304" pitchFamily="18" charset="0"/>
              </a:rPr>
              <a:t> Sitting in cash for months, executing high risk-reward setups when conditions align. </a:t>
            </a:r>
            <a:endParaRPr lang="zh-TW" altLang="zh-HK" sz="1200" kern="100">
              <a:solidFill>
                <a:srgbClr val="1F1F1F"/>
              </a:solidFill>
              <a:effectLst/>
              <a:latin typeface="Calibri" panose="020F0502020204030204" pitchFamily="34" charset="0"/>
              <a:ea typeface="新細明體" panose="02020500000000000000" pitchFamily="18" charset="-120"/>
              <a:cs typeface="Times New Roman" panose="02020603050405020304" pitchFamily="18" charset="0"/>
            </a:endParaRPr>
          </a:p>
          <a:p>
            <a:pPr marL="457200"/>
            <a:r>
              <a:rPr lang="en-US" altLang="zh-HK" sz="1200" kern="100">
                <a:solidFill>
                  <a:srgbClr val="1F1F1F"/>
                </a:solidFill>
                <a:effectLst/>
                <a:latin typeface="Arial" panose="020B0604020202020204" pitchFamily="34" charset="0"/>
                <a:ea typeface="新細明體" panose="02020500000000000000" pitchFamily="18" charset="-120"/>
                <a:cs typeface="Times New Roman" panose="02020603050405020304" pitchFamily="18" charset="0"/>
              </a:rPr>
              <a:t> </a:t>
            </a:r>
            <a:endParaRPr lang="zh-TW" altLang="zh-HK" sz="1200" kern="100">
              <a:effectLst/>
              <a:latin typeface="Calibri" panose="020F0502020204030204" pitchFamily="34" charset="0"/>
              <a:ea typeface="新細明體" panose="02020500000000000000" pitchFamily="18" charset="-120"/>
              <a:cs typeface="Times New Roman" panose="02020603050405020304" pitchFamily="18" charset="0"/>
            </a:endParaRPr>
          </a:p>
          <a:p>
            <a:pPr marL="342900" lvl="0" indent="-342900">
              <a:buSzPts val="1000"/>
              <a:buFont typeface="Symbol" panose="05050102010706020507" pitchFamily="18" charset="2"/>
              <a:buChar char=""/>
              <a:tabLst>
                <a:tab pos="457200" algn="l"/>
              </a:tabLst>
            </a:pPr>
            <a:r>
              <a:rPr lang="en-US" altLang="zh-HK" sz="1200" b="1" kern="100">
                <a:solidFill>
                  <a:srgbClr val="1F1F1F"/>
                </a:solidFill>
                <a:effectLst/>
                <a:latin typeface="Arial" panose="020B0604020202020204" pitchFamily="34" charset="0"/>
                <a:ea typeface="新細明體" panose="02020500000000000000" pitchFamily="18" charset="-120"/>
                <a:cs typeface="Times New Roman" panose="02020603050405020304" pitchFamily="18" charset="0"/>
              </a:rPr>
              <a:t>Pillar 3 – Absolute Openness:</a:t>
            </a:r>
            <a:r>
              <a:rPr lang="en-US" altLang="zh-HK" sz="1200" kern="100">
                <a:solidFill>
                  <a:srgbClr val="1F1F1F"/>
                </a:solidFill>
                <a:effectLst/>
                <a:latin typeface="Arial" panose="020B0604020202020204" pitchFamily="34" charset="0"/>
                <a:ea typeface="新細明體" panose="02020500000000000000" pitchFamily="18" charset="-120"/>
                <a:cs typeface="Times New Roman" panose="02020603050405020304" pitchFamily="18" charset="0"/>
              </a:rPr>
              <a:t> Continuously evolving methodologies (Day Trading $\rightarrow$ Thematic Trading $\rightarrow$ AI Workflows). </a:t>
            </a:r>
            <a:endParaRPr lang="zh-TW" altLang="zh-HK" sz="1200" kern="100">
              <a:solidFill>
                <a:srgbClr val="1F1F1F"/>
              </a:solidFill>
              <a:effectLst/>
              <a:latin typeface="Calibri" panose="020F0502020204030204" pitchFamily="34" charset="0"/>
              <a:ea typeface="新細明體" panose="02020500000000000000" pitchFamily="18" charset="-120"/>
              <a:cs typeface="Times New Roman" panose="02020603050405020304" pitchFamily="18" charset="0"/>
            </a:endParaRPr>
          </a:p>
          <a:p>
            <a:pPr marL="457200"/>
            <a:r>
              <a:rPr lang="en-US" altLang="zh-HK" sz="1200" kern="100">
                <a:solidFill>
                  <a:srgbClr val="1F1F1F"/>
                </a:solidFill>
                <a:effectLst/>
                <a:latin typeface="Arial" panose="020B0604020202020204" pitchFamily="34" charset="0"/>
                <a:ea typeface="新細明體" panose="02020500000000000000" pitchFamily="18" charset="-120"/>
                <a:cs typeface="Times New Roman" panose="02020603050405020304" pitchFamily="18" charset="0"/>
              </a:rPr>
              <a:t> </a:t>
            </a:r>
            <a:endParaRPr lang="zh-TW" altLang="zh-HK" sz="1200" kern="100">
              <a:effectLst/>
              <a:latin typeface="Calibri" panose="020F0502020204030204" pitchFamily="34" charset="0"/>
              <a:ea typeface="新細明體" panose="02020500000000000000" pitchFamily="18" charset="-120"/>
              <a:cs typeface="Times New Roman" panose="02020603050405020304" pitchFamily="18" charset="0"/>
            </a:endParaRPr>
          </a:p>
          <a:p>
            <a:pPr marL="342900" lvl="0" indent="-342900">
              <a:buSzPts val="1000"/>
              <a:buFont typeface="Symbol" panose="05050102010706020507" pitchFamily="18" charset="2"/>
              <a:buChar char=""/>
              <a:tabLst>
                <a:tab pos="457200" algn="l"/>
              </a:tabLst>
            </a:pPr>
            <a:r>
              <a:rPr lang="en-US" altLang="zh-HK" sz="1200" b="1" kern="100">
                <a:solidFill>
                  <a:srgbClr val="1F1F1F"/>
                </a:solidFill>
                <a:effectLst/>
                <a:latin typeface="Arial" panose="020B0604020202020204" pitchFamily="34" charset="0"/>
                <a:ea typeface="新細明體" panose="02020500000000000000" pitchFamily="18" charset="-120"/>
                <a:cs typeface="Times New Roman" panose="02020603050405020304" pitchFamily="18" charset="0"/>
              </a:rPr>
              <a:t>The Core Foundation – Deep Passion:</a:t>
            </a:r>
            <a:r>
              <a:rPr lang="en-US" altLang="zh-HK" sz="1200" kern="100">
                <a:solidFill>
                  <a:srgbClr val="1F1F1F"/>
                </a:solidFill>
                <a:effectLst/>
                <a:latin typeface="Arial" panose="020B0604020202020204" pitchFamily="34" charset="0"/>
                <a:ea typeface="新細明體" panose="02020500000000000000" pitchFamily="18" charset="-120"/>
                <a:cs typeface="Times New Roman" panose="02020603050405020304" pitchFamily="18" charset="0"/>
              </a:rPr>
              <a:t> Genuine love for the game as the sole fuel to survive 10-20+ years of inevitable drawdowns. </a:t>
            </a:r>
            <a:endParaRPr lang="zh-TW" altLang="zh-HK" sz="1200" kern="100">
              <a:solidFill>
                <a:srgbClr val="1F1F1F"/>
              </a:solidFill>
              <a:effectLst/>
              <a:latin typeface="Calibri" panose="020F0502020204030204" pitchFamily="34" charset="0"/>
              <a:ea typeface="新細明體" panose="02020500000000000000" pitchFamily="18" charset="-120"/>
              <a:cs typeface="Times New Roman" panose="02020603050405020304" pitchFamily="18" charset="0"/>
            </a:endParaRPr>
          </a:p>
          <a:p>
            <a:pPr marL="457200"/>
            <a:r>
              <a:rPr lang="en-US" altLang="zh-HK" sz="1200" kern="100">
                <a:solidFill>
                  <a:srgbClr val="1F1F1F"/>
                </a:solidFill>
                <a:effectLst/>
                <a:latin typeface="Arial" panose="020B0604020202020204" pitchFamily="34" charset="0"/>
                <a:ea typeface="新細明體" panose="02020500000000000000" pitchFamily="18" charset="-120"/>
                <a:cs typeface="Times New Roman" panose="02020603050405020304" pitchFamily="18" charset="0"/>
              </a:rPr>
              <a:t> </a:t>
            </a:r>
            <a:endParaRPr lang="zh-TW" altLang="zh-HK" sz="1200" kern="100">
              <a:effectLst/>
              <a:latin typeface="Calibri" panose="020F0502020204030204" pitchFamily="34" charset="0"/>
              <a:ea typeface="新細明體" panose="02020500000000000000" pitchFamily="18" charset="-120"/>
              <a:cs typeface="Times New Roman" panose="02020603050405020304" pitchFamily="18" charset="0"/>
            </a:endParaRPr>
          </a:p>
          <a:p>
            <a:pPr>
              <a:lnSpc>
                <a:spcPct val="300000"/>
              </a:lnSpc>
            </a:pPr>
            <a:r>
              <a:rPr lang="en-US" altLang="zh-HK" sz="1800" b="1" kern="100">
                <a:solidFill>
                  <a:srgbClr val="1F1F1F"/>
                </a:solidFill>
                <a:effectLst/>
                <a:latin typeface="Arial" panose="020B0604020202020204" pitchFamily="34" charset="0"/>
                <a:ea typeface="新細明體" panose="02020500000000000000" pitchFamily="18" charset="-120"/>
                <a:cs typeface="Times New Roman" panose="02020603050405020304" pitchFamily="18" charset="0"/>
              </a:rPr>
              <a:t>Speaker Script</a:t>
            </a:r>
            <a:endParaRPr lang="zh-TW" altLang="zh-HK" sz="1800" b="1" kern="100">
              <a:effectLst/>
              <a:latin typeface="Calibri Light" panose="020F0302020204030204" pitchFamily="34" charset="0"/>
              <a:ea typeface="新細明體" panose="02020500000000000000" pitchFamily="18" charset="-120"/>
              <a:cs typeface="Times New Roman" panose="02020603050405020304" pitchFamily="18" charset="0"/>
            </a:endParaRPr>
          </a:p>
          <a:p>
            <a:r>
              <a:rPr lang="en-US" altLang="zh-HK" sz="1200" kern="100">
                <a:solidFill>
                  <a:srgbClr val="1F1F1F"/>
                </a:solidFill>
                <a:effectLst/>
                <a:latin typeface="Arial" panose="020B0604020202020204" pitchFamily="34" charset="0"/>
                <a:ea typeface="新細明體" panose="02020500000000000000" pitchFamily="18" charset="-120"/>
                <a:cs typeface="Times New Roman" panose="02020603050405020304" pitchFamily="18" charset="0"/>
              </a:rPr>
              <a:t>"Slide 14 summarizes the core pillars required for 16+ years of survival and champion-level consistency. </a:t>
            </a:r>
            <a:endParaRPr lang="zh-TW" altLang="zh-HK" sz="1200" kern="100">
              <a:effectLst/>
              <a:latin typeface="Calibri" panose="020F0502020204030204" pitchFamily="34" charset="0"/>
              <a:ea typeface="新細明體" panose="02020500000000000000" pitchFamily="18" charset="-120"/>
              <a:cs typeface="Times New Roman" panose="02020603050405020304" pitchFamily="18" charset="0"/>
            </a:endParaRPr>
          </a:p>
          <a:p>
            <a:r>
              <a:rPr lang="en-US" altLang="zh-HK" sz="1200" kern="100">
                <a:solidFill>
                  <a:srgbClr val="1F1F1F"/>
                </a:solidFill>
                <a:effectLst/>
                <a:latin typeface="Arial" panose="020B0604020202020204" pitchFamily="34" charset="0"/>
                <a:ea typeface="新細明體" panose="02020500000000000000" pitchFamily="18" charset="-120"/>
                <a:cs typeface="Times New Roman" panose="02020603050405020304" pitchFamily="18" charset="0"/>
              </a:rPr>
              <a:t> </a:t>
            </a:r>
            <a:endParaRPr lang="zh-TW" altLang="zh-HK" sz="1200" kern="100">
              <a:effectLst/>
              <a:latin typeface="Calibri" panose="020F0502020204030204" pitchFamily="34" charset="0"/>
              <a:ea typeface="新細明體" panose="02020500000000000000" pitchFamily="18" charset="-120"/>
              <a:cs typeface="Times New Roman" panose="02020603050405020304" pitchFamily="18" charset="0"/>
            </a:endParaRPr>
          </a:p>
          <a:p>
            <a:r>
              <a:rPr lang="en-US" altLang="zh-HK" sz="1200" kern="100">
                <a:solidFill>
                  <a:srgbClr val="1F1F1F"/>
                </a:solidFill>
                <a:effectLst/>
                <a:latin typeface="Arial" panose="020B0604020202020204" pitchFamily="34" charset="0"/>
                <a:ea typeface="新細明體" panose="02020500000000000000" pitchFamily="18" charset="-120"/>
                <a:cs typeface="Times New Roman" panose="02020603050405020304" pitchFamily="18" charset="0"/>
              </a:rPr>
              <a:t>Longevity rests on three pillars anchored by one foundation: </a:t>
            </a:r>
            <a:endParaRPr lang="zh-TW" altLang="zh-HK" sz="1200" kern="100">
              <a:effectLst/>
              <a:latin typeface="Calibri" panose="020F0502020204030204" pitchFamily="34" charset="0"/>
              <a:ea typeface="新細明體" panose="02020500000000000000" pitchFamily="18" charset="-120"/>
              <a:cs typeface="Times New Roman" panose="02020603050405020304" pitchFamily="18" charset="0"/>
            </a:endParaRPr>
          </a:p>
          <a:p>
            <a:br>
              <a:rPr lang="en-US" altLang="zh-HK" sz="1200" kern="100">
                <a:solidFill>
                  <a:srgbClr val="1F1F1F"/>
                </a:solidFill>
                <a:effectLst/>
                <a:latin typeface="Arial" panose="020B0604020202020204" pitchFamily="34" charset="0"/>
                <a:ea typeface="新細明體" panose="02020500000000000000" pitchFamily="18" charset="-120"/>
                <a:cs typeface="Times New Roman" panose="02020603050405020304" pitchFamily="18" charset="0"/>
              </a:rPr>
            </a:br>
            <a:endParaRPr lang="zh-TW" altLang="zh-HK" sz="1200" kern="100">
              <a:effectLst/>
              <a:latin typeface="Calibri" panose="020F0502020204030204" pitchFamily="34" charset="0"/>
              <a:ea typeface="新細明體" panose="02020500000000000000" pitchFamily="18" charset="-120"/>
              <a:cs typeface="Times New Roman" panose="02020603050405020304" pitchFamily="18" charset="0"/>
            </a:endParaRPr>
          </a:p>
          <a:p>
            <a:pPr marL="342900" lvl="0" indent="-342900">
              <a:buFont typeface="+mj-lt"/>
              <a:buAutoNum type="arabicPeriod"/>
              <a:tabLst>
                <a:tab pos="457200" algn="l"/>
              </a:tabLst>
            </a:pPr>
            <a:r>
              <a:rPr lang="en-US" altLang="zh-HK" sz="1200" b="1" kern="100">
                <a:solidFill>
                  <a:srgbClr val="1F1F1F"/>
                </a:solidFill>
                <a:effectLst/>
                <a:latin typeface="Arial" panose="020B0604020202020204" pitchFamily="34" charset="0"/>
                <a:ea typeface="新細明體" panose="02020500000000000000" pitchFamily="18" charset="-120"/>
                <a:cs typeface="Times New Roman" panose="02020603050405020304" pitchFamily="18" charset="0"/>
              </a:rPr>
              <a:t>Radical Self-Awareness:</a:t>
            </a:r>
            <a:r>
              <a:rPr lang="en-US" altLang="zh-HK" sz="1200" kern="100">
                <a:solidFill>
                  <a:srgbClr val="1F1F1F"/>
                </a:solidFill>
                <a:effectLst/>
                <a:latin typeface="Arial" panose="020B0604020202020204" pitchFamily="34" charset="0"/>
                <a:ea typeface="新細明體" panose="02020500000000000000" pitchFamily="18" charset="-120"/>
                <a:cs typeface="Times New Roman" panose="02020603050405020304" pitchFamily="18" charset="0"/>
              </a:rPr>
              <a:t> Accepting your emotional traits and building guardrails to protect your capital. </a:t>
            </a:r>
            <a:endParaRPr lang="zh-TW" altLang="zh-HK" sz="1200" kern="100">
              <a:solidFill>
                <a:srgbClr val="1F1F1F"/>
              </a:solidFill>
              <a:effectLst/>
              <a:latin typeface="Calibri" panose="020F0502020204030204" pitchFamily="34" charset="0"/>
              <a:ea typeface="新細明體" panose="02020500000000000000" pitchFamily="18" charset="-120"/>
              <a:cs typeface="Times New Roman" panose="02020603050405020304" pitchFamily="18" charset="0"/>
            </a:endParaRPr>
          </a:p>
          <a:p>
            <a:pPr marL="457200"/>
            <a:r>
              <a:rPr lang="en-US" altLang="zh-HK" sz="1200" kern="100">
                <a:solidFill>
                  <a:srgbClr val="1F1F1F"/>
                </a:solidFill>
                <a:effectLst/>
                <a:latin typeface="Arial" panose="020B0604020202020204" pitchFamily="34" charset="0"/>
                <a:ea typeface="新細明體" panose="02020500000000000000" pitchFamily="18" charset="-120"/>
                <a:cs typeface="Times New Roman" panose="02020603050405020304" pitchFamily="18" charset="0"/>
              </a:rPr>
              <a:t> </a:t>
            </a:r>
            <a:endParaRPr lang="zh-TW" altLang="zh-HK" sz="1200" kern="100">
              <a:effectLst/>
              <a:latin typeface="Calibri" panose="020F0502020204030204" pitchFamily="34" charset="0"/>
              <a:ea typeface="新細明體" panose="02020500000000000000" pitchFamily="18" charset="-120"/>
              <a:cs typeface="Times New Roman" panose="02020603050405020304" pitchFamily="18" charset="0"/>
            </a:endParaRPr>
          </a:p>
          <a:p>
            <a:pPr marL="342900" lvl="0" indent="-342900">
              <a:buFont typeface="+mj-lt"/>
              <a:buAutoNum type="arabicPeriod" startAt="2"/>
              <a:tabLst>
                <a:tab pos="457200" algn="l"/>
              </a:tabLst>
            </a:pPr>
            <a:r>
              <a:rPr lang="en-US" altLang="zh-HK" sz="1200" b="1" kern="100">
                <a:solidFill>
                  <a:srgbClr val="1F1F1F"/>
                </a:solidFill>
                <a:effectLst/>
                <a:latin typeface="Arial" panose="020B0604020202020204" pitchFamily="34" charset="0"/>
                <a:ea typeface="新細明體" panose="02020500000000000000" pitchFamily="18" charset="-120"/>
                <a:cs typeface="Times New Roman" panose="02020603050405020304" pitchFamily="18" charset="0"/>
              </a:rPr>
              <a:t>Asymmetric Patience:</a:t>
            </a:r>
            <a:r>
              <a:rPr lang="en-US" altLang="zh-HK" sz="1200" kern="100">
                <a:solidFill>
                  <a:srgbClr val="1F1F1F"/>
                </a:solidFill>
                <a:effectLst/>
                <a:latin typeface="Arial" panose="020B0604020202020204" pitchFamily="34" charset="0"/>
                <a:ea typeface="新細明體" panose="02020500000000000000" pitchFamily="18" charset="-120"/>
                <a:cs typeface="Times New Roman" panose="02020603050405020304" pitchFamily="18" charset="0"/>
              </a:rPr>
              <a:t> Sitting quietly in cash for months until high R:R opportunities arrive. </a:t>
            </a:r>
            <a:endParaRPr lang="zh-TW" altLang="zh-HK" sz="1200" kern="100">
              <a:solidFill>
                <a:srgbClr val="1F1F1F"/>
              </a:solidFill>
              <a:effectLst/>
              <a:latin typeface="Calibri" panose="020F0502020204030204" pitchFamily="34" charset="0"/>
              <a:ea typeface="新細明體" panose="02020500000000000000" pitchFamily="18" charset="-120"/>
              <a:cs typeface="Times New Roman" panose="02020603050405020304" pitchFamily="18" charset="0"/>
            </a:endParaRPr>
          </a:p>
          <a:p>
            <a:pPr marL="457200"/>
            <a:r>
              <a:rPr lang="en-US" altLang="zh-HK" sz="1200" kern="100">
                <a:solidFill>
                  <a:srgbClr val="1F1F1F"/>
                </a:solidFill>
                <a:effectLst/>
                <a:latin typeface="Arial" panose="020B0604020202020204" pitchFamily="34" charset="0"/>
                <a:ea typeface="新細明體" panose="02020500000000000000" pitchFamily="18" charset="-120"/>
                <a:cs typeface="Times New Roman" panose="02020603050405020304" pitchFamily="18" charset="0"/>
              </a:rPr>
              <a:t> </a:t>
            </a:r>
            <a:endParaRPr lang="zh-TW" altLang="zh-HK" sz="1200" kern="100">
              <a:effectLst/>
              <a:latin typeface="Calibri" panose="020F0502020204030204" pitchFamily="34" charset="0"/>
              <a:ea typeface="新細明體" panose="02020500000000000000" pitchFamily="18" charset="-120"/>
              <a:cs typeface="Times New Roman" panose="02020603050405020304" pitchFamily="18" charset="0"/>
            </a:endParaRPr>
          </a:p>
          <a:p>
            <a:pPr marL="342900" lvl="0" indent="-342900">
              <a:buFont typeface="+mj-lt"/>
              <a:buAutoNum type="arabicPeriod" startAt="3"/>
              <a:tabLst>
                <a:tab pos="457200" algn="l"/>
              </a:tabLst>
            </a:pPr>
            <a:r>
              <a:rPr lang="en-US" altLang="zh-HK" sz="1200" b="1" kern="100">
                <a:solidFill>
                  <a:srgbClr val="1F1F1F"/>
                </a:solidFill>
                <a:effectLst/>
                <a:latin typeface="Arial" panose="020B0604020202020204" pitchFamily="34" charset="0"/>
                <a:ea typeface="新細明體" panose="02020500000000000000" pitchFamily="18" charset="-120"/>
                <a:cs typeface="Times New Roman" panose="02020603050405020304" pitchFamily="18" charset="0"/>
              </a:rPr>
              <a:t>Absolute Openness:</a:t>
            </a:r>
            <a:r>
              <a:rPr lang="en-US" altLang="zh-HK" sz="1200" kern="100">
                <a:solidFill>
                  <a:srgbClr val="1F1F1F"/>
                </a:solidFill>
                <a:effectLst/>
                <a:latin typeface="Arial" panose="020B0604020202020204" pitchFamily="34" charset="0"/>
                <a:ea typeface="新細明體" panose="02020500000000000000" pitchFamily="18" charset="-120"/>
                <a:cs typeface="Times New Roman" panose="02020603050405020304" pitchFamily="18" charset="0"/>
              </a:rPr>
              <a:t> Willingness to upgrade your methods—moving from day trading to thematic position trading, or adopting AI workflows when technology shifts. </a:t>
            </a:r>
            <a:endParaRPr lang="zh-TW" altLang="zh-HK" sz="1200" kern="100">
              <a:solidFill>
                <a:srgbClr val="1F1F1F"/>
              </a:solidFill>
              <a:effectLst/>
              <a:latin typeface="Calibri" panose="020F0502020204030204" pitchFamily="34" charset="0"/>
              <a:ea typeface="新細明體" panose="02020500000000000000" pitchFamily="18" charset="-120"/>
              <a:cs typeface="Times New Roman" panose="02020603050405020304" pitchFamily="18" charset="0"/>
            </a:endParaRPr>
          </a:p>
          <a:p>
            <a:pPr marL="457200"/>
            <a:r>
              <a:rPr lang="en-US" altLang="zh-HK" sz="1200" kern="100">
                <a:solidFill>
                  <a:srgbClr val="1F1F1F"/>
                </a:solidFill>
                <a:effectLst/>
                <a:latin typeface="Arial" panose="020B0604020202020204" pitchFamily="34" charset="0"/>
                <a:ea typeface="新細明體" panose="02020500000000000000" pitchFamily="18" charset="-120"/>
                <a:cs typeface="Times New Roman" panose="02020603050405020304" pitchFamily="18" charset="0"/>
              </a:rPr>
              <a:t> </a:t>
            </a:r>
            <a:endParaRPr lang="zh-TW" altLang="zh-HK" sz="1200" kern="100">
              <a:effectLst/>
              <a:latin typeface="Calibri" panose="020F0502020204030204" pitchFamily="34" charset="0"/>
              <a:ea typeface="新細明體" panose="02020500000000000000" pitchFamily="18" charset="-120"/>
              <a:cs typeface="Times New Roman" panose="02020603050405020304" pitchFamily="18" charset="0"/>
            </a:endParaRPr>
          </a:p>
          <a:p>
            <a:r>
              <a:rPr lang="en-US" altLang="zh-HK" sz="1200" kern="100">
                <a:solidFill>
                  <a:srgbClr val="1F1F1F"/>
                </a:solidFill>
                <a:effectLst/>
                <a:latin typeface="Arial" panose="020B0604020202020204" pitchFamily="34" charset="0"/>
                <a:ea typeface="新細明體" panose="02020500000000000000" pitchFamily="18" charset="-120"/>
                <a:cs typeface="Times New Roman" panose="02020603050405020304" pitchFamily="18" charset="0"/>
              </a:rPr>
              <a:t>Supporting all of this is </a:t>
            </a:r>
            <a:r>
              <a:rPr lang="en-US" altLang="zh-HK" sz="1200" b="1" kern="100">
                <a:solidFill>
                  <a:srgbClr val="1F1F1F"/>
                </a:solidFill>
                <a:effectLst/>
                <a:latin typeface="Arial" panose="020B0604020202020204" pitchFamily="34" charset="0"/>
                <a:ea typeface="新細明體" panose="02020500000000000000" pitchFamily="18" charset="-120"/>
                <a:cs typeface="Times New Roman" panose="02020603050405020304" pitchFamily="18" charset="0"/>
              </a:rPr>
              <a:t>Deep Passion</a:t>
            </a:r>
            <a:r>
              <a:rPr lang="en-US" altLang="zh-HK" sz="1200" kern="100">
                <a:solidFill>
                  <a:srgbClr val="1F1F1F"/>
                </a:solidFill>
                <a:effectLst/>
                <a:latin typeface="Arial" panose="020B0604020202020204" pitchFamily="34" charset="0"/>
                <a:ea typeface="新細明體" panose="02020500000000000000" pitchFamily="18" charset="-120"/>
                <a:cs typeface="Times New Roman" panose="02020603050405020304" pitchFamily="18" charset="0"/>
              </a:rPr>
              <a:t>. As Jay emphasizes in his closing thoughts, trading will bring brutal drawdowns and frustrating dry spells. Capital alone won't keep you grinding through off-hours research; only a genuine passion for the market will sustain you across decades." </a:t>
            </a:r>
            <a:endParaRPr lang="zh-TW" altLang="zh-HK" sz="1200" kern="100">
              <a:effectLst/>
              <a:latin typeface="Calibri" panose="020F0502020204030204" pitchFamily="34" charset="0"/>
              <a:ea typeface="新細明體" panose="02020500000000000000" pitchFamily="18" charset="-120"/>
              <a:cs typeface="Times New Roman" panose="02020603050405020304" pitchFamily="18" charset="0"/>
            </a:endParaRPr>
          </a:p>
          <a:p>
            <a:r>
              <a:rPr lang="en-US" altLang="zh-HK" sz="1200" kern="100">
                <a:solidFill>
                  <a:srgbClr val="1F1F1F"/>
                </a:solidFill>
                <a:effectLst/>
                <a:latin typeface="Arial" panose="020B0604020202020204" pitchFamily="34" charset="0"/>
                <a:ea typeface="新細明體" panose="02020500000000000000" pitchFamily="18" charset="-120"/>
                <a:cs typeface="Times New Roman" panose="02020603050405020304" pitchFamily="18" charset="0"/>
              </a:rPr>
              <a:t> </a:t>
            </a:r>
            <a:endParaRPr lang="zh-TW" altLang="zh-HK" sz="1200" kern="100">
              <a:effectLst/>
              <a:latin typeface="Calibri" panose="020F0502020204030204" pitchFamily="34" charset="0"/>
              <a:ea typeface="新細明體" panose="02020500000000000000" pitchFamily="18" charset="-120"/>
              <a:cs typeface="Times New Roman" panose="02020603050405020304" pitchFamily="18" charset="0"/>
            </a:endParaRPr>
          </a:p>
        </p:txBody>
      </p:sp>
      <p:sp>
        <p:nvSpPr>
          <p:cNvPr id="4" name="投影片編號版面配置區 3"/>
          <p:cNvSpPr>
            <a:spLocks noGrp="1"/>
          </p:cNvSpPr>
          <p:nvPr>
            <p:ph type="sldNum" idx="36"/>
          </p:nvPr>
        </p:nvSpPr>
        <p:spPr/>
        <p:txBody>
          <a:bodyPr/>
          <a:lstStyle/>
          <a:p>
            <a:pPr indent="0" algn="r">
              <a:buNone/>
            </a:pPr>
            <a:fld id="{822D1EAF-E52E-475F-9EA3-ADE268F2DE0E}" type="slidenum">
              <a:rPr lang="en-US" sz="1400" b="0" u="none" strike="noStrike" smtClean="0">
                <a:solidFill>
                  <a:srgbClr val="000000"/>
                </a:solidFill>
                <a:effectLst/>
                <a:uFillTx/>
                <a:latin typeface="Times New Roman"/>
              </a:rPr>
              <a:t>14</a:t>
            </a:fld>
            <a:endParaRPr lang="en-US" sz="1400" b="0" u="none" strike="noStrike">
              <a:solidFill>
                <a:srgbClr val="000000"/>
              </a:solidFill>
              <a:effectLst/>
              <a:uFillTx/>
              <a:latin typeface="Times New Roman"/>
            </a:endParaRPr>
          </a:p>
        </p:txBody>
      </p:sp>
    </p:spTree>
    <p:extLst>
      <p:ext uri="{BB962C8B-B14F-4D97-AF65-F5344CB8AC3E}">
        <p14:creationId xmlns:p14="http://schemas.microsoft.com/office/powerpoint/2010/main" val="13499978"/>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投影片影像版面配置區 1"/>
          <p:cNvSpPr>
            <a:spLocks noGrp="1" noRot="1" noChangeAspect="1"/>
          </p:cNvSpPr>
          <p:nvPr>
            <p:ph type="sldImg"/>
          </p:nvPr>
        </p:nvSpPr>
        <p:spPr>
          <a:xfrm>
            <a:off x="0" y="812800"/>
            <a:ext cx="0" cy="0"/>
          </a:xfrm>
        </p:spPr>
      </p:sp>
      <p:sp>
        <p:nvSpPr>
          <p:cNvPr id="3" name="備忘稿版面配置區 2"/>
          <p:cNvSpPr>
            <a:spLocks noGrp="1"/>
          </p:cNvSpPr>
          <p:nvPr>
            <p:ph type="body" idx="1"/>
          </p:nvPr>
        </p:nvSpPr>
        <p:spPr/>
        <p:txBody>
          <a:bodyPr/>
          <a:lstStyle/>
          <a:p>
            <a:pPr marL="342900" lvl="0" indent="-342900">
              <a:buSzPts val="1000"/>
              <a:buFont typeface="Symbol" panose="05050102010706020507" pitchFamily="18" charset="2"/>
              <a:buChar char=""/>
              <a:tabLst>
                <a:tab pos="457200" algn="l"/>
              </a:tabLst>
            </a:pPr>
            <a:r>
              <a:rPr lang="en-US" altLang="zh-HK" sz="1200" b="1" kern="100">
                <a:solidFill>
                  <a:srgbClr val="1F1F1F"/>
                </a:solidFill>
                <a:effectLst/>
                <a:latin typeface="Arial" panose="020B0604020202020204" pitchFamily="34" charset="0"/>
                <a:ea typeface="新細明體" panose="02020500000000000000" pitchFamily="18" charset="-120"/>
                <a:cs typeface="Times New Roman" panose="02020603050405020304" pitchFamily="18" charset="0"/>
              </a:rPr>
              <a:t>Target Delivery Time:</a:t>
            </a:r>
            <a:r>
              <a:rPr lang="en-US" altLang="zh-HK" sz="1200" kern="100">
                <a:solidFill>
                  <a:srgbClr val="1F1F1F"/>
                </a:solidFill>
                <a:effectLst/>
                <a:latin typeface="Arial" panose="020B0604020202020204" pitchFamily="34" charset="0"/>
                <a:ea typeface="新細明體" panose="02020500000000000000" pitchFamily="18" charset="-120"/>
                <a:cs typeface="Times New Roman" panose="02020603050405020304" pitchFamily="18" charset="0"/>
              </a:rPr>
              <a:t> 3:00 – 4:30 minutes</a:t>
            </a:r>
            <a:endParaRPr lang="zh-TW" altLang="zh-HK" sz="1200" kern="100">
              <a:solidFill>
                <a:srgbClr val="1F1F1F"/>
              </a:solidFill>
              <a:effectLst/>
              <a:latin typeface="Calibri" panose="020F0502020204030204" pitchFamily="34" charset="0"/>
              <a:ea typeface="新細明體" panose="02020500000000000000" pitchFamily="18" charset="-120"/>
              <a:cs typeface="Times New Roman" panose="02020603050405020304" pitchFamily="18" charset="0"/>
            </a:endParaRPr>
          </a:p>
          <a:p>
            <a:pPr marL="457200"/>
            <a:r>
              <a:rPr lang="en-US" altLang="zh-HK" sz="1200" kern="100">
                <a:solidFill>
                  <a:srgbClr val="1F1F1F"/>
                </a:solidFill>
                <a:effectLst/>
                <a:latin typeface="Arial" panose="020B0604020202020204" pitchFamily="34" charset="0"/>
                <a:ea typeface="新細明體" panose="02020500000000000000" pitchFamily="18" charset="-120"/>
                <a:cs typeface="Times New Roman" panose="02020603050405020304" pitchFamily="18" charset="0"/>
              </a:rPr>
              <a:t> </a:t>
            </a:r>
            <a:endParaRPr lang="zh-TW" altLang="zh-HK" sz="1200" kern="100">
              <a:effectLst/>
              <a:latin typeface="Calibri" panose="020F0502020204030204" pitchFamily="34" charset="0"/>
              <a:ea typeface="新細明體" panose="02020500000000000000" pitchFamily="18" charset="-120"/>
              <a:cs typeface="Times New Roman" panose="02020603050405020304" pitchFamily="18" charset="0"/>
            </a:endParaRPr>
          </a:p>
          <a:p>
            <a:pPr marL="457200"/>
            <a:r>
              <a:rPr lang="en-US" altLang="zh-HK" sz="1200" kern="100">
                <a:solidFill>
                  <a:srgbClr val="1F1F1F"/>
                </a:solidFill>
                <a:effectLst/>
                <a:latin typeface="Arial" panose="020B0604020202020204" pitchFamily="34" charset="0"/>
                <a:ea typeface="新細明體" panose="02020500000000000000" pitchFamily="18" charset="-120"/>
                <a:cs typeface="Times New Roman" panose="02020603050405020304" pitchFamily="18" charset="0"/>
              </a:rPr>
              <a:t> </a:t>
            </a:r>
            <a:endParaRPr lang="zh-TW" altLang="zh-HK" sz="1200" kern="100">
              <a:effectLst/>
              <a:latin typeface="Calibri" panose="020F0502020204030204" pitchFamily="34" charset="0"/>
              <a:ea typeface="新細明體" panose="02020500000000000000" pitchFamily="18" charset="-120"/>
              <a:cs typeface="Times New Roman" panose="02020603050405020304" pitchFamily="18" charset="0"/>
            </a:endParaRPr>
          </a:p>
          <a:p>
            <a:pPr>
              <a:lnSpc>
                <a:spcPct val="300000"/>
              </a:lnSpc>
            </a:pPr>
            <a:r>
              <a:rPr lang="en-US" altLang="zh-HK" sz="1800" b="1" kern="100">
                <a:solidFill>
                  <a:srgbClr val="1F1F1F"/>
                </a:solidFill>
                <a:effectLst/>
                <a:latin typeface="Arial" panose="020B0604020202020204" pitchFamily="34" charset="0"/>
                <a:ea typeface="新細明體" panose="02020500000000000000" pitchFamily="18" charset="-120"/>
                <a:cs typeface="Times New Roman" panose="02020603050405020304" pitchFamily="18" charset="0"/>
              </a:rPr>
              <a:t>Key Talking Points &amp; Concepts</a:t>
            </a:r>
            <a:endParaRPr lang="zh-TW" altLang="zh-HK" sz="1800" b="1" kern="100">
              <a:effectLst/>
              <a:latin typeface="Calibri Light" panose="020F0302020204030204" pitchFamily="34" charset="0"/>
              <a:ea typeface="新細明體" panose="02020500000000000000" pitchFamily="18" charset="-120"/>
              <a:cs typeface="Times New Roman" panose="02020603050405020304" pitchFamily="18" charset="0"/>
            </a:endParaRPr>
          </a:p>
          <a:p>
            <a:pPr marL="342900" lvl="0" indent="-342900">
              <a:buSzPts val="1000"/>
              <a:buFont typeface="Symbol" panose="05050102010706020507" pitchFamily="18" charset="2"/>
              <a:buChar char=""/>
              <a:tabLst>
                <a:tab pos="457200" algn="l"/>
              </a:tabLst>
            </a:pPr>
            <a:r>
              <a:rPr lang="en-US" altLang="zh-HK" sz="1200" b="1" kern="100">
                <a:solidFill>
                  <a:srgbClr val="1F1F1F"/>
                </a:solidFill>
                <a:effectLst/>
                <a:latin typeface="Arial" panose="020B0604020202020204" pitchFamily="34" charset="0"/>
                <a:ea typeface="新細明體" panose="02020500000000000000" pitchFamily="18" charset="-120"/>
                <a:cs typeface="Times New Roman" panose="02020603050405020304" pitchFamily="18" charset="0"/>
              </a:rPr>
              <a:t>The Core Thesis Quote:</a:t>
            </a:r>
            <a:r>
              <a:rPr lang="en-US" altLang="zh-HK" sz="1200" kern="100">
                <a:solidFill>
                  <a:srgbClr val="1F1F1F"/>
                </a:solidFill>
                <a:effectLst/>
                <a:latin typeface="Arial" panose="020B0604020202020204" pitchFamily="34" charset="0"/>
                <a:ea typeface="新細明體" panose="02020500000000000000" pitchFamily="18" charset="-120"/>
                <a:cs typeface="Times New Roman" panose="02020603050405020304" pitchFamily="18" charset="0"/>
              </a:rPr>
              <a:t> </a:t>
            </a:r>
            <a:r>
              <a:rPr lang="en-US" altLang="zh-HK" sz="1200" i="1" kern="100">
                <a:solidFill>
                  <a:srgbClr val="1F1F1F"/>
                </a:solidFill>
                <a:effectLst/>
                <a:latin typeface="Arial" panose="020B0604020202020204" pitchFamily="34" charset="0"/>
                <a:ea typeface="新細明體" panose="02020500000000000000" pitchFamily="18" charset="-120"/>
                <a:cs typeface="Times New Roman" panose="02020603050405020304" pitchFamily="18" charset="0"/>
              </a:rPr>
              <a:t>"The market will always outlast your capital unless your system outlasts your emotions."</a:t>
            </a:r>
            <a:r>
              <a:rPr lang="en-US" altLang="zh-HK" sz="1200" kern="100">
                <a:solidFill>
                  <a:srgbClr val="1F1F1F"/>
                </a:solidFill>
                <a:effectLst/>
                <a:latin typeface="Arial" panose="020B0604020202020204" pitchFamily="34" charset="0"/>
                <a:ea typeface="新細明體" panose="02020500000000000000" pitchFamily="18" charset="-120"/>
                <a:cs typeface="Times New Roman" panose="02020603050405020304" pitchFamily="18" charset="0"/>
              </a:rPr>
              <a:t> </a:t>
            </a:r>
            <a:endParaRPr lang="zh-TW" altLang="zh-HK" sz="1200" kern="100">
              <a:solidFill>
                <a:srgbClr val="1F1F1F"/>
              </a:solidFill>
              <a:effectLst/>
              <a:latin typeface="Calibri" panose="020F0502020204030204" pitchFamily="34" charset="0"/>
              <a:ea typeface="新細明體" panose="02020500000000000000" pitchFamily="18" charset="-120"/>
              <a:cs typeface="Times New Roman" panose="02020603050405020304" pitchFamily="18" charset="0"/>
            </a:endParaRPr>
          </a:p>
          <a:p>
            <a:pPr marL="457200"/>
            <a:r>
              <a:rPr lang="en-US" altLang="zh-HK" sz="1200" kern="100">
                <a:solidFill>
                  <a:srgbClr val="1F1F1F"/>
                </a:solidFill>
                <a:effectLst/>
                <a:latin typeface="Arial" panose="020B0604020202020204" pitchFamily="34" charset="0"/>
                <a:ea typeface="新細明體" panose="02020500000000000000" pitchFamily="18" charset="-120"/>
                <a:cs typeface="Times New Roman" panose="02020603050405020304" pitchFamily="18" charset="0"/>
              </a:rPr>
              <a:t> </a:t>
            </a:r>
            <a:endParaRPr lang="zh-TW" altLang="zh-HK" sz="1200" kern="100">
              <a:effectLst/>
              <a:latin typeface="Calibri" panose="020F0502020204030204" pitchFamily="34" charset="0"/>
              <a:ea typeface="新細明體" panose="02020500000000000000" pitchFamily="18" charset="-120"/>
              <a:cs typeface="Times New Roman" panose="02020603050405020304" pitchFamily="18" charset="0"/>
            </a:endParaRPr>
          </a:p>
          <a:p>
            <a:pPr marL="342900" lvl="0" indent="-342900">
              <a:buSzPts val="1000"/>
              <a:buFont typeface="Symbol" panose="05050102010706020507" pitchFamily="18" charset="2"/>
              <a:buChar char=""/>
              <a:tabLst>
                <a:tab pos="457200" algn="l"/>
              </a:tabLst>
            </a:pPr>
            <a:r>
              <a:rPr lang="en-US" altLang="zh-HK" sz="1200" b="1" kern="100">
                <a:solidFill>
                  <a:srgbClr val="1F1F1F"/>
                </a:solidFill>
                <a:effectLst/>
                <a:latin typeface="Arial" panose="020B0604020202020204" pitchFamily="34" charset="0"/>
                <a:ea typeface="新細明體" panose="02020500000000000000" pitchFamily="18" charset="-120"/>
                <a:cs typeface="Times New Roman" panose="02020603050405020304" pitchFamily="18" charset="0"/>
              </a:rPr>
              <a:t>Systemic Insulation:</a:t>
            </a:r>
            <a:r>
              <a:rPr lang="en-US" altLang="zh-HK" sz="1200" kern="100">
                <a:solidFill>
                  <a:srgbClr val="1F1F1F"/>
                </a:solidFill>
                <a:effectLst/>
                <a:latin typeface="Arial" panose="020B0604020202020204" pitchFamily="34" charset="0"/>
                <a:ea typeface="新細明體" panose="02020500000000000000" pitchFamily="18" charset="-120"/>
                <a:cs typeface="Times New Roman" panose="02020603050405020304" pitchFamily="18" charset="0"/>
              </a:rPr>
              <a:t> Mastery is not about human perfection; it is about building mathematical and rule-based guardrails. </a:t>
            </a:r>
            <a:endParaRPr lang="zh-TW" altLang="zh-HK" sz="1200" kern="100">
              <a:solidFill>
                <a:srgbClr val="1F1F1F"/>
              </a:solidFill>
              <a:effectLst/>
              <a:latin typeface="Calibri" panose="020F0502020204030204" pitchFamily="34" charset="0"/>
              <a:ea typeface="新細明體" panose="02020500000000000000" pitchFamily="18" charset="-120"/>
              <a:cs typeface="Times New Roman" panose="02020603050405020304" pitchFamily="18" charset="0"/>
            </a:endParaRPr>
          </a:p>
          <a:p>
            <a:pPr marL="457200"/>
            <a:r>
              <a:rPr lang="en-US" altLang="zh-HK" sz="1200" kern="100">
                <a:solidFill>
                  <a:srgbClr val="1F1F1F"/>
                </a:solidFill>
                <a:effectLst/>
                <a:latin typeface="Arial" panose="020B0604020202020204" pitchFamily="34" charset="0"/>
                <a:ea typeface="新細明體" panose="02020500000000000000" pitchFamily="18" charset="-120"/>
                <a:cs typeface="Times New Roman" panose="02020603050405020304" pitchFamily="18" charset="0"/>
              </a:rPr>
              <a:t> </a:t>
            </a:r>
            <a:endParaRPr lang="zh-TW" altLang="zh-HK" sz="1200" kern="100">
              <a:effectLst/>
              <a:latin typeface="Calibri" panose="020F0502020204030204" pitchFamily="34" charset="0"/>
              <a:ea typeface="新細明體" panose="02020500000000000000" pitchFamily="18" charset="-120"/>
              <a:cs typeface="Times New Roman" panose="02020603050405020304" pitchFamily="18" charset="0"/>
            </a:endParaRPr>
          </a:p>
          <a:p>
            <a:pPr marL="342900" lvl="0" indent="-342900">
              <a:buSzPts val="1000"/>
              <a:buFont typeface="Symbol" panose="05050102010706020507" pitchFamily="18" charset="2"/>
              <a:buChar char=""/>
              <a:tabLst>
                <a:tab pos="457200" algn="l"/>
              </a:tabLst>
            </a:pPr>
            <a:r>
              <a:rPr lang="en-US" altLang="zh-HK" sz="1200" b="1" kern="100">
                <a:solidFill>
                  <a:srgbClr val="1F1F1F"/>
                </a:solidFill>
                <a:effectLst/>
                <a:latin typeface="Arial" panose="020B0604020202020204" pitchFamily="34" charset="0"/>
                <a:ea typeface="新細明體" panose="02020500000000000000" pitchFamily="18" charset="-120"/>
                <a:cs typeface="Times New Roman" panose="02020603050405020304" pitchFamily="18" charset="0"/>
              </a:rPr>
              <a:t>Process vs. Outcome:</a:t>
            </a:r>
            <a:r>
              <a:rPr lang="en-US" altLang="zh-HK" sz="1200" kern="100">
                <a:solidFill>
                  <a:srgbClr val="1F1F1F"/>
                </a:solidFill>
                <a:effectLst/>
                <a:latin typeface="Arial" panose="020B0604020202020204" pitchFamily="34" charset="0"/>
                <a:ea typeface="新細明體" panose="02020500000000000000" pitchFamily="18" charset="-120"/>
                <a:cs typeface="Times New Roman" panose="02020603050405020304" pitchFamily="18" charset="0"/>
              </a:rPr>
              <a:t> Focus on flawless system execution rather than short-term trade outcomes. </a:t>
            </a:r>
            <a:endParaRPr lang="zh-TW" altLang="zh-HK" sz="1200" kern="100">
              <a:solidFill>
                <a:srgbClr val="1F1F1F"/>
              </a:solidFill>
              <a:effectLst/>
              <a:latin typeface="Calibri" panose="020F0502020204030204" pitchFamily="34" charset="0"/>
              <a:ea typeface="新細明體" panose="02020500000000000000" pitchFamily="18" charset="-120"/>
              <a:cs typeface="Times New Roman" panose="02020603050405020304" pitchFamily="18" charset="0"/>
            </a:endParaRPr>
          </a:p>
          <a:p>
            <a:pPr marL="457200"/>
            <a:r>
              <a:rPr lang="en-US" altLang="zh-HK" sz="1200" kern="100">
                <a:solidFill>
                  <a:srgbClr val="1F1F1F"/>
                </a:solidFill>
                <a:effectLst/>
                <a:latin typeface="Arial" panose="020B0604020202020204" pitchFamily="34" charset="0"/>
                <a:ea typeface="新細明體" panose="02020500000000000000" pitchFamily="18" charset="-120"/>
                <a:cs typeface="Times New Roman" panose="02020603050405020304" pitchFamily="18" charset="0"/>
              </a:rPr>
              <a:t> </a:t>
            </a:r>
            <a:endParaRPr lang="zh-TW" altLang="zh-HK" sz="1200" kern="100">
              <a:effectLst/>
              <a:latin typeface="Calibri" panose="020F0502020204030204" pitchFamily="34" charset="0"/>
              <a:ea typeface="新細明體" panose="02020500000000000000" pitchFamily="18" charset="-120"/>
              <a:cs typeface="Times New Roman" panose="02020603050405020304" pitchFamily="18" charset="0"/>
            </a:endParaRPr>
          </a:p>
          <a:p>
            <a:pPr>
              <a:lnSpc>
                <a:spcPct val="300000"/>
              </a:lnSpc>
            </a:pPr>
            <a:r>
              <a:rPr lang="en-US" altLang="zh-HK" sz="1800" b="1" kern="100">
                <a:solidFill>
                  <a:srgbClr val="1F1F1F"/>
                </a:solidFill>
                <a:effectLst/>
                <a:latin typeface="Arial" panose="020B0604020202020204" pitchFamily="34" charset="0"/>
                <a:ea typeface="新細明體" panose="02020500000000000000" pitchFamily="18" charset="-120"/>
                <a:cs typeface="Times New Roman" panose="02020603050405020304" pitchFamily="18" charset="0"/>
              </a:rPr>
              <a:t>Speaker Script</a:t>
            </a:r>
            <a:endParaRPr lang="zh-TW" altLang="zh-HK" sz="1800" b="1" kern="100">
              <a:effectLst/>
              <a:latin typeface="Calibri Light" panose="020F0302020204030204" pitchFamily="34" charset="0"/>
              <a:ea typeface="新細明體" panose="02020500000000000000" pitchFamily="18" charset="-120"/>
              <a:cs typeface="Times New Roman" panose="02020603050405020304" pitchFamily="18" charset="0"/>
            </a:endParaRPr>
          </a:p>
          <a:p>
            <a:r>
              <a:rPr lang="en-US" altLang="zh-HK" sz="1200" kern="100">
                <a:solidFill>
                  <a:srgbClr val="1F1F1F"/>
                </a:solidFill>
                <a:effectLst/>
                <a:latin typeface="Arial" panose="020B0604020202020204" pitchFamily="34" charset="0"/>
                <a:ea typeface="新細明體" panose="02020500000000000000" pitchFamily="18" charset="-120"/>
                <a:cs typeface="Times New Roman" panose="02020603050405020304" pitchFamily="18" charset="0"/>
              </a:rPr>
              <a:t>"We conclude with Jay Law’s defining quote on market mastery: </a:t>
            </a:r>
            <a:r>
              <a:rPr lang="en-US" altLang="zh-HK" sz="1200" i="1" kern="100">
                <a:solidFill>
                  <a:srgbClr val="1F1F1F"/>
                </a:solidFill>
                <a:effectLst/>
                <a:latin typeface="Arial" panose="020B0604020202020204" pitchFamily="34" charset="0"/>
                <a:ea typeface="新細明體" panose="02020500000000000000" pitchFamily="18" charset="-120"/>
                <a:cs typeface="Times New Roman" panose="02020603050405020304" pitchFamily="18" charset="0"/>
              </a:rPr>
              <a:t>'The market will always outlast your capital unless your system outlasts your emotions.'</a:t>
            </a:r>
            <a:r>
              <a:rPr lang="en-US" altLang="zh-HK" sz="1200" kern="100">
                <a:solidFill>
                  <a:srgbClr val="1F1F1F"/>
                </a:solidFill>
                <a:effectLst/>
                <a:latin typeface="Arial" panose="020B0604020202020204" pitchFamily="34" charset="0"/>
                <a:ea typeface="新細明體" panose="02020500000000000000" pitchFamily="18" charset="-120"/>
                <a:cs typeface="Times New Roman" panose="02020603050405020304" pitchFamily="18" charset="0"/>
              </a:rPr>
              <a:t> </a:t>
            </a:r>
            <a:endParaRPr lang="zh-TW" altLang="zh-HK" sz="1200" kern="100">
              <a:effectLst/>
              <a:latin typeface="Calibri" panose="020F0502020204030204" pitchFamily="34" charset="0"/>
              <a:ea typeface="新細明體" panose="02020500000000000000" pitchFamily="18" charset="-120"/>
              <a:cs typeface="Times New Roman" panose="02020603050405020304" pitchFamily="18" charset="0"/>
            </a:endParaRPr>
          </a:p>
          <a:p>
            <a:r>
              <a:rPr lang="en-US" altLang="zh-HK" sz="1200" kern="100">
                <a:solidFill>
                  <a:srgbClr val="1F1F1F"/>
                </a:solidFill>
                <a:effectLst/>
                <a:latin typeface="Arial" panose="020B0604020202020204" pitchFamily="34" charset="0"/>
                <a:ea typeface="新細明體" panose="02020500000000000000" pitchFamily="18" charset="-120"/>
                <a:cs typeface="Times New Roman" panose="02020603050405020304" pitchFamily="18" charset="0"/>
              </a:rPr>
              <a:t> </a:t>
            </a:r>
            <a:endParaRPr lang="zh-TW" altLang="zh-HK" sz="1200" kern="100">
              <a:effectLst/>
              <a:latin typeface="Calibri" panose="020F0502020204030204" pitchFamily="34" charset="0"/>
              <a:ea typeface="新細明體" panose="02020500000000000000" pitchFamily="18" charset="-120"/>
              <a:cs typeface="Times New Roman" panose="02020603050405020304" pitchFamily="18" charset="0"/>
            </a:endParaRPr>
          </a:p>
          <a:p>
            <a:r>
              <a:rPr lang="en-US" altLang="zh-HK" sz="1200" kern="100">
                <a:solidFill>
                  <a:srgbClr val="1F1F1F"/>
                </a:solidFill>
                <a:effectLst/>
                <a:latin typeface="Arial" panose="020B0604020202020204" pitchFamily="34" charset="0"/>
                <a:ea typeface="新細明體" panose="02020500000000000000" pitchFamily="18" charset="-120"/>
                <a:cs typeface="Times New Roman" panose="02020603050405020304" pitchFamily="18" charset="0"/>
              </a:rPr>
              <a:t>Financial markets are designed to exploit human impatience, greed, and fear. If you rely on willpower, discipline alone will eventually break during a drawdown. </a:t>
            </a:r>
            <a:endParaRPr lang="zh-TW" altLang="zh-HK" sz="1200" kern="100">
              <a:effectLst/>
              <a:latin typeface="Calibri" panose="020F0502020204030204" pitchFamily="34" charset="0"/>
              <a:ea typeface="新細明體" panose="02020500000000000000" pitchFamily="18" charset="-120"/>
              <a:cs typeface="Times New Roman" panose="02020603050405020304" pitchFamily="18" charset="0"/>
            </a:endParaRPr>
          </a:p>
          <a:p>
            <a:r>
              <a:rPr lang="en-US" altLang="zh-HK" sz="1200" kern="100">
                <a:solidFill>
                  <a:srgbClr val="1F1F1F"/>
                </a:solidFill>
                <a:effectLst/>
                <a:latin typeface="Arial" panose="020B0604020202020204" pitchFamily="34" charset="0"/>
                <a:ea typeface="新細明體" panose="02020500000000000000" pitchFamily="18" charset="-120"/>
                <a:cs typeface="Times New Roman" panose="02020603050405020304" pitchFamily="18" charset="0"/>
              </a:rPr>
              <a:t> </a:t>
            </a:r>
            <a:endParaRPr lang="zh-TW" altLang="zh-HK" sz="1200" kern="100">
              <a:effectLst/>
              <a:latin typeface="Calibri" panose="020F0502020204030204" pitchFamily="34" charset="0"/>
              <a:ea typeface="新細明體" panose="02020500000000000000" pitchFamily="18" charset="-120"/>
              <a:cs typeface="Times New Roman" panose="02020603050405020304" pitchFamily="18" charset="0"/>
            </a:endParaRPr>
          </a:p>
          <a:p>
            <a:r>
              <a:rPr lang="en-US" altLang="zh-HK" sz="1200" kern="100">
                <a:solidFill>
                  <a:srgbClr val="1F1F1F"/>
                </a:solidFill>
                <a:effectLst/>
                <a:latin typeface="Arial" panose="020B0604020202020204" pitchFamily="34" charset="0"/>
                <a:ea typeface="新細明體" panose="02020500000000000000" pitchFamily="18" charset="-120"/>
                <a:cs typeface="Times New Roman" panose="02020603050405020304" pitchFamily="18" charset="0"/>
              </a:rPr>
              <a:t>True mastery is not about achieving flawless human execution. It is about designing mathematical risk sizing, cash buffer rules, and AI cross-examination workflows that make human error irrelevant. Protect your downside, respect market themes, and let the math of asymmetry do the heavy lifting." </a:t>
            </a:r>
            <a:endParaRPr lang="zh-TW" altLang="zh-HK" sz="1200" kern="100">
              <a:effectLst/>
              <a:latin typeface="Calibri" panose="020F0502020204030204" pitchFamily="34" charset="0"/>
              <a:ea typeface="新細明體" panose="02020500000000000000" pitchFamily="18" charset="-120"/>
              <a:cs typeface="Times New Roman" panose="02020603050405020304" pitchFamily="18" charset="0"/>
            </a:endParaRPr>
          </a:p>
          <a:p>
            <a:r>
              <a:rPr lang="en-US" altLang="zh-HK" sz="1200" kern="100">
                <a:solidFill>
                  <a:srgbClr val="1F1F1F"/>
                </a:solidFill>
                <a:effectLst/>
                <a:latin typeface="Arial" panose="020B0604020202020204" pitchFamily="34" charset="0"/>
                <a:ea typeface="新細明體" panose="02020500000000000000" pitchFamily="18" charset="-120"/>
                <a:cs typeface="Times New Roman" panose="02020603050405020304" pitchFamily="18" charset="0"/>
              </a:rPr>
              <a:t> </a:t>
            </a:r>
            <a:endParaRPr lang="zh-TW" altLang="zh-HK" sz="1200" kern="100">
              <a:effectLst/>
              <a:latin typeface="Calibri" panose="020F0502020204030204" pitchFamily="34" charset="0"/>
              <a:ea typeface="新細明體" panose="02020500000000000000" pitchFamily="18" charset="-120"/>
              <a:cs typeface="Times New Roman" panose="02020603050405020304" pitchFamily="18" charset="0"/>
            </a:endParaRPr>
          </a:p>
        </p:txBody>
      </p:sp>
      <p:sp>
        <p:nvSpPr>
          <p:cNvPr id="4" name="投影片編號版面配置區 3"/>
          <p:cNvSpPr>
            <a:spLocks noGrp="1"/>
          </p:cNvSpPr>
          <p:nvPr>
            <p:ph type="sldNum" idx="36"/>
          </p:nvPr>
        </p:nvSpPr>
        <p:spPr/>
        <p:txBody>
          <a:bodyPr/>
          <a:lstStyle/>
          <a:p>
            <a:pPr indent="0" algn="r">
              <a:buNone/>
            </a:pPr>
            <a:fld id="{822D1EAF-E52E-475F-9EA3-ADE268F2DE0E}" type="slidenum">
              <a:rPr lang="en-US" sz="1400" b="0" u="none" strike="noStrike" smtClean="0">
                <a:solidFill>
                  <a:srgbClr val="000000"/>
                </a:solidFill>
                <a:effectLst/>
                <a:uFillTx/>
                <a:latin typeface="Times New Roman"/>
              </a:rPr>
              <a:t>15</a:t>
            </a:fld>
            <a:endParaRPr lang="en-US" sz="1400" b="0" u="none" strike="noStrike">
              <a:solidFill>
                <a:srgbClr val="000000"/>
              </a:solidFill>
              <a:effectLst/>
              <a:uFillTx/>
              <a:latin typeface="Times New Roman"/>
            </a:endParaRPr>
          </a:p>
        </p:txBody>
      </p:sp>
    </p:spTree>
    <p:extLst>
      <p:ext uri="{BB962C8B-B14F-4D97-AF65-F5344CB8AC3E}">
        <p14:creationId xmlns:p14="http://schemas.microsoft.com/office/powerpoint/2010/main" val="1686827075"/>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投影片影像版面配置區 1"/>
          <p:cNvSpPr>
            <a:spLocks noGrp="1" noRot="1" noChangeAspect="1"/>
          </p:cNvSpPr>
          <p:nvPr>
            <p:ph type="sldImg"/>
          </p:nvPr>
        </p:nvSpPr>
        <p:spPr>
          <a:xfrm>
            <a:off x="0" y="812800"/>
            <a:ext cx="0" cy="0"/>
          </a:xfrm>
        </p:spPr>
      </p:sp>
      <p:sp>
        <p:nvSpPr>
          <p:cNvPr id="3" name="備忘稿版面配置區 2"/>
          <p:cNvSpPr>
            <a:spLocks noGrp="1"/>
          </p:cNvSpPr>
          <p:nvPr>
            <p:ph type="body" idx="1"/>
          </p:nvPr>
        </p:nvSpPr>
        <p:spPr/>
        <p:txBody>
          <a:bodyPr/>
          <a:lstStyle/>
          <a:p>
            <a:pPr marL="342900" lvl="0" indent="-342900">
              <a:buSzPts val="1000"/>
              <a:buFont typeface="Symbol" panose="05050102010706020507" pitchFamily="18" charset="2"/>
              <a:buChar char=""/>
              <a:tabLst>
                <a:tab pos="457200" algn="l"/>
              </a:tabLst>
            </a:pPr>
            <a:r>
              <a:rPr lang="en-US" altLang="zh-HK" sz="1200" b="1" kern="100">
                <a:solidFill>
                  <a:srgbClr val="1F1F1F"/>
                </a:solidFill>
                <a:effectLst/>
                <a:latin typeface="Arial" panose="020B0604020202020204" pitchFamily="34" charset="0"/>
                <a:ea typeface="新細明體" panose="02020500000000000000" pitchFamily="18" charset="-120"/>
                <a:cs typeface="Times New Roman" panose="02020603050405020304" pitchFamily="18" charset="0"/>
              </a:rPr>
              <a:t>Target Delivery Time:</a:t>
            </a:r>
            <a:r>
              <a:rPr lang="en-US" altLang="zh-HK" sz="1200" kern="100">
                <a:solidFill>
                  <a:srgbClr val="1F1F1F"/>
                </a:solidFill>
                <a:effectLst/>
                <a:latin typeface="Arial" panose="020B0604020202020204" pitchFamily="34" charset="0"/>
                <a:ea typeface="新細明體" panose="02020500000000000000" pitchFamily="18" charset="-120"/>
                <a:cs typeface="Times New Roman" panose="02020603050405020304" pitchFamily="18" charset="0"/>
              </a:rPr>
              <a:t> 4:30 – 6:00 minutes</a:t>
            </a:r>
            <a:endParaRPr lang="zh-TW" altLang="zh-HK" sz="1200" kern="100">
              <a:solidFill>
                <a:srgbClr val="1F1F1F"/>
              </a:solidFill>
              <a:effectLst/>
              <a:latin typeface="Calibri" panose="020F0502020204030204" pitchFamily="34" charset="0"/>
              <a:ea typeface="新細明體" panose="02020500000000000000" pitchFamily="18" charset="-120"/>
              <a:cs typeface="Times New Roman" panose="02020603050405020304" pitchFamily="18" charset="0"/>
            </a:endParaRPr>
          </a:p>
          <a:p>
            <a:pPr marL="457200"/>
            <a:r>
              <a:rPr lang="en-US" altLang="zh-HK" sz="1200" kern="100">
                <a:solidFill>
                  <a:srgbClr val="1F1F1F"/>
                </a:solidFill>
                <a:effectLst/>
                <a:latin typeface="Arial" panose="020B0604020202020204" pitchFamily="34" charset="0"/>
                <a:ea typeface="新細明體" panose="02020500000000000000" pitchFamily="18" charset="-120"/>
                <a:cs typeface="Times New Roman" panose="02020603050405020304" pitchFamily="18" charset="0"/>
              </a:rPr>
              <a:t> </a:t>
            </a:r>
            <a:endParaRPr lang="zh-TW" altLang="zh-HK" sz="1200" kern="100">
              <a:effectLst/>
              <a:latin typeface="Calibri" panose="020F0502020204030204" pitchFamily="34" charset="0"/>
              <a:ea typeface="新細明體" panose="02020500000000000000" pitchFamily="18" charset="-120"/>
              <a:cs typeface="Times New Roman" panose="02020603050405020304" pitchFamily="18" charset="0"/>
            </a:endParaRPr>
          </a:p>
          <a:p>
            <a:pPr>
              <a:lnSpc>
                <a:spcPct val="300000"/>
              </a:lnSpc>
            </a:pPr>
            <a:r>
              <a:rPr lang="en-US" altLang="zh-HK" sz="1800" b="1" kern="100">
                <a:solidFill>
                  <a:srgbClr val="1F1F1F"/>
                </a:solidFill>
                <a:effectLst/>
                <a:latin typeface="Arial" panose="020B0604020202020204" pitchFamily="34" charset="0"/>
                <a:ea typeface="新細明體" panose="02020500000000000000" pitchFamily="18" charset="-120"/>
                <a:cs typeface="Times New Roman" panose="02020603050405020304" pitchFamily="18" charset="0"/>
              </a:rPr>
              <a:t>Key Talking Points &amp; Concepts</a:t>
            </a:r>
            <a:endParaRPr lang="zh-TW" altLang="zh-HK" sz="1800" b="1" kern="100">
              <a:effectLst/>
              <a:latin typeface="Calibri Light" panose="020F0302020204030204" pitchFamily="34" charset="0"/>
              <a:ea typeface="新細明體" panose="02020500000000000000" pitchFamily="18" charset="-120"/>
              <a:cs typeface="Times New Roman" panose="02020603050405020304" pitchFamily="18" charset="0"/>
            </a:endParaRPr>
          </a:p>
          <a:p>
            <a:pPr marL="342900" lvl="0" indent="-342900">
              <a:buSzPts val="1000"/>
              <a:buFont typeface="Symbol" panose="05050102010706020507" pitchFamily="18" charset="2"/>
              <a:buChar char=""/>
              <a:tabLst>
                <a:tab pos="457200" algn="l"/>
              </a:tabLst>
            </a:pPr>
            <a:r>
              <a:rPr lang="en-US" altLang="zh-HK" sz="1200" b="1" kern="100">
                <a:solidFill>
                  <a:srgbClr val="1F1F1F"/>
                </a:solidFill>
                <a:effectLst/>
                <a:latin typeface="Arial" panose="020B0604020202020204" pitchFamily="34" charset="0"/>
                <a:ea typeface="新細明體" panose="02020500000000000000" pitchFamily="18" charset="-120"/>
                <a:cs typeface="Times New Roman" panose="02020603050405020304" pitchFamily="18" charset="0"/>
              </a:rPr>
              <a:t>Strategic Execution:</a:t>
            </a:r>
            <a:r>
              <a:rPr lang="en-US" altLang="zh-HK" sz="1200" kern="100">
                <a:solidFill>
                  <a:srgbClr val="1F1F1F"/>
                </a:solidFill>
                <a:effectLst/>
                <a:latin typeface="Arial" panose="020B0604020202020204" pitchFamily="34" charset="0"/>
                <a:ea typeface="新細明體" panose="02020500000000000000" pitchFamily="18" charset="-120"/>
                <a:cs typeface="Times New Roman" panose="02020603050405020304" pitchFamily="18" charset="0"/>
              </a:rPr>
              <a:t> Combining 70% Technical Analysis with 30% Macro Catalysts. </a:t>
            </a:r>
            <a:endParaRPr lang="zh-TW" altLang="zh-HK" sz="1200" kern="100">
              <a:solidFill>
                <a:srgbClr val="1F1F1F"/>
              </a:solidFill>
              <a:effectLst/>
              <a:latin typeface="Calibri" panose="020F0502020204030204" pitchFamily="34" charset="0"/>
              <a:ea typeface="新細明體" panose="02020500000000000000" pitchFamily="18" charset="-120"/>
              <a:cs typeface="Times New Roman" panose="02020603050405020304" pitchFamily="18" charset="0"/>
            </a:endParaRPr>
          </a:p>
          <a:p>
            <a:pPr marL="457200"/>
            <a:r>
              <a:rPr lang="en-US" altLang="zh-HK" sz="1200" kern="100">
                <a:solidFill>
                  <a:srgbClr val="1F1F1F"/>
                </a:solidFill>
                <a:effectLst/>
                <a:latin typeface="Arial" panose="020B0604020202020204" pitchFamily="34" charset="0"/>
                <a:ea typeface="新細明體" panose="02020500000000000000" pitchFamily="18" charset="-120"/>
                <a:cs typeface="Times New Roman" panose="02020603050405020304" pitchFamily="18" charset="0"/>
              </a:rPr>
              <a:t> </a:t>
            </a:r>
            <a:endParaRPr lang="zh-TW" altLang="zh-HK" sz="1200" kern="100">
              <a:effectLst/>
              <a:latin typeface="Calibri" panose="020F0502020204030204" pitchFamily="34" charset="0"/>
              <a:ea typeface="新細明體" panose="02020500000000000000" pitchFamily="18" charset="-120"/>
              <a:cs typeface="Times New Roman" panose="02020603050405020304" pitchFamily="18" charset="0"/>
            </a:endParaRPr>
          </a:p>
          <a:p>
            <a:pPr marL="342900" lvl="0" indent="-342900">
              <a:buSzPts val="1000"/>
              <a:buFont typeface="Symbol" panose="05050102010706020507" pitchFamily="18" charset="2"/>
              <a:buChar char=""/>
              <a:tabLst>
                <a:tab pos="457200" algn="l"/>
              </a:tabLst>
            </a:pPr>
            <a:r>
              <a:rPr lang="en-US" altLang="zh-HK" sz="1200" b="1" kern="100">
                <a:solidFill>
                  <a:srgbClr val="1F1F1F"/>
                </a:solidFill>
                <a:effectLst/>
                <a:latin typeface="Arial" panose="020B0604020202020204" pitchFamily="34" charset="0"/>
                <a:ea typeface="新細明體" panose="02020500000000000000" pitchFamily="18" charset="-120"/>
                <a:cs typeface="Times New Roman" panose="02020603050405020304" pitchFamily="18" charset="0"/>
              </a:rPr>
              <a:t>Risk Engine:</a:t>
            </a:r>
            <a:r>
              <a:rPr lang="en-US" altLang="zh-HK" sz="1200" kern="100">
                <a:solidFill>
                  <a:srgbClr val="1F1F1F"/>
                </a:solidFill>
                <a:effectLst/>
                <a:latin typeface="Arial" panose="020B0604020202020204" pitchFamily="34" charset="0"/>
                <a:ea typeface="新細明體" panose="02020500000000000000" pitchFamily="18" charset="-120"/>
                <a:cs typeface="Times New Roman" panose="02020603050405020304" pitchFamily="18" charset="0"/>
              </a:rPr>
              <a:t> Targeting $4:1$ to $5:1$ R:R ratios; capping individual trade risk at 0.5% equity. </a:t>
            </a:r>
            <a:endParaRPr lang="zh-TW" altLang="zh-HK" sz="1200" kern="100">
              <a:solidFill>
                <a:srgbClr val="1F1F1F"/>
              </a:solidFill>
              <a:effectLst/>
              <a:latin typeface="Calibri" panose="020F0502020204030204" pitchFamily="34" charset="0"/>
              <a:ea typeface="新細明體" panose="02020500000000000000" pitchFamily="18" charset="-120"/>
              <a:cs typeface="Times New Roman" panose="02020603050405020304" pitchFamily="18" charset="0"/>
            </a:endParaRPr>
          </a:p>
          <a:p>
            <a:pPr marL="457200"/>
            <a:r>
              <a:rPr lang="en-US" altLang="zh-HK" sz="1200" kern="100">
                <a:solidFill>
                  <a:srgbClr val="1F1F1F"/>
                </a:solidFill>
                <a:effectLst/>
                <a:latin typeface="Arial" panose="020B0604020202020204" pitchFamily="34" charset="0"/>
                <a:ea typeface="新細明體" panose="02020500000000000000" pitchFamily="18" charset="-120"/>
                <a:cs typeface="Times New Roman" panose="02020603050405020304" pitchFamily="18" charset="0"/>
              </a:rPr>
              <a:t> </a:t>
            </a:r>
            <a:endParaRPr lang="zh-TW" altLang="zh-HK" sz="1200" kern="100">
              <a:effectLst/>
              <a:latin typeface="Calibri" panose="020F0502020204030204" pitchFamily="34" charset="0"/>
              <a:ea typeface="新細明體" panose="02020500000000000000" pitchFamily="18" charset="-120"/>
              <a:cs typeface="Times New Roman" panose="02020603050405020304" pitchFamily="18" charset="0"/>
            </a:endParaRPr>
          </a:p>
          <a:p>
            <a:pPr marL="342900" lvl="0" indent="-342900">
              <a:buSzPts val="1000"/>
              <a:buFont typeface="Symbol" panose="05050102010706020507" pitchFamily="18" charset="2"/>
              <a:buChar char=""/>
              <a:tabLst>
                <a:tab pos="457200" algn="l"/>
              </a:tabLst>
            </a:pPr>
            <a:r>
              <a:rPr lang="en-US" altLang="zh-HK" sz="1200" b="1" kern="100">
                <a:solidFill>
                  <a:srgbClr val="1F1F1F"/>
                </a:solidFill>
                <a:effectLst/>
                <a:latin typeface="Arial" panose="020B0604020202020204" pitchFamily="34" charset="0"/>
                <a:ea typeface="新細明體" panose="02020500000000000000" pitchFamily="18" charset="-120"/>
                <a:cs typeface="Times New Roman" panose="02020603050405020304" pitchFamily="18" charset="0"/>
              </a:rPr>
              <a:t>Capital Protection:</a:t>
            </a:r>
            <a:r>
              <a:rPr lang="en-US" altLang="zh-HK" sz="1200" kern="100">
                <a:solidFill>
                  <a:srgbClr val="1F1F1F"/>
                </a:solidFill>
                <a:effectLst/>
                <a:latin typeface="Arial" panose="020B0604020202020204" pitchFamily="34" charset="0"/>
                <a:ea typeface="新細明體" panose="02020500000000000000" pitchFamily="18" charset="-120"/>
                <a:cs typeface="Times New Roman" panose="02020603050405020304" pitchFamily="18" charset="0"/>
              </a:rPr>
              <a:t> Maintaining 50%+ cash reserves; utilizing multi-account structures. </a:t>
            </a:r>
            <a:endParaRPr lang="zh-TW" altLang="zh-HK" sz="1200" kern="100">
              <a:solidFill>
                <a:srgbClr val="1F1F1F"/>
              </a:solidFill>
              <a:effectLst/>
              <a:latin typeface="Calibri" panose="020F0502020204030204" pitchFamily="34" charset="0"/>
              <a:ea typeface="新細明體" panose="02020500000000000000" pitchFamily="18" charset="-120"/>
              <a:cs typeface="Times New Roman" panose="02020603050405020304" pitchFamily="18" charset="0"/>
            </a:endParaRPr>
          </a:p>
          <a:p>
            <a:pPr marL="457200"/>
            <a:r>
              <a:rPr lang="en-US" altLang="zh-HK" sz="1200" kern="100">
                <a:solidFill>
                  <a:srgbClr val="1F1F1F"/>
                </a:solidFill>
                <a:effectLst/>
                <a:latin typeface="Arial" panose="020B0604020202020204" pitchFamily="34" charset="0"/>
                <a:ea typeface="新細明體" panose="02020500000000000000" pitchFamily="18" charset="-120"/>
                <a:cs typeface="Times New Roman" panose="02020603050405020304" pitchFamily="18" charset="0"/>
              </a:rPr>
              <a:t> </a:t>
            </a:r>
            <a:endParaRPr lang="zh-TW" altLang="zh-HK" sz="1200" kern="100">
              <a:effectLst/>
              <a:latin typeface="Calibri" panose="020F0502020204030204" pitchFamily="34" charset="0"/>
              <a:ea typeface="新細明體" panose="02020500000000000000" pitchFamily="18" charset="-120"/>
              <a:cs typeface="Times New Roman" panose="02020603050405020304" pitchFamily="18" charset="0"/>
            </a:endParaRPr>
          </a:p>
          <a:p>
            <a:pPr marL="342900" lvl="0" indent="-342900">
              <a:buSzPts val="1000"/>
              <a:buFont typeface="Symbol" panose="05050102010706020507" pitchFamily="18" charset="2"/>
              <a:buChar char=""/>
              <a:tabLst>
                <a:tab pos="457200" algn="l"/>
              </a:tabLst>
            </a:pPr>
            <a:r>
              <a:rPr lang="en-US" altLang="zh-HK" sz="1200" b="1" kern="100">
                <a:solidFill>
                  <a:srgbClr val="1F1F1F"/>
                </a:solidFill>
                <a:effectLst/>
                <a:latin typeface="Arial" panose="020B0604020202020204" pitchFamily="34" charset="0"/>
                <a:ea typeface="新細明體" panose="02020500000000000000" pitchFamily="18" charset="-120"/>
                <a:cs typeface="Times New Roman" panose="02020603050405020304" pitchFamily="18" charset="0"/>
              </a:rPr>
              <a:t>Modern Workflows:</a:t>
            </a:r>
            <a:r>
              <a:rPr lang="en-US" altLang="zh-HK" sz="1200" kern="100">
                <a:solidFill>
                  <a:srgbClr val="1F1F1F"/>
                </a:solidFill>
                <a:effectLst/>
                <a:latin typeface="Arial" panose="020B0604020202020204" pitchFamily="34" charset="0"/>
                <a:ea typeface="新細明體" panose="02020500000000000000" pitchFamily="18" charset="-120"/>
                <a:cs typeface="Times New Roman" panose="02020603050405020304" pitchFamily="18" charset="0"/>
              </a:rPr>
              <a:t> Cross-examining multi-AI models (Grok, Gemini, ChatGPT) for instant research validation. </a:t>
            </a:r>
            <a:endParaRPr lang="zh-TW" altLang="zh-HK" sz="1200" kern="100">
              <a:solidFill>
                <a:srgbClr val="1F1F1F"/>
              </a:solidFill>
              <a:effectLst/>
              <a:latin typeface="Calibri" panose="020F0502020204030204" pitchFamily="34" charset="0"/>
              <a:ea typeface="新細明體" panose="02020500000000000000" pitchFamily="18" charset="-120"/>
              <a:cs typeface="Times New Roman" panose="02020603050405020304" pitchFamily="18" charset="0"/>
            </a:endParaRPr>
          </a:p>
          <a:p>
            <a:pPr marL="457200"/>
            <a:r>
              <a:rPr lang="en-US" altLang="zh-HK" sz="1200" kern="100">
                <a:solidFill>
                  <a:srgbClr val="1F1F1F"/>
                </a:solidFill>
                <a:effectLst/>
                <a:latin typeface="Arial" panose="020B0604020202020204" pitchFamily="34" charset="0"/>
                <a:ea typeface="新細明體" panose="02020500000000000000" pitchFamily="18" charset="-120"/>
                <a:cs typeface="Times New Roman" panose="02020603050405020304" pitchFamily="18" charset="0"/>
              </a:rPr>
              <a:t> </a:t>
            </a:r>
            <a:endParaRPr lang="zh-TW" altLang="zh-HK" sz="1200" kern="100">
              <a:effectLst/>
              <a:latin typeface="Calibri" panose="020F0502020204030204" pitchFamily="34" charset="0"/>
              <a:ea typeface="新細明體" panose="02020500000000000000" pitchFamily="18" charset="-120"/>
              <a:cs typeface="Times New Roman" panose="02020603050405020304" pitchFamily="18" charset="0"/>
            </a:endParaRPr>
          </a:p>
          <a:p>
            <a:pPr>
              <a:lnSpc>
                <a:spcPct val="300000"/>
              </a:lnSpc>
            </a:pPr>
            <a:r>
              <a:rPr lang="en-US" altLang="zh-HK" sz="1800" b="1" kern="100">
                <a:solidFill>
                  <a:srgbClr val="1F1F1F"/>
                </a:solidFill>
                <a:effectLst/>
                <a:latin typeface="Arial" panose="020B0604020202020204" pitchFamily="34" charset="0"/>
                <a:ea typeface="新細明體" panose="02020500000000000000" pitchFamily="18" charset="-120"/>
                <a:cs typeface="Times New Roman" panose="02020603050405020304" pitchFamily="18" charset="0"/>
              </a:rPr>
              <a:t>Speaker Script</a:t>
            </a:r>
            <a:endParaRPr lang="zh-TW" altLang="zh-HK" sz="1800" b="1" kern="100">
              <a:effectLst/>
              <a:latin typeface="Calibri Light" panose="020F0302020204030204" pitchFamily="34" charset="0"/>
              <a:ea typeface="新細明體" panose="02020500000000000000" pitchFamily="18" charset="-120"/>
              <a:cs typeface="Times New Roman" panose="02020603050405020304" pitchFamily="18" charset="0"/>
            </a:endParaRPr>
          </a:p>
          <a:p>
            <a:r>
              <a:rPr lang="en-US" altLang="zh-HK" sz="1200" kern="100">
                <a:solidFill>
                  <a:srgbClr val="1F1F1F"/>
                </a:solidFill>
                <a:effectLst/>
                <a:latin typeface="Arial" panose="020B0604020202020204" pitchFamily="34" charset="0"/>
                <a:ea typeface="新細明體" panose="02020500000000000000" pitchFamily="18" charset="-120"/>
                <a:cs typeface="Times New Roman" panose="02020603050405020304" pitchFamily="18" charset="0"/>
              </a:rPr>
              <a:t>"Slide 16 brings together the complete visual blueprint of a Two-Time World Trading Champion: </a:t>
            </a:r>
            <a:endParaRPr lang="zh-TW" altLang="zh-HK" sz="1200" kern="100">
              <a:effectLst/>
              <a:latin typeface="Calibri" panose="020F0502020204030204" pitchFamily="34" charset="0"/>
              <a:ea typeface="新細明體" panose="02020500000000000000" pitchFamily="18" charset="-120"/>
              <a:cs typeface="Times New Roman" panose="02020603050405020304" pitchFamily="18" charset="0"/>
            </a:endParaRPr>
          </a:p>
          <a:p>
            <a:br>
              <a:rPr lang="en-US" altLang="zh-HK" sz="1200" kern="100">
                <a:solidFill>
                  <a:srgbClr val="1F1F1F"/>
                </a:solidFill>
                <a:effectLst/>
                <a:latin typeface="Arial" panose="020B0604020202020204" pitchFamily="34" charset="0"/>
                <a:ea typeface="新細明體" panose="02020500000000000000" pitchFamily="18" charset="-120"/>
                <a:cs typeface="Times New Roman" panose="02020603050405020304" pitchFamily="18" charset="0"/>
              </a:rPr>
            </a:br>
            <a:endParaRPr lang="zh-TW" altLang="zh-HK" sz="1200" kern="100">
              <a:effectLst/>
              <a:latin typeface="Calibri" panose="020F0502020204030204" pitchFamily="34" charset="0"/>
              <a:ea typeface="新細明體" panose="02020500000000000000" pitchFamily="18" charset="-120"/>
              <a:cs typeface="Times New Roman" panose="02020603050405020304" pitchFamily="18" charset="0"/>
            </a:endParaRPr>
          </a:p>
          <a:p>
            <a:pPr marL="342900" lvl="0" indent="-342900">
              <a:buFont typeface="+mj-lt"/>
              <a:buAutoNum type="arabicPeriod"/>
              <a:tabLst>
                <a:tab pos="457200" algn="l"/>
              </a:tabLst>
            </a:pPr>
            <a:r>
              <a:rPr lang="en-US" altLang="zh-HK" sz="1200" b="1" kern="100">
                <a:solidFill>
                  <a:srgbClr val="1F1F1F"/>
                </a:solidFill>
                <a:effectLst/>
                <a:latin typeface="Arial" panose="020B0604020202020204" pitchFamily="34" charset="0"/>
                <a:ea typeface="新細明體" panose="02020500000000000000" pitchFamily="18" charset="-120"/>
                <a:cs typeface="Times New Roman" panose="02020603050405020304" pitchFamily="18" charset="0"/>
              </a:rPr>
              <a:t>Strategic Execution:</a:t>
            </a:r>
            <a:r>
              <a:rPr lang="en-US" altLang="zh-HK" sz="1200" kern="100">
                <a:solidFill>
                  <a:srgbClr val="1F1F1F"/>
                </a:solidFill>
                <a:effectLst/>
                <a:latin typeface="Arial" panose="020B0604020202020204" pitchFamily="34" charset="0"/>
                <a:ea typeface="新細明體" panose="02020500000000000000" pitchFamily="18" charset="-120"/>
                <a:cs typeface="Times New Roman" panose="02020603050405020304" pitchFamily="18" charset="0"/>
              </a:rPr>
              <a:t> We blend precise technical chart entries with macroeconomic momentum drivers. </a:t>
            </a:r>
            <a:endParaRPr lang="zh-TW" altLang="zh-HK" sz="1200" kern="100">
              <a:solidFill>
                <a:srgbClr val="1F1F1F"/>
              </a:solidFill>
              <a:effectLst/>
              <a:latin typeface="Calibri" panose="020F0502020204030204" pitchFamily="34" charset="0"/>
              <a:ea typeface="新細明體" panose="02020500000000000000" pitchFamily="18" charset="-120"/>
              <a:cs typeface="Times New Roman" panose="02020603050405020304" pitchFamily="18" charset="0"/>
            </a:endParaRPr>
          </a:p>
          <a:p>
            <a:pPr marL="457200"/>
            <a:r>
              <a:rPr lang="en-US" altLang="zh-HK" sz="1200" kern="100">
                <a:solidFill>
                  <a:srgbClr val="1F1F1F"/>
                </a:solidFill>
                <a:effectLst/>
                <a:latin typeface="Arial" panose="020B0604020202020204" pitchFamily="34" charset="0"/>
                <a:ea typeface="新細明體" panose="02020500000000000000" pitchFamily="18" charset="-120"/>
                <a:cs typeface="Times New Roman" panose="02020603050405020304" pitchFamily="18" charset="0"/>
              </a:rPr>
              <a:t> </a:t>
            </a:r>
            <a:endParaRPr lang="zh-TW" altLang="zh-HK" sz="1200" kern="100">
              <a:effectLst/>
              <a:latin typeface="Calibri" panose="020F0502020204030204" pitchFamily="34" charset="0"/>
              <a:ea typeface="新細明體" panose="02020500000000000000" pitchFamily="18" charset="-120"/>
              <a:cs typeface="Times New Roman" panose="02020603050405020304" pitchFamily="18" charset="0"/>
            </a:endParaRPr>
          </a:p>
          <a:p>
            <a:pPr marL="342900" lvl="0" indent="-342900">
              <a:buFont typeface="+mj-lt"/>
              <a:buAutoNum type="arabicPeriod" startAt="2"/>
              <a:tabLst>
                <a:tab pos="457200" algn="l"/>
              </a:tabLst>
            </a:pPr>
            <a:r>
              <a:rPr lang="en-US" altLang="zh-HK" sz="1200" b="1" kern="100">
                <a:solidFill>
                  <a:srgbClr val="1F1F1F"/>
                </a:solidFill>
                <a:effectLst/>
                <a:latin typeface="Arial" panose="020B0604020202020204" pitchFamily="34" charset="0"/>
                <a:ea typeface="新細明體" panose="02020500000000000000" pitchFamily="18" charset="-120"/>
                <a:cs typeface="Times New Roman" panose="02020603050405020304" pitchFamily="18" charset="0"/>
              </a:rPr>
              <a:t>Multi-AI Verification:</a:t>
            </a:r>
            <a:r>
              <a:rPr lang="en-US" altLang="zh-HK" sz="1200" kern="100">
                <a:solidFill>
                  <a:srgbClr val="1F1F1F"/>
                </a:solidFill>
                <a:effectLst/>
                <a:latin typeface="Arial" panose="020B0604020202020204" pitchFamily="34" charset="0"/>
                <a:ea typeface="新細明體" panose="02020500000000000000" pitchFamily="18" charset="-120"/>
                <a:cs typeface="Times New Roman" panose="02020603050405020304" pitchFamily="18" charset="0"/>
              </a:rPr>
              <a:t> We accelerate fundamental research using Grok for speed, Gemini for depth, and adversarial prompts for truth. </a:t>
            </a:r>
            <a:endParaRPr lang="zh-TW" altLang="zh-HK" sz="1200" kern="100">
              <a:solidFill>
                <a:srgbClr val="1F1F1F"/>
              </a:solidFill>
              <a:effectLst/>
              <a:latin typeface="Calibri" panose="020F0502020204030204" pitchFamily="34" charset="0"/>
              <a:ea typeface="新細明體" panose="02020500000000000000" pitchFamily="18" charset="-120"/>
              <a:cs typeface="Times New Roman" panose="02020603050405020304" pitchFamily="18" charset="0"/>
            </a:endParaRPr>
          </a:p>
          <a:p>
            <a:pPr marL="457200"/>
            <a:r>
              <a:rPr lang="en-US" altLang="zh-HK" sz="1200" kern="100">
                <a:solidFill>
                  <a:srgbClr val="1F1F1F"/>
                </a:solidFill>
                <a:effectLst/>
                <a:latin typeface="Arial" panose="020B0604020202020204" pitchFamily="34" charset="0"/>
                <a:ea typeface="新細明體" panose="02020500000000000000" pitchFamily="18" charset="-120"/>
                <a:cs typeface="Times New Roman" panose="02020603050405020304" pitchFamily="18" charset="0"/>
              </a:rPr>
              <a:t> </a:t>
            </a:r>
            <a:endParaRPr lang="zh-TW" altLang="zh-HK" sz="1200" kern="100">
              <a:effectLst/>
              <a:latin typeface="Calibri" panose="020F0502020204030204" pitchFamily="34" charset="0"/>
              <a:ea typeface="新細明體" panose="02020500000000000000" pitchFamily="18" charset="-120"/>
              <a:cs typeface="Times New Roman" panose="02020603050405020304" pitchFamily="18" charset="0"/>
            </a:endParaRPr>
          </a:p>
          <a:p>
            <a:pPr marL="342900" lvl="0" indent="-342900">
              <a:buFont typeface="+mj-lt"/>
              <a:buAutoNum type="arabicPeriod" startAt="3"/>
              <a:tabLst>
                <a:tab pos="457200" algn="l"/>
              </a:tabLst>
            </a:pPr>
            <a:r>
              <a:rPr lang="en-US" altLang="zh-HK" sz="1200" b="1" kern="100">
                <a:solidFill>
                  <a:srgbClr val="1F1F1F"/>
                </a:solidFill>
                <a:effectLst/>
                <a:latin typeface="Arial" panose="020B0604020202020204" pitchFamily="34" charset="0"/>
                <a:ea typeface="新細明體" panose="02020500000000000000" pitchFamily="18" charset="-120"/>
                <a:cs typeface="Times New Roman" panose="02020603050405020304" pitchFamily="18" charset="0"/>
              </a:rPr>
              <a:t>Mathematical Risk Engine:</a:t>
            </a:r>
            <a:r>
              <a:rPr lang="en-US" altLang="zh-HK" sz="1200" kern="100">
                <a:solidFill>
                  <a:srgbClr val="1F1F1F"/>
                </a:solidFill>
                <a:effectLst/>
                <a:latin typeface="Arial" panose="020B0604020202020204" pitchFamily="34" charset="0"/>
                <a:ea typeface="新細明體" panose="02020500000000000000" pitchFamily="18" charset="-120"/>
                <a:cs typeface="Times New Roman" panose="02020603050405020304" pitchFamily="18" charset="0"/>
              </a:rPr>
              <a:t> We strictly enforce a 4x to 5x reward-to-risk requirement. By limiting individual trade risk to 0.5% of total capital, we can hold 10 full positions while keeping maximum portfolio drawdown capped at 5%. </a:t>
            </a:r>
            <a:endParaRPr lang="zh-TW" altLang="zh-HK" sz="1200" kern="100">
              <a:solidFill>
                <a:srgbClr val="1F1F1F"/>
              </a:solidFill>
              <a:effectLst/>
              <a:latin typeface="Calibri" panose="020F0502020204030204" pitchFamily="34" charset="0"/>
              <a:ea typeface="新細明體" panose="02020500000000000000" pitchFamily="18" charset="-120"/>
              <a:cs typeface="Times New Roman" panose="02020603050405020304" pitchFamily="18" charset="0"/>
            </a:endParaRPr>
          </a:p>
          <a:p>
            <a:pPr marL="457200"/>
            <a:r>
              <a:rPr lang="en-US" altLang="zh-HK" sz="1200" kern="100">
                <a:solidFill>
                  <a:srgbClr val="1F1F1F"/>
                </a:solidFill>
                <a:effectLst/>
                <a:latin typeface="Arial" panose="020B0604020202020204" pitchFamily="34" charset="0"/>
                <a:ea typeface="新細明體" panose="02020500000000000000" pitchFamily="18" charset="-120"/>
                <a:cs typeface="Times New Roman" panose="02020603050405020304" pitchFamily="18" charset="0"/>
              </a:rPr>
              <a:t> </a:t>
            </a:r>
            <a:endParaRPr lang="zh-TW" altLang="zh-HK" sz="1200" kern="100">
              <a:effectLst/>
              <a:latin typeface="Calibri" panose="020F0502020204030204" pitchFamily="34" charset="0"/>
              <a:ea typeface="新細明體" panose="02020500000000000000" pitchFamily="18" charset="-120"/>
              <a:cs typeface="Times New Roman" panose="02020603050405020304" pitchFamily="18" charset="0"/>
            </a:endParaRPr>
          </a:p>
          <a:p>
            <a:pPr marL="342900" lvl="0" indent="-342900">
              <a:buFont typeface="+mj-lt"/>
              <a:buAutoNum type="arabicPeriod" startAt="4"/>
              <a:tabLst>
                <a:tab pos="457200" algn="l"/>
              </a:tabLst>
            </a:pPr>
            <a:r>
              <a:rPr lang="en-US" altLang="zh-HK" sz="1200" b="1" kern="100">
                <a:solidFill>
                  <a:srgbClr val="1F1F1F"/>
                </a:solidFill>
                <a:effectLst/>
                <a:latin typeface="Arial" panose="020B0604020202020204" pitchFamily="34" charset="0"/>
                <a:ea typeface="新細明體" panose="02020500000000000000" pitchFamily="18" charset="-120"/>
                <a:cs typeface="Times New Roman" panose="02020603050405020304" pitchFamily="18" charset="0"/>
              </a:rPr>
              <a:t>Capital Reserves:</a:t>
            </a:r>
            <a:r>
              <a:rPr lang="en-US" altLang="zh-HK" sz="1200" kern="100">
                <a:solidFill>
                  <a:srgbClr val="1F1F1F"/>
                </a:solidFill>
                <a:effectLst/>
                <a:latin typeface="Arial" panose="020B0604020202020204" pitchFamily="34" charset="0"/>
                <a:ea typeface="新細明體" panose="02020500000000000000" pitchFamily="18" charset="-120"/>
                <a:cs typeface="Times New Roman" panose="02020603050405020304" pitchFamily="18" charset="0"/>
              </a:rPr>
              <a:t> We hold 50%+ cash buffers during quiet periods, preserving capital for high-probability market windows. </a:t>
            </a:r>
            <a:endParaRPr lang="zh-TW" altLang="zh-HK" sz="1200" kern="100">
              <a:solidFill>
                <a:srgbClr val="1F1F1F"/>
              </a:solidFill>
              <a:effectLst/>
              <a:latin typeface="Calibri" panose="020F0502020204030204" pitchFamily="34" charset="0"/>
              <a:ea typeface="新細明體" panose="02020500000000000000" pitchFamily="18" charset="-120"/>
              <a:cs typeface="Times New Roman" panose="02020603050405020304" pitchFamily="18" charset="0"/>
            </a:endParaRPr>
          </a:p>
          <a:p>
            <a:pPr marL="457200"/>
            <a:r>
              <a:rPr lang="en-US" altLang="zh-HK" sz="1200" kern="100">
                <a:solidFill>
                  <a:srgbClr val="1F1F1F"/>
                </a:solidFill>
                <a:effectLst/>
                <a:latin typeface="Arial" panose="020B0604020202020204" pitchFamily="34" charset="0"/>
                <a:ea typeface="新細明體" panose="02020500000000000000" pitchFamily="18" charset="-120"/>
                <a:cs typeface="Times New Roman" panose="02020603050405020304" pitchFamily="18" charset="0"/>
              </a:rPr>
              <a:t> </a:t>
            </a:r>
            <a:endParaRPr lang="zh-TW" altLang="zh-HK" sz="1200" kern="100">
              <a:effectLst/>
              <a:latin typeface="Calibri" panose="020F0502020204030204" pitchFamily="34" charset="0"/>
              <a:ea typeface="新細明體" panose="02020500000000000000" pitchFamily="18" charset="-120"/>
              <a:cs typeface="Times New Roman" panose="02020603050405020304" pitchFamily="18" charset="0"/>
            </a:endParaRPr>
          </a:p>
          <a:p>
            <a:r>
              <a:rPr lang="en-US" altLang="zh-HK" sz="1200" kern="100">
                <a:solidFill>
                  <a:srgbClr val="1F1F1F"/>
                </a:solidFill>
                <a:effectLst/>
                <a:latin typeface="Arial" panose="020B0604020202020204" pitchFamily="34" charset="0"/>
                <a:ea typeface="新細明體" panose="02020500000000000000" pitchFamily="18" charset="-120"/>
                <a:cs typeface="Times New Roman" panose="02020603050405020304" pitchFamily="18" charset="0"/>
              </a:rPr>
              <a:t>Apply these four pillars systematically, and you build a trading operation that survives any market environment. Thank you very much, and let's open the floor to questions." </a:t>
            </a:r>
            <a:endParaRPr lang="zh-TW" altLang="zh-HK" sz="1200" kern="100">
              <a:effectLst/>
              <a:latin typeface="Calibri" panose="020F0502020204030204" pitchFamily="34" charset="0"/>
              <a:ea typeface="新細明體" panose="02020500000000000000" pitchFamily="18" charset="-120"/>
              <a:cs typeface="Times New Roman" panose="02020603050405020304" pitchFamily="18" charset="0"/>
            </a:endParaRPr>
          </a:p>
          <a:p>
            <a:r>
              <a:rPr lang="en-US" altLang="zh-HK" sz="1200" kern="100">
                <a:effectLst/>
                <a:latin typeface="Calibri" panose="020F0502020204030204" pitchFamily="34" charset="0"/>
                <a:ea typeface="新細明體" panose="02020500000000000000" pitchFamily="18" charset="-120"/>
                <a:cs typeface="Times New Roman" panose="02020603050405020304" pitchFamily="18" charset="0"/>
              </a:rPr>
              <a:t> </a:t>
            </a:r>
            <a:endParaRPr lang="zh-TW" altLang="zh-HK" sz="1200" kern="100">
              <a:effectLst/>
              <a:latin typeface="Calibri" panose="020F0502020204030204" pitchFamily="34" charset="0"/>
              <a:ea typeface="新細明體" panose="02020500000000000000" pitchFamily="18" charset="-120"/>
              <a:cs typeface="Times New Roman" panose="02020603050405020304" pitchFamily="18" charset="0"/>
            </a:endParaRPr>
          </a:p>
        </p:txBody>
      </p:sp>
      <p:sp>
        <p:nvSpPr>
          <p:cNvPr id="4" name="投影片編號版面配置區 3"/>
          <p:cNvSpPr>
            <a:spLocks noGrp="1"/>
          </p:cNvSpPr>
          <p:nvPr>
            <p:ph type="sldNum" idx="36"/>
          </p:nvPr>
        </p:nvSpPr>
        <p:spPr/>
        <p:txBody>
          <a:bodyPr/>
          <a:lstStyle/>
          <a:p>
            <a:pPr indent="0" algn="r">
              <a:buNone/>
            </a:pPr>
            <a:fld id="{822D1EAF-E52E-475F-9EA3-ADE268F2DE0E}" type="slidenum">
              <a:rPr lang="en-US" sz="1400" b="0" u="none" strike="noStrike" smtClean="0">
                <a:solidFill>
                  <a:srgbClr val="000000"/>
                </a:solidFill>
                <a:effectLst/>
                <a:uFillTx/>
                <a:latin typeface="Times New Roman"/>
              </a:rPr>
              <a:t>16</a:t>
            </a:fld>
            <a:endParaRPr lang="en-US" sz="1400" b="0" u="none" strike="noStrike">
              <a:solidFill>
                <a:srgbClr val="000000"/>
              </a:solidFill>
              <a:effectLst/>
              <a:uFillTx/>
              <a:latin typeface="Times New Roman"/>
            </a:endParaRPr>
          </a:p>
        </p:txBody>
      </p:sp>
    </p:spTree>
    <p:extLst>
      <p:ext uri="{BB962C8B-B14F-4D97-AF65-F5344CB8AC3E}">
        <p14:creationId xmlns:p14="http://schemas.microsoft.com/office/powerpoint/2010/main" val="298134218"/>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bg>
      <p:bgPr>
        <a:solidFill>
          <a:srgbClr val="FFFFFF"/>
        </a:solidFill>
        <a:effectLst/>
      </p:bgPr>
    </p:bg>
    <p:spTree>
      <p:nvGrpSpPr>
        <p:cNvPr id="1" name=""/>
        <p:cNvGrpSpPr/>
        <p:nvPr/>
      </p:nvGrpSpPr>
      <p:grpSpPr>
        <a:xfrm>
          <a:off x="0" y="0"/>
          <a:ext cx="0" cy="0"/>
          <a:chOff x="0" y="0"/>
          <a:chExt cx="0" cy="0"/>
        </a:xfrm>
      </p:grpSpPr>
      <p:sp>
        <p:nvSpPr>
          <p:cNvPr id="2" name="PlaceHolder 1"/>
          <p:cNvSpPr>
            <a:spLocks noGrp="1"/>
          </p:cNvSpPr>
          <p:nvPr>
            <p:ph type="title"/>
          </p:nvPr>
        </p:nvSpPr>
        <p:spPr>
          <a:xfrm>
            <a:off x="685800" y="2130480"/>
            <a:ext cx="7772040" cy="1469520"/>
          </a:xfrm>
          <a:prstGeom prst="rect">
            <a:avLst/>
          </a:prstGeom>
          <a:noFill/>
          <a:ln w="0">
            <a:noFill/>
          </a:ln>
        </p:spPr>
        <p:txBody>
          <a:bodyPr lIns="91440" tIns="45720" rIns="91440" bIns="45720" anchor="ctr">
            <a:noAutofit/>
          </a:bodyPr>
          <a:lstStyle>
            <a:lvl1pPr indent="0" algn="ctr" defTabSz="914400">
              <a:lnSpc>
                <a:spcPct val="100000"/>
              </a:lnSpc>
              <a:buNone/>
              <a:defRPr lang="en-US" sz="4400" b="0" u="none" strike="noStrike">
                <a:solidFill>
                  <a:schemeClr val="dk1"/>
                </a:solidFill>
                <a:effectLst/>
                <a:uFillTx/>
                <a:latin typeface="Calibri"/>
              </a:defRPr>
            </a:lvl1pPr>
          </a:lstStyle>
          <a:p>
            <a:pPr indent="0" algn="ctr" defTabSz="914400">
              <a:lnSpc>
                <a:spcPct val="100000"/>
              </a:lnSpc>
              <a:buNone/>
            </a:pPr>
            <a:r>
              <a:rPr lang="en-US" sz="4400" b="0" u="none" strike="noStrike">
                <a:solidFill>
                  <a:schemeClr val="dk1"/>
                </a:solidFill>
                <a:effectLst/>
                <a:uFillTx/>
                <a:latin typeface="Calibri"/>
              </a:rPr>
              <a:t>Click to edit Master title style</a:t>
            </a:r>
          </a:p>
        </p:txBody>
      </p:sp>
      <p:sp>
        <p:nvSpPr>
          <p:cNvPr id="3" name="PlaceHolder 2"/>
          <p:cNvSpPr>
            <a:spLocks noGrp="1"/>
          </p:cNvSpPr>
          <p:nvPr>
            <p:ph type="dt" idx="1"/>
          </p:nvPr>
        </p:nvSpPr>
        <p:spPr>
          <a:xfrm>
            <a:off x="457200" y="6356520"/>
            <a:ext cx="2133360" cy="364680"/>
          </a:xfrm>
          <a:prstGeom prst="rect">
            <a:avLst/>
          </a:prstGeom>
          <a:noFill/>
          <a:ln w="0">
            <a:noFill/>
          </a:ln>
        </p:spPr>
        <p:txBody>
          <a:bodyPr lIns="91440" tIns="45720" rIns="91440" bIns="45720" anchor="ctr">
            <a:noAutofit/>
          </a:bodyPr>
          <a:lstStyle>
            <a:lvl1pPr indent="0" algn="l" defTabSz="914400">
              <a:lnSpc>
                <a:spcPct val="100000"/>
              </a:lnSpc>
              <a:buNone/>
              <a:defRPr lang="en-US" sz="1200" b="0" u="none" strike="noStrike">
                <a:solidFill>
                  <a:schemeClr val="dk1">
                    <a:tint val="75000"/>
                  </a:schemeClr>
                </a:solidFill>
                <a:effectLst/>
                <a:uFillTx/>
                <a:latin typeface="Calibri"/>
              </a:defRPr>
            </a:lvl1pPr>
          </a:lstStyle>
          <a:p>
            <a:pPr indent="0" algn="l" defTabSz="914400">
              <a:lnSpc>
                <a:spcPct val="100000"/>
              </a:lnSpc>
              <a:buNone/>
            </a:pPr>
            <a:r>
              <a:rPr lang="en-US" sz="1200" b="0" u="none" strike="noStrike">
                <a:solidFill>
                  <a:schemeClr val="dk1">
                    <a:tint val="75000"/>
                  </a:schemeClr>
                </a:solidFill>
                <a:effectLst/>
                <a:uFillTx/>
                <a:latin typeface="Calibri"/>
              </a:rPr>
              <a:t>&lt;date/time&gt;</a:t>
            </a:r>
            <a:endParaRPr lang="en-US" sz="1200" b="0" u="none" strike="noStrike">
              <a:solidFill>
                <a:srgbClr val="000000"/>
              </a:solidFill>
              <a:effectLst/>
              <a:uFillTx/>
              <a:latin typeface="Times New Roman"/>
            </a:endParaRPr>
          </a:p>
        </p:txBody>
      </p:sp>
      <p:sp>
        <p:nvSpPr>
          <p:cNvPr id="4" name="PlaceHolder 3"/>
          <p:cNvSpPr>
            <a:spLocks noGrp="1"/>
          </p:cNvSpPr>
          <p:nvPr>
            <p:ph type="ftr" idx="2"/>
          </p:nvPr>
        </p:nvSpPr>
        <p:spPr>
          <a:xfrm>
            <a:off x="3124080" y="6356520"/>
            <a:ext cx="2895120" cy="364680"/>
          </a:xfrm>
          <a:prstGeom prst="rect">
            <a:avLst/>
          </a:prstGeom>
          <a:noFill/>
          <a:ln w="0">
            <a:noFill/>
          </a:ln>
        </p:spPr>
        <p:txBody>
          <a:bodyPr lIns="91440" tIns="45720" rIns="91440" bIns="45720" anchor="ctr">
            <a:noAutofit/>
          </a:bodyPr>
          <a:lstStyle>
            <a:lvl1pPr indent="0" algn="ctr">
              <a:buNone/>
              <a:defRPr lang="en-US" sz="1400" b="0" u="none" strike="noStrike">
                <a:solidFill>
                  <a:srgbClr val="000000"/>
                </a:solidFill>
                <a:effectLst/>
                <a:uFillTx/>
                <a:latin typeface="Times New Roman"/>
              </a:defRPr>
            </a:lvl1pPr>
          </a:lstStyle>
          <a:p>
            <a:pPr indent="0" algn="ctr">
              <a:buNone/>
            </a:pPr>
            <a:r>
              <a:rPr lang="en-US" sz="1400" b="0" u="none" strike="noStrike">
                <a:solidFill>
                  <a:srgbClr val="000000"/>
                </a:solidFill>
                <a:effectLst/>
                <a:uFillTx/>
                <a:latin typeface="Times New Roman"/>
              </a:rPr>
              <a:t>&lt;footer&gt;</a:t>
            </a:r>
          </a:p>
        </p:txBody>
      </p:sp>
      <p:sp>
        <p:nvSpPr>
          <p:cNvPr id="5" name="PlaceHolder 4"/>
          <p:cNvSpPr>
            <a:spLocks noGrp="1"/>
          </p:cNvSpPr>
          <p:nvPr>
            <p:ph type="sldNum" idx="3"/>
          </p:nvPr>
        </p:nvSpPr>
        <p:spPr>
          <a:xfrm>
            <a:off x="6553080" y="6356520"/>
            <a:ext cx="2133360" cy="364680"/>
          </a:xfrm>
          <a:prstGeom prst="rect">
            <a:avLst/>
          </a:prstGeom>
          <a:noFill/>
          <a:ln w="0">
            <a:noFill/>
          </a:ln>
        </p:spPr>
        <p:txBody>
          <a:bodyPr lIns="91440" tIns="45720" rIns="91440" bIns="45720" anchor="ctr">
            <a:noAutofit/>
          </a:bodyPr>
          <a:lstStyle>
            <a:lvl1pPr indent="0" algn="r" defTabSz="914400">
              <a:lnSpc>
                <a:spcPct val="100000"/>
              </a:lnSpc>
              <a:buNone/>
              <a:defRPr lang="en-US" sz="1200" b="0" u="none" strike="noStrike">
                <a:solidFill>
                  <a:schemeClr val="dk1">
                    <a:tint val="75000"/>
                  </a:schemeClr>
                </a:solidFill>
                <a:effectLst/>
                <a:uFillTx/>
                <a:latin typeface="Calibri"/>
              </a:defRPr>
            </a:lvl1pPr>
          </a:lstStyle>
          <a:p>
            <a:pPr indent="0" algn="r" defTabSz="914400">
              <a:lnSpc>
                <a:spcPct val="100000"/>
              </a:lnSpc>
              <a:buNone/>
            </a:pPr>
            <a:fld id="{1E137301-9775-46C5-AB4B-B16CB5DE851F}" type="slidenum">
              <a:rPr lang="en-US" sz="1200" b="0" u="none" strike="noStrike">
                <a:solidFill>
                  <a:schemeClr val="dk1">
                    <a:tint val="75000"/>
                  </a:schemeClr>
                </a:solidFill>
                <a:effectLst/>
                <a:uFillTx/>
                <a:latin typeface="Calibri"/>
              </a:rPr>
              <a:t>‹#›</a:t>
            </a:fld>
            <a:endParaRPr lang="en-US" sz="1200" b="0" u="none" strike="noStrike">
              <a:solidFill>
                <a:srgbClr val="000000"/>
              </a:solidFill>
              <a:effectLst/>
              <a:uFillTx/>
              <a:latin typeface="Times New Roman"/>
            </a:endParaRPr>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vertTx" preserve="1">
  <p:cSld name="Title and Vertical Text">
    <p:bg>
      <p:bgPr>
        <a:solidFill>
          <a:srgbClr val="FFFFFF"/>
        </a:solidFill>
        <a:effectLst/>
      </p:bgPr>
    </p:bg>
    <p:spTree>
      <p:nvGrpSpPr>
        <p:cNvPr id="1" name=""/>
        <p:cNvGrpSpPr/>
        <p:nvPr/>
      </p:nvGrpSpPr>
      <p:grpSpPr>
        <a:xfrm>
          <a:off x="0" y="0"/>
          <a:ext cx="0" cy="0"/>
          <a:chOff x="0" y="0"/>
          <a:chExt cx="0" cy="0"/>
        </a:xfrm>
      </p:grpSpPr>
      <p:sp>
        <p:nvSpPr>
          <p:cNvPr id="6" name="PlaceHolder 1"/>
          <p:cNvSpPr>
            <a:spLocks noGrp="1"/>
          </p:cNvSpPr>
          <p:nvPr>
            <p:ph type="title"/>
          </p:nvPr>
        </p:nvSpPr>
        <p:spPr>
          <a:xfrm>
            <a:off x="457200" y="274680"/>
            <a:ext cx="8229240" cy="1142640"/>
          </a:xfrm>
          <a:prstGeom prst="rect">
            <a:avLst/>
          </a:prstGeom>
          <a:noFill/>
          <a:ln w="0">
            <a:noFill/>
          </a:ln>
        </p:spPr>
        <p:txBody>
          <a:bodyPr lIns="91440" tIns="45720" rIns="91440" bIns="45720" anchor="ctr">
            <a:noAutofit/>
          </a:bodyPr>
          <a:lstStyle>
            <a:lvl1pPr indent="0" algn="ctr" defTabSz="914400">
              <a:lnSpc>
                <a:spcPct val="100000"/>
              </a:lnSpc>
              <a:buNone/>
              <a:defRPr lang="en-US" sz="4400" b="0" u="none" strike="noStrike">
                <a:solidFill>
                  <a:schemeClr val="dk1"/>
                </a:solidFill>
                <a:effectLst/>
                <a:uFillTx/>
                <a:latin typeface="Calibri"/>
              </a:defRPr>
            </a:lvl1pPr>
          </a:lstStyle>
          <a:p>
            <a:pPr indent="0" algn="ctr" defTabSz="914400">
              <a:lnSpc>
                <a:spcPct val="100000"/>
              </a:lnSpc>
              <a:buNone/>
            </a:pPr>
            <a:r>
              <a:rPr lang="en-US" sz="4400" b="0" u="none" strike="noStrike">
                <a:solidFill>
                  <a:schemeClr val="dk1"/>
                </a:solidFill>
                <a:effectLst/>
                <a:uFillTx/>
                <a:latin typeface="Calibri"/>
              </a:rPr>
              <a:t>Click to edit Master title style</a:t>
            </a:r>
          </a:p>
        </p:txBody>
      </p:sp>
      <p:sp>
        <p:nvSpPr>
          <p:cNvPr id="7" name="PlaceHolder 2"/>
          <p:cNvSpPr>
            <a:spLocks noGrp="1"/>
          </p:cNvSpPr>
          <p:nvPr>
            <p:ph type="body"/>
          </p:nvPr>
        </p:nvSpPr>
        <p:spPr>
          <a:xfrm>
            <a:off x="457200" y="1600200"/>
            <a:ext cx="8229240" cy="4525560"/>
          </a:xfrm>
          <a:prstGeom prst="rect">
            <a:avLst/>
          </a:prstGeom>
          <a:noFill/>
          <a:ln w="0">
            <a:noFill/>
          </a:ln>
        </p:spPr>
        <p:txBody>
          <a:bodyPr vert="eaVert" lIns="91440" tIns="45720" rIns="91440" bIns="45720" anchor="t">
            <a:noAutofit/>
          </a:bodyPr>
          <a:lstStyle>
            <a:lvl1pPr algn="l" defTabSz="914400">
              <a:lnSpc>
                <a:spcPct val="100000"/>
              </a:lnSpc>
              <a:spcBef>
                <a:spcPts val="641"/>
              </a:spcBef>
              <a:buClr>
                <a:srgbClr val="000000"/>
              </a:buClr>
              <a:buFont typeface="Arial"/>
              <a:buChar char="•"/>
              <a:defRPr lang="en-US" sz="3200" b="0" u="none" strike="noStrike">
                <a:solidFill>
                  <a:schemeClr val="dk1"/>
                </a:solidFill>
                <a:effectLst/>
                <a:uFillTx/>
                <a:latin typeface="Calibri"/>
              </a:defRPr>
            </a:lvl1pPr>
            <a:lvl2pPr lvl="1" algn="l" defTabSz="914400">
              <a:lnSpc>
                <a:spcPct val="100000"/>
              </a:lnSpc>
              <a:spcBef>
                <a:spcPts val="561"/>
              </a:spcBef>
              <a:buClr>
                <a:srgbClr val="000000"/>
              </a:buClr>
              <a:buFont typeface="Arial"/>
              <a:buChar char="–"/>
              <a:defRPr lang="en-US" sz="2800" b="0" u="none" strike="noStrike">
                <a:solidFill>
                  <a:schemeClr val="dk1"/>
                </a:solidFill>
                <a:effectLst/>
                <a:uFillTx/>
                <a:latin typeface="Calibri"/>
              </a:defRPr>
            </a:lvl2pPr>
            <a:lvl3pPr lvl="2" algn="l" defTabSz="914400">
              <a:lnSpc>
                <a:spcPct val="100000"/>
              </a:lnSpc>
              <a:spcBef>
                <a:spcPts val="479"/>
              </a:spcBef>
              <a:buClr>
                <a:srgbClr val="000000"/>
              </a:buClr>
              <a:buFont typeface="Arial"/>
              <a:buChar char="•"/>
              <a:defRPr lang="en-US" sz="2400" b="0" u="none" strike="noStrike">
                <a:solidFill>
                  <a:schemeClr val="dk1"/>
                </a:solidFill>
                <a:effectLst/>
                <a:uFillTx/>
                <a:latin typeface="Calibri"/>
              </a:defRPr>
            </a:lvl3pPr>
            <a:lvl4pPr lvl="3" algn="l" defTabSz="914400">
              <a:lnSpc>
                <a:spcPct val="100000"/>
              </a:lnSpc>
              <a:spcBef>
                <a:spcPts val="400"/>
              </a:spcBef>
              <a:buClr>
                <a:srgbClr val="000000"/>
              </a:buClr>
              <a:buFont typeface="Arial"/>
              <a:buChar char="–"/>
              <a:defRPr lang="en-US" sz="2000" b="0" u="none" strike="noStrike">
                <a:solidFill>
                  <a:schemeClr val="dk1"/>
                </a:solidFill>
                <a:effectLst/>
                <a:uFillTx/>
                <a:latin typeface="Calibri"/>
              </a:defRPr>
            </a:lvl4pPr>
            <a:lvl5pPr lvl="4" algn="l" defTabSz="914400">
              <a:lnSpc>
                <a:spcPct val="100000"/>
              </a:lnSpc>
              <a:spcBef>
                <a:spcPts val="400"/>
              </a:spcBef>
              <a:buClr>
                <a:srgbClr val="000000"/>
              </a:buClr>
              <a:buFont typeface="Arial"/>
              <a:buChar char="»"/>
              <a:defRPr lang="en-US" sz="2000" b="0" u="none" strike="noStrike">
                <a:solidFill>
                  <a:schemeClr val="dk1"/>
                </a:solidFill>
                <a:effectLst/>
                <a:uFillTx/>
                <a:latin typeface="Calibri"/>
              </a:defRPr>
            </a:lvl5pPr>
          </a:lstStyle>
          <a:p>
            <a:pPr marL="343080" indent="-343080" algn="l" defTabSz="914400">
              <a:lnSpc>
                <a:spcPct val="100000"/>
              </a:lnSpc>
              <a:spcBef>
                <a:spcPts val="641"/>
              </a:spcBef>
              <a:buClr>
                <a:srgbClr val="000000"/>
              </a:buClr>
              <a:buFont typeface="Arial"/>
              <a:buChar char="•"/>
            </a:pPr>
            <a:r>
              <a:rPr lang="en-US" sz="3200" b="0" u="none" strike="noStrike">
                <a:solidFill>
                  <a:schemeClr val="dk1"/>
                </a:solidFill>
                <a:effectLst/>
                <a:uFillTx/>
                <a:latin typeface="Calibri"/>
              </a:rPr>
              <a:t>Click to edit Master text styles</a:t>
            </a:r>
          </a:p>
          <a:p>
            <a:pPr marL="743040" lvl="1" indent="-285840" algn="l" defTabSz="914400">
              <a:lnSpc>
                <a:spcPct val="100000"/>
              </a:lnSpc>
              <a:spcBef>
                <a:spcPts val="561"/>
              </a:spcBef>
              <a:buClr>
                <a:srgbClr val="000000"/>
              </a:buClr>
              <a:buFont typeface="Arial"/>
              <a:buChar char="–"/>
            </a:pPr>
            <a:r>
              <a:rPr lang="en-US" sz="2800" b="0" u="none" strike="noStrike">
                <a:solidFill>
                  <a:schemeClr val="dk1"/>
                </a:solidFill>
                <a:effectLst/>
                <a:uFillTx/>
                <a:latin typeface="Calibri"/>
              </a:rPr>
              <a:t>Second level</a:t>
            </a:r>
          </a:p>
          <a:p>
            <a:pPr marL="1143000" lvl="2" indent="-228600" algn="l" defTabSz="914400">
              <a:lnSpc>
                <a:spcPct val="100000"/>
              </a:lnSpc>
              <a:spcBef>
                <a:spcPts val="479"/>
              </a:spcBef>
              <a:buClr>
                <a:srgbClr val="000000"/>
              </a:buClr>
              <a:buFont typeface="Arial"/>
              <a:buChar char="•"/>
            </a:pPr>
            <a:r>
              <a:rPr lang="en-US" sz="2400" b="0" u="none" strike="noStrike">
                <a:solidFill>
                  <a:schemeClr val="dk1"/>
                </a:solidFill>
                <a:effectLst/>
                <a:uFillTx/>
                <a:latin typeface="Calibri"/>
              </a:rPr>
              <a:t>Third level</a:t>
            </a:r>
          </a:p>
          <a:p>
            <a:pPr marL="1600200" lvl="3" indent="-228600" algn="l" defTabSz="914400">
              <a:lnSpc>
                <a:spcPct val="100000"/>
              </a:lnSpc>
              <a:spcBef>
                <a:spcPts val="400"/>
              </a:spcBef>
              <a:buClr>
                <a:srgbClr val="000000"/>
              </a:buClr>
              <a:buFont typeface="Arial"/>
              <a:buChar char="–"/>
            </a:pPr>
            <a:r>
              <a:rPr lang="en-US" sz="2000" b="0" u="none" strike="noStrike">
                <a:solidFill>
                  <a:schemeClr val="dk1"/>
                </a:solidFill>
                <a:effectLst/>
                <a:uFillTx/>
                <a:latin typeface="Calibri"/>
              </a:rPr>
              <a:t>Fourth level</a:t>
            </a:r>
          </a:p>
          <a:p>
            <a:pPr marL="2057400" lvl="4" indent="-228600" algn="l" defTabSz="914400">
              <a:lnSpc>
                <a:spcPct val="100000"/>
              </a:lnSpc>
              <a:spcBef>
                <a:spcPts val="400"/>
              </a:spcBef>
              <a:buClr>
                <a:srgbClr val="000000"/>
              </a:buClr>
              <a:buFont typeface="Arial"/>
              <a:buChar char="»"/>
            </a:pPr>
            <a:r>
              <a:rPr lang="en-US" sz="2000" b="0" u="none" strike="noStrike">
                <a:solidFill>
                  <a:schemeClr val="dk1"/>
                </a:solidFill>
                <a:effectLst/>
                <a:uFillTx/>
                <a:latin typeface="Calibri"/>
              </a:rPr>
              <a:t>Fifth level</a:t>
            </a:r>
          </a:p>
        </p:txBody>
      </p:sp>
      <p:sp>
        <p:nvSpPr>
          <p:cNvPr id="8" name="PlaceHolder 3"/>
          <p:cNvSpPr>
            <a:spLocks noGrp="1"/>
          </p:cNvSpPr>
          <p:nvPr>
            <p:ph type="dt" idx="4"/>
          </p:nvPr>
        </p:nvSpPr>
        <p:spPr>
          <a:xfrm>
            <a:off x="457200" y="6356520"/>
            <a:ext cx="2133360" cy="364680"/>
          </a:xfrm>
          <a:prstGeom prst="rect">
            <a:avLst/>
          </a:prstGeom>
          <a:noFill/>
          <a:ln w="0">
            <a:noFill/>
          </a:ln>
        </p:spPr>
        <p:txBody>
          <a:bodyPr lIns="91440" tIns="45720" rIns="91440" bIns="45720" anchor="ctr">
            <a:noAutofit/>
          </a:bodyPr>
          <a:lstStyle>
            <a:lvl1pPr indent="0" algn="l" defTabSz="914400">
              <a:lnSpc>
                <a:spcPct val="100000"/>
              </a:lnSpc>
              <a:buNone/>
              <a:defRPr lang="en-US" sz="1200" b="0" u="none" strike="noStrike">
                <a:solidFill>
                  <a:schemeClr val="dk1">
                    <a:tint val="75000"/>
                  </a:schemeClr>
                </a:solidFill>
                <a:effectLst/>
                <a:uFillTx/>
                <a:latin typeface="Calibri"/>
              </a:defRPr>
            </a:lvl1pPr>
          </a:lstStyle>
          <a:p>
            <a:pPr indent="0" algn="l" defTabSz="914400">
              <a:lnSpc>
                <a:spcPct val="100000"/>
              </a:lnSpc>
              <a:buNone/>
            </a:pPr>
            <a:r>
              <a:rPr lang="en-US" sz="1200" b="0" u="none" strike="noStrike">
                <a:solidFill>
                  <a:schemeClr val="dk1">
                    <a:tint val="75000"/>
                  </a:schemeClr>
                </a:solidFill>
                <a:effectLst/>
                <a:uFillTx/>
                <a:latin typeface="Calibri"/>
              </a:rPr>
              <a:t>&lt;date/time&gt;</a:t>
            </a:r>
            <a:endParaRPr lang="en-US" sz="1200" b="0" u="none" strike="noStrike">
              <a:solidFill>
                <a:srgbClr val="000000"/>
              </a:solidFill>
              <a:effectLst/>
              <a:uFillTx/>
              <a:latin typeface="Times New Roman"/>
            </a:endParaRPr>
          </a:p>
        </p:txBody>
      </p:sp>
      <p:sp>
        <p:nvSpPr>
          <p:cNvPr id="9" name="PlaceHolder 4"/>
          <p:cNvSpPr>
            <a:spLocks noGrp="1"/>
          </p:cNvSpPr>
          <p:nvPr>
            <p:ph type="ftr" idx="5"/>
          </p:nvPr>
        </p:nvSpPr>
        <p:spPr>
          <a:xfrm>
            <a:off x="3124080" y="6356520"/>
            <a:ext cx="2895120" cy="364680"/>
          </a:xfrm>
          <a:prstGeom prst="rect">
            <a:avLst/>
          </a:prstGeom>
          <a:noFill/>
          <a:ln w="0">
            <a:noFill/>
          </a:ln>
        </p:spPr>
        <p:txBody>
          <a:bodyPr lIns="91440" tIns="45720" rIns="91440" bIns="45720" anchor="ctr">
            <a:noAutofit/>
          </a:bodyPr>
          <a:lstStyle>
            <a:lvl1pPr indent="0" algn="ctr">
              <a:buNone/>
              <a:defRPr lang="en-US" sz="1400" b="0" u="none" strike="noStrike">
                <a:solidFill>
                  <a:srgbClr val="000000"/>
                </a:solidFill>
                <a:effectLst/>
                <a:uFillTx/>
                <a:latin typeface="Times New Roman"/>
              </a:defRPr>
            </a:lvl1pPr>
          </a:lstStyle>
          <a:p>
            <a:pPr indent="0" algn="ctr">
              <a:buNone/>
            </a:pPr>
            <a:r>
              <a:rPr lang="en-US" sz="1400" b="0" u="none" strike="noStrike">
                <a:solidFill>
                  <a:srgbClr val="000000"/>
                </a:solidFill>
                <a:effectLst/>
                <a:uFillTx/>
                <a:latin typeface="Times New Roman"/>
              </a:rPr>
              <a:t>&lt;footer&gt;</a:t>
            </a:r>
          </a:p>
        </p:txBody>
      </p:sp>
      <p:sp>
        <p:nvSpPr>
          <p:cNvPr id="10" name="PlaceHolder 5"/>
          <p:cNvSpPr>
            <a:spLocks noGrp="1"/>
          </p:cNvSpPr>
          <p:nvPr>
            <p:ph type="sldNum" idx="6"/>
          </p:nvPr>
        </p:nvSpPr>
        <p:spPr>
          <a:xfrm>
            <a:off x="6553080" y="6356520"/>
            <a:ext cx="2133360" cy="364680"/>
          </a:xfrm>
          <a:prstGeom prst="rect">
            <a:avLst/>
          </a:prstGeom>
          <a:noFill/>
          <a:ln w="0">
            <a:noFill/>
          </a:ln>
        </p:spPr>
        <p:txBody>
          <a:bodyPr lIns="91440" tIns="45720" rIns="91440" bIns="45720" anchor="ctr">
            <a:noAutofit/>
          </a:bodyPr>
          <a:lstStyle>
            <a:lvl1pPr indent="0" algn="r" defTabSz="914400">
              <a:lnSpc>
                <a:spcPct val="100000"/>
              </a:lnSpc>
              <a:buNone/>
              <a:defRPr lang="en-US" sz="1200" b="0" u="none" strike="noStrike">
                <a:solidFill>
                  <a:schemeClr val="dk1">
                    <a:tint val="75000"/>
                  </a:schemeClr>
                </a:solidFill>
                <a:effectLst/>
                <a:uFillTx/>
                <a:latin typeface="Calibri"/>
              </a:defRPr>
            </a:lvl1pPr>
          </a:lstStyle>
          <a:p>
            <a:pPr indent="0" algn="r" defTabSz="914400">
              <a:lnSpc>
                <a:spcPct val="100000"/>
              </a:lnSpc>
              <a:buNone/>
            </a:pPr>
            <a:fld id="{FC3856DF-F0BF-477C-84BB-187188308FC5}" type="slidenum">
              <a:rPr lang="en-US" sz="1200" b="0" u="none" strike="noStrike">
                <a:solidFill>
                  <a:schemeClr val="dk1">
                    <a:tint val="75000"/>
                  </a:schemeClr>
                </a:solidFill>
                <a:effectLst/>
                <a:uFillTx/>
                <a:latin typeface="Calibri"/>
              </a:rPr>
              <a:t>‹#›</a:t>
            </a:fld>
            <a:endParaRPr lang="en-US" sz="1200" b="0" u="none" strike="noStrike">
              <a:solidFill>
                <a:srgbClr val="000000"/>
              </a:solidFill>
              <a:effectLst/>
              <a:uFillTx/>
              <a:latin typeface="Times New Roman"/>
            </a:endParaRPr>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bg>
      <p:bgPr>
        <a:solidFill>
          <a:srgbClr val="FFFFFF"/>
        </a:solidFill>
        <a:effectLst/>
      </p:bgPr>
    </p:bg>
    <p:spTree>
      <p:nvGrpSpPr>
        <p:cNvPr id="1" name=""/>
        <p:cNvGrpSpPr/>
        <p:nvPr/>
      </p:nvGrpSpPr>
      <p:grpSpPr>
        <a:xfrm>
          <a:off x="0" y="0"/>
          <a:ext cx="0" cy="0"/>
          <a:chOff x="0" y="0"/>
          <a:chExt cx="0" cy="0"/>
        </a:xfrm>
      </p:grpSpPr>
      <p:sp>
        <p:nvSpPr>
          <p:cNvPr id="11" name="PlaceHolder 1"/>
          <p:cNvSpPr>
            <a:spLocks noGrp="1"/>
          </p:cNvSpPr>
          <p:nvPr>
            <p:ph type="title"/>
          </p:nvPr>
        </p:nvSpPr>
        <p:spPr>
          <a:xfrm>
            <a:off x="6629400" y="274680"/>
            <a:ext cx="2057040" cy="5851080"/>
          </a:xfrm>
          <a:prstGeom prst="rect">
            <a:avLst/>
          </a:prstGeom>
          <a:noFill/>
          <a:ln w="0">
            <a:noFill/>
          </a:ln>
        </p:spPr>
        <p:txBody>
          <a:bodyPr vert="eaVert" lIns="91440" tIns="45720" rIns="91440" bIns="45720" anchor="ctr">
            <a:noAutofit/>
          </a:bodyPr>
          <a:lstStyle>
            <a:lvl1pPr indent="0" algn="ctr" defTabSz="914400">
              <a:lnSpc>
                <a:spcPct val="100000"/>
              </a:lnSpc>
              <a:buNone/>
              <a:defRPr lang="en-US" sz="4400" b="0" u="none" strike="noStrike">
                <a:solidFill>
                  <a:schemeClr val="dk1"/>
                </a:solidFill>
                <a:effectLst/>
                <a:uFillTx/>
                <a:latin typeface="Calibri"/>
              </a:defRPr>
            </a:lvl1pPr>
          </a:lstStyle>
          <a:p>
            <a:pPr indent="0" algn="ctr" defTabSz="914400">
              <a:lnSpc>
                <a:spcPct val="100000"/>
              </a:lnSpc>
              <a:buNone/>
            </a:pPr>
            <a:r>
              <a:rPr lang="en-US" sz="4400" b="0" u="none" strike="noStrike">
                <a:solidFill>
                  <a:schemeClr val="dk1"/>
                </a:solidFill>
                <a:effectLst/>
                <a:uFillTx/>
                <a:latin typeface="Calibri"/>
              </a:rPr>
              <a:t>Click to edit Master title style</a:t>
            </a:r>
          </a:p>
        </p:txBody>
      </p:sp>
      <p:sp>
        <p:nvSpPr>
          <p:cNvPr id="12" name="PlaceHolder 2"/>
          <p:cNvSpPr>
            <a:spLocks noGrp="1"/>
          </p:cNvSpPr>
          <p:nvPr>
            <p:ph type="body"/>
          </p:nvPr>
        </p:nvSpPr>
        <p:spPr>
          <a:xfrm>
            <a:off x="457200" y="274680"/>
            <a:ext cx="6019560" cy="5851080"/>
          </a:xfrm>
          <a:prstGeom prst="rect">
            <a:avLst/>
          </a:prstGeom>
          <a:noFill/>
          <a:ln w="0">
            <a:noFill/>
          </a:ln>
        </p:spPr>
        <p:txBody>
          <a:bodyPr vert="eaVert" lIns="91440" tIns="45720" rIns="91440" bIns="45720" anchor="t">
            <a:noAutofit/>
          </a:bodyPr>
          <a:lstStyle>
            <a:lvl1pPr algn="l" defTabSz="914400">
              <a:lnSpc>
                <a:spcPct val="100000"/>
              </a:lnSpc>
              <a:spcBef>
                <a:spcPts val="641"/>
              </a:spcBef>
              <a:buClr>
                <a:srgbClr val="000000"/>
              </a:buClr>
              <a:buFont typeface="Arial"/>
              <a:buChar char="•"/>
              <a:defRPr lang="en-US" sz="3200" b="0" u="none" strike="noStrike">
                <a:solidFill>
                  <a:schemeClr val="dk1"/>
                </a:solidFill>
                <a:effectLst/>
                <a:uFillTx/>
                <a:latin typeface="Calibri"/>
              </a:defRPr>
            </a:lvl1pPr>
            <a:lvl2pPr lvl="1" algn="l" defTabSz="914400">
              <a:lnSpc>
                <a:spcPct val="100000"/>
              </a:lnSpc>
              <a:spcBef>
                <a:spcPts val="561"/>
              </a:spcBef>
              <a:buClr>
                <a:srgbClr val="000000"/>
              </a:buClr>
              <a:buFont typeface="Arial"/>
              <a:buChar char="–"/>
              <a:defRPr lang="en-US" sz="2800" b="0" u="none" strike="noStrike">
                <a:solidFill>
                  <a:schemeClr val="dk1"/>
                </a:solidFill>
                <a:effectLst/>
                <a:uFillTx/>
                <a:latin typeface="Calibri"/>
              </a:defRPr>
            </a:lvl2pPr>
            <a:lvl3pPr lvl="2" algn="l" defTabSz="914400">
              <a:lnSpc>
                <a:spcPct val="100000"/>
              </a:lnSpc>
              <a:spcBef>
                <a:spcPts val="479"/>
              </a:spcBef>
              <a:buClr>
                <a:srgbClr val="000000"/>
              </a:buClr>
              <a:buFont typeface="Arial"/>
              <a:buChar char="•"/>
              <a:defRPr lang="en-US" sz="2400" b="0" u="none" strike="noStrike">
                <a:solidFill>
                  <a:schemeClr val="dk1"/>
                </a:solidFill>
                <a:effectLst/>
                <a:uFillTx/>
                <a:latin typeface="Calibri"/>
              </a:defRPr>
            </a:lvl3pPr>
            <a:lvl4pPr lvl="3" algn="l" defTabSz="914400">
              <a:lnSpc>
                <a:spcPct val="100000"/>
              </a:lnSpc>
              <a:spcBef>
                <a:spcPts val="400"/>
              </a:spcBef>
              <a:buClr>
                <a:srgbClr val="000000"/>
              </a:buClr>
              <a:buFont typeface="Arial"/>
              <a:buChar char="–"/>
              <a:defRPr lang="en-US" sz="2000" b="0" u="none" strike="noStrike">
                <a:solidFill>
                  <a:schemeClr val="dk1"/>
                </a:solidFill>
                <a:effectLst/>
                <a:uFillTx/>
                <a:latin typeface="Calibri"/>
              </a:defRPr>
            </a:lvl4pPr>
            <a:lvl5pPr lvl="4" algn="l" defTabSz="914400">
              <a:lnSpc>
                <a:spcPct val="100000"/>
              </a:lnSpc>
              <a:spcBef>
                <a:spcPts val="400"/>
              </a:spcBef>
              <a:buClr>
                <a:srgbClr val="000000"/>
              </a:buClr>
              <a:buFont typeface="Arial"/>
              <a:buChar char="»"/>
              <a:defRPr lang="en-US" sz="2000" b="0" u="none" strike="noStrike">
                <a:solidFill>
                  <a:schemeClr val="dk1"/>
                </a:solidFill>
                <a:effectLst/>
                <a:uFillTx/>
                <a:latin typeface="Calibri"/>
              </a:defRPr>
            </a:lvl5pPr>
          </a:lstStyle>
          <a:p>
            <a:pPr marL="343080" indent="-343080" algn="l" defTabSz="914400">
              <a:lnSpc>
                <a:spcPct val="100000"/>
              </a:lnSpc>
              <a:spcBef>
                <a:spcPts val="641"/>
              </a:spcBef>
              <a:buClr>
                <a:srgbClr val="000000"/>
              </a:buClr>
              <a:buFont typeface="Arial"/>
              <a:buChar char="•"/>
            </a:pPr>
            <a:r>
              <a:rPr lang="en-US" sz="3200" b="0" u="none" strike="noStrike">
                <a:solidFill>
                  <a:schemeClr val="dk1"/>
                </a:solidFill>
                <a:effectLst/>
                <a:uFillTx/>
                <a:latin typeface="Calibri"/>
              </a:rPr>
              <a:t>Click to edit Master text styles</a:t>
            </a:r>
          </a:p>
          <a:p>
            <a:pPr marL="743040" lvl="1" indent="-285840" algn="l" defTabSz="914400">
              <a:lnSpc>
                <a:spcPct val="100000"/>
              </a:lnSpc>
              <a:spcBef>
                <a:spcPts val="561"/>
              </a:spcBef>
              <a:buClr>
                <a:srgbClr val="000000"/>
              </a:buClr>
              <a:buFont typeface="Arial"/>
              <a:buChar char="–"/>
            </a:pPr>
            <a:r>
              <a:rPr lang="en-US" sz="2800" b="0" u="none" strike="noStrike">
                <a:solidFill>
                  <a:schemeClr val="dk1"/>
                </a:solidFill>
                <a:effectLst/>
                <a:uFillTx/>
                <a:latin typeface="Calibri"/>
              </a:rPr>
              <a:t>Second level</a:t>
            </a:r>
          </a:p>
          <a:p>
            <a:pPr marL="1143000" lvl="2" indent="-228600" algn="l" defTabSz="914400">
              <a:lnSpc>
                <a:spcPct val="100000"/>
              </a:lnSpc>
              <a:spcBef>
                <a:spcPts val="479"/>
              </a:spcBef>
              <a:buClr>
                <a:srgbClr val="000000"/>
              </a:buClr>
              <a:buFont typeface="Arial"/>
              <a:buChar char="•"/>
            </a:pPr>
            <a:r>
              <a:rPr lang="en-US" sz="2400" b="0" u="none" strike="noStrike">
                <a:solidFill>
                  <a:schemeClr val="dk1"/>
                </a:solidFill>
                <a:effectLst/>
                <a:uFillTx/>
                <a:latin typeface="Calibri"/>
              </a:rPr>
              <a:t>Third level</a:t>
            </a:r>
          </a:p>
          <a:p>
            <a:pPr marL="1600200" lvl="3" indent="-228600" algn="l" defTabSz="914400">
              <a:lnSpc>
                <a:spcPct val="100000"/>
              </a:lnSpc>
              <a:spcBef>
                <a:spcPts val="400"/>
              </a:spcBef>
              <a:buClr>
                <a:srgbClr val="000000"/>
              </a:buClr>
              <a:buFont typeface="Arial"/>
              <a:buChar char="–"/>
            </a:pPr>
            <a:r>
              <a:rPr lang="en-US" sz="2000" b="0" u="none" strike="noStrike">
                <a:solidFill>
                  <a:schemeClr val="dk1"/>
                </a:solidFill>
                <a:effectLst/>
                <a:uFillTx/>
                <a:latin typeface="Calibri"/>
              </a:rPr>
              <a:t>Fourth level</a:t>
            </a:r>
          </a:p>
          <a:p>
            <a:pPr marL="2057400" lvl="4" indent="-228600" algn="l" defTabSz="914400">
              <a:lnSpc>
                <a:spcPct val="100000"/>
              </a:lnSpc>
              <a:spcBef>
                <a:spcPts val="400"/>
              </a:spcBef>
              <a:buClr>
                <a:srgbClr val="000000"/>
              </a:buClr>
              <a:buFont typeface="Arial"/>
              <a:buChar char="»"/>
            </a:pPr>
            <a:r>
              <a:rPr lang="en-US" sz="2000" b="0" u="none" strike="noStrike">
                <a:solidFill>
                  <a:schemeClr val="dk1"/>
                </a:solidFill>
                <a:effectLst/>
                <a:uFillTx/>
                <a:latin typeface="Calibri"/>
              </a:rPr>
              <a:t>Fifth level</a:t>
            </a:r>
          </a:p>
        </p:txBody>
      </p:sp>
      <p:sp>
        <p:nvSpPr>
          <p:cNvPr id="13" name="PlaceHolder 3"/>
          <p:cNvSpPr>
            <a:spLocks noGrp="1"/>
          </p:cNvSpPr>
          <p:nvPr>
            <p:ph type="dt" idx="7"/>
          </p:nvPr>
        </p:nvSpPr>
        <p:spPr>
          <a:xfrm>
            <a:off x="457200" y="6356520"/>
            <a:ext cx="2133360" cy="364680"/>
          </a:xfrm>
          <a:prstGeom prst="rect">
            <a:avLst/>
          </a:prstGeom>
          <a:noFill/>
          <a:ln w="0">
            <a:noFill/>
          </a:ln>
        </p:spPr>
        <p:txBody>
          <a:bodyPr lIns="91440" tIns="45720" rIns="91440" bIns="45720" anchor="ctr">
            <a:noAutofit/>
          </a:bodyPr>
          <a:lstStyle>
            <a:lvl1pPr indent="0" algn="l" defTabSz="914400">
              <a:lnSpc>
                <a:spcPct val="100000"/>
              </a:lnSpc>
              <a:buNone/>
              <a:defRPr lang="en-US" sz="1200" b="0" u="none" strike="noStrike">
                <a:solidFill>
                  <a:schemeClr val="dk1">
                    <a:tint val="75000"/>
                  </a:schemeClr>
                </a:solidFill>
                <a:effectLst/>
                <a:uFillTx/>
                <a:latin typeface="Calibri"/>
              </a:defRPr>
            </a:lvl1pPr>
          </a:lstStyle>
          <a:p>
            <a:pPr indent="0" algn="l" defTabSz="914400">
              <a:lnSpc>
                <a:spcPct val="100000"/>
              </a:lnSpc>
              <a:buNone/>
            </a:pPr>
            <a:r>
              <a:rPr lang="en-US" sz="1200" b="0" u="none" strike="noStrike">
                <a:solidFill>
                  <a:schemeClr val="dk1">
                    <a:tint val="75000"/>
                  </a:schemeClr>
                </a:solidFill>
                <a:effectLst/>
                <a:uFillTx/>
                <a:latin typeface="Calibri"/>
              </a:rPr>
              <a:t>&lt;date/time&gt;</a:t>
            </a:r>
            <a:endParaRPr lang="en-US" sz="1200" b="0" u="none" strike="noStrike">
              <a:solidFill>
                <a:srgbClr val="000000"/>
              </a:solidFill>
              <a:effectLst/>
              <a:uFillTx/>
              <a:latin typeface="Times New Roman"/>
            </a:endParaRPr>
          </a:p>
        </p:txBody>
      </p:sp>
      <p:sp>
        <p:nvSpPr>
          <p:cNvPr id="14" name="PlaceHolder 4"/>
          <p:cNvSpPr>
            <a:spLocks noGrp="1"/>
          </p:cNvSpPr>
          <p:nvPr>
            <p:ph type="ftr" idx="8"/>
          </p:nvPr>
        </p:nvSpPr>
        <p:spPr>
          <a:xfrm>
            <a:off x="3124080" y="6356520"/>
            <a:ext cx="2895120" cy="364680"/>
          </a:xfrm>
          <a:prstGeom prst="rect">
            <a:avLst/>
          </a:prstGeom>
          <a:noFill/>
          <a:ln w="0">
            <a:noFill/>
          </a:ln>
        </p:spPr>
        <p:txBody>
          <a:bodyPr lIns="91440" tIns="45720" rIns="91440" bIns="45720" anchor="ctr">
            <a:noAutofit/>
          </a:bodyPr>
          <a:lstStyle>
            <a:lvl1pPr indent="0" algn="ctr">
              <a:buNone/>
              <a:defRPr lang="en-US" sz="1400" b="0" u="none" strike="noStrike">
                <a:solidFill>
                  <a:srgbClr val="000000"/>
                </a:solidFill>
                <a:effectLst/>
                <a:uFillTx/>
                <a:latin typeface="Times New Roman"/>
              </a:defRPr>
            </a:lvl1pPr>
          </a:lstStyle>
          <a:p>
            <a:pPr indent="0" algn="ctr">
              <a:buNone/>
            </a:pPr>
            <a:r>
              <a:rPr lang="en-US" sz="1400" b="0" u="none" strike="noStrike">
                <a:solidFill>
                  <a:srgbClr val="000000"/>
                </a:solidFill>
                <a:effectLst/>
                <a:uFillTx/>
                <a:latin typeface="Times New Roman"/>
              </a:rPr>
              <a:t>&lt;footer&gt;</a:t>
            </a:r>
          </a:p>
        </p:txBody>
      </p:sp>
      <p:sp>
        <p:nvSpPr>
          <p:cNvPr id="15" name="PlaceHolder 5"/>
          <p:cNvSpPr>
            <a:spLocks noGrp="1"/>
          </p:cNvSpPr>
          <p:nvPr>
            <p:ph type="sldNum" idx="9"/>
          </p:nvPr>
        </p:nvSpPr>
        <p:spPr>
          <a:xfrm>
            <a:off x="6553080" y="6356520"/>
            <a:ext cx="2133360" cy="364680"/>
          </a:xfrm>
          <a:prstGeom prst="rect">
            <a:avLst/>
          </a:prstGeom>
          <a:noFill/>
          <a:ln w="0">
            <a:noFill/>
          </a:ln>
        </p:spPr>
        <p:txBody>
          <a:bodyPr lIns="91440" tIns="45720" rIns="91440" bIns="45720" anchor="ctr">
            <a:noAutofit/>
          </a:bodyPr>
          <a:lstStyle>
            <a:lvl1pPr indent="0" algn="r" defTabSz="914400">
              <a:lnSpc>
                <a:spcPct val="100000"/>
              </a:lnSpc>
              <a:buNone/>
              <a:defRPr lang="en-US" sz="1200" b="0" u="none" strike="noStrike">
                <a:solidFill>
                  <a:schemeClr val="dk1">
                    <a:tint val="75000"/>
                  </a:schemeClr>
                </a:solidFill>
                <a:effectLst/>
                <a:uFillTx/>
                <a:latin typeface="Calibri"/>
              </a:defRPr>
            </a:lvl1pPr>
          </a:lstStyle>
          <a:p>
            <a:pPr indent="0" algn="r" defTabSz="914400">
              <a:lnSpc>
                <a:spcPct val="100000"/>
              </a:lnSpc>
              <a:buNone/>
            </a:pPr>
            <a:fld id="{AF8307FF-6EE0-489C-BB5A-2D693372CF24}" type="slidenum">
              <a:rPr lang="en-US" sz="1200" b="0" u="none" strike="noStrike">
                <a:solidFill>
                  <a:schemeClr val="dk1">
                    <a:tint val="75000"/>
                  </a:schemeClr>
                </a:solidFill>
                <a:effectLst/>
                <a:uFillTx/>
                <a:latin typeface="Calibri"/>
              </a:rPr>
              <a:t>‹#›</a:t>
            </a:fld>
            <a:endParaRPr lang="en-US" sz="1200" b="0" u="none" strike="noStrike">
              <a:solidFill>
                <a:srgbClr val="000000"/>
              </a:solidFill>
              <a:effectLst/>
              <a:uFillTx/>
              <a:latin typeface="Times New Roman"/>
            </a:endParaRPr>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obj" preserve="1">
  <p:cSld name="Title and Content">
    <p:bg>
      <p:bgPr>
        <a:solidFill>
          <a:srgbClr val="FFFFFF"/>
        </a:solidFill>
        <a:effectLst/>
      </p:bgPr>
    </p:bg>
    <p:spTree>
      <p:nvGrpSpPr>
        <p:cNvPr id="1" name=""/>
        <p:cNvGrpSpPr/>
        <p:nvPr/>
      </p:nvGrpSpPr>
      <p:grpSpPr>
        <a:xfrm>
          <a:off x="0" y="0"/>
          <a:ext cx="0" cy="0"/>
          <a:chOff x="0" y="0"/>
          <a:chExt cx="0" cy="0"/>
        </a:xfrm>
      </p:grpSpPr>
      <p:sp>
        <p:nvSpPr>
          <p:cNvPr id="16" name="PlaceHolder 1"/>
          <p:cNvSpPr>
            <a:spLocks noGrp="1"/>
          </p:cNvSpPr>
          <p:nvPr>
            <p:ph type="title"/>
          </p:nvPr>
        </p:nvSpPr>
        <p:spPr>
          <a:xfrm>
            <a:off x="457200" y="274680"/>
            <a:ext cx="8229240" cy="1142640"/>
          </a:xfrm>
          <a:prstGeom prst="rect">
            <a:avLst/>
          </a:prstGeom>
          <a:noFill/>
          <a:ln w="0">
            <a:noFill/>
          </a:ln>
        </p:spPr>
        <p:txBody>
          <a:bodyPr lIns="91440" tIns="45720" rIns="91440" bIns="45720" anchor="ctr">
            <a:noAutofit/>
          </a:bodyPr>
          <a:lstStyle>
            <a:lvl1pPr indent="0" algn="ctr" defTabSz="914400">
              <a:lnSpc>
                <a:spcPct val="100000"/>
              </a:lnSpc>
              <a:buNone/>
              <a:defRPr lang="en-US" sz="4400" b="0" u="none" strike="noStrike">
                <a:solidFill>
                  <a:schemeClr val="dk1"/>
                </a:solidFill>
                <a:effectLst/>
                <a:uFillTx/>
                <a:latin typeface="Calibri"/>
              </a:defRPr>
            </a:lvl1pPr>
          </a:lstStyle>
          <a:p>
            <a:pPr indent="0" algn="ctr" defTabSz="914400">
              <a:lnSpc>
                <a:spcPct val="100000"/>
              </a:lnSpc>
              <a:buNone/>
            </a:pPr>
            <a:r>
              <a:rPr lang="en-US" sz="4400" b="0" u="none" strike="noStrike">
                <a:solidFill>
                  <a:schemeClr val="dk1"/>
                </a:solidFill>
                <a:effectLst/>
                <a:uFillTx/>
                <a:latin typeface="Calibri"/>
              </a:rPr>
              <a:t>Click to edit Master title style</a:t>
            </a:r>
          </a:p>
        </p:txBody>
      </p:sp>
      <p:sp>
        <p:nvSpPr>
          <p:cNvPr id="17" name="PlaceHolder 2"/>
          <p:cNvSpPr>
            <a:spLocks noGrp="1"/>
          </p:cNvSpPr>
          <p:nvPr>
            <p:ph type="body"/>
          </p:nvPr>
        </p:nvSpPr>
        <p:spPr>
          <a:xfrm>
            <a:off x="457200" y="1600200"/>
            <a:ext cx="8229240" cy="4525560"/>
          </a:xfrm>
          <a:prstGeom prst="rect">
            <a:avLst/>
          </a:prstGeom>
          <a:noFill/>
          <a:ln w="0">
            <a:noFill/>
          </a:ln>
        </p:spPr>
        <p:txBody>
          <a:bodyPr lIns="91440" tIns="45720" rIns="91440" bIns="45720" anchor="t">
            <a:noAutofit/>
          </a:bodyPr>
          <a:lstStyle>
            <a:lvl1pPr algn="l" defTabSz="914400">
              <a:lnSpc>
                <a:spcPct val="100000"/>
              </a:lnSpc>
              <a:spcBef>
                <a:spcPts val="641"/>
              </a:spcBef>
              <a:buClr>
                <a:srgbClr val="000000"/>
              </a:buClr>
              <a:buFont typeface="Arial"/>
              <a:buChar char="•"/>
              <a:defRPr lang="en-US" sz="3200" b="0" u="none" strike="noStrike">
                <a:solidFill>
                  <a:schemeClr val="dk1"/>
                </a:solidFill>
                <a:effectLst/>
                <a:uFillTx/>
                <a:latin typeface="Calibri"/>
              </a:defRPr>
            </a:lvl1pPr>
            <a:lvl2pPr lvl="1" algn="l" defTabSz="914400">
              <a:lnSpc>
                <a:spcPct val="100000"/>
              </a:lnSpc>
              <a:spcBef>
                <a:spcPts val="561"/>
              </a:spcBef>
              <a:buClr>
                <a:srgbClr val="000000"/>
              </a:buClr>
              <a:buFont typeface="Arial"/>
              <a:buChar char="–"/>
              <a:defRPr lang="en-US" sz="2800" b="0" u="none" strike="noStrike">
                <a:solidFill>
                  <a:schemeClr val="dk1"/>
                </a:solidFill>
                <a:effectLst/>
                <a:uFillTx/>
                <a:latin typeface="Calibri"/>
              </a:defRPr>
            </a:lvl2pPr>
            <a:lvl3pPr lvl="2" algn="l" defTabSz="914400">
              <a:lnSpc>
                <a:spcPct val="100000"/>
              </a:lnSpc>
              <a:spcBef>
                <a:spcPts val="479"/>
              </a:spcBef>
              <a:buClr>
                <a:srgbClr val="000000"/>
              </a:buClr>
              <a:buFont typeface="Arial"/>
              <a:buChar char="•"/>
              <a:defRPr lang="en-US" sz="2400" b="0" u="none" strike="noStrike">
                <a:solidFill>
                  <a:schemeClr val="dk1"/>
                </a:solidFill>
                <a:effectLst/>
                <a:uFillTx/>
                <a:latin typeface="Calibri"/>
              </a:defRPr>
            </a:lvl3pPr>
            <a:lvl4pPr lvl="3" algn="l" defTabSz="914400">
              <a:lnSpc>
                <a:spcPct val="100000"/>
              </a:lnSpc>
              <a:spcBef>
                <a:spcPts val="400"/>
              </a:spcBef>
              <a:buClr>
                <a:srgbClr val="000000"/>
              </a:buClr>
              <a:buFont typeface="Arial"/>
              <a:buChar char="–"/>
              <a:defRPr lang="en-US" sz="2000" b="0" u="none" strike="noStrike">
                <a:solidFill>
                  <a:schemeClr val="dk1"/>
                </a:solidFill>
                <a:effectLst/>
                <a:uFillTx/>
                <a:latin typeface="Calibri"/>
              </a:defRPr>
            </a:lvl4pPr>
            <a:lvl5pPr lvl="4" algn="l" defTabSz="914400">
              <a:lnSpc>
                <a:spcPct val="100000"/>
              </a:lnSpc>
              <a:spcBef>
                <a:spcPts val="400"/>
              </a:spcBef>
              <a:buClr>
                <a:srgbClr val="000000"/>
              </a:buClr>
              <a:buFont typeface="Arial"/>
              <a:buChar char="»"/>
              <a:defRPr lang="en-US" sz="2000" b="0" u="none" strike="noStrike">
                <a:solidFill>
                  <a:schemeClr val="dk1"/>
                </a:solidFill>
                <a:effectLst/>
                <a:uFillTx/>
                <a:latin typeface="Calibri"/>
              </a:defRPr>
            </a:lvl5pPr>
          </a:lstStyle>
          <a:p>
            <a:pPr marL="343080" indent="-343080" algn="l" defTabSz="914400">
              <a:lnSpc>
                <a:spcPct val="100000"/>
              </a:lnSpc>
              <a:spcBef>
                <a:spcPts val="641"/>
              </a:spcBef>
              <a:buClr>
                <a:srgbClr val="000000"/>
              </a:buClr>
              <a:buFont typeface="Arial"/>
              <a:buChar char="•"/>
            </a:pPr>
            <a:r>
              <a:rPr lang="en-US" sz="3200" b="0" u="none" strike="noStrike">
                <a:solidFill>
                  <a:schemeClr val="dk1"/>
                </a:solidFill>
                <a:effectLst/>
                <a:uFillTx/>
                <a:latin typeface="Calibri"/>
              </a:rPr>
              <a:t>Click to edit Master text styles</a:t>
            </a:r>
          </a:p>
          <a:p>
            <a:pPr marL="743040" lvl="1" indent="-285840" algn="l" defTabSz="914400">
              <a:lnSpc>
                <a:spcPct val="100000"/>
              </a:lnSpc>
              <a:spcBef>
                <a:spcPts val="561"/>
              </a:spcBef>
              <a:buClr>
                <a:srgbClr val="000000"/>
              </a:buClr>
              <a:buFont typeface="Arial"/>
              <a:buChar char="–"/>
            </a:pPr>
            <a:r>
              <a:rPr lang="en-US" sz="2800" b="0" u="none" strike="noStrike">
                <a:solidFill>
                  <a:schemeClr val="dk1"/>
                </a:solidFill>
                <a:effectLst/>
                <a:uFillTx/>
                <a:latin typeface="Calibri"/>
              </a:rPr>
              <a:t>Second level</a:t>
            </a:r>
          </a:p>
          <a:p>
            <a:pPr marL="1143000" lvl="2" indent="-228600" algn="l" defTabSz="914400">
              <a:lnSpc>
                <a:spcPct val="100000"/>
              </a:lnSpc>
              <a:spcBef>
                <a:spcPts val="479"/>
              </a:spcBef>
              <a:buClr>
                <a:srgbClr val="000000"/>
              </a:buClr>
              <a:buFont typeface="Arial"/>
              <a:buChar char="•"/>
            </a:pPr>
            <a:r>
              <a:rPr lang="en-US" sz="2400" b="0" u="none" strike="noStrike">
                <a:solidFill>
                  <a:schemeClr val="dk1"/>
                </a:solidFill>
                <a:effectLst/>
                <a:uFillTx/>
                <a:latin typeface="Calibri"/>
              </a:rPr>
              <a:t>Third level</a:t>
            </a:r>
          </a:p>
          <a:p>
            <a:pPr marL="1600200" lvl="3" indent="-228600" algn="l" defTabSz="914400">
              <a:lnSpc>
                <a:spcPct val="100000"/>
              </a:lnSpc>
              <a:spcBef>
                <a:spcPts val="400"/>
              </a:spcBef>
              <a:buClr>
                <a:srgbClr val="000000"/>
              </a:buClr>
              <a:buFont typeface="Arial"/>
              <a:buChar char="–"/>
            </a:pPr>
            <a:r>
              <a:rPr lang="en-US" sz="2000" b="0" u="none" strike="noStrike">
                <a:solidFill>
                  <a:schemeClr val="dk1"/>
                </a:solidFill>
                <a:effectLst/>
                <a:uFillTx/>
                <a:latin typeface="Calibri"/>
              </a:rPr>
              <a:t>Fourth level</a:t>
            </a:r>
          </a:p>
          <a:p>
            <a:pPr marL="2057400" lvl="4" indent="-228600" algn="l" defTabSz="914400">
              <a:lnSpc>
                <a:spcPct val="100000"/>
              </a:lnSpc>
              <a:spcBef>
                <a:spcPts val="400"/>
              </a:spcBef>
              <a:buClr>
                <a:srgbClr val="000000"/>
              </a:buClr>
              <a:buFont typeface="Arial"/>
              <a:buChar char="»"/>
            </a:pPr>
            <a:r>
              <a:rPr lang="en-US" sz="2000" b="0" u="none" strike="noStrike">
                <a:solidFill>
                  <a:schemeClr val="dk1"/>
                </a:solidFill>
                <a:effectLst/>
                <a:uFillTx/>
                <a:latin typeface="Calibri"/>
              </a:rPr>
              <a:t>Fifth level</a:t>
            </a:r>
          </a:p>
        </p:txBody>
      </p:sp>
      <p:sp>
        <p:nvSpPr>
          <p:cNvPr id="18" name="PlaceHolder 3"/>
          <p:cNvSpPr>
            <a:spLocks noGrp="1"/>
          </p:cNvSpPr>
          <p:nvPr>
            <p:ph type="dt" idx="10"/>
          </p:nvPr>
        </p:nvSpPr>
        <p:spPr>
          <a:xfrm>
            <a:off x="457200" y="6356520"/>
            <a:ext cx="2133360" cy="364680"/>
          </a:xfrm>
          <a:prstGeom prst="rect">
            <a:avLst/>
          </a:prstGeom>
          <a:noFill/>
          <a:ln w="0">
            <a:noFill/>
          </a:ln>
        </p:spPr>
        <p:txBody>
          <a:bodyPr lIns="91440" tIns="45720" rIns="91440" bIns="45720" anchor="ctr">
            <a:noAutofit/>
          </a:bodyPr>
          <a:lstStyle>
            <a:lvl1pPr indent="0" algn="l" defTabSz="914400">
              <a:lnSpc>
                <a:spcPct val="100000"/>
              </a:lnSpc>
              <a:buNone/>
              <a:defRPr lang="en-US" sz="1200" b="0" u="none" strike="noStrike">
                <a:solidFill>
                  <a:schemeClr val="dk1">
                    <a:tint val="75000"/>
                  </a:schemeClr>
                </a:solidFill>
                <a:effectLst/>
                <a:uFillTx/>
                <a:latin typeface="Calibri"/>
              </a:defRPr>
            </a:lvl1pPr>
          </a:lstStyle>
          <a:p>
            <a:pPr indent="0" algn="l" defTabSz="914400">
              <a:lnSpc>
                <a:spcPct val="100000"/>
              </a:lnSpc>
              <a:buNone/>
            </a:pPr>
            <a:r>
              <a:rPr lang="en-US" sz="1200" b="0" u="none" strike="noStrike">
                <a:solidFill>
                  <a:schemeClr val="dk1">
                    <a:tint val="75000"/>
                  </a:schemeClr>
                </a:solidFill>
                <a:effectLst/>
                <a:uFillTx/>
                <a:latin typeface="Calibri"/>
              </a:rPr>
              <a:t>&lt;date/time&gt;</a:t>
            </a:r>
            <a:endParaRPr lang="en-US" sz="1200" b="0" u="none" strike="noStrike">
              <a:solidFill>
                <a:srgbClr val="000000"/>
              </a:solidFill>
              <a:effectLst/>
              <a:uFillTx/>
              <a:latin typeface="Times New Roman"/>
            </a:endParaRPr>
          </a:p>
        </p:txBody>
      </p:sp>
      <p:sp>
        <p:nvSpPr>
          <p:cNvPr id="19" name="PlaceHolder 4"/>
          <p:cNvSpPr>
            <a:spLocks noGrp="1"/>
          </p:cNvSpPr>
          <p:nvPr>
            <p:ph type="ftr" idx="11"/>
          </p:nvPr>
        </p:nvSpPr>
        <p:spPr>
          <a:xfrm>
            <a:off x="3124080" y="6356520"/>
            <a:ext cx="2895120" cy="364680"/>
          </a:xfrm>
          <a:prstGeom prst="rect">
            <a:avLst/>
          </a:prstGeom>
          <a:noFill/>
          <a:ln w="0">
            <a:noFill/>
          </a:ln>
        </p:spPr>
        <p:txBody>
          <a:bodyPr lIns="91440" tIns="45720" rIns="91440" bIns="45720" anchor="ctr">
            <a:noAutofit/>
          </a:bodyPr>
          <a:lstStyle>
            <a:lvl1pPr indent="0" algn="ctr">
              <a:buNone/>
              <a:defRPr lang="en-US" sz="1400" b="0" u="none" strike="noStrike">
                <a:solidFill>
                  <a:srgbClr val="000000"/>
                </a:solidFill>
                <a:effectLst/>
                <a:uFillTx/>
                <a:latin typeface="Times New Roman"/>
              </a:defRPr>
            </a:lvl1pPr>
          </a:lstStyle>
          <a:p>
            <a:pPr indent="0" algn="ctr">
              <a:buNone/>
            </a:pPr>
            <a:r>
              <a:rPr lang="en-US" sz="1400" b="0" u="none" strike="noStrike">
                <a:solidFill>
                  <a:srgbClr val="000000"/>
                </a:solidFill>
                <a:effectLst/>
                <a:uFillTx/>
                <a:latin typeface="Times New Roman"/>
              </a:rPr>
              <a:t>&lt;footer&gt;</a:t>
            </a:r>
          </a:p>
        </p:txBody>
      </p:sp>
      <p:sp>
        <p:nvSpPr>
          <p:cNvPr id="20" name="PlaceHolder 5"/>
          <p:cNvSpPr>
            <a:spLocks noGrp="1"/>
          </p:cNvSpPr>
          <p:nvPr>
            <p:ph type="sldNum" idx="12"/>
          </p:nvPr>
        </p:nvSpPr>
        <p:spPr>
          <a:xfrm>
            <a:off x="6553080" y="6356520"/>
            <a:ext cx="2133360" cy="364680"/>
          </a:xfrm>
          <a:prstGeom prst="rect">
            <a:avLst/>
          </a:prstGeom>
          <a:noFill/>
          <a:ln w="0">
            <a:noFill/>
          </a:ln>
        </p:spPr>
        <p:txBody>
          <a:bodyPr lIns="91440" tIns="45720" rIns="91440" bIns="45720" anchor="ctr">
            <a:noAutofit/>
          </a:bodyPr>
          <a:lstStyle>
            <a:lvl1pPr indent="0" algn="r" defTabSz="914400">
              <a:lnSpc>
                <a:spcPct val="100000"/>
              </a:lnSpc>
              <a:buNone/>
              <a:defRPr lang="en-US" sz="1200" b="0" u="none" strike="noStrike">
                <a:solidFill>
                  <a:schemeClr val="dk1">
                    <a:tint val="75000"/>
                  </a:schemeClr>
                </a:solidFill>
                <a:effectLst/>
                <a:uFillTx/>
                <a:latin typeface="Calibri"/>
              </a:defRPr>
            </a:lvl1pPr>
          </a:lstStyle>
          <a:p>
            <a:pPr indent="0" algn="r" defTabSz="914400">
              <a:lnSpc>
                <a:spcPct val="100000"/>
              </a:lnSpc>
              <a:buNone/>
            </a:pPr>
            <a:fld id="{D1E00177-74F2-4F46-86D5-BF0229C8BD15}" type="slidenum">
              <a:rPr lang="en-US" sz="1200" b="0" u="none" strike="noStrike">
                <a:solidFill>
                  <a:schemeClr val="dk1">
                    <a:tint val="75000"/>
                  </a:schemeClr>
                </a:solidFill>
                <a:effectLst/>
                <a:uFillTx/>
                <a:latin typeface="Calibri"/>
              </a:rPr>
              <a:t>‹#›</a:t>
            </a:fld>
            <a:endParaRPr lang="en-US" sz="1200" b="0" u="none" strike="noStrike">
              <a:solidFill>
                <a:srgbClr val="000000"/>
              </a:solidFill>
              <a:effectLst/>
              <a:uFillTx/>
              <a:latin typeface="Times New Roman"/>
            </a:endParaRPr>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blank" preserve="1">
  <p:cSld name="Section Header">
    <p:bg>
      <p:bgPr>
        <a:solidFill>
          <a:srgbClr val="FFFFFF"/>
        </a:solidFill>
        <a:effectLst/>
      </p:bgPr>
    </p:bg>
    <p:spTree>
      <p:nvGrpSpPr>
        <p:cNvPr id="1" name=""/>
        <p:cNvGrpSpPr/>
        <p:nvPr/>
      </p:nvGrpSpPr>
      <p:grpSpPr>
        <a:xfrm>
          <a:off x="0" y="0"/>
          <a:ext cx="0" cy="0"/>
          <a:chOff x="0" y="0"/>
          <a:chExt cx="0" cy="0"/>
        </a:xfrm>
      </p:grpSpPr>
      <p:sp>
        <p:nvSpPr>
          <p:cNvPr id="21" name="PlaceHolder 1"/>
          <p:cNvSpPr>
            <a:spLocks noGrp="1"/>
          </p:cNvSpPr>
          <p:nvPr>
            <p:ph type="title"/>
          </p:nvPr>
        </p:nvSpPr>
        <p:spPr>
          <a:xfrm>
            <a:off x="722160" y="4406760"/>
            <a:ext cx="7772040" cy="1361880"/>
          </a:xfrm>
          <a:prstGeom prst="rect">
            <a:avLst/>
          </a:prstGeom>
          <a:noFill/>
          <a:ln w="0">
            <a:noFill/>
          </a:ln>
        </p:spPr>
        <p:txBody>
          <a:bodyPr lIns="91440" tIns="45720" rIns="91440" bIns="45720" anchor="t">
            <a:noAutofit/>
          </a:bodyPr>
          <a:lstStyle>
            <a:lvl1pPr indent="0" algn="l" defTabSz="914400">
              <a:lnSpc>
                <a:spcPct val="100000"/>
              </a:lnSpc>
              <a:buNone/>
              <a:defRPr lang="en-US" sz="4000" b="1" u="none" strike="noStrike" cap="all">
                <a:solidFill>
                  <a:schemeClr val="dk1"/>
                </a:solidFill>
                <a:effectLst/>
                <a:uFillTx/>
                <a:latin typeface="Calibri"/>
              </a:defRPr>
            </a:lvl1pPr>
          </a:lstStyle>
          <a:p>
            <a:pPr indent="0" algn="l" defTabSz="914400">
              <a:lnSpc>
                <a:spcPct val="100000"/>
              </a:lnSpc>
              <a:buNone/>
            </a:pPr>
            <a:r>
              <a:rPr lang="en-US" sz="4000" b="1" u="none" strike="noStrike" cap="all">
                <a:solidFill>
                  <a:schemeClr val="dk1"/>
                </a:solidFill>
                <a:effectLst/>
                <a:uFillTx/>
                <a:latin typeface="Calibri"/>
              </a:rPr>
              <a:t>Click to edit Master title style</a:t>
            </a:r>
          </a:p>
        </p:txBody>
      </p:sp>
      <p:sp>
        <p:nvSpPr>
          <p:cNvPr id="22" name="PlaceHolder 2"/>
          <p:cNvSpPr>
            <a:spLocks noGrp="1"/>
          </p:cNvSpPr>
          <p:nvPr>
            <p:ph type="body"/>
          </p:nvPr>
        </p:nvSpPr>
        <p:spPr>
          <a:xfrm>
            <a:off x="722160" y="2906640"/>
            <a:ext cx="7772040" cy="1499760"/>
          </a:xfrm>
          <a:prstGeom prst="rect">
            <a:avLst/>
          </a:prstGeom>
          <a:noFill/>
          <a:ln w="0">
            <a:noFill/>
          </a:ln>
        </p:spPr>
        <p:txBody>
          <a:bodyPr lIns="91440" tIns="45720" rIns="91440" bIns="45720" anchor="b">
            <a:noAutofit/>
          </a:bodyPr>
          <a:lstStyle>
            <a:lvl1pPr indent="0" algn="l" defTabSz="914400">
              <a:lnSpc>
                <a:spcPct val="100000"/>
              </a:lnSpc>
              <a:spcBef>
                <a:spcPts val="400"/>
              </a:spcBef>
              <a:buNone/>
              <a:tabLst>
                <a:tab pos="0" algn="l"/>
              </a:tabLst>
              <a:defRPr lang="en-US" sz="2000" b="0" u="none" strike="noStrike">
                <a:solidFill>
                  <a:schemeClr val="dk1">
                    <a:tint val="75000"/>
                  </a:schemeClr>
                </a:solidFill>
                <a:effectLst/>
                <a:uFillTx/>
                <a:latin typeface="Calibri"/>
              </a:defRPr>
            </a:lvl1pPr>
          </a:lstStyle>
          <a:p>
            <a:pPr indent="0" algn="l" defTabSz="914400">
              <a:lnSpc>
                <a:spcPct val="100000"/>
              </a:lnSpc>
              <a:spcBef>
                <a:spcPts val="400"/>
              </a:spcBef>
              <a:buNone/>
              <a:tabLst>
                <a:tab pos="0" algn="l"/>
              </a:tabLst>
            </a:pPr>
            <a:r>
              <a:rPr lang="en-US" sz="2000" b="0" u="none" strike="noStrike">
                <a:solidFill>
                  <a:schemeClr val="dk1">
                    <a:tint val="75000"/>
                  </a:schemeClr>
                </a:solidFill>
                <a:effectLst/>
                <a:uFillTx/>
                <a:latin typeface="Calibri"/>
              </a:rPr>
              <a:t>Click to edit Master text styles</a:t>
            </a:r>
          </a:p>
        </p:txBody>
      </p:sp>
      <p:sp>
        <p:nvSpPr>
          <p:cNvPr id="23" name="PlaceHolder 3"/>
          <p:cNvSpPr>
            <a:spLocks noGrp="1"/>
          </p:cNvSpPr>
          <p:nvPr>
            <p:ph type="dt" idx="13"/>
          </p:nvPr>
        </p:nvSpPr>
        <p:spPr>
          <a:xfrm>
            <a:off x="457200" y="6356520"/>
            <a:ext cx="2133360" cy="364680"/>
          </a:xfrm>
          <a:prstGeom prst="rect">
            <a:avLst/>
          </a:prstGeom>
          <a:noFill/>
          <a:ln w="0">
            <a:noFill/>
          </a:ln>
        </p:spPr>
        <p:txBody>
          <a:bodyPr lIns="91440" tIns="45720" rIns="91440" bIns="45720" anchor="ctr">
            <a:noAutofit/>
          </a:bodyPr>
          <a:lstStyle>
            <a:lvl1pPr indent="0" algn="l" defTabSz="914400">
              <a:lnSpc>
                <a:spcPct val="100000"/>
              </a:lnSpc>
              <a:buNone/>
              <a:defRPr lang="en-US" sz="1200" b="0" u="none" strike="noStrike">
                <a:solidFill>
                  <a:schemeClr val="dk1">
                    <a:tint val="75000"/>
                  </a:schemeClr>
                </a:solidFill>
                <a:effectLst/>
                <a:uFillTx/>
                <a:latin typeface="Calibri"/>
              </a:defRPr>
            </a:lvl1pPr>
          </a:lstStyle>
          <a:p>
            <a:pPr indent="0" algn="l" defTabSz="914400">
              <a:lnSpc>
                <a:spcPct val="100000"/>
              </a:lnSpc>
              <a:buNone/>
            </a:pPr>
            <a:r>
              <a:rPr lang="en-US" sz="1200" b="0" u="none" strike="noStrike">
                <a:solidFill>
                  <a:schemeClr val="dk1">
                    <a:tint val="75000"/>
                  </a:schemeClr>
                </a:solidFill>
                <a:effectLst/>
                <a:uFillTx/>
                <a:latin typeface="Calibri"/>
              </a:rPr>
              <a:t>&lt;date/time&gt;</a:t>
            </a:r>
            <a:endParaRPr lang="en-US" sz="1200" b="0" u="none" strike="noStrike">
              <a:solidFill>
                <a:srgbClr val="000000"/>
              </a:solidFill>
              <a:effectLst/>
              <a:uFillTx/>
              <a:latin typeface="Times New Roman"/>
            </a:endParaRPr>
          </a:p>
        </p:txBody>
      </p:sp>
      <p:sp>
        <p:nvSpPr>
          <p:cNvPr id="24" name="PlaceHolder 4"/>
          <p:cNvSpPr>
            <a:spLocks noGrp="1"/>
          </p:cNvSpPr>
          <p:nvPr>
            <p:ph type="ftr" idx="14"/>
          </p:nvPr>
        </p:nvSpPr>
        <p:spPr>
          <a:xfrm>
            <a:off x="3124080" y="6356520"/>
            <a:ext cx="2895120" cy="364680"/>
          </a:xfrm>
          <a:prstGeom prst="rect">
            <a:avLst/>
          </a:prstGeom>
          <a:noFill/>
          <a:ln w="0">
            <a:noFill/>
          </a:ln>
        </p:spPr>
        <p:txBody>
          <a:bodyPr lIns="91440" tIns="45720" rIns="91440" bIns="45720" anchor="ctr">
            <a:noAutofit/>
          </a:bodyPr>
          <a:lstStyle>
            <a:lvl1pPr indent="0" algn="ctr">
              <a:buNone/>
              <a:defRPr lang="en-US" sz="1400" b="0" u="none" strike="noStrike">
                <a:solidFill>
                  <a:srgbClr val="000000"/>
                </a:solidFill>
                <a:effectLst/>
                <a:uFillTx/>
                <a:latin typeface="Times New Roman"/>
              </a:defRPr>
            </a:lvl1pPr>
          </a:lstStyle>
          <a:p>
            <a:pPr indent="0" algn="ctr">
              <a:buNone/>
            </a:pPr>
            <a:r>
              <a:rPr lang="en-US" sz="1400" b="0" u="none" strike="noStrike">
                <a:solidFill>
                  <a:srgbClr val="000000"/>
                </a:solidFill>
                <a:effectLst/>
                <a:uFillTx/>
                <a:latin typeface="Times New Roman"/>
              </a:rPr>
              <a:t>&lt;footer&gt;</a:t>
            </a:r>
          </a:p>
        </p:txBody>
      </p:sp>
      <p:sp>
        <p:nvSpPr>
          <p:cNvPr id="25" name="PlaceHolder 5"/>
          <p:cNvSpPr>
            <a:spLocks noGrp="1"/>
          </p:cNvSpPr>
          <p:nvPr>
            <p:ph type="sldNum" idx="15"/>
          </p:nvPr>
        </p:nvSpPr>
        <p:spPr>
          <a:xfrm>
            <a:off x="6553080" y="6356520"/>
            <a:ext cx="2133360" cy="364680"/>
          </a:xfrm>
          <a:prstGeom prst="rect">
            <a:avLst/>
          </a:prstGeom>
          <a:noFill/>
          <a:ln w="0">
            <a:noFill/>
          </a:ln>
        </p:spPr>
        <p:txBody>
          <a:bodyPr lIns="91440" tIns="45720" rIns="91440" bIns="45720" anchor="ctr">
            <a:noAutofit/>
          </a:bodyPr>
          <a:lstStyle>
            <a:lvl1pPr indent="0" algn="r" defTabSz="914400">
              <a:lnSpc>
                <a:spcPct val="100000"/>
              </a:lnSpc>
              <a:buNone/>
              <a:defRPr lang="en-US" sz="1200" b="0" u="none" strike="noStrike">
                <a:solidFill>
                  <a:schemeClr val="dk1">
                    <a:tint val="75000"/>
                  </a:schemeClr>
                </a:solidFill>
                <a:effectLst/>
                <a:uFillTx/>
                <a:latin typeface="Calibri"/>
              </a:defRPr>
            </a:lvl1pPr>
          </a:lstStyle>
          <a:p>
            <a:pPr indent="0" algn="r" defTabSz="914400">
              <a:lnSpc>
                <a:spcPct val="100000"/>
              </a:lnSpc>
              <a:buNone/>
            </a:pPr>
            <a:fld id="{3B9B9584-A57A-4D01-8EA7-9631E3313AE8}" type="slidenum">
              <a:rPr lang="en-US" sz="1200" b="0" u="none" strike="noStrike">
                <a:solidFill>
                  <a:schemeClr val="dk1">
                    <a:tint val="75000"/>
                  </a:schemeClr>
                </a:solidFill>
                <a:effectLst/>
                <a:uFillTx/>
                <a:latin typeface="Calibri"/>
              </a:rPr>
              <a:t>‹#›</a:t>
            </a:fld>
            <a:endParaRPr lang="en-US" sz="1200" b="0" u="none" strike="noStrike">
              <a:solidFill>
                <a:srgbClr val="000000"/>
              </a:solidFill>
              <a:effectLst/>
              <a:uFillTx/>
              <a:latin typeface="Times New Roman"/>
            </a:endParaRPr>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woObj" preserve="1">
  <p:cSld name="Two Content">
    <p:bg>
      <p:bgPr>
        <a:solidFill>
          <a:srgbClr val="FFFFFF"/>
        </a:solidFill>
        <a:effectLst/>
      </p:bgPr>
    </p:bg>
    <p:spTree>
      <p:nvGrpSpPr>
        <p:cNvPr id="1" name=""/>
        <p:cNvGrpSpPr/>
        <p:nvPr/>
      </p:nvGrpSpPr>
      <p:grpSpPr>
        <a:xfrm>
          <a:off x="0" y="0"/>
          <a:ext cx="0" cy="0"/>
          <a:chOff x="0" y="0"/>
          <a:chExt cx="0" cy="0"/>
        </a:xfrm>
      </p:grpSpPr>
      <p:sp>
        <p:nvSpPr>
          <p:cNvPr id="26" name="PlaceHolder 1"/>
          <p:cNvSpPr>
            <a:spLocks noGrp="1"/>
          </p:cNvSpPr>
          <p:nvPr>
            <p:ph type="title"/>
          </p:nvPr>
        </p:nvSpPr>
        <p:spPr>
          <a:xfrm>
            <a:off x="457200" y="274680"/>
            <a:ext cx="8229240" cy="1142640"/>
          </a:xfrm>
          <a:prstGeom prst="rect">
            <a:avLst/>
          </a:prstGeom>
          <a:noFill/>
          <a:ln w="0">
            <a:noFill/>
          </a:ln>
        </p:spPr>
        <p:txBody>
          <a:bodyPr lIns="91440" tIns="45720" rIns="91440" bIns="45720" anchor="ctr">
            <a:noAutofit/>
          </a:bodyPr>
          <a:lstStyle>
            <a:lvl1pPr indent="0" algn="ctr" defTabSz="914400">
              <a:lnSpc>
                <a:spcPct val="100000"/>
              </a:lnSpc>
              <a:buNone/>
              <a:defRPr lang="en-US" sz="4400" b="0" u="none" strike="noStrike">
                <a:solidFill>
                  <a:schemeClr val="dk1"/>
                </a:solidFill>
                <a:effectLst/>
                <a:uFillTx/>
                <a:latin typeface="Calibri"/>
              </a:defRPr>
            </a:lvl1pPr>
          </a:lstStyle>
          <a:p>
            <a:pPr indent="0" algn="ctr" defTabSz="914400">
              <a:lnSpc>
                <a:spcPct val="100000"/>
              </a:lnSpc>
              <a:buNone/>
            </a:pPr>
            <a:r>
              <a:rPr lang="en-US" sz="4400" b="0" u="none" strike="noStrike">
                <a:solidFill>
                  <a:schemeClr val="dk1"/>
                </a:solidFill>
                <a:effectLst/>
                <a:uFillTx/>
                <a:latin typeface="Calibri"/>
              </a:rPr>
              <a:t>Click to edit Master title style</a:t>
            </a:r>
          </a:p>
        </p:txBody>
      </p:sp>
      <p:sp>
        <p:nvSpPr>
          <p:cNvPr id="27" name="PlaceHolder 2"/>
          <p:cNvSpPr>
            <a:spLocks noGrp="1"/>
          </p:cNvSpPr>
          <p:nvPr>
            <p:ph type="body"/>
          </p:nvPr>
        </p:nvSpPr>
        <p:spPr>
          <a:xfrm>
            <a:off x="457200" y="1600200"/>
            <a:ext cx="4038120" cy="4525560"/>
          </a:xfrm>
          <a:prstGeom prst="rect">
            <a:avLst/>
          </a:prstGeom>
          <a:noFill/>
          <a:ln w="0">
            <a:noFill/>
          </a:ln>
        </p:spPr>
        <p:txBody>
          <a:bodyPr lIns="91440" tIns="45720" rIns="91440" bIns="45720" anchor="t">
            <a:noAutofit/>
          </a:bodyPr>
          <a:lstStyle>
            <a:lvl1pPr algn="l" defTabSz="914400">
              <a:lnSpc>
                <a:spcPct val="100000"/>
              </a:lnSpc>
              <a:spcBef>
                <a:spcPts val="561"/>
              </a:spcBef>
              <a:buClr>
                <a:srgbClr val="000000"/>
              </a:buClr>
              <a:buFont typeface="Arial"/>
              <a:buChar char="•"/>
              <a:defRPr lang="en-US" sz="2800" b="0" u="none" strike="noStrike">
                <a:solidFill>
                  <a:schemeClr val="dk1"/>
                </a:solidFill>
                <a:effectLst/>
                <a:uFillTx/>
                <a:latin typeface="Calibri"/>
              </a:defRPr>
            </a:lvl1pPr>
            <a:lvl2pPr lvl="1" algn="l" defTabSz="914400">
              <a:lnSpc>
                <a:spcPct val="100000"/>
              </a:lnSpc>
              <a:spcBef>
                <a:spcPts val="479"/>
              </a:spcBef>
              <a:buClr>
                <a:srgbClr val="000000"/>
              </a:buClr>
              <a:buFont typeface="Arial"/>
              <a:buChar char="–"/>
              <a:defRPr lang="en-US" sz="2400" b="0" u="none" strike="noStrike">
                <a:solidFill>
                  <a:schemeClr val="dk1"/>
                </a:solidFill>
                <a:effectLst/>
                <a:uFillTx/>
                <a:latin typeface="Calibri"/>
              </a:defRPr>
            </a:lvl2pPr>
            <a:lvl3pPr lvl="2" algn="l" defTabSz="914400">
              <a:lnSpc>
                <a:spcPct val="100000"/>
              </a:lnSpc>
              <a:spcBef>
                <a:spcPts val="400"/>
              </a:spcBef>
              <a:buClr>
                <a:srgbClr val="000000"/>
              </a:buClr>
              <a:buFont typeface="Arial"/>
              <a:buChar char="•"/>
              <a:defRPr lang="en-US" sz="2000" b="0" u="none" strike="noStrike">
                <a:solidFill>
                  <a:schemeClr val="dk1"/>
                </a:solidFill>
                <a:effectLst/>
                <a:uFillTx/>
                <a:latin typeface="Calibri"/>
              </a:defRPr>
            </a:lvl3pPr>
            <a:lvl4pPr lvl="3" algn="l" defTabSz="914400">
              <a:lnSpc>
                <a:spcPct val="100000"/>
              </a:lnSpc>
              <a:spcBef>
                <a:spcPts val="360"/>
              </a:spcBef>
              <a:buClr>
                <a:srgbClr val="000000"/>
              </a:buClr>
              <a:buFont typeface="Arial"/>
              <a:buChar char="–"/>
              <a:defRPr lang="en-US" sz="1800" b="0" u="none" strike="noStrike">
                <a:solidFill>
                  <a:schemeClr val="dk1"/>
                </a:solidFill>
                <a:effectLst/>
                <a:uFillTx/>
                <a:latin typeface="Calibri"/>
              </a:defRPr>
            </a:lvl4pPr>
            <a:lvl5pPr lvl="4" algn="l" defTabSz="914400">
              <a:lnSpc>
                <a:spcPct val="100000"/>
              </a:lnSpc>
              <a:spcBef>
                <a:spcPts val="360"/>
              </a:spcBef>
              <a:buClr>
                <a:srgbClr val="000000"/>
              </a:buClr>
              <a:buFont typeface="Arial"/>
              <a:buChar char="»"/>
              <a:defRPr lang="en-US" sz="1800" b="0" u="none" strike="noStrike">
                <a:solidFill>
                  <a:schemeClr val="dk1"/>
                </a:solidFill>
                <a:effectLst/>
                <a:uFillTx/>
                <a:latin typeface="Calibri"/>
              </a:defRPr>
            </a:lvl5pPr>
          </a:lstStyle>
          <a:p>
            <a:pPr marL="343080" indent="-343080" algn="l" defTabSz="914400">
              <a:lnSpc>
                <a:spcPct val="100000"/>
              </a:lnSpc>
              <a:spcBef>
                <a:spcPts val="561"/>
              </a:spcBef>
              <a:buClr>
                <a:srgbClr val="000000"/>
              </a:buClr>
              <a:buFont typeface="Arial"/>
              <a:buChar char="•"/>
            </a:pPr>
            <a:r>
              <a:rPr lang="en-US" sz="2800" b="0" u="none" strike="noStrike">
                <a:solidFill>
                  <a:schemeClr val="dk1"/>
                </a:solidFill>
                <a:effectLst/>
                <a:uFillTx/>
                <a:latin typeface="Calibri"/>
              </a:rPr>
              <a:t>Click to edit Master text styles</a:t>
            </a:r>
          </a:p>
          <a:p>
            <a:pPr marL="743040" lvl="1" indent="-285840" algn="l" defTabSz="914400">
              <a:lnSpc>
                <a:spcPct val="100000"/>
              </a:lnSpc>
              <a:spcBef>
                <a:spcPts val="479"/>
              </a:spcBef>
              <a:buClr>
                <a:srgbClr val="000000"/>
              </a:buClr>
              <a:buFont typeface="Arial"/>
              <a:buChar char="–"/>
            </a:pPr>
            <a:r>
              <a:rPr lang="en-US" sz="2400" b="0" u="none" strike="noStrike">
                <a:solidFill>
                  <a:schemeClr val="dk1"/>
                </a:solidFill>
                <a:effectLst/>
                <a:uFillTx/>
                <a:latin typeface="Calibri"/>
              </a:rPr>
              <a:t>Second level</a:t>
            </a:r>
          </a:p>
          <a:p>
            <a:pPr marL="1143000" lvl="2" indent="-228600" algn="l" defTabSz="914400">
              <a:lnSpc>
                <a:spcPct val="100000"/>
              </a:lnSpc>
              <a:spcBef>
                <a:spcPts val="400"/>
              </a:spcBef>
              <a:buClr>
                <a:srgbClr val="000000"/>
              </a:buClr>
              <a:buFont typeface="Arial"/>
              <a:buChar char="•"/>
            </a:pPr>
            <a:r>
              <a:rPr lang="en-US" sz="2000" b="0" u="none" strike="noStrike">
                <a:solidFill>
                  <a:schemeClr val="dk1"/>
                </a:solidFill>
                <a:effectLst/>
                <a:uFillTx/>
                <a:latin typeface="Calibri"/>
              </a:rPr>
              <a:t>Third level</a:t>
            </a:r>
          </a:p>
          <a:p>
            <a:pPr marL="1600200" lvl="3" indent="-228600" algn="l" defTabSz="914400">
              <a:lnSpc>
                <a:spcPct val="100000"/>
              </a:lnSpc>
              <a:spcBef>
                <a:spcPts val="360"/>
              </a:spcBef>
              <a:buClr>
                <a:srgbClr val="000000"/>
              </a:buClr>
              <a:buFont typeface="Arial"/>
              <a:buChar char="–"/>
            </a:pPr>
            <a:r>
              <a:rPr lang="en-US" sz="1800" b="0" u="none" strike="noStrike">
                <a:solidFill>
                  <a:schemeClr val="dk1"/>
                </a:solidFill>
                <a:effectLst/>
                <a:uFillTx/>
                <a:latin typeface="Calibri"/>
              </a:rPr>
              <a:t>Fourth level</a:t>
            </a:r>
          </a:p>
          <a:p>
            <a:pPr marL="2057400" lvl="4" indent="-228600" algn="l" defTabSz="914400">
              <a:lnSpc>
                <a:spcPct val="100000"/>
              </a:lnSpc>
              <a:spcBef>
                <a:spcPts val="360"/>
              </a:spcBef>
              <a:buClr>
                <a:srgbClr val="000000"/>
              </a:buClr>
              <a:buFont typeface="Arial"/>
              <a:buChar char="»"/>
            </a:pPr>
            <a:r>
              <a:rPr lang="en-US" sz="1800" b="0" u="none" strike="noStrike">
                <a:solidFill>
                  <a:schemeClr val="dk1"/>
                </a:solidFill>
                <a:effectLst/>
                <a:uFillTx/>
                <a:latin typeface="Calibri"/>
              </a:rPr>
              <a:t>Fifth level</a:t>
            </a:r>
          </a:p>
        </p:txBody>
      </p:sp>
      <p:sp>
        <p:nvSpPr>
          <p:cNvPr id="28" name="PlaceHolder 3"/>
          <p:cNvSpPr>
            <a:spLocks noGrp="1"/>
          </p:cNvSpPr>
          <p:nvPr>
            <p:ph type="body"/>
          </p:nvPr>
        </p:nvSpPr>
        <p:spPr>
          <a:xfrm>
            <a:off x="4648320" y="1600200"/>
            <a:ext cx="4038120" cy="4525560"/>
          </a:xfrm>
          <a:prstGeom prst="rect">
            <a:avLst/>
          </a:prstGeom>
          <a:noFill/>
          <a:ln w="0">
            <a:noFill/>
          </a:ln>
        </p:spPr>
        <p:txBody>
          <a:bodyPr lIns="91440" tIns="45720" rIns="91440" bIns="45720" anchor="t">
            <a:noAutofit/>
          </a:bodyPr>
          <a:lstStyle>
            <a:lvl1pPr algn="l" defTabSz="914400">
              <a:lnSpc>
                <a:spcPct val="100000"/>
              </a:lnSpc>
              <a:spcBef>
                <a:spcPts val="561"/>
              </a:spcBef>
              <a:buClr>
                <a:srgbClr val="000000"/>
              </a:buClr>
              <a:buFont typeface="Arial"/>
              <a:buChar char="•"/>
              <a:defRPr lang="en-US" sz="2800" b="0" u="none" strike="noStrike">
                <a:solidFill>
                  <a:schemeClr val="dk1"/>
                </a:solidFill>
                <a:effectLst/>
                <a:uFillTx/>
                <a:latin typeface="Calibri"/>
              </a:defRPr>
            </a:lvl1pPr>
            <a:lvl2pPr lvl="1" algn="l" defTabSz="914400">
              <a:lnSpc>
                <a:spcPct val="100000"/>
              </a:lnSpc>
              <a:spcBef>
                <a:spcPts val="479"/>
              </a:spcBef>
              <a:buClr>
                <a:srgbClr val="000000"/>
              </a:buClr>
              <a:buFont typeface="Arial"/>
              <a:buChar char="–"/>
              <a:defRPr lang="en-US" sz="2400" b="0" u="none" strike="noStrike">
                <a:solidFill>
                  <a:schemeClr val="dk1"/>
                </a:solidFill>
                <a:effectLst/>
                <a:uFillTx/>
                <a:latin typeface="Calibri"/>
              </a:defRPr>
            </a:lvl2pPr>
            <a:lvl3pPr lvl="2" algn="l" defTabSz="914400">
              <a:lnSpc>
                <a:spcPct val="100000"/>
              </a:lnSpc>
              <a:spcBef>
                <a:spcPts val="400"/>
              </a:spcBef>
              <a:buClr>
                <a:srgbClr val="000000"/>
              </a:buClr>
              <a:buFont typeface="Arial"/>
              <a:buChar char="•"/>
              <a:defRPr lang="en-US" sz="2000" b="0" u="none" strike="noStrike">
                <a:solidFill>
                  <a:schemeClr val="dk1"/>
                </a:solidFill>
                <a:effectLst/>
                <a:uFillTx/>
                <a:latin typeface="Calibri"/>
              </a:defRPr>
            </a:lvl3pPr>
            <a:lvl4pPr lvl="3" algn="l" defTabSz="914400">
              <a:lnSpc>
                <a:spcPct val="100000"/>
              </a:lnSpc>
              <a:spcBef>
                <a:spcPts val="360"/>
              </a:spcBef>
              <a:buClr>
                <a:srgbClr val="000000"/>
              </a:buClr>
              <a:buFont typeface="Arial"/>
              <a:buChar char="–"/>
              <a:defRPr lang="en-US" sz="1800" b="0" u="none" strike="noStrike">
                <a:solidFill>
                  <a:schemeClr val="dk1"/>
                </a:solidFill>
                <a:effectLst/>
                <a:uFillTx/>
                <a:latin typeface="Calibri"/>
              </a:defRPr>
            </a:lvl4pPr>
            <a:lvl5pPr lvl="4" algn="l" defTabSz="914400">
              <a:lnSpc>
                <a:spcPct val="100000"/>
              </a:lnSpc>
              <a:spcBef>
                <a:spcPts val="360"/>
              </a:spcBef>
              <a:buClr>
                <a:srgbClr val="000000"/>
              </a:buClr>
              <a:buFont typeface="Arial"/>
              <a:buChar char="»"/>
              <a:defRPr lang="en-US" sz="1800" b="0" u="none" strike="noStrike">
                <a:solidFill>
                  <a:schemeClr val="dk1"/>
                </a:solidFill>
                <a:effectLst/>
                <a:uFillTx/>
                <a:latin typeface="Calibri"/>
              </a:defRPr>
            </a:lvl5pPr>
          </a:lstStyle>
          <a:p>
            <a:pPr marL="343080" indent="-343080" algn="l" defTabSz="914400">
              <a:lnSpc>
                <a:spcPct val="100000"/>
              </a:lnSpc>
              <a:spcBef>
                <a:spcPts val="561"/>
              </a:spcBef>
              <a:buClr>
                <a:srgbClr val="000000"/>
              </a:buClr>
              <a:buFont typeface="Arial"/>
              <a:buChar char="•"/>
            </a:pPr>
            <a:r>
              <a:rPr lang="en-US" sz="2800" b="0" u="none" strike="noStrike">
                <a:solidFill>
                  <a:schemeClr val="dk1"/>
                </a:solidFill>
                <a:effectLst/>
                <a:uFillTx/>
                <a:latin typeface="Calibri"/>
              </a:rPr>
              <a:t>Click to edit Master text styles</a:t>
            </a:r>
          </a:p>
          <a:p>
            <a:pPr marL="743040" lvl="1" indent="-285840" algn="l" defTabSz="914400">
              <a:lnSpc>
                <a:spcPct val="100000"/>
              </a:lnSpc>
              <a:spcBef>
                <a:spcPts val="479"/>
              </a:spcBef>
              <a:buClr>
                <a:srgbClr val="000000"/>
              </a:buClr>
              <a:buFont typeface="Arial"/>
              <a:buChar char="–"/>
            </a:pPr>
            <a:r>
              <a:rPr lang="en-US" sz="2400" b="0" u="none" strike="noStrike">
                <a:solidFill>
                  <a:schemeClr val="dk1"/>
                </a:solidFill>
                <a:effectLst/>
                <a:uFillTx/>
                <a:latin typeface="Calibri"/>
              </a:rPr>
              <a:t>Second level</a:t>
            </a:r>
          </a:p>
          <a:p>
            <a:pPr marL="1143000" lvl="2" indent="-228600" algn="l" defTabSz="914400">
              <a:lnSpc>
                <a:spcPct val="100000"/>
              </a:lnSpc>
              <a:spcBef>
                <a:spcPts val="400"/>
              </a:spcBef>
              <a:buClr>
                <a:srgbClr val="000000"/>
              </a:buClr>
              <a:buFont typeface="Arial"/>
              <a:buChar char="•"/>
            </a:pPr>
            <a:r>
              <a:rPr lang="en-US" sz="2000" b="0" u="none" strike="noStrike">
                <a:solidFill>
                  <a:schemeClr val="dk1"/>
                </a:solidFill>
                <a:effectLst/>
                <a:uFillTx/>
                <a:latin typeface="Calibri"/>
              </a:rPr>
              <a:t>Third level</a:t>
            </a:r>
          </a:p>
          <a:p>
            <a:pPr marL="1600200" lvl="3" indent="-228600" algn="l" defTabSz="914400">
              <a:lnSpc>
                <a:spcPct val="100000"/>
              </a:lnSpc>
              <a:spcBef>
                <a:spcPts val="360"/>
              </a:spcBef>
              <a:buClr>
                <a:srgbClr val="000000"/>
              </a:buClr>
              <a:buFont typeface="Arial"/>
              <a:buChar char="–"/>
            </a:pPr>
            <a:r>
              <a:rPr lang="en-US" sz="1800" b="0" u="none" strike="noStrike">
                <a:solidFill>
                  <a:schemeClr val="dk1"/>
                </a:solidFill>
                <a:effectLst/>
                <a:uFillTx/>
                <a:latin typeface="Calibri"/>
              </a:rPr>
              <a:t>Fourth level</a:t>
            </a:r>
          </a:p>
          <a:p>
            <a:pPr marL="2057400" lvl="4" indent="-228600" algn="l" defTabSz="914400">
              <a:lnSpc>
                <a:spcPct val="100000"/>
              </a:lnSpc>
              <a:spcBef>
                <a:spcPts val="360"/>
              </a:spcBef>
              <a:buClr>
                <a:srgbClr val="000000"/>
              </a:buClr>
              <a:buFont typeface="Arial"/>
              <a:buChar char="»"/>
            </a:pPr>
            <a:r>
              <a:rPr lang="en-US" sz="1800" b="0" u="none" strike="noStrike">
                <a:solidFill>
                  <a:schemeClr val="dk1"/>
                </a:solidFill>
                <a:effectLst/>
                <a:uFillTx/>
                <a:latin typeface="Calibri"/>
              </a:rPr>
              <a:t>Fifth level</a:t>
            </a:r>
          </a:p>
        </p:txBody>
      </p:sp>
      <p:sp>
        <p:nvSpPr>
          <p:cNvPr id="29" name="PlaceHolder 4"/>
          <p:cNvSpPr>
            <a:spLocks noGrp="1"/>
          </p:cNvSpPr>
          <p:nvPr>
            <p:ph type="dt" idx="16"/>
          </p:nvPr>
        </p:nvSpPr>
        <p:spPr>
          <a:xfrm>
            <a:off x="457200" y="6356520"/>
            <a:ext cx="2133360" cy="364680"/>
          </a:xfrm>
          <a:prstGeom prst="rect">
            <a:avLst/>
          </a:prstGeom>
          <a:noFill/>
          <a:ln w="0">
            <a:noFill/>
          </a:ln>
        </p:spPr>
        <p:txBody>
          <a:bodyPr lIns="91440" tIns="45720" rIns="91440" bIns="45720" anchor="ctr">
            <a:noAutofit/>
          </a:bodyPr>
          <a:lstStyle>
            <a:lvl1pPr indent="0" algn="l" defTabSz="914400">
              <a:lnSpc>
                <a:spcPct val="100000"/>
              </a:lnSpc>
              <a:buNone/>
              <a:defRPr lang="en-US" sz="1200" b="0" u="none" strike="noStrike">
                <a:solidFill>
                  <a:schemeClr val="dk1">
                    <a:tint val="75000"/>
                  </a:schemeClr>
                </a:solidFill>
                <a:effectLst/>
                <a:uFillTx/>
                <a:latin typeface="Calibri"/>
              </a:defRPr>
            </a:lvl1pPr>
          </a:lstStyle>
          <a:p>
            <a:pPr indent="0" algn="l" defTabSz="914400">
              <a:lnSpc>
                <a:spcPct val="100000"/>
              </a:lnSpc>
              <a:buNone/>
            </a:pPr>
            <a:r>
              <a:rPr lang="en-US" sz="1200" b="0" u="none" strike="noStrike">
                <a:solidFill>
                  <a:schemeClr val="dk1">
                    <a:tint val="75000"/>
                  </a:schemeClr>
                </a:solidFill>
                <a:effectLst/>
                <a:uFillTx/>
                <a:latin typeface="Calibri"/>
              </a:rPr>
              <a:t>&lt;date/time&gt;</a:t>
            </a:r>
            <a:endParaRPr lang="en-US" sz="1200" b="0" u="none" strike="noStrike">
              <a:solidFill>
                <a:srgbClr val="000000"/>
              </a:solidFill>
              <a:effectLst/>
              <a:uFillTx/>
              <a:latin typeface="Times New Roman"/>
            </a:endParaRPr>
          </a:p>
        </p:txBody>
      </p:sp>
      <p:sp>
        <p:nvSpPr>
          <p:cNvPr id="30" name="PlaceHolder 5"/>
          <p:cNvSpPr>
            <a:spLocks noGrp="1"/>
          </p:cNvSpPr>
          <p:nvPr>
            <p:ph type="ftr" idx="17"/>
          </p:nvPr>
        </p:nvSpPr>
        <p:spPr>
          <a:xfrm>
            <a:off x="3124080" y="6356520"/>
            <a:ext cx="2895120" cy="364680"/>
          </a:xfrm>
          <a:prstGeom prst="rect">
            <a:avLst/>
          </a:prstGeom>
          <a:noFill/>
          <a:ln w="0">
            <a:noFill/>
          </a:ln>
        </p:spPr>
        <p:txBody>
          <a:bodyPr lIns="91440" tIns="45720" rIns="91440" bIns="45720" anchor="ctr">
            <a:noAutofit/>
          </a:bodyPr>
          <a:lstStyle>
            <a:lvl1pPr indent="0" algn="ctr">
              <a:buNone/>
              <a:defRPr lang="en-US" sz="1400" b="0" u="none" strike="noStrike">
                <a:solidFill>
                  <a:srgbClr val="000000"/>
                </a:solidFill>
                <a:effectLst/>
                <a:uFillTx/>
                <a:latin typeface="Times New Roman"/>
              </a:defRPr>
            </a:lvl1pPr>
          </a:lstStyle>
          <a:p>
            <a:pPr indent="0" algn="ctr">
              <a:buNone/>
            </a:pPr>
            <a:r>
              <a:rPr lang="en-US" sz="1400" b="0" u="none" strike="noStrike">
                <a:solidFill>
                  <a:srgbClr val="000000"/>
                </a:solidFill>
                <a:effectLst/>
                <a:uFillTx/>
                <a:latin typeface="Times New Roman"/>
              </a:rPr>
              <a:t>&lt;footer&gt;</a:t>
            </a:r>
          </a:p>
        </p:txBody>
      </p:sp>
      <p:sp>
        <p:nvSpPr>
          <p:cNvPr id="31" name="PlaceHolder 6"/>
          <p:cNvSpPr>
            <a:spLocks noGrp="1"/>
          </p:cNvSpPr>
          <p:nvPr>
            <p:ph type="sldNum" idx="18"/>
          </p:nvPr>
        </p:nvSpPr>
        <p:spPr>
          <a:xfrm>
            <a:off x="6553080" y="6356520"/>
            <a:ext cx="2133360" cy="364680"/>
          </a:xfrm>
          <a:prstGeom prst="rect">
            <a:avLst/>
          </a:prstGeom>
          <a:noFill/>
          <a:ln w="0">
            <a:noFill/>
          </a:ln>
        </p:spPr>
        <p:txBody>
          <a:bodyPr lIns="91440" tIns="45720" rIns="91440" bIns="45720" anchor="ctr">
            <a:noAutofit/>
          </a:bodyPr>
          <a:lstStyle>
            <a:lvl1pPr indent="0" algn="r" defTabSz="914400">
              <a:lnSpc>
                <a:spcPct val="100000"/>
              </a:lnSpc>
              <a:buNone/>
              <a:defRPr lang="en-US" sz="1200" b="0" u="none" strike="noStrike">
                <a:solidFill>
                  <a:schemeClr val="dk1">
                    <a:tint val="75000"/>
                  </a:schemeClr>
                </a:solidFill>
                <a:effectLst/>
                <a:uFillTx/>
                <a:latin typeface="Calibri"/>
              </a:defRPr>
            </a:lvl1pPr>
          </a:lstStyle>
          <a:p>
            <a:pPr indent="0" algn="r" defTabSz="914400">
              <a:lnSpc>
                <a:spcPct val="100000"/>
              </a:lnSpc>
              <a:buNone/>
            </a:pPr>
            <a:fld id="{6C61D676-CDE1-4374-8256-0F04A2171C7E}" type="slidenum">
              <a:rPr lang="en-US" sz="1200" b="0" u="none" strike="noStrike">
                <a:solidFill>
                  <a:schemeClr val="dk1">
                    <a:tint val="75000"/>
                  </a:schemeClr>
                </a:solidFill>
                <a:effectLst/>
                <a:uFillTx/>
                <a:latin typeface="Calibri"/>
              </a:rPr>
              <a:t>‹#›</a:t>
            </a:fld>
            <a:endParaRPr lang="en-US" sz="1200" b="0" u="none" strike="noStrike">
              <a:solidFill>
                <a:srgbClr val="000000"/>
              </a:solidFill>
              <a:effectLst/>
              <a:uFillTx/>
              <a:latin typeface="Times New Roman"/>
            </a:endParaRPr>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Comparison">
    <p:bg>
      <p:bgPr>
        <a:solidFill>
          <a:srgbClr val="FFFFFF"/>
        </a:solidFill>
        <a:effectLst/>
      </p:bgPr>
    </p:bg>
    <p:spTree>
      <p:nvGrpSpPr>
        <p:cNvPr id="1" name=""/>
        <p:cNvGrpSpPr/>
        <p:nvPr/>
      </p:nvGrpSpPr>
      <p:grpSpPr>
        <a:xfrm>
          <a:off x="0" y="0"/>
          <a:ext cx="0" cy="0"/>
          <a:chOff x="0" y="0"/>
          <a:chExt cx="0" cy="0"/>
        </a:xfrm>
      </p:grpSpPr>
      <p:sp>
        <p:nvSpPr>
          <p:cNvPr id="32" name="PlaceHolder 1"/>
          <p:cNvSpPr>
            <a:spLocks noGrp="1"/>
          </p:cNvSpPr>
          <p:nvPr>
            <p:ph type="title"/>
          </p:nvPr>
        </p:nvSpPr>
        <p:spPr>
          <a:xfrm>
            <a:off x="457200" y="274680"/>
            <a:ext cx="8229240" cy="1142640"/>
          </a:xfrm>
          <a:prstGeom prst="rect">
            <a:avLst/>
          </a:prstGeom>
          <a:noFill/>
          <a:ln w="0">
            <a:noFill/>
          </a:ln>
        </p:spPr>
        <p:txBody>
          <a:bodyPr lIns="91440" tIns="45720" rIns="91440" bIns="45720" anchor="ctr">
            <a:noAutofit/>
          </a:bodyPr>
          <a:lstStyle>
            <a:lvl1pPr indent="0" algn="ctr" defTabSz="914400">
              <a:lnSpc>
                <a:spcPct val="100000"/>
              </a:lnSpc>
              <a:buNone/>
              <a:defRPr lang="en-US" sz="4400" b="0" u="none" strike="noStrike">
                <a:solidFill>
                  <a:schemeClr val="dk1"/>
                </a:solidFill>
                <a:effectLst/>
                <a:uFillTx/>
                <a:latin typeface="Calibri"/>
              </a:defRPr>
            </a:lvl1pPr>
          </a:lstStyle>
          <a:p>
            <a:pPr indent="0" algn="ctr" defTabSz="914400">
              <a:lnSpc>
                <a:spcPct val="100000"/>
              </a:lnSpc>
              <a:buNone/>
            </a:pPr>
            <a:r>
              <a:rPr lang="en-US" sz="4400" b="0" u="none" strike="noStrike">
                <a:solidFill>
                  <a:schemeClr val="dk1"/>
                </a:solidFill>
                <a:effectLst/>
                <a:uFillTx/>
                <a:latin typeface="Calibri"/>
              </a:rPr>
              <a:t>Click to edit Master title style</a:t>
            </a:r>
          </a:p>
        </p:txBody>
      </p:sp>
      <p:sp>
        <p:nvSpPr>
          <p:cNvPr id="33" name="PlaceHolder 2"/>
          <p:cNvSpPr>
            <a:spLocks noGrp="1"/>
          </p:cNvSpPr>
          <p:nvPr>
            <p:ph type="body"/>
          </p:nvPr>
        </p:nvSpPr>
        <p:spPr>
          <a:xfrm>
            <a:off x="457200" y="1535040"/>
            <a:ext cx="4039920" cy="639360"/>
          </a:xfrm>
          <a:prstGeom prst="rect">
            <a:avLst/>
          </a:prstGeom>
          <a:noFill/>
          <a:ln w="0">
            <a:noFill/>
          </a:ln>
        </p:spPr>
        <p:txBody>
          <a:bodyPr lIns="91440" tIns="45720" rIns="91440" bIns="45720" anchor="b">
            <a:noAutofit/>
          </a:bodyPr>
          <a:lstStyle>
            <a:lvl1pPr indent="0" algn="l" defTabSz="914400">
              <a:lnSpc>
                <a:spcPct val="100000"/>
              </a:lnSpc>
              <a:spcBef>
                <a:spcPts val="479"/>
              </a:spcBef>
              <a:buNone/>
              <a:tabLst>
                <a:tab pos="0" algn="l"/>
              </a:tabLst>
              <a:defRPr lang="en-US" sz="2400" b="1" u="none" strike="noStrike">
                <a:solidFill>
                  <a:schemeClr val="dk1"/>
                </a:solidFill>
                <a:effectLst/>
                <a:uFillTx/>
                <a:latin typeface="Calibri"/>
              </a:defRPr>
            </a:lvl1pPr>
          </a:lstStyle>
          <a:p>
            <a:pPr indent="0" algn="l" defTabSz="914400">
              <a:lnSpc>
                <a:spcPct val="100000"/>
              </a:lnSpc>
              <a:spcBef>
                <a:spcPts val="479"/>
              </a:spcBef>
              <a:buNone/>
              <a:tabLst>
                <a:tab pos="0" algn="l"/>
              </a:tabLst>
            </a:pPr>
            <a:r>
              <a:rPr lang="en-US" sz="2400" b="1" u="none" strike="noStrike">
                <a:solidFill>
                  <a:schemeClr val="dk1"/>
                </a:solidFill>
                <a:effectLst/>
                <a:uFillTx/>
                <a:latin typeface="Calibri"/>
              </a:rPr>
              <a:t>Click to edit Master text styles</a:t>
            </a:r>
            <a:endParaRPr lang="en-US" sz="2400" b="0" u="none" strike="noStrike">
              <a:solidFill>
                <a:schemeClr val="dk1"/>
              </a:solidFill>
              <a:effectLst/>
              <a:uFillTx/>
              <a:latin typeface="Calibri"/>
            </a:endParaRPr>
          </a:p>
        </p:txBody>
      </p:sp>
      <p:sp>
        <p:nvSpPr>
          <p:cNvPr id="34" name="PlaceHolder 3"/>
          <p:cNvSpPr>
            <a:spLocks noGrp="1"/>
          </p:cNvSpPr>
          <p:nvPr>
            <p:ph type="body"/>
          </p:nvPr>
        </p:nvSpPr>
        <p:spPr>
          <a:xfrm>
            <a:off x="457200" y="2174760"/>
            <a:ext cx="4039920" cy="3951000"/>
          </a:xfrm>
          <a:prstGeom prst="rect">
            <a:avLst/>
          </a:prstGeom>
          <a:noFill/>
          <a:ln w="0">
            <a:noFill/>
          </a:ln>
        </p:spPr>
        <p:txBody>
          <a:bodyPr lIns="91440" tIns="45720" rIns="91440" bIns="45720" anchor="t">
            <a:noAutofit/>
          </a:bodyPr>
          <a:lstStyle>
            <a:lvl1pPr algn="l" defTabSz="914400">
              <a:lnSpc>
                <a:spcPct val="100000"/>
              </a:lnSpc>
              <a:spcBef>
                <a:spcPts val="479"/>
              </a:spcBef>
              <a:buClr>
                <a:srgbClr val="000000"/>
              </a:buClr>
              <a:buFont typeface="Arial"/>
              <a:buChar char="•"/>
              <a:tabLst>
                <a:tab pos="0" algn="l"/>
              </a:tabLst>
              <a:defRPr lang="en-US" sz="2400" b="0" u="none" strike="noStrike">
                <a:solidFill>
                  <a:schemeClr val="dk1"/>
                </a:solidFill>
                <a:effectLst/>
                <a:uFillTx/>
                <a:latin typeface="Calibri"/>
              </a:defRPr>
            </a:lvl1pPr>
            <a:lvl2pPr lvl="1" algn="l" defTabSz="914400">
              <a:lnSpc>
                <a:spcPct val="100000"/>
              </a:lnSpc>
              <a:spcBef>
                <a:spcPts val="400"/>
              </a:spcBef>
              <a:buClr>
                <a:srgbClr val="000000"/>
              </a:buClr>
              <a:buFont typeface="Arial"/>
              <a:buChar char="–"/>
              <a:tabLst>
                <a:tab pos="0" algn="l"/>
              </a:tabLst>
              <a:defRPr lang="en-US" sz="2000" b="0" u="none" strike="noStrike">
                <a:solidFill>
                  <a:schemeClr val="dk1"/>
                </a:solidFill>
                <a:effectLst/>
                <a:uFillTx/>
                <a:latin typeface="Calibri"/>
              </a:defRPr>
            </a:lvl2pPr>
            <a:lvl3pPr lvl="2" algn="l" defTabSz="914400">
              <a:lnSpc>
                <a:spcPct val="100000"/>
              </a:lnSpc>
              <a:spcBef>
                <a:spcPts val="360"/>
              </a:spcBef>
              <a:buClr>
                <a:srgbClr val="000000"/>
              </a:buClr>
              <a:buFont typeface="Arial"/>
              <a:buChar char="•"/>
              <a:tabLst>
                <a:tab pos="0" algn="l"/>
              </a:tabLst>
              <a:defRPr lang="en-US" sz="1800" b="0" u="none" strike="noStrike">
                <a:solidFill>
                  <a:schemeClr val="dk1"/>
                </a:solidFill>
                <a:effectLst/>
                <a:uFillTx/>
                <a:latin typeface="Calibri"/>
              </a:defRPr>
            </a:lvl3pPr>
            <a:lvl4pPr lvl="3" algn="l" defTabSz="914400">
              <a:lnSpc>
                <a:spcPct val="100000"/>
              </a:lnSpc>
              <a:spcBef>
                <a:spcPts val="320"/>
              </a:spcBef>
              <a:buClr>
                <a:srgbClr val="000000"/>
              </a:buClr>
              <a:buFont typeface="Arial"/>
              <a:buChar char="–"/>
              <a:tabLst>
                <a:tab pos="0" algn="l"/>
              </a:tabLst>
              <a:defRPr lang="en-US" sz="1600" b="0" u="none" strike="noStrike">
                <a:solidFill>
                  <a:schemeClr val="dk1"/>
                </a:solidFill>
                <a:effectLst/>
                <a:uFillTx/>
                <a:latin typeface="Calibri"/>
              </a:defRPr>
            </a:lvl4pPr>
            <a:lvl5pPr lvl="4" algn="l" defTabSz="914400">
              <a:lnSpc>
                <a:spcPct val="100000"/>
              </a:lnSpc>
              <a:spcBef>
                <a:spcPts val="320"/>
              </a:spcBef>
              <a:buClr>
                <a:srgbClr val="000000"/>
              </a:buClr>
              <a:buFont typeface="Arial"/>
              <a:buChar char="»"/>
              <a:tabLst>
                <a:tab pos="0" algn="l"/>
              </a:tabLst>
              <a:defRPr lang="en-US" sz="1600" b="0" u="none" strike="noStrike">
                <a:solidFill>
                  <a:schemeClr val="dk1"/>
                </a:solidFill>
                <a:effectLst/>
                <a:uFillTx/>
                <a:latin typeface="Calibri"/>
              </a:defRPr>
            </a:lvl5pPr>
          </a:lstStyle>
          <a:p>
            <a:pPr marL="343080" indent="-343080" algn="l" defTabSz="914400">
              <a:lnSpc>
                <a:spcPct val="100000"/>
              </a:lnSpc>
              <a:spcBef>
                <a:spcPts val="479"/>
              </a:spcBef>
              <a:buClr>
                <a:srgbClr val="000000"/>
              </a:buClr>
              <a:buFont typeface="Arial"/>
              <a:buChar char="•"/>
              <a:tabLst>
                <a:tab pos="0" algn="l"/>
              </a:tabLst>
            </a:pPr>
            <a:r>
              <a:rPr lang="en-US" sz="2400" b="0" u="none" strike="noStrike">
                <a:solidFill>
                  <a:schemeClr val="dk1"/>
                </a:solidFill>
                <a:effectLst/>
                <a:uFillTx/>
                <a:latin typeface="Calibri"/>
              </a:rPr>
              <a:t>Click to edit Master text styles</a:t>
            </a:r>
          </a:p>
          <a:p>
            <a:pPr marL="743040" lvl="1" indent="-285840" algn="l" defTabSz="914400">
              <a:lnSpc>
                <a:spcPct val="100000"/>
              </a:lnSpc>
              <a:spcBef>
                <a:spcPts val="400"/>
              </a:spcBef>
              <a:buClr>
                <a:srgbClr val="000000"/>
              </a:buClr>
              <a:buFont typeface="Arial"/>
              <a:buChar char="–"/>
              <a:tabLst>
                <a:tab pos="0" algn="l"/>
              </a:tabLst>
            </a:pPr>
            <a:r>
              <a:rPr lang="en-US" sz="2000" b="0" u="none" strike="noStrike">
                <a:solidFill>
                  <a:schemeClr val="dk1"/>
                </a:solidFill>
                <a:effectLst/>
                <a:uFillTx/>
                <a:latin typeface="Calibri"/>
              </a:rPr>
              <a:t>Second level</a:t>
            </a:r>
          </a:p>
          <a:p>
            <a:pPr marL="1143000" lvl="2" indent="-228600" algn="l" defTabSz="914400">
              <a:lnSpc>
                <a:spcPct val="100000"/>
              </a:lnSpc>
              <a:spcBef>
                <a:spcPts val="360"/>
              </a:spcBef>
              <a:buClr>
                <a:srgbClr val="000000"/>
              </a:buClr>
              <a:buFont typeface="Arial"/>
              <a:buChar char="•"/>
              <a:tabLst>
                <a:tab pos="0" algn="l"/>
              </a:tabLst>
            </a:pPr>
            <a:r>
              <a:rPr lang="en-US" sz="1800" b="0" u="none" strike="noStrike">
                <a:solidFill>
                  <a:schemeClr val="dk1"/>
                </a:solidFill>
                <a:effectLst/>
                <a:uFillTx/>
                <a:latin typeface="Calibri"/>
              </a:rPr>
              <a:t>Third level</a:t>
            </a:r>
          </a:p>
          <a:p>
            <a:pPr marL="1600200" lvl="3" indent="-228600" algn="l" defTabSz="914400">
              <a:lnSpc>
                <a:spcPct val="100000"/>
              </a:lnSpc>
              <a:spcBef>
                <a:spcPts val="320"/>
              </a:spcBef>
              <a:buClr>
                <a:srgbClr val="000000"/>
              </a:buClr>
              <a:buFont typeface="Arial"/>
              <a:buChar char="–"/>
              <a:tabLst>
                <a:tab pos="0" algn="l"/>
              </a:tabLst>
            </a:pPr>
            <a:r>
              <a:rPr lang="en-US" sz="1600" b="0" u="none" strike="noStrike">
                <a:solidFill>
                  <a:schemeClr val="dk1"/>
                </a:solidFill>
                <a:effectLst/>
                <a:uFillTx/>
                <a:latin typeface="Calibri"/>
              </a:rPr>
              <a:t>Fourth level</a:t>
            </a:r>
          </a:p>
          <a:p>
            <a:pPr marL="2057400" lvl="4" indent="-228600" algn="l" defTabSz="914400">
              <a:lnSpc>
                <a:spcPct val="100000"/>
              </a:lnSpc>
              <a:spcBef>
                <a:spcPts val="320"/>
              </a:spcBef>
              <a:buClr>
                <a:srgbClr val="000000"/>
              </a:buClr>
              <a:buFont typeface="Arial"/>
              <a:buChar char="»"/>
              <a:tabLst>
                <a:tab pos="0" algn="l"/>
              </a:tabLst>
            </a:pPr>
            <a:r>
              <a:rPr lang="en-US" sz="1600" b="0" u="none" strike="noStrike">
                <a:solidFill>
                  <a:schemeClr val="dk1"/>
                </a:solidFill>
                <a:effectLst/>
                <a:uFillTx/>
                <a:latin typeface="Calibri"/>
              </a:rPr>
              <a:t>Fifth level</a:t>
            </a:r>
          </a:p>
        </p:txBody>
      </p:sp>
      <p:sp>
        <p:nvSpPr>
          <p:cNvPr id="35" name="PlaceHolder 4"/>
          <p:cNvSpPr>
            <a:spLocks noGrp="1"/>
          </p:cNvSpPr>
          <p:nvPr>
            <p:ph type="body"/>
          </p:nvPr>
        </p:nvSpPr>
        <p:spPr>
          <a:xfrm>
            <a:off x="4645080" y="1535040"/>
            <a:ext cx="4041360" cy="639360"/>
          </a:xfrm>
          <a:prstGeom prst="rect">
            <a:avLst/>
          </a:prstGeom>
          <a:noFill/>
          <a:ln w="0">
            <a:noFill/>
          </a:ln>
        </p:spPr>
        <p:txBody>
          <a:bodyPr lIns="91440" tIns="45720" rIns="91440" bIns="45720" anchor="b">
            <a:noAutofit/>
          </a:bodyPr>
          <a:lstStyle>
            <a:lvl1pPr indent="0" algn="l" defTabSz="914400">
              <a:lnSpc>
                <a:spcPct val="100000"/>
              </a:lnSpc>
              <a:spcBef>
                <a:spcPts val="479"/>
              </a:spcBef>
              <a:buNone/>
              <a:tabLst>
                <a:tab pos="0" algn="l"/>
              </a:tabLst>
              <a:defRPr lang="en-US" sz="2400" b="1" u="none" strike="noStrike">
                <a:solidFill>
                  <a:schemeClr val="dk1"/>
                </a:solidFill>
                <a:effectLst/>
                <a:uFillTx/>
                <a:latin typeface="Calibri"/>
              </a:defRPr>
            </a:lvl1pPr>
          </a:lstStyle>
          <a:p>
            <a:pPr indent="0" algn="l" defTabSz="914400">
              <a:lnSpc>
                <a:spcPct val="100000"/>
              </a:lnSpc>
              <a:spcBef>
                <a:spcPts val="479"/>
              </a:spcBef>
              <a:buNone/>
              <a:tabLst>
                <a:tab pos="0" algn="l"/>
              </a:tabLst>
            </a:pPr>
            <a:r>
              <a:rPr lang="en-US" sz="2400" b="1" u="none" strike="noStrike">
                <a:solidFill>
                  <a:schemeClr val="dk1"/>
                </a:solidFill>
                <a:effectLst/>
                <a:uFillTx/>
                <a:latin typeface="Calibri"/>
              </a:rPr>
              <a:t>Click to edit Master text styles</a:t>
            </a:r>
            <a:endParaRPr lang="en-US" sz="2400" b="0" u="none" strike="noStrike">
              <a:solidFill>
                <a:schemeClr val="dk1"/>
              </a:solidFill>
              <a:effectLst/>
              <a:uFillTx/>
              <a:latin typeface="Calibri"/>
            </a:endParaRPr>
          </a:p>
        </p:txBody>
      </p:sp>
      <p:sp>
        <p:nvSpPr>
          <p:cNvPr id="36" name="PlaceHolder 5"/>
          <p:cNvSpPr>
            <a:spLocks noGrp="1"/>
          </p:cNvSpPr>
          <p:nvPr>
            <p:ph type="body"/>
          </p:nvPr>
        </p:nvSpPr>
        <p:spPr>
          <a:xfrm>
            <a:off x="4645080" y="2174760"/>
            <a:ext cx="4041360" cy="3951000"/>
          </a:xfrm>
          <a:prstGeom prst="rect">
            <a:avLst/>
          </a:prstGeom>
          <a:noFill/>
          <a:ln w="0">
            <a:noFill/>
          </a:ln>
        </p:spPr>
        <p:txBody>
          <a:bodyPr lIns="91440" tIns="45720" rIns="91440" bIns="45720" anchor="t">
            <a:noAutofit/>
          </a:bodyPr>
          <a:lstStyle>
            <a:lvl1pPr algn="l" defTabSz="914400">
              <a:lnSpc>
                <a:spcPct val="100000"/>
              </a:lnSpc>
              <a:spcBef>
                <a:spcPts val="479"/>
              </a:spcBef>
              <a:buClr>
                <a:srgbClr val="000000"/>
              </a:buClr>
              <a:buFont typeface="Arial"/>
              <a:buChar char="•"/>
              <a:tabLst>
                <a:tab pos="0" algn="l"/>
              </a:tabLst>
              <a:defRPr lang="en-US" sz="2400" b="0" u="none" strike="noStrike">
                <a:solidFill>
                  <a:schemeClr val="dk1"/>
                </a:solidFill>
                <a:effectLst/>
                <a:uFillTx/>
                <a:latin typeface="Calibri"/>
              </a:defRPr>
            </a:lvl1pPr>
            <a:lvl2pPr lvl="1" algn="l" defTabSz="914400">
              <a:lnSpc>
                <a:spcPct val="100000"/>
              </a:lnSpc>
              <a:spcBef>
                <a:spcPts val="400"/>
              </a:spcBef>
              <a:buClr>
                <a:srgbClr val="000000"/>
              </a:buClr>
              <a:buFont typeface="Arial"/>
              <a:buChar char="–"/>
              <a:tabLst>
                <a:tab pos="0" algn="l"/>
              </a:tabLst>
              <a:defRPr lang="en-US" sz="2000" b="0" u="none" strike="noStrike">
                <a:solidFill>
                  <a:schemeClr val="dk1"/>
                </a:solidFill>
                <a:effectLst/>
                <a:uFillTx/>
                <a:latin typeface="Calibri"/>
              </a:defRPr>
            </a:lvl2pPr>
            <a:lvl3pPr lvl="2" algn="l" defTabSz="914400">
              <a:lnSpc>
                <a:spcPct val="100000"/>
              </a:lnSpc>
              <a:spcBef>
                <a:spcPts val="360"/>
              </a:spcBef>
              <a:buClr>
                <a:srgbClr val="000000"/>
              </a:buClr>
              <a:buFont typeface="Arial"/>
              <a:buChar char="•"/>
              <a:tabLst>
                <a:tab pos="0" algn="l"/>
              </a:tabLst>
              <a:defRPr lang="en-US" sz="1800" b="0" u="none" strike="noStrike">
                <a:solidFill>
                  <a:schemeClr val="dk1"/>
                </a:solidFill>
                <a:effectLst/>
                <a:uFillTx/>
                <a:latin typeface="Calibri"/>
              </a:defRPr>
            </a:lvl3pPr>
            <a:lvl4pPr lvl="3" algn="l" defTabSz="914400">
              <a:lnSpc>
                <a:spcPct val="100000"/>
              </a:lnSpc>
              <a:spcBef>
                <a:spcPts val="320"/>
              </a:spcBef>
              <a:buClr>
                <a:srgbClr val="000000"/>
              </a:buClr>
              <a:buFont typeface="Arial"/>
              <a:buChar char="–"/>
              <a:tabLst>
                <a:tab pos="0" algn="l"/>
              </a:tabLst>
              <a:defRPr lang="en-US" sz="1600" b="0" u="none" strike="noStrike">
                <a:solidFill>
                  <a:schemeClr val="dk1"/>
                </a:solidFill>
                <a:effectLst/>
                <a:uFillTx/>
                <a:latin typeface="Calibri"/>
              </a:defRPr>
            </a:lvl4pPr>
            <a:lvl5pPr lvl="4" algn="l" defTabSz="914400">
              <a:lnSpc>
                <a:spcPct val="100000"/>
              </a:lnSpc>
              <a:spcBef>
                <a:spcPts val="320"/>
              </a:spcBef>
              <a:buClr>
                <a:srgbClr val="000000"/>
              </a:buClr>
              <a:buFont typeface="Arial"/>
              <a:buChar char="»"/>
              <a:tabLst>
                <a:tab pos="0" algn="l"/>
              </a:tabLst>
              <a:defRPr lang="en-US" sz="1600" b="0" u="none" strike="noStrike">
                <a:solidFill>
                  <a:schemeClr val="dk1"/>
                </a:solidFill>
                <a:effectLst/>
                <a:uFillTx/>
                <a:latin typeface="Calibri"/>
              </a:defRPr>
            </a:lvl5pPr>
          </a:lstStyle>
          <a:p>
            <a:pPr marL="343080" indent="-343080" algn="l" defTabSz="914400">
              <a:lnSpc>
                <a:spcPct val="100000"/>
              </a:lnSpc>
              <a:spcBef>
                <a:spcPts val="479"/>
              </a:spcBef>
              <a:buClr>
                <a:srgbClr val="000000"/>
              </a:buClr>
              <a:buFont typeface="Arial"/>
              <a:buChar char="•"/>
              <a:tabLst>
                <a:tab pos="0" algn="l"/>
              </a:tabLst>
            </a:pPr>
            <a:r>
              <a:rPr lang="en-US" sz="2400" b="0" u="none" strike="noStrike">
                <a:solidFill>
                  <a:schemeClr val="dk1"/>
                </a:solidFill>
                <a:effectLst/>
                <a:uFillTx/>
                <a:latin typeface="Calibri"/>
              </a:rPr>
              <a:t>Click to edit Master text styles</a:t>
            </a:r>
          </a:p>
          <a:p>
            <a:pPr marL="743040" lvl="1" indent="-285840" algn="l" defTabSz="914400">
              <a:lnSpc>
                <a:spcPct val="100000"/>
              </a:lnSpc>
              <a:spcBef>
                <a:spcPts val="400"/>
              </a:spcBef>
              <a:buClr>
                <a:srgbClr val="000000"/>
              </a:buClr>
              <a:buFont typeface="Arial"/>
              <a:buChar char="–"/>
              <a:tabLst>
                <a:tab pos="0" algn="l"/>
              </a:tabLst>
            </a:pPr>
            <a:r>
              <a:rPr lang="en-US" sz="2000" b="0" u="none" strike="noStrike">
                <a:solidFill>
                  <a:schemeClr val="dk1"/>
                </a:solidFill>
                <a:effectLst/>
                <a:uFillTx/>
                <a:latin typeface="Calibri"/>
              </a:rPr>
              <a:t>Second level</a:t>
            </a:r>
          </a:p>
          <a:p>
            <a:pPr marL="1143000" lvl="2" indent="-228600" algn="l" defTabSz="914400">
              <a:lnSpc>
                <a:spcPct val="100000"/>
              </a:lnSpc>
              <a:spcBef>
                <a:spcPts val="360"/>
              </a:spcBef>
              <a:buClr>
                <a:srgbClr val="000000"/>
              </a:buClr>
              <a:buFont typeface="Arial"/>
              <a:buChar char="•"/>
              <a:tabLst>
                <a:tab pos="0" algn="l"/>
              </a:tabLst>
            </a:pPr>
            <a:r>
              <a:rPr lang="en-US" sz="1800" b="0" u="none" strike="noStrike">
                <a:solidFill>
                  <a:schemeClr val="dk1"/>
                </a:solidFill>
                <a:effectLst/>
                <a:uFillTx/>
                <a:latin typeface="Calibri"/>
              </a:rPr>
              <a:t>Third level</a:t>
            </a:r>
          </a:p>
          <a:p>
            <a:pPr marL="1600200" lvl="3" indent="-228600" algn="l" defTabSz="914400">
              <a:lnSpc>
                <a:spcPct val="100000"/>
              </a:lnSpc>
              <a:spcBef>
                <a:spcPts val="320"/>
              </a:spcBef>
              <a:buClr>
                <a:srgbClr val="000000"/>
              </a:buClr>
              <a:buFont typeface="Arial"/>
              <a:buChar char="–"/>
              <a:tabLst>
                <a:tab pos="0" algn="l"/>
              </a:tabLst>
            </a:pPr>
            <a:r>
              <a:rPr lang="en-US" sz="1600" b="0" u="none" strike="noStrike">
                <a:solidFill>
                  <a:schemeClr val="dk1"/>
                </a:solidFill>
                <a:effectLst/>
                <a:uFillTx/>
                <a:latin typeface="Calibri"/>
              </a:rPr>
              <a:t>Fourth level</a:t>
            </a:r>
          </a:p>
          <a:p>
            <a:pPr marL="2057400" lvl="4" indent="-228600" algn="l" defTabSz="914400">
              <a:lnSpc>
                <a:spcPct val="100000"/>
              </a:lnSpc>
              <a:spcBef>
                <a:spcPts val="320"/>
              </a:spcBef>
              <a:buClr>
                <a:srgbClr val="000000"/>
              </a:buClr>
              <a:buFont typeface="Arial"/>
              <a:buChar char="»"/>
              <a:tabLst>
                <a:tab pos="0" algn="l"/>
              </a:tabLst>
            </a:pPr>
            <a:r>
              <a:rPr lang="en-US" sz="1600" b="0" u="none" strike="noStrike">
                <a:solidFill>
                  <a:schemeClr val="dk1"/>
                </a:solidFill>
                <a:effectLst/>
                <a:uFillTx/>
                <a:latin typeface="Calibri"/>
              </a:rPr>
              <a:t>Fifth level</a:t>
            </a:r>
          </a:p>
        </p:txBody>
      </p:sp>
      <p:sp>
        <p:nvSpPr>
          <p:cNvPr id="37" name="PlaceHolder 6"/>
          <p:cNvSpPr>
            <a:spLocks noGrp="1"/>
          </p:cNvSpPr>
          <p:nvPr>
            <p:ph type="dt" idx="19"/>
          </p:nvPr>
        </p:nvSpPr>
        <p:spPr>
          <a:xfrm>
            <a:off x="457200" y="6356520"/>
            <a:ext cx="2133360" cy="364680"/>
          </a:xfrm>
          <a:prstGeom prst="rect">
            <a:avLst/>
          </a:prstGeom>
          <a:noFill/>
          <a:ln w="0">
            <a:noFill/>
          </a:ln>
        </p:spPr>
        <p:txBody>
          <a:bodyPr lIns="91440" tIns="45720" rIns="91440" bIns="45720" anchor="ctr">
            <a:noAutofit/>
          </a:bodyPr>
          <a:lstStyle>
            <a:lvl1pPr indent="0" algn="l" defTabSz="914400">
              <a:lnSpc>
                <a:spcPct val="100000"/>
              </a:lnSpc>
              <a:buNone/>
              <a:defRPr lang="en-US" sz="1200" b="0" u="none" strike="noStrike">
                <a:solidFill>
                  <a:schemeClr val="dk1">
                    <a:tint val="75000"/>
                  </a:schemeClr>
                </a:solidFill>
                <a:effectLst/>
                <a:uFillTx/>
                <a:latin typeface="Calibri"/>
              </a:defRPr>
            </a:lvl1pPr>
          </a:lstStyle>
          <a:p>
            <a:pPr indent="0" algn="l" defTabSz="914400">
              <a:lnSpc>
                <a:spcPct val="100000"/>
              </a:lnSpc>
              <a:buNone/>
            </a:pPr>
            <a:r>
              <a:rPr lang="en-US" sz="1200" b="0" u="none" strike="noStrike">
                <a:solidFill>
                  <a:schemeClr val="dk1">
                    <a:tint val="75000"/>
                  </a:schemeClr>
                </a:solidFill>
                <a:effectLst/>
                <a:uFillTx/>
                <a:latin typeface="Calibri"/>
              </a:rPr>
              <a:t>&lt;date/time&gt;</a:t>
            </a:r>
            <a:endParaRPr lang="en-US" sz="1200" b="0" u="none" strike="noStrike">
              <a:solidFill>
                <a:srgbClr val="000000"/>
              </a:solidFill>
              <a:effectLst/>
              <a:uFillTx/>
              <a:latin typeface="Times New Roman"/>
            </a:endParaRPr>
          </a:p>
        </p:txBody>
      </p:sp>
      <p:sp>
        <p:nvSpPr>
          <p:cNvPr id="38" name="PlaceHolder 7"/>
          <p:cNvSpPr>
            <a:spLocks noGrp="1"/>
          </p:cNvSpPr>
          <p:nvPr>
            <p:ph type="ftr" idx="20"/>
          </p:nvPr>
        </p:nvSpPr>
        <p:spPr>
          <a:xfrm>
            <a:off x="3124080" y="6356520"/>
            <a:ext cx="2895120" cy="364680"/>
          </a:xfrm>
          <a:prstGeom prst="rect">
            <a:avLst/>
          </a:prstGeom>
          <a:noFill/>
          <a:ln w="0">
            <a:noFill/>
          </a:ln>
        </p:spPr>
        <p:txBody>
          <a:bodyPr lIns="91440" tIns="45720" rIns="91440" bIns="45720" anchor="ctr">
            <a:noAutofit/>
          </a:bodyPr>
          <a:lstStyle>
            <a:lvl1pPr indent="0" algn="ctr">
              <a:buNone/>
              <a:defRPr lang="en-US" sz="1400" b="0" u="none" strike="noStrike">
                <a:solidFill>
                  <a:srgbClr val="000000"/>
                </a:solidFill>
                <a:effectLst/>
                <a:uFillTx/>
                <a:latin typeface="Times New Roman"/>
              </a:defRPr>
            </a:lvl1pPr>
          </a:lstStyle>
          <a:p>
            <a:pPr indent="0" algn="ctr">
              <a:buNone/>
            </a:pPr>
            <a:r>
              <a:rPr lang="en-US" sz="1400" b="0" u="none" strike="noStrike">
                <a:solidFill>
                  <a:srgbClr val="000000"/>
                </a:solidFill>
                <a:effectLst/>
                <a:uFillTx/>
                <a:latin typeface="Times New Roman"/>
              </a:rPr>
              <a:t>&lt;footer&gt;</a:t>
            </a:r>
          </a:p>
        </p:txBody>
      </p:sp>
      <p:sp>
        <p:nvSpPr>
          <p:cNvPr id="39" name="PlaceHolder 8"/>
          <p:cNvSpPr>
            <a:spLocks noGrp="1"/>
          </p:cNvSpPr>
          <p:nvPr>
            <p:ph type="sldNum" idx="21"/>
          </p:nvPr>
        </p:nvSpPr>
        <p:spPr>
          <a:xfrm>
            <a:off x="6553080" y="6356520"/>
            <a:ext cx="2133360" cy="364680"/>
          </a:xfrm>
          <a:prstGeom prst="rect">
            <a:avLst/>
          </a:prstGeom>
          <a:noFill/>
          <a:ln w="0">
            <a:noFill/>
          </a:ln>
        </p:spPr>
        <p:txBody>
          <a:bodyPr lIns="91440" tIns="45720" rIns="91440" bIns="45720" anchor="ctr">
            <a:noAutofit/>
          </a:bodyPr>
          <a:lstStyle>
            <a:lvl1pPr indent="0" algn="r" defTabSz="914400">
              <a:lnSpc>
                <a:spcPct val="100000"/>
              </a:lnSpc>
              <a:buNone/>
              <a:defRPr lang="en-US" sz="1200" b="0" u="none" strike="noStrike">
                <a:solidFill>
                  <a:schemeClr val="dk1">
                    <a:tint val="75000"/>
                  </a:schemeClr>
                </a:solidFill>
                <a:effectLst/>
                <a:uFillTx/>
                <a:latin typeface="Calibri"/>
              </a:defRPr>
            </a:lvl1pPr>
          </a:lstStyle>
          <a:p>
            <a:pPr indent="0" algn="r" defTabSz="914400">
              <a:lnSpc>
                <a:spcPct val="100000"/>
              </a:lnSpc>
              <a:buNone/>
            </a:pPr>
            <a:fld id="{F2E86DC1-39C8-41BE-8B50-2FE7803717E7}" type="slidenum">
              <a:rPr lang="en-US" sz="1200" b="0" u="none" strike="noStrike">
                <a:solidFill>
                  <a:schemeClr val="dk1">
                    <a:tint val="75000"/>
                  </a:schemeClr>
                </a:solidFill>
                <a:effectLst/>
                <a:uFillTx/>
                <a:latin typeface="Calibri"/>
              </a:rPr>
              <a:t>‹#›</a:t>
            </a:fld>
            <a:endParaRPr lang="en-US" sz="1200" b="0" u="none" strike="noStrike">
              <a:solidFill>
                <a:srgbClr val="000000"/>
              </a:solidFill>
              <a:effectLst/>
              <a:uFillTx/>
              <a:latin typeface="Times New Roman"/>
            </a:endParaRPr>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titleOnly" preserve="1">
  <p:cSld name="Title Only">
    <p:bg>
      <p:bgPr>
        <a:solidFill>
          <a:srgbClr val="FFFFFF"/>
        </a:solidFill>
        <a:effectLst/>
      </p:bgPr>
    </p:bg>
    <p:spTree>
      <p:nvGrpSpPr>
        <p:cNvPr id="1" name=""/>
        <p:cNvGrpSpPr/>
        <p:nvPr/>
      </p:nvGrpSpPr>
      <p:grpSpPr>
        <a:xfrm>
          <a:off x="0" y="0"/>
          <a:ext cx="0" cy="0"/>
          <a:chOff x="0" y="0"/>
          <a:chExt cx="0" cy="0"/>
        </a:xfrm>
      </p:grpSpPr>
      <p:sp>
        <p:nvSpPr>
          <p:cNvPr id="40" name="PlaceHolder 1"/>
          <p:cNvSpPr>
            <a:spLocks noGrp="1"/>
          </p:cNvSpPr>
          <p:nvPr>
            <p:ph type="title"/>
          </p:nvPr>
        </p:nvSpPr>
        <p:spPr>
          <a:xfrm>
            <a:off x="457200" y="274680"/>
            <a:ext cx="8229240" cy="1142640"/>
          </a:xfrm>
          <a:prstGeom prst="rect">
            <a:avLst/>
          </a:prstGeom>
          <a:noFill/>
          <a:ln w="0">
            <a:noFill/>
          </a:ln>
        </p:spPr>
        <p:txBody>
          <a:bodyPr lIns="91440" tIns="45720" rIns="91440" bIns="45720" anchor="ctr">
            <a:noAutofit/>
          </a:bodyPr>
          <a:lstStyle>
            <a:lvl1pPr indent="0" algn="ctr" defTabSz="914400">
              <a:lnSpc>
                <a:spcPct val="100000"/>
              </a:lnSpc>
              <a:buNone/>
              <a:defRPr lang="en-US" sz="4400" b="0" u="none" strike="noStrike">
                <a:solidFill>
                  <a:schemeClr val="dk1"/>
                </a:solidFill>
                <a:effectLst/>
                <a:uFillTx/>
                <a:latin typeface="Calibri"/>
              </a:defRPr>
            </a:lvl1pPr>
          </a:lstStyle>
          <a:p>
            <a:pPr indent="0" algn="ctr" defTabSz="914400">
              <a:lnSpc>
                <a:spcPct val="100000"/>
              </a:lnSpc>
              <a:buNone/>
            </a:pPr>
            <a:r>
              <a:rPr lang="en-US" sz="4400" b="0" u="none" strike="noStrike">
                <a:solidFill>
                  <a:schemeClr val="dk1"/>
                </a:solidFill>
                <a:effectLst/>
                <a:uFillTx/>
                <a:latin typeface="Calibri"/>
              </a:rPr>
              <a:t>Click to edit Master title style</a:t>
            </a:r>
          </a:p>
        </p:txBody>
      </p:sp>
      <p:sp>
        <p:nvSpPr>
          <p:cNvPr id="41" name="PlaceHolder 2"/>
          <p:cNvSpPr>
            <a:spLocks noGrp="1"/>
          </p:cNvSpPr>
          <p:nvPr>
            <p:ph type="dt" idx="22"/>
          </p:nvPr>
        </p:nvSpPr>
        <p:spPr>
          <a:xfrm>
            <a:off x="457200" y="6356520"/>
            <a:ext cx="2133360" cy="364680"/>
          </a:xfrm>
          <a:prstGeom prst="rect">
            <a:avLst/>
          </a:prstGeom>
          <a:noFill/>
          <a:ln w="0">
            <a:noFill/>
          </a:ln>
        </p:spPr>
        <p:txBody>
          <a:bodyPr lIns="91440" tIns="45720" rIns="91440" bIns="45720" anchor="ctr">
            <a:noAutofit/>
          </a:bodyPr>
          <a:lstStyle>
            <a:lvl1pPr indent="0" algn="l" defTabSz="914400">
              <a:lnSpc>
                <a:spcPct val="100000"/>
              </a:lnSpc>
              <a:buNone/>
              <a:defRPr lang="en-US" sz="1200" b="0" u="none" strike="noStrike">
                <a:solidFill>
                  <a:schemeClr val="dk1">
                    <a:tint val="75000"/>
                  </a:schemeClr>
                </a:solidFill>
                <a:effectLst/>
                <a:uFillTx/>
                <a:latin typeface="Calibri"/>
              </a:defRPr>
            </a:lvl1pPr>
          </a:lstStyle>
          <a:p>
            <a:pPr indent="0" algn="l" defTabSz="914400">
              <a:lnSpc>
                <a:spcPct val="100000"/>
              </a:lnSpc>
              <a:buNone/>
            </a:pPr>
            <a:r>
              <a:rPr lang="en-US" sz="1200" b="0" u="none" strike="noStrike">
                <a:solidFill>
                  <a:schemeClr val="dk1">
                    <a:tint val="75000"/>
                  </a:schemeClr>
                </a:solidFill>
                <a:effectLst/>
                <a:uFillTx/>
                <a:latin typeface="Calibri"/>
              </a:rPr>
              <a:t>&lt;date/time&gt;</a:t>
            </a:r>
            <a:endParaRPr lang="en-US" sz="1200" b="0" u="none" strike="noStrike">
              <a:solidFill>
                <a:srgbClr val="000000"/>
              </a:solidFill>
              <a:effectLst/>
              <a:uFillTx/>
              <a:latin typeface="Times New Roman"/>
            </a:endParaRPr>
          </a:p>
        </p:txBody>
      </p:sp>
      <p:sp>
        <p:nvSpPr>
          <p:cNvPr id="42" name="PlaceHolder 3"/>
          <p:cNvSpPr>
            <a:spLocks noGrp="1"/>
          </p:cNvSpPr>
          <p:nvPr>
            <p:ph type="ftr" idx="23"/>
          </p:nvPr>
        </p:nvSpPr>
        <p:spPr>
          <a:xfrm>
            <a:off x="3124080" y="6356520"/>
            <a:ext cx="2895120" cy="364680"/>
          </a:xfrm>
          <a:prstGeom prst="rect">
            <a:avLst/>
          </a:prstGeom>
          <a:noFill/>
          <a:ln w="0">
            <a:noFill/>
          </a:ln>
        </p:spPr>
        <p:txBody>
          <a:bodyPr lIns="91440" tIns="45720" rIns="91440" bIns="45720" anchor="ctr">
            <a:noAutofit/>
          </a:bodyPr>
          <a:lstStyle>
            <a:lvl1pPr indent="0" algn="ctr">
              <a:buNone/>
              <a:defRPr lang="en-US" sz="1400" b="0" u="none" strike="noStrike">
                <a:solidFill>
                  <a:srgbClr val="000000"/>
                </a:solidFill>
                <a:effectLst/>
                <a:uFillTx/>
                <a:latin typeface="Times New Roman"/>
              </a:defRPr>
            </a:lvl1pPr>
          </a:lstStyle>
          <a:p>
            <a:pPr indent="0" algn="ctr">
              <a:buNone/>
            </a:pPr>
            <a:r>
              <a:rPr lang="en-US" sz="1400" b="0" u="none" strike="noStrike">
                <a:solidFill>
                  <a:srgbClr val="000000"/>
                </a:solidFill>
                <a:effectLst/>
                <a:uFillTx/>
                <a:latin typeface="Times New Roman"/>
              </a:rPr>
              <a:t>&lt;footer&gt;</a:t>
            </a:r>
          </a:p>
        </p:txBody>
      </p:sp>
      <p:sp>
        <p:nvSpPr>
          <p:cNvPr id="43" name="PlaceHolder 4"/>
          <p:cNvSpPr>
            <a:spLocks noGrp="1"/>
          </p:cNvSpPr>
          <p:nvPr>
            <p:ph type="sldNum" idx="24"/>
          </p:nvPr>
        </p:nvSpPr>
        <p:spPr>
          <a:xfrm>
            <a:off x="6553080" y="6356520"/>
            <a:ext cx="2133360" cy="364680"/>
          </a:xfrm>
          <a:prstGeom prst="rect">
            <a:avLst/>
          </a:prstGeom>
          <a:noFill/>
          <a:ln w="0">
            <a:noFill/>
          </a:ln>
        </p:spPr>
        <p:txBody>
          <a:bodyPr lIns="91440" tIns="45720" rIns="91440" bIns="45720" anchor="ctr">
            <a:noAutofit/>
          </a:bodyPr>
          <a:lstStyle>
            <a:lvl1pPr indent="0" algn="r" defTabSz="914400">
              <a:lnSpc>
                <a:spcPct val="100000"/>
              </a:lnSpc>
              <a:buNone/>
              <a:defRPr lang="en-US" sz="1200" b="0" u="none" strike="noStrike">
                <a:solidFill>
                  <a:schemeClr val="dk1">
                    <a:tint val="75000"/>
                  </a:schemeClr>
                </a:solidFill>
                <a:effectLst/>
                <a:uFillTx/>
                <a:latin typeface="Calibri"/>
              </a:defRPr>
            </a:lvl1pPr>
          </a:lstStyle>
          <a:p>
            <a:pPr indent="0" algn="r" defTabSz="914400">
              <a:lnSpc>
                <a:spcPct val="100000"/>
              </a:lnSpc>
              <a:buNone/>
            </a:pPr>
            <a:fld id="{3B365612-3BA4-4E42-81F9-2F3ED64DD463}" type="slidenum">
              <a:rPr lang="en-US" sz="1200" b="0" u="none" strike="noStrike">
                <a:solidFill>
                  <a:schemeClr val="dk1">
                    <a:tint val="75000"/>
                  </a:schemeClr>
                </a:solidFill>
                <a:effectLst/>
                <a:uFillTx/>
                <a:latin typeface="Calibri"/>
              </a:rPr>
              <a:t>‹#›</a:t>
            </a:fld>
            <a:endParaRPr lang="en-US" sz="1200" b="0" u="none" strike="noStrike">
              <a:solidFill>
                <a:srgbClr val="000000"/>
              </a:solidFill>
              <a:effectLst/>
              <a:uFillTx/>
              <a:latin typeface="Times New Roman"/>
            </a:endParaRPr>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blank" preserve="1">
  <p:cSld name="Blank">
    <p:bg>
      <p:bgPr>
        <a:solidFill>
          <a:srgbClr val="FFFFFF"/>
        </a:solidFill>
        <a:effectLst/>
      </p:bgPr>
    </p:bg>
    <p:spTree>
      <p:nvGrpSpPr>
        <p:cNvPr id="1" name=""/>
        <p:cNvGrpSpPr/>
        <p:nvPr/>
      </p:nvGrpSpPr>
      <p:grpSpPr>
        <a:xfrm>
          <a:off x="0" y="0"/>
          <a:ext cx="0" cy="0"/>
          <a:chOff x="0" y="0"/>
          <a:chExt cx="0" cy="0"/>
        </a:xfrm>
      </p:grpSpPr>
      <p:sp>
        <p:nvSpPr>
          <p:cNvPr id="44" name="PlaceHolder 1"/>
          <p:cNvSpPr>
            <a:spLocks noGrp="1"/>
          </p:cNvSpPr>
          <p:nvPr>
            <p:ph type="dt" idx="25"/>
          </p:nvPr>
        </p:nvSpPr>
        <p:spPr>
          <a:xfrm>
            <a:off x="457200" y="6356520"/>
            <a:ext cx="2133360" cy="364680"/>
          </a:xfrm>
          <a:prstGeom prst="rect">
            <a:avLst/>
          </a:prstGeom>
          <a:noFill/>
          <a:ln w="0">
            <a:noFill/>
          </a:ln>
        </p:spPr>
        <p:txBody>
          <a:bodyPr lIns="91440" tIns="45720" rIns="91440" bIns="45720" anchor="ctr">
            <a:noAutofit/>
          </a:bodyPr>
          <a:lstStyle>
            <a:lvl1pPr indent="0" algn="l" defTabSz="914400">
              <a:lnSpc>
                <a:spcPct val="100000"/>
              </a:lnSpc>
              <a:buNone/>
              <a:defRPr lang="en-US" sz="1200" b="0" u="none" strike="noStrike">
                <a:solidFill>
                  <a:schemeClr val="dk1">
                    <a:tint val="75000"/>
                  </a:schemeClr>
                </a:solidFill>
                <a:effectLst/>
                <a:uFillTx/>
                <a:latin typeface="Calibri"/>
              </a:defRPr>
            </a:lvl1pPr>
          </a:lstStyle>
          <a:p>
            <a:pPr indent="0" algn="l" defTabSz="914400">
              <a:lnSpc>
                <a:spcPct val="100000"/>
              </a:lnSpc>
              <a:buNone/>
            </a:pPr>
            <a:r>
              <a:rPr lang="en-US" sz="1200" b="0" u="none" strike="noStrike">
                <a:solidFill>
                  <a:schemeClr val="dk1">
                    <a:tint val="75000"/>
                  </a:schemeClr>
                </a:solidFill>
                <a:effectLst/>
                <a:uFillTx/>
                <a:latin typeface="Calibri"/>
              </a:rPr>
              <a:t>&lt;date/time&gt;</a:t>
            </a:r>
            <a:endParaRPr lang="en-US" sz="1200" b="0" u="none" strike="noStrike">
              <a:solidFill>
                <a:srgbClr val="000000"/>
              </a:solidFill>
              <a:effectLst/>
              <a:uFillTx/>
              <a:latin typeface="Times New Roman"/>
            </a:endParaRPr>
          </a:p>
        </p:txBody>
      </p:sp>
      <p:sp>
        <p:nvSpPr>
          <p:cNvPr id="45" name="PlaceHolder 2"/>
          <p:cNvSpPr>
            <a:spLocks noGrp="1"/>
          </p:cNvSpPr>
          <p:nvPr>
            <p:ph type="ftr" idx="26"/>
          </p:nvPr>
        </p:nvSpPr>
        <p:spPr>
          <a:xfrm>
            <a:off x="3124080" y="6356520"/>
            <a:ext cx="2895120" cy="364680"/>
          </a:xfrm>
          <a:prstGeom prst="rect">
            <a:avLst/>
          </a:prstGeom>
          <a:noFill/>
          <a:ln w="0">
            <a:noFill/>
          </a:ln>
        </p:spPr>
        <p:txBody>
          <a:bodyPr lIns="91440" tIns="45720" rIns="91440" bIns="45720" anchor="ctr">
            <a:noAutofit/>
          </a:bodyPr>
          <a:lstStyle>
            <a:lvl1pPr indent="0" algn="ctr">
              <a:buNone/>
              <a:defRPr lang="en-US" sz="1400" b="0" u="none" strike="noStrike">
                <a:solidFill>
                  <a:srgbClr val="000000"/>
                </a:solidFill>
                <a:effectLst/>
                <a:uFillTx/>
                <a:latin typeface="Times New Roman"/>
              </a:defRPr>
            </a:lvl1pPr>
          </a:lstStyle>
          <a:p>
            <a:pPr indent="0" algn="ctr">
              <a:buNone/>
            </a:pPr>
            <a:r>
              <a:rPr lang="en-US" sz="1400" b="0" u="none" strike="noStrike">
                <a:solidFill>
                  <a:srgbClr val="000000"/>
                </a:solidFill>
                <a:effectLst/>
                <a:uFillTx/>
                <a:latin typeface="Times New Roman"/>
              </a:rPr>
              <a:t>&lt;footer&gt;</a:t>
            </a:r>
          </a:p>
        </p:txBody>
      </p:sp>
      <p:sp>
        <p:nvSpPr>
          <p:cNvPr id="46" name="PlaceHolder 3"/>
          <p:cNvSpPr>
            <a:spLocks noGrp="1"/>
          </p:cNvSpPr>
          <p:nvPr>
            <p:ph type="sldNum" idx="27"/>
          </p:nvPr>
        </p:nvSpPr>
        <p:spPr>
          <a:xfrm>
            <a:off x="6553080" y="6356520"/>
            <a:ext cx="2133360" cy="364680"/>
          </a:xfrm>
          <a:prstGeom prst="rect">
            <a:avLst/>
          </a:prstGeom>
          <a:noFill/>
          <a:ln w="0">
            <a:noFill/>
          </a:ln>
        </p:spPr>
        <p:txBody>
          <a:bodyPr lIns="91440" tIns="45720" rIns="91440" bIns="45720" anchor="ctr">
            <a:noAutofit/>
          </a:bodyPr>
          <a:lstStyle>
            <a:lvl1pPr indent="0" algn="r" defTabSz="914400">
              <a:lnSpc>
                <a:spcPct val="100000"/>
              </a:lnSpc>
              <a:buNone/>
              <a:defRPr lang="en-US" sz="1200" b="0" u="none" strike="noStrike">
                <a:solidFill>
                  <a:schemeClr val="dk1">
                    <a:tint val="75000"/>
                  </a:schemeClr>
                </a:solidFill>
                <a:effectLst/>
                <a:uFillTx/>
                <a:latin typeface="Calibri"/>
              </a:defRPr>
            </a:lvl1pPr>
          </a:lstStyle>
          <a:p>
            <a:pPr indent="0" algn="r" defTabSz="914400">
              <a:lnSpc>
                <a:spcPct val="100000"/>
              </a:lnSpc>
              <a:buNone/>
            </a:pPr>
            <a:fld id="{46B3849D-44F8-4804-A737-9E98B302EE9C}" type="slidenum">
              <a:rPr lang="en-US" sz="1200" b="0" u="none" strike="noStrike">
                <a:solidFill>
                  <a:schemeClr val="dk1">
                    <a:tint val="75000"/>
                  </a:schemeClr>
                </a:solidFill>
                <a:effectLst/>
                <a:uFillTx/>
                <a:latin typeface="Calibri"/>
              </a:rPr>
              <a:t>‹#›</a:t>
            </a:fld>
            <a:endParaRPr lang="en-US" sz="1200" b="0" u="none" strike="noStrike">
              <a:solidFill>
                <a:srgbClr val="000000"/>
              </a:solidFill>
              <a:effectLst/>
              <a:uFillTx/>
              <a:latin typeface="Times New Roman"/>
            </a:endParaRPr>
          </a:p>
        </p:txBody>
      </p:sp>
      <p:sp>
        <p:nvSpPr>
          <p:cNvPr id="47" name="PlaceHolder 4"/>
          <p:cNvSpPr>
            <a:spLocks noGrp="1"/>
          </p:cNvSpPr>
          <p:nvPr>
            <p:ph type="title"/>
          </p:nvPr>
        </p:nvSpPr>
        <p:spPr>
          <a:xfrm>
            <a:off x="812520" y="364680"/>
            <a:ext cx="14630040" cy="1526400"/>
          </a:xfrm>
          <a:prstGeom prst="rect">
            <a:avLst/>
          </a:prstGeom>
          <a:noFill/>
          <a:ln w="0">
            <a:noFill/>
          </a:ln>
        </p:spPr>
        <p:txBody>
          <a:bodyPr lIns="0" tIns="0" rIns="0" bIns="0" anchor="ctr">
            <a:noAutofit/>
          </a:bodyPr>
          <a:lstStyle>
            <a:lvl1pPr indent="0" algn="ctr" defTabSz="914400">
              <a:buNone/>
              <a:defRPr lang="en-US" sz="4400" b="0" u="none" strike="noStrike">
                <a:solidFill>
                  <a:schemeClr val="dk1"/>
                </a:solidFill>
                <a:effectLst/>
                <a:uFillTx/>
                <a:latin typeface="Calibri"/>
              </a:defRPr>
            </a:lvl1pPr>
          </a:lstStyle>
          <a:p>
            <a:pPr indent="0" algn="ctr" defTabSz="914400">
              <a:buNone/>
            </a:pPr>
            <a:r>
              <a:rPr lang="en-US" sz="4400" b="0" u="none" strike="noStrike">
                <a:solidFill>
                  <a:schemeClr val="dk1"/>
                </a:solidFill>
                <a:effectLst/>
                <a:uFillTx/>
                <a:latin typeface="Calibri"/>
              </a:rPr>
              <a:t>Click to edit the title text format</a:t>
            </a:r>
          </a:p>
        </p:txBody>
      </p:sp>
      <p:sp>
        <p:nvSpPr>
          <p:cNvPr id="48" name="PlaceHolder 5"/>
          <p:cNvSpPr>
            <a:spLocks noGrp="1"/>
          </p:cNvSpPr>
          <p:nvPr>
            <p:ph type="body"/>
          </p:nvPr>
        </p:nvSpPr>
        <p:spPr>
          <a:xfrm>
            <a:off x="812520" y="2139480"/>
            <a:ext cx="14630040" cy="5302800"/>
          </a:xfrm>
          <a:prstGeom prst="rect">
            <a:avLst/>
          </a:prstGeom>
          <a:noFill/>
          <a:ln w="0">
            <a:noFill/>
          </a:ln>
        </p:spPr>
        <p:txBody>
          <a:bodyPr lIns="0" tIns="0" rIns="0" bIns="0" anchor="t">
            <a:normAutofit/>
          </a:bodyPr>
          <a:lstStyle>
            <a:lvl1pPr algn="l" defTabSz="914400">
              <a:spcBef>
                <a:spcPts val="641"/>
              </a:spcBef>
              <a:buClr>
                <a:srgbClr val="000000"/>
              </a:buClr>
              <a:buFont typeface="Arial"/>
              <a:buChar char="•"/>
              <a:defRPr lang="en-US" sz="3200" b="0" u="none" strike="noStrike">
                <a:solidFill>
                  <a:schemeClr val="dk1"/>
                </a:solidFill>
                <a:effectLst/>
                <a:uFillTx/>
                <a:latin typeface="Calibri"/>
              </a:defRPr>
            </a:lvl1pPr>
            <a:lvl2pPr lvl="1" algn="l" defTabSz="914400">
              <a:spcBef>
                <a:spcPts val="561"/>
              </a:spcBef>
              <a:buClr>
                <a:srgbClr val="000000"/>
              </a:buClr>
              <a:buSzPct val="75000"/>
              <a:buFont typeface="Symbol" charset="2"/>
              <a:buChar char=""/>
              <a:defRPr lang="en-US" sz="2800" b="0" u="none" strike="noStrike">
                <a:solidFill>
                  <a:schemeClr val="dk1"/>
                </a:solidFill>
                <a:effectLst/>
                <a:uFillTx/>
                <a:latin typeface="Calibri"/>
              </a:defRPr>
            </a:lvl2pPr>
            <a:lvl3pPr lvl="2" algn="l" defTabSz="914400">
              <a:spcBef>
                <a:spcPts val="479"/>
              </a:spcBef>
              <a:buClr>
                <a:srgbClr val="000000"/>
              </a:buClr>
              <a:buSzPct val="45000"/>
              <a:buFont typeface="Wingdings" charset="2"/>
              <a:buChar char=""/>
              <a:defRPr lang="en-US" sz="2400" b="0" u="none" strike="noStrike">
                <a:solidFill>
                  <a:schemeClr val="dk1"/>
                </a:solidFill>
                <a:effectLst/>
                <a:uFillTx/>
                <a:latin typeface="Calibri"/>
              </a:defRPr>
            </a:lvl3pPr>
            <a:lvl4pPr lvl="3" algn="l" defTabSz="914400">
              <a:spcBef>
                <a:spcPts val="400"/>
              </a:spcBef>
              <a:buClr>
                <a:srgbClr val="000000"/>
              </a:buClr>
              <a:buSzPct val="75000"/>
              <a:buFont typeface="Symbol" charset="2"/>
              <a:buChar char=""/>
              <a:defRPr lang="en-US" sz="2000" b="0" u="none" strike="noStrike">
                <a:solidFill>
                  <a:schemeClr val="dk1"/>
                </a:solidFill>
                <a:effectLst/>
                <a:uFillTx/>
                <a:latin typeface="Calibri"/>
              </a:defRPr>
            </a:lvl4pPr>
            <a:lvl5pPr lvl="4" algn="l" defTabSz="914400">
              <a:spcBef>
                <a:spcPts val="400"/>
              </a:spcBef>
              <a:buClr>
                <a:srgbClr val="000000"/>
              </a:buClr>
              <a:buSzPct val="45000"/>
              <a:buFont typeface="Wingdings" charset="2"/>
              <a:buChar char=""/>
              <a:defRPr lang="en-US" sz="2000" b="0" u="none" strike="noStrike">
                <a:solidFill>
                  <a:schemeClr val="dk1"/>
                </a:solidFill>
                <a:effectLst/>
                <a:uFillTx/>
                <a:latin typeface="Calibri"/>
              </a:defRPr>
            </a:lvl5pPr>
            <a:lvl6pPr lvl="5" algn="l" defTabSz="914400">
              <a:spcBef>
                <a:spcPts val="283"/>
              </a:spcBef>
              <a:buClr>
                <a:srgbClr val="000000"/>
              </a:buClr>
              <a:buSzPct val="45000"/>
              <a:buFont typeface="Wingdings" charset="2"/>
              <a:buChar char=""/>
              <a:defRPr lang="en-US" sz="2000" b="0" u="none" strike="noStrike">
                <a:solidFill>
                  <a:schemeClr val="dk1"/>
                </a:solidFill>
                <a:effectLst/>
                <a:uFillTx/>
                <a:latin typeface="Calibri"/>
              </a:defRPr>
            </a:lvl6pPr>
            <a:lvl7pPr lvl="6" algn="l" defTabSz="914400">
              <a:spcBef>
                <a:spcPts val="283"/>
              </a:spcBef>
              <a:buClr>
                <a:srgbClr val="000000"/>
              </a:buClr>
              <a:buSzPct val="45000"/>
              <a:buFont typeface="Wingdings" charset="2"/>
              <a:buChar char=""/>
              <a:defRPr lang="en-US" sz="2000" b="0" u="none" strike="noStrike">
                <a:solidFill>
                  <a:schemeClr val="dk1"/>
                </a:solidFill>
                <a:effectLst/>
                <a:uFillTx/>
                <a:latin typeface="Calibri"/>
              </a:defRPr>
            </a:lvl7pPr>
          </a:lstStyle>
          <a:p>
            <a:pPr marL="343080" indent="-343080" algn="l" defTabSz="914400">
              <a:spcBef>
                <a:spcPts val="641"/>
              </a:spcBef>
              <a:buClr>
                <a:srgbClr val="000000"/>
              </a:buClr>
              <a:buFont typeface="Arial"/>
              <a:buChar char="•"/>
            </a:pPr>
            <a:r>
              <a:rPr lang="en-US" sz="3200" b="0" u="none" strike="noStrike">
                <a:solidFill>
                  <a:schemeClr val="dk1"/>
                </a:solidFill>
                <a:effectLst/>
                <a:uFillTx/>
                <a:latin typeface="Calibri"/>
              </a:rPr>
              <a:t>Click to edit the outline text format</a:t>
            </a:r>
          </a:p>
          <a:p>
            <a:pPr marL="864000" lvl="1" indent="-324000" algn="l" defTabSz="914400">
              <a:spcBef>
                <a:spcPts val="561"/>
              </a:spcBef>
              <a:buClr>
                <a:srgbClr val="000000"/>
              </a:buClr>
              <a:buSzPct val="75000"/>
              <a:buFont typeface="Symbol" charset="2"/>
              <a:buChar char=""/>
            </a:pPr>
            <a:r>
              <a:rPr lang="en-US" sz="2800" b="0" u="none" strike="noStrike">
                <a:solidFill>
                  <a:schemeClr val="dk1"/>
                </a:solidFill>
                <a:effectLst/>
                <a:uFillTx/>
                <a:latin typeface="Calibri"/>
              </a:rPr>
              <a:t>Second Outline Level</a:t>
            </a:r>
          </a:p>
          <a:p>
            <a:pPr marL="1296000" lvl="2" indent="-288000" algn="l" defTabSz="914400">
              <a:spcBef>
                <a:spcPts val="479"/>
              </a:spcBef>
              <a:buClr>
                <a:srgbClr val="000000"/>
              </a:buClr>
              <a:buSzPct val="45000"/>
              <a:buFont typeface="Wingdings" charset="2"/>
              <a:buChar char=""/>
            </a:pPr>
            <a:r>
              <a:rPr lang="en-US" sz="2400" b="0" u="none" strike="noStrike">
                <a:solidFill>
                  <a:schemeClr val="dk1"/>
                </a:solidFill>
                <a:effectLst/>
                <a:uFillTx/>
                <a:latin typeface="Calibri"/>
              </a:rPr>
              <a:t>Third Outline Level</a:t>
            </a:r>
          </a:p>
          <a:p>
            <a:pPr marL="1728000" lvl="3" indent="-216000" algn="l" defTabSz="914400">
              <a:spcBef>
                <a:spcPts val="400"/>
              </a:spcBef>
              <a:buClr>
                <a:srgbClr val="000000"/>
              </a:buClr>
              <a:buSzPct val="75000"/>
              <a:buFont typeface="Symbol" charset="2"/>
              <a:buChar char=""/>
            </a:pPr>
            <a:r>
              <a:rPr lang="en-US" sz="2000" b="0" u="none" strike="noStrike">
                <a:solidFill>
                  <a:schemeClr val="dk1"/>
                </a:solidFill>
                <a:effectLst/>
                <a:uFillTx/>
                <a:latin typeface="Calibri"/>
              </a:rPr>
              <a:t>Fourth Outline Level</a:t>
            </a:r>
          </a:p>
          <a:p>
            <a:pPr marL="2160000" lvl="4" indent="-216000" algn="l" defTabSz="914400">
              <a:spcBef>
                <a:spcPts val="400"/>
              </a:spcBef>
              <a:buClr>
                <a:srgbClr val="000000"/>
              </a:buClr>
              <a:buSzPct val="45000"/>
              <a:buFont typeface="Wingdings" charset="2"/>
              <a:buChar char=""/>
            </a:pPr>
            <a:r>
              <a:rPr lang="en-US" sz="2000" b="0" u="none" strike="noStrike">
                <a:solidFill>
                  <a:schemeClr val="dk1"/>
                </a:solidFill>
                <a:effectLst/>
                <a:uFillTx/>
                <a:latin typeface="Calibri"/>
              </a:rPr>
              <a:t>Fifth Outline Level</a:t>
            </a:r>
          </a:p>
          <a:p>
            <a:pPr marL="2592000" lvl="5" indent="-216000" algn="l" defTabSz="914400">
              <a:spcBef>
                <a:spcPts val="283"/>
              </a:spcBef>
              <a:buClr>
                <a:srgbClr val="000000"/>
              </a:buClr>
              <a:buSzPct val="45000"/>
              <a:buFont typeface="Wingdings" charset="2"/>
              <a:buChar char=""/>
            </a:pPr>
            <a:r>
              <a:rPr lang="en-US" sz="2000" b="0" u="none" strike="noStrike">
                <a:solidFill>
                  <a:schemeClr val="dk1"/>
                </a:solidFill>
                <a:effectLst/>
                <a:uFillTx/>
                <a:latin typeface="Calibri"/>
              </a:rPr>
              <a:t>Sixth Outline Level</a:t>
            </a:r>
          </a:p>
          <a:p>
            <a:pPr marL="3024000" lvl="6" indent="-216000" algn="l" defTabSz="914400">
              <a:spcBef>
                <a:spcPts val="283"/>
              </a:spcBef>
              <a:buClr>
                <a:srgbClr val="000000"/>
              </a:buClr>
              <a:buSzPct val="45000"/>
              <a:buFont typeface="Wingdings" charset="2"/>
              <a:buChar char=""/>
            </a:pPr>
            <a:r>
              <a:rPr lang="en-US" sz="2000" b="0" u="none" strike="noStrike">
                <a:solidFill>
                  <a:schemeClr val="dk1"/>
                </a:solidFill>
                <a:effectLst/>
                <a:uFillTx/>
                <a:latin typeface="Calibri"/>
              </a:rPr>
              <a:t>Seventh Outline Level</a:t>
            </a:r>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blank" preserve="1">
  <p:cSld name="Content with Caption">
    <p:bg>
      <p:bgPr>
        <a:solidFill>
          <a:srgbClr val="FFFFFF"/>
        </a:solidFill>
        <a:effectLst/>
      </p:bgPr>
    </p:bg>
    <p:spTree>
      <p:nvGrpSpPr>
        <p:cNvPr id="1" name=""/>
        <p:cNvGrpSpPr/>
        <p:nvPr/>
      </p:nvGrpSpPr>
      <p:grpSpPr>
        <a:xfrm>
          <a:off x="0" y="0"/>
          <a:ext cx="0" cy="0"/>
          <a:chOff x="0" y="0"/>
          <a:chExt cx="0" cy="0"/>
        </a:xfrm>
      </p:grpSpPr>
      <p:sp>
        <p:nvSpPr>
          <p:cNvPr id="49" name="PlaceHolder 1"/>
          <p:cNvSpPr>
            <a:spLocks noGrp="1"/>
          </p:cNvSpPr>
          <p:nvPr>
            <p:ph type="title"/>
          </p:nvPr>
        </p:nvSpPr>
        <p:spPr>
          <a:xfrm>
            <a:off x="457200" y="272880"/>
            <a:ext cx="3007800" cy="1161720"/>
          </a:xfrm>
          <a:prstGeom prst="rect">
            <a:avLst/>
          </a:prstGeom>
          <a:noFill/>
          <a:ln w="0">
            <a:noFill/>
          </a:ln>
        </p:spPr>
        <p:txBody>
          <a:bodyPr lIns="91440" tIns="45720" rIns="91440" bIns="45720" anchor="b">
            <a:noAutofit/>
          </a:bodyPr>
          <a:lstStyle>
            <a:lvl1pPr indent="0" algn="l" defTabSz="914400">
              <a:lnSpc>
                <a:spcPct val="100000"/>
              </a:lnSpc>
              <a:buNone/>
              <a:defRPr lang="en-US" sz="2000" b="1" u="none" strike="noStrike">
                <a:solidFill>
                  <a:schemeClr val="dk1"/>
                </a:solidFill>
                <a:effectLst/>
                <a:uFillTx/>
                <a:latin typeface="Calibri"/>
              </a:defRPr>
            </a:lvl1pPr>
          </a:lstStyle>
          <a:p>
            <a:pPr indent="0" algn="l" defTabSz="914400">
              <a:lnSpc>
                <a:spcPct val="100000"/>
              </a:lnSpc>
              <a:buNone/>
            </a:pPr>
            <a:r>
              <a:rPr lang="en-US" sz="2000" b="1" u="none" strike="noStrike">
                <a:solidFill>
                  <a:schemeClr val="dk1"/>
                </a:solidFill>
                <a:effectLst/>
                <a:uFillTx/>
                <a:latin typeface="Calibri"/>
              </a:rPr>
              <a:t>Click to edit Master title style</a:t>
            </a:r>
          </a:p>
        </p:txBody>
      </p:sp>
      <p:sp>
        <p:nvSpPr>
          <p:cNvPr id="50" name="PlaceHolder 2"/>
          <p:cNvSpPr>
            <a:spLocks noGrp="1"/>
          </p:cNvSpPr>
          <p:nvPr>
            <p:ph type="body"/>
          </p:nvPr>
        </p:nvSpPr>
        <p:spPr>
          <a:xfrm>
            <a:off x="3575160" y="272880"/>
            <a:ext cx="5111280" cy="5852880"/>
          </a:xfrm>
          <a:prstGeom prst="rect">
            <a:avLst/>
          </a:prstGeom>
          <a:noFill/>
          <a:ln w="0">
            <a:noFill/>
          </a:ln>
        </p:spPr>
        <p:txBody>
          <a:bodyPr lIns="91440" tIns="45720" rIns="91440" bIns="45720" anchor="t">
            <a:noAutofit/>
          </a:bodyPr>
          <a:lstStyle>
            <a:lvl1pPr algn="l" defTabSz="914400">
              <a:lnSpc>
                <a:spcPct val="100000"/>
              </a:lnSpc>
              <a:spcBef>
                <a:spcPts val="641"/>
              </a:spcBef>
              <a:buClr>
                <a:srgbClr val="000000"/>
              </a:buClr>
              <a:buFont typeface="Arial"/>
              <a:buChar char="•"/>
              <a:defRPr lang="en-US" sz="3200" b="0" u="none" strike="noStrike">
                <a:solidFill>
                  <a:schemeClr val="dk1"/>
                </a:solidFill>
                <a:effectLst/>
                <a:uFillTx/>
                <a:latin typeface="Calibri"/>
              </a:defRPr>
            </a:lvl1pPr>
            <a:lvl2pPr lvl="1" algn="l" defTabSz="914400">
              <a:lnSpc>
                <a:spcPct val="100000"/>
              </a:lnSpc>
              <a:spcBef>
                <a:spcPts val="561"/>
              </a:spcBef>
              <a:buClr>
                <a:srgbClr val="000000"/>
              </a:buClr>
              <a:buFont typeface="Arial"/>
              <a:buChar char="–"/>
              <a:defRPr lang="en-US" sz="2800" b="0" u="none" strike="noStrike">
                <a:solidFill>
                  <a:schemeClr val="dk1"/>
                </a:solidFill>
                <a:effectLst/>
                <a:uFillTx/>
                <a:latin typeface="Calibri"/>
              </a:defRPr>
            </a:lvl2pPr>
            <a:lvl3pPr lvl="2" algn="l" defTabSz="914400">
              <a:lnSpc>
                <a:spcPct val="100000"/>
              </a:lnSpc>
              <a:spcBef>
                <a:spcPts val="479"/>
              </a:spcBef>
              <a:buClr>
                <a:srgbClr val="000000"/>
              </a:buClr>
              <a:buFont typeface="Arial"/>
              <a:buChar char="•"/>
              <a:defRPr lang="en-US" sz="2400" b="0" u="none" strike="noStrike">
                <a:solidFill>
                  <a:schemeClr val="dk1"/>
                </a:solidFill>
                <a:effectLst/>
                <a:uFillTx/>
                <a:latin typeface="Calibri"/>
              </a:defRPr>
            </a:lvl3pPr>
            <a:lvl4pPr lvl="3" algn="l" defTabSz="914400">
              <a:lnSpc>
                <a:spcPct val="100000"/>
              </a:lnSpc>
              <a:spcBef>
                <a:spcPts val="400"/>
              </a:spcBef>
              <a:buClr>
                <a:srgbClr val="000000"/>
              </a:buClr>
              <a:buFont typeface="Arial"/>
              <a:buChar char="–"/>
              <a:defRPr lang="en-US" sz="2000" b="0" u="none" strike="noStrike">
                <a:solidFill>
                  <a:schemeClr val="dk1"/>
                </a:solidFill>
                <a:effectLst/>
                <a:uFillTx/>
                <a:latin typeface="Calibri"/>
              </a:defRPr>
            </a:lvl4pPr>
            <a:lvl5pPr lvl="4" algn="l" defTabSz="914400">
              <a:lnSpc>
                <a:spcPct val="100000"/>
              </a:lnSpc>
              <a:spcBef>
                <a:spcPts val="400"/>
              </a:spcBef>
              <a:buClr>
                <a:srgbClr val="000000"/>
              </a:buClr>
              <a:buFont typeface="Arial"/>
              <a:buChar char="»"/>
              <a:defRPr lang="en-US" sz="2000" b="0" u="none" strike="noStrike">
                <a:solidFill>
                  <a:schemeClr val="dk1"/>
                </a:solidFill>
                <a:effectLst/>
                <a:uFillTx/>
                <a:latin typeface="Calibri"/>
              </a:defRPr>
            </a:lvl5pPr>
          </a:lstStyle>
          <a:p>
            <a:pPr marL="343080" indent="-343080" algn="l" defTabSz="914400">
              <a:lnSpc>
                <a:spcPct val="100000"/>
              </a:lnSpc>
              <a:spcBef>
                <a:spcPts val="641"/>
              </a:spcBef>
              <a:buClr>
                <a:srgbClr val="000000"/>
              </a:buClr>
              <a:buFont typeface="Arial"/>
              <a:buChar char="•"/>
            </a:pPr>
            <a:r>
              <a:rPr lang="en-US" sz="3200" b="0" u="none" strike="noStrike">
                <a:solidFill>
                  <a:schemeClr val="dk1"/>
                </a:solidFill>
                <a:effectLst/>
                <a:uFillTx/>
                <a:latin typeface="Calibri"/>
              </a:rPr>
              <a:t>Click to edit Master text styles</a:t>
            </a:r>
          </a:p>
          <a:p>
            <a:pPr marL="743040" lvl="1" indent="-285840" algn="l" defTabSz="914400">
              <a:lnSpc>
                <a:spcPct val="100000"/>
              </a:lnSpc>
              <a:spcBef>
                <a:spcPts val="561"/>
              </a:spcBef>
              <a:buClr>
                <a:srgbClr val="000000"/>
              </a:buClr>
              <a:buFont typeface="Arial"/>
              <a:buChar char="–"/>
            </a:pPr>
            <a:r>
              <a:rPr lang="en-US" sz="2800" b="0" u="none" strike="noStrike">
                <a:solidFill>
                  <a:schemeClr val="dk1"/>
                </a:solidFill>
                <a:effectLst/>
                <a:uFillTx/>
                <a:latin typeface="Calibri"/>
              </a:rPr>
              <a:t>Second level</a:t>
            </a:r>
          </a:p>
          <a:p>
            <a:pPr marL="1143000" lvl="2" indent="-228600" algn="l" defTabSz="914400">
              <a:lnSpc>
                <a:spcPct val="100000"/>
              </a:lnSpc>
              <a:spcBef>
                <a:spcPts val="479"/>
              </a:spcBef>
              <a:buClr>
                <a:srgbClr val="000000"/>
              </a:buClr>
              <a:buFont typeface="Arial"/>
              <a:buChar char="•"/>
            </a:pPr>
            <a:r>
              <a:rPr lang="en-US" sz="2400" b="0" u="none" strike="noStrike">
                <a:solidFill>
                  <a:schemeClr val="dk1"/>
                </a:solidFill>
                <a:effectLst/>
                <a:uFillTx/>
                <a:latin typeface="Calibri"/>
              </a:rPr>
              <a:t>Third level</a:t>
            </a:r>
          </a:p>
          <a:p>
            <a:pPr marL="1600200" lvl="3" indent="-228600" algn="l" defTabSz="914400">
              <a:lnSpc>
                <a:spcPct val="100000"/>
              </a:lnSpc>
              <a:spcBef>
                <a:spcPts val="400"/>
              </a:spcBef>
              <a:buClr>
                <a:srgbClr val="000000"/>
              </a:buClr>
              <a:buFont typeface="Arial"/>
              <a:buChar char="–"/>
            </a:pPr>
            <a:r>
              <a:rPr lang="en-US" sz="2000" b="0" u="none" strike="noStrike">
                <a:solidFill>
                  <a:schemeClr val="dk1"/>
                </a:solidFill>
                <a:effectLst/>
                <a:uFillTx/>
                <a:latin typeface="Calibri"/>
              </a:rPr>
              <a:t>Fourth level</a:t>
            </a:r>
          </a:p>
          <a:p>
            <a:pPr marL="2057400" lvl="4" indent="-228600" algn="l" defTabSz="914400">
              <a:lnSpc>
                <a:spcPct val="100000"/>
              </a:lnSpc>
              <a:spcBef>
                <a:spcPts val="400"/>
              </a:spcBef>
              <a:buClr>
                <a:srgbClr val="000000"/>
              </a:buClr>
              <a:buFont typeface="Arial"/>
              <a:buChar char="»"/>
            </a:pPr>
            <a:r>
              <a:rPr lang="en-US" sz="2000" b="0" u="none" strike="noStrike">
                <a:solidFill>
                  <a:schemeClr val="dk1"/>
                </a:solidFill>
                <a:effectLst/>
                <a:uFillTx/>
                <a:latin typeface="Calibri"/>
              </a:rPr>
              <a:t>Fifth level</a:t>
            </a:r>
          </a:p>
        </p:txBody>
      </p:sp>
      <p:sp>
        <p:nvSpPr>
          <p:cNvPr id="51" name="PlaceHolder 3"/>
          <p:cNvSpPr>
            <a:spLocks noGrp="1"/>
          </p:cNvSpPr>
          <p:nvPr>
            <p:ph type="body"/>
          </p:nvPr>
        </p:nvSpPr>
        <p:spPr>
          <a:xfrm>
            <a:off x="457200" y="1434960"/>
            <a:ext cx="3007800" cy="4690800"/>
          </a:xfrm>
          <a:prstGeom prst="rect">
            <a:avLst/>
          </a:prstGeom>
          <a:noFill/>
          <a:ln w="0">
            <a:noFill/>
          </a:ln>
        </p:spPr>
        <p:txBody>
          <a:bodyPr lIns="91440" tIns="45720" rIns="91440" bIns="45720" anchor="t">
            <a:noAutofit/>
          </a:bodyPr>
          <a:lstStyle>
            <a:lvl1pPr indent="0" algn="l" defTabSz="914400">
              <a:lnSpc>
                <a:spcPct val="100000"/>
              </a:lnSpc>
              <a:spcBef>
                <a:spcPts val="281"/>
              </a:spcBef>
              <a:buNone/>
              <a:tabLst>
                <a:tab pos="0" algn="l"/>
              </a:tabLst>
              <a:defRPr lang="en-US" sz="1400" b="0" u="none" strike="noStrike">
                <a:solidFill>
                  <a:schemeClr val="dk1"/>
                </a:solidFill>
                <a:effectLst/>
                <a:uFillTx/>
                <a:latin typeface="Calibri"/>
              </a:defRPr>
            </a:lvl1pPr>
          </a:lstStyle>
          <a:p>
            <a:pPr indent="0" algn="l" defTabSz="914400">
              <a:lnSpc>
                <a:spcPct val="100000"/>
              </a:lnSpc>
              <a:spcBef>
                <a:spcPts val="281"/>
              </a:spcBef>
              <a:buNone/>
              <a:tabLst>
                <a:tab pos="0" algn="l"/>
              </a:tabLst>
            </a:pPr>
            <a:r>
              <a:rPr lang="en-US" sz="1400" b="0" u="none" strike="noStrike">
                <a:solidFill>
                  <a:schemeClr val="dk1"/>
                </a:solidFill>
                <a:effectLst/>
                <a:uFillTx/>
                <a:latin typeface="Calibri"/>
              </a:rPr>
              <a:t>Click to edit Master text styles</a:t>
            </a:r>
          </a:p>
        </p:txBody>
      </p:sp>
      <p:sp>
        <p:nvSpPr>
          <p:cNvPr id="52" name="PlaceHolder 4"/>
          <p:cNvSpPr>
            <a:spLocks noGrp="1"/>
          </p:cNvSpPr>
          <p:nvPr>
            <p:ph type="dt" idx="28"/>
          </p:nvPr>
        </p:nvSpPr>
        <p:spPr>
          <a:xfrm>
            <a:off x="457200" y="6356520"/>
            <a:ext cx="2133360" cy="364680"/>
          </a:xfrm>
          <a:prstGeom prst="rect">
            <a:avLst/>
          </a:prstGeom>
          <a:noFill/>
          <a:ln w="0">
            <a:noFill/>
          </a:ln>
        </p:spPr>
        <p:txBody>
          <a:bodyPr lIns="91440" tIns="45720" rIns="91440" bIns="45720" anchor="ctr">
            <a:noAutofit/>
          </a:bodyPr>
          <a:lstStyle>
            <a:lvl1pPr indent="0" algn="l" defTabSz="914400">
              <a:lnSpc>
                <a:spcPct val="100000"/>
              </a:lnSpc>
              <a:buNone/>
              <a:defRPr lang="en-US" sz="1200" b="0" u="none" strike="noStrike">
                <a:solidFill>
                  <a:schemeClr val="dk1">
                    <a:tint val="75000"/>
                  </a:schemeClr>
                </a:solidFill>
                <a:effectLst/>
                <a:uFillTx/>
                <a:latin typeface="Calibri"/>
              </a:defRPr>
            </a:lvl1pPr>
          </a:lstStyle>
          <a:p>
            <a:pPr indent="0" algn="l" defTabSz="914400">
              <a:lnSpc>
                <a:spcPct val="100000"/>
              </a:lnSpc>
              <a:buNone/>
            </a:pPr>
            <a:r>
              <a:rPr lang="en-US" sz="1200" b="0" u="none" strike="noStrike">
                <a:solidFill>
                  <a:schemeClr val="dk1">
                    <a:tint val="75000"/>
                  </a:schemeClr>
                </a:solidFill>
                <a:effectLst/>
                <a:uFillTx/>
                <a:latin typeface="Calibri"/>
              </a:rPr>
              <a:t>&lt;date/time&gt;</a:t>
            </a:r>
            <a:endParaRPr lang="en-US" sz="1200" b="0" u="none" strike="noStrike">
              <a:solidFill>
                <a:srgbClr val="000000"/>
              </a:solidFill>
              <a:effectLst/>
              <a:uFillTx/>
              <a:latin typeface="Times New Roman"/>
            </a:endParaRPr>
          </a:p>
        </p:txBody>
      </p:sp>
      <p:sp>
        <p:nvSpPr>
          <p:cNvPr id="53" name="PlaceHolder 5"/>
          <p:cNvSpPr>
            <a:spLocks noGrp="1"/>
          </p:cNvSpPr>
          <p:nvPr>
            <p:ph type="ftr" idx="29"/>
          </p:nvPr>
        </p:nvSpPr>
        <p:spPr>
          <a:xfrm>
            <a:off x="3124080" y="6356520"/>
            <a:ext cx="2895120" cy="364680"/>
          </a:xfrm>
          <a:prstGeom prst="rect">
            <a:avLst/>
          </a:prstGeom>
          <a:noFill/>
          <a:ln w="0">
            <a:noFill/>
          </a:ln>
        </p:spPr>
        <p:txBody>
          <a:bodyPr lIns="91440" tIns="45720" rIns="91440" bIns="45720" anchor="ctr">
            <a:noAutofit/>
          </a:bodyPr>
          <a:lstStyle>
            <a:lvl1pPr indent="0" algn="ctr">
              <a:buNone/>
              <a:defRPr lang="en-US" sz="1400" b="0" u="none" strike="noStrike">
                <a:solidFill>
                  <a:srgbClr val="000000"/>
                </a:solidFill>
                <a:effectLst/>
                <a:uFillTx/>
                <a:latin typeface="Times New Roman"/>
              </a:defRPr>
            </a:lvl1pPr>
          </a:lstStyle>
          <a:p>
            <a:pPr indent="0" algn="ctr">
              <a:buNone/>
            </a:pPr>
            <a:r>
              <a:rPr lang="en-US" sz="1400" b="0" u="none" strike="noStrike">
                <a:solidFill>
                  <a:srgbClr val="000000"/>
                </a:solidFill>
                <a:effectLst/>
                <a:uFillTx/>
                <a:latin typeface="Times New Roman"/>
              </a:rPr>
              <a:t>&lt;footer&gt;</a:t>
            </a:r>
          </a:p>
        </p:txBody>
      </p:sp>
      <p:sp>
        <p:nvSpPr>
          <p:cNvPr id="54" name="PlaceHolder 6"/>
          <p:cNvSpPr>
            <a:spLocks noGrp="1"/>
          </p:cNvSpPr>
          <p:nvPr>
            <p:ph type="sldNum" idx="30"/>
          </p:nvPr>
        </p:nvSpPr>
        <p:spPr>
          <a:xfrm>
            <a:off x="6553080" y="6356520"/>
            <a:ext cx="2133360" cy="364680"/>
          </a:xfrm>
          <a:prstGeom prst="rect">
            <a:avLst/>
          </a:prstGeom>
          <a:noFill/>
          <a:ln w="0">
            <a:noFill/>
          </a:ln>
        </p:spPr>
        <p:txBody>
          <a:bodyPr lIns="91440" tIns="45720" rIns="91440" bIns="45720" anchor="ctr">
            <a:noAutofit/>
          </a:bodyPr>
          <a:lstStyle>
            <a:lvl1pPr indent="0" algn="r" defTabSz="914400">
              <a:lnSpc>
                <a:spcPct val="100000"/>
              </a:lnSpc>
              <a:buNone/>
              <a:defRPr lang="en-US" sz="1200" b="0" u="none" strike="noStrike">
                <a:solidFill>
                  <a:schemeClr val="dk1">
                    <a:tint val="75000"/>
                  </a:schemeClr>
                </a:solidFill>
                <a:effectLst/>
                <a:uFillTx/>
                <a:latin typeface="Calibri"/>
              </a:defRPr>
            </a:lvl1pPr>
          </a:lstStyle>
          <a:p>
            <a:pPr indent="0" algn="r" defTabSz="914400">
              <a:lnSpc>
                <a:spcPct val="100000"/>
              </a:lnSpc>
              <a:buNone/>
            </a:pPr>
            <a:fld id="{28EF8052-21E4-48BD-B701-E47758B06888}" type="slidenum">
              <a:rPr lang="en-US" sz="1200" b="0" u="none" strike="noStrike">
                <a:solidFill>
                  <a:schemeClr val="dk1">
                    <a:tint val="75000"/>
                  </a:schemeClr>
                </a:solidFill>
                <a:effectLst/>
                <a:uFillTx/>
                <a:latin typeface="Calibri"/>
              </a:rPr>
              <a:t>‹#›</a:t>
            </a:fld>
            <a:endParaRPr lang="en-US" sz="1200" b="0" u="none" strike="noStrike">
              <a:solidFill>
                <a:srgbClr val="000000"/>
              </a:solidFill>
              <a:effectLst/>
              <a:uFillTx/>
              <a:latin typeface="Times New Roman"/>
            </a:endParaRPr>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blank" preserve="1">
  <p:cSld name="Picture with Caption">
    <p:bg>
      <p:bgPr>
        <a:solidFill>
          <a:srgbClr val="FFFFFF"/>
        </a:solidFill>
        <a:effectLst/>
      </p:bgPr>
    </p:bg>
    <p:spTree>
      <p:nvGrpSpPr>
        <p:cNvPr id="1" name=""/>
        <p:cNvGrpSpPr/>
        <p:nvPr/>
      </p:nvGrpSpPr>
      <p:grpSpPr>
        <a:xfrm>
          <a:off x="0" y="0"/>
          <a:ext cx="0" cy="0"/>
          <a:chOff x="0" y="0"/>
          <a:chExt cx="0" cy="0"/>
        </a:xfrm>
      </p:grpSpPr>
      <p:sp>
        <p:nvSpPr>
          <p:cNvPr id="55" name="PlaceHolder 1"/>
          <p:cNvSpPr>
            <a:spLocks noGrp="1"/>
          </p:cNvSpPr>
          <p:nvPr>
            <p:ph type="title"/>
          </p:nvPr>
        </p:nvSpPr>
        <p:spPr>
          <a:xfrm>
            <a:off x="1792440" y="4800600"/>
            <a:ext cx="5486040" cy="566280"/>
          </a:xfrm>
          <a:prstGeom prst="rect">
            <a:avLst/>
          </a:prstGeom>
          <a:noFill/>
          <a:ln w="0">
            <a:noFill/>
          </a:ln>
        </p:spPr>
        <p:txBody>
          <a:bodyPr lIns="91440" tIns="45720" rIns="91440" bIns="45720" anchor="b">
            <a:noAutofit/>
          </a:bodyPr>
          <a:lstStyle>
            <a:lvl1pPr indent="0" algn="l" defTabSz="914400">
              <a:lnSpc>
                <a:spcPct val="100000"/>
              </a:lnSpc>
              <a:buNone/>
              <a:defRPr lang="en-US" sz="2000" b="1" u="none" strike="noStrike">
                <a:solidFill>
                  <a:schemeClr val="dk1"/>
                </a:solidFill>
                <a:effectLst/>
                <a:uFillTx/>
                <a:latin typeface="Calibri"/>
              </a:defRPr>
            </a:lvl1pPr>
          </a:lstStyle>
          <a:p>
            <a:pPr indent="0" algn="l" defTabSz="914400">
              <a:lnSpc>
                <a:spcPct val="100000"/>
              </a:lnSpc>
              <a:buNone/>
            </a:pPr>
            <a:r>
              <a:rPr lang="en-US" sz="2000" b="1" u="none" strike="noStrike">
                <a:solidFill>
                  <a:schemeClr val="dk1"/>
                </a:solidFill>
                <a:effectLst/>
                <a:uFillTx/>
                <a:latin typeface="Calibri"/>
              </a:rPr>
              <a:t>Click to edit Master title style</a:t>
            </a:r>
          </a:p>
        </p:txBody>
      </p:sp>
      <p:sp>
        <p:nvSpPr>
          <p:cNvPr id="56" name="PlaceHolder 2"/>
          <p:cNvSpPr>
            <a:spLocks noGrp="1"/>
          </p:cNvSpPr>
          <p:nvPr>
            <p:ph type="body"/>
          </p:nvPr>
        </p:nvSpPr>
        <p:spPr>
          <a:xfrm>
            <a:off x="1792440" y="612720"/>
            <a:ext cx="5486040" cy="4114440"/>
          </a:xfrm>
          <a:prstGeom prst="rect">
            <a:avLst/>
          </a:prstGeom>
          <a:noFill/>
          <a:ln w="0">
            <a:noFill/>
          </a:ln>
        </p:spPr>
        <p:txBody>
          <a:bodyPr lIns="90000" tIns="45000" rIns="90000" bIns="45000" anchor="t">
            <a:noAutofit/>
          </a:bodyPr>
          <a:lstStyle>
            <a:lvl1pPr algn="l" defTabSz="914400">
              <a:spcBef>
                <a:spcPts val="281"/>
              </a:spcBef>
              <a:buClr>
                <a:srgbClr val="000000"/>
              </a:buClr>
              <a:buFont typeface="Arial"/>
              <a:buChar char="•"/>
              <a:tabLst>
                <a:tab pos="0" algn="l"/>
              </a:tabLst>
              <a:defRPr lang="en-US" sz="3200" b="0" u="none" strike="noStrike">
                <a:solidFill>
                  <a:schemeClr val="dk1"/>
                </a:solidFill>
                <a:effectLst/>
                <a:uFillTx/>
                <a:latin typeface="Calibri"/>
              </a:defRPr>
            </a:lvl1pPr>
            <a:lvl2pPr lvl="1" algn="l" defTabSz="914400">
              <a:spcBef>
                <a:spcPts val="561"/>
              </a:spcBef>
              <a:buClr>
                <a:srgbClr val="000000"/>
              </a:buClr>
              <a:buSzPct val="75000"/>
              <a:buFont typeface="Symbol" charset="2"/>
              <a:buChar char=""/>
              <a:defRPr lang="en-US" sz="3200" b="0" u="none" strike="noStrike">
                <a:solidFill>
                  <a:schemeClr val="dk1"/>
                </a:solidFill>
                <a:effectLst/>
                <a:uFillTx/>
                <a:latin typeface="Calibri"/>
              </a:defRPr>
            </a:lvl2pPr>
            <a:lvl3pPr lvl="2" algn="l" defTabSz="914400">
              <a:spcBef>
                <a:spcPts val="479"/>
              </a:spcBef>
              <a:buClr>
                <a:srgbClr val="000000"/>
              </a:buClr>
              <a:buSzPct val="45000"/>
              <a:buFont typeface="Wingdings" charset="2"/>
              <a:buChar char=""/>
              <a:defRPr lang="en-US" sz="3200" b="0" u="none" strike="noStrike">
                <a:solidFill>
                  <a:schemeClr val="dk1"/>
                </a:solidFill>
                <a:effectLst/>
                <a:uFillTx/>
                <a:latin typeface="Calibri"/>
              </a:defRPr>
            </a:lvl3pPr>
            <a:lvl4pPr lvl="3" algn="l" defTabSz="914400">
              <a:spcBef>
                <a:spcPts val="400"/>
              </a:spcBef>
              <a:buClr>
                <a:srgbClr val="000000"/>
              </a:buClr>
              <a:buSzPct val="75000"/>
              <a:buFont typeface="Symbol" charset="2"/>
              <a:buChar char=""/>
              <a:defRPr lang="en-US" sz="3200" b="0" u="none" strike="noStrike">
                <a:solidFill>
                  <a:schemeClr val="dk1"/>
                </a:solidFill>
                <a:effectLst/>
                <a:uFillTx/>
                <a:latin typeface="Calibri"/>
              </a:defRPr>
            </a:lvl4pPr>
            <a:lvl5pPr lvl="4" algn="l" defTabSz="914400">
              <a:spcBef>
                <a:spcPts val="400"/>
              </a:spcBef>
              <a:buClr>
                <a:srgbClr val="000000"/>
              </a:buClr>
              <a:buSzPct val="45000"/>
              <a:buFont typeface="Wingdings" charset="2"/>
              <a:buChar char=""/>
              <a:defRPr lang="en-US" sz="3200" b="0" u="none" strike="noStrike">
                <a:solidFill>
                  <a:schemeClr val="dk1"/>
                </a:solidFill>
                <a:effectLst/>
                <a:uFillTx/>
                <a:latin typeface="Calibri"/>
              </a:defRPr>
            </a:lvl5pPr>
            <a:lvl6pPr lvl="5" algn="l" defTabSz="914400">
              <a:spcBef>
                <a:spcPts val="283"/>
              </a:spcBef>
              <a:buClr>
                <a:srgbClr val="000000"/>
              </a:buClr>
              <a:buSzPct val="45000"/>
              <a:buFont typeface="Wingdings" charset="2"/>
              <a:buChar char=""/>
              <a:defRPr lang="en-US" sz="3200" b="0" u="none" strike="noStrike">
                <a:solidFill>
                  <a:schemeClr val="dk1"/>
                </a:solidFill>
                <a:effectLst/>
                <a:uFillTx/>
                <a:latin typeface="Calibri"/>
              </a:defRPr>
            </a:lvl6pPr>
            <a:lvl7pPr lvl="6" algn="l" defTabSz="914400">
              <a:spcBef>
                <a:spcPts val="283"/>
              </a:spcBef>
              <a:buClr>
                <a:srgbClr val="000000"/>
              </a:buClr>
              <a:buSzPct val="45000"/>
              <a:buFont typeface="Wingdings" charset="2"/>
              <a:buChar char=""/>
              <a:defRPr lang="en-US" sz="3200" b="0" u="none" strike="noStrike">
                <a:solidFill>
                  <a:schemeClr val="dk1"/>
                </a:solidFill>
                <a:effectLst/>
                <a:uFillTx/>
                <a:latin typeface="Calibri"/>
              </a:defRPr>
            </a:lvl7pPr>
          </a:lstStyle>
          <a:p>
            <a:pPr algn="l" defTabSz="914400">
              <a:spcBef>
                <a:spcPts val="281"/>
              </a:spcBef>
              <a:buClr>
                <a:srgbClr val="000000"/>
              </a:buClr>
              <a:buFont typeface="Arial"/>
              <a:buChar char="•"/>
              <a:tabLst>
                <a:tab pos="0" algn="l"/>
              </a:tabLst>
            </a:pPr>
            <a:r>
              <a:rPr lang="en-US" sz="3200" b="0" u="none" strike="noStrike">
                <a:solidFill>
                  <a:schemeClr val="dk1"/>
                </a:solidFill>
                <a:effectLst/>
                <a:uFillTx/>
                <a:latin typeface="Calibri"/>
              </a:rPr>
              <a:t>Click to edit the outline text format</a:t>
            </a:r>
          </a:p>
          <a:p>
            <a:pPr marL="457200" lvl="1" algn="l" defTabSz="914400">
              <a:spcBef>
                <a:spcPts val="561"/>
              </a:spcBef>
              <a:buClr>
                <a:srgbClr val="000000"/>
              </a:buClr>
              <a:buSzPct val="75000"/>
              <a:buFont typeface="Symbol" charset="2"/>
              <a:buChar char=""/>
            </a:pPr>
            <a:r>
              <a:rPr lang="en-US" sz="3200" b="0" u="none" strike="noStrike">
                <a:solidFill>
                  <a:schemeClr val="dk1"/>
                </a:solidFill>
                <a:effectLst/>
                <a:uFillTx/>
                <a:latin typeface="Calibri"/>
              </a:rPr>
              <a:t>Second Outline Level</a:t>
            </a:r>
          </a:p>
          <a:p>
            <a:pPr marL="914400" lvl="2" algn="l" defTabSz="914400">
              <a:spcBef>
                <a:spcPts val="479"/>
              </a:spcBef>
              <a:buClr>
                <a:srgbClr val="000000"/>
              </a:buClr>
              <a:buSzPct val="45000"/>
              <a:buFont typeface="Wingdings" charset="2"/>
              <a:buChar char=""/>
            </a:pPr>
            <a:r>
              <a:rPr lang="en-US" sz="3200" b="0" u="none" strike="noStrike">
                <a:solidFill>
                  <a:schemeClr val="dk1"/>
                </a:solidFill>
                <a:effectLst/>
                <a:uFillTx/>
                <a:latin typeface="Calibri"/>
              </a:rPr>
              <a:t>Third Outline Level</a:t>
            </a:r>
          </a:p>
          <a:p>
            <a:pPr marL="1371600" lvl="3" algn="l" defTabSz="914400">
              <a:spcBef>
                <a:spcPts val="400"/>
              </a:spcBef>
              <a:buClr>
                <a:srgbClr val="000000"/>
              </a:buClr>
              <a:buSzPct val="75000"/>
              <a:buFont typeface="Symbol" charset="2"/>
              <a:buChar char=""/>
            </a:pPr>
            <a:r>
              <a:rPr lang="en-US" sz="3200" b="0" u="none" strike="noStrike">
                <a:solidFill>
                  <a:schemeClr val="dk1"/>
                </a:solidFill>
                <a:effectLst/>
                <a:uFillTx/>
                <a:latin typeface="Calibri"/>
              </a:rPr>
              <a:t>Fourth Outline Level</a:t>
            </a:r>
          </a:p>
          <a:p>
            <a:pPr marL="1828800" lvl="4" algn="l" defTabSz="914400">
              <a:spcBef>
                <a:spcPts val="400"/>
              </a:spcBef>
              <a:buClr>
                <a:srgbClr val="000000"/>
              </a:buClr>
              <a:buSzPct val="45000"/>
              <a:buFont typeface="Wingdings" charset="2"/>
              <a:buChar char=""/>
            </a:pPr>
            <a:r>
              <a:rPr lang="en-US" sz="3200" b="0" u="none" strike="noStrike">
                <a:solidFill>
                  <a:schemeClr val="dk1"/>
                </a:solidFill>
                <a:effectLst/>
                <a:uFillTx/>
                <a:latin typeface="Calibri"/>
              </a:rPr>
              <a:t>Fifth Outline Level</a:t>
            </a:r>
          </a:p>
          <a:p>
            <a:pPr marL="2286000" lvl="5" algn="l" defTabSz="914400">
              <a:spcBef>
                <a:spcPts val="283"/>
              </a:spcBef>
              <a:buClr>
                <a:srgbClr val="000000"/>
              </a:buClr>
              <a:buSzPct val="45000"/>
              <a:buFont typeface="Wingdings" charset="2"/>
              <a:buChar char=""/>
            </a:pPr>
            <a:r>
              <a:rPr lang="en-US" sz="3200" b="0" u="none" strike="noStrike">
                <a:solidFill>
                  <a:schemeClr val="dk1"/>
                </a:solidFill>
                <a:effectLst/>
                <a:uFillTx/>
                <a:latin typeface="Calibri"/>
              </a:rPr>
              <a:t>Sixth Outline Level</a:t>
            </a:r>
          </a:p>
          <a:p>
            <a:pPr marL="2743200" lvl="6" algn="l" defTabSz="914400">
              <a:spcBef>
                <a:spcPts val="283"/>
              </a:spcBef>
              <a:buClr>
                <a:srgbClr val="000000"/>
              </a:buClr>
              <a:buSzPct val="45000"/>
              <a:buFont typeface="Wingdings" charset="2"/>
              <a:buChar char=""/>
            </a:pPr>
            <a:r>
              <a:rPr lang="en-US" sz="3200" b="0" u="none" strike="noStrike">
                <a:solidFill>
                  <a:schemeClr val="dk1"/>
                </a:solidFill>
                <a:effectLst/>
                <a:uFillTx/>
                <a:latin typeface="Calibri"/>
              </a:rPr>
              <a:t>Seventh Outline Level</a:t>
            </a:r>
          </a:p>
        </p:txBody>
      </p:sp>
      <p:sp>
        <p:nvSpPr>
          <p:cNvPr id="57" name="PlaceHolder 3"/>
          <p:cNvSpPr>
            <a:spLocks noGrp="1"/>
          </p:cNvSpPr>
          <p:nvPr>
            <p:ph type="body"/>
          </p:nvPr>
        </p:nvSpPr>
        <p:spPr>
          <a:xfrm>
            <a:off x="1792440" y="5367240"/>
            <a:ext cx="5486040" cy="804600"/>
          </a:xfrm>
          <a:prstGeom prst="rect">
            <a:avLst/>
          </a:prstGeom>
          <a:noFill/>
          <a:ln w="0">
            <a:noFill/>
          </a:ln>
        </p:spPr>
        <p:txBody>
          <a:bodyPr lIns="91440" tIns="45720" rIns="91440" bIns="45720" anchor="t">
            <a:noAutofit/>
          </a:bodyPr>
          <a:lstStyle>
            <a:lvl1pPr indent="0" algn="l" defTabSz="914400">
              <a:lnSpc>
                <a:spcPct val="100000"/>
              </a:lnSpc>
              <a:spcBef>
                <a:spcPts val="281"/>
              </a:spcBef>
              <a:buNone/>
              <a:tabLst>
                <a:tab pos="0" algn="l"/>
              </a:tabLst>
              <a:defRPr lang="en-US" sz="1400" b="0" u="none" strike="noStrike">
                <a:solidFill>
                  <a:schemeClr val="dk1"/>
                </a:solidFill>
                <a:effectLst/>
                <a:uFillTx/>
                <a:latin typeface="Calibri"/>
              </a:defRPr>
            </a:lvl1pPr>
          </a:lstStyle>
          <a:p>
            <a:pPr indent="0" algn="l" defTabSz="914400">
              <a:lnSpc>
                <a:spcPct val="100000"/>
              </a:lnSpc>
              <a:spcBef>
                <a:spcPts val="281"/>
              </a:spcBef>
              <a:buNone/>
              <a:tabLst>
                <a:tab pos="0" algn="l"/>
              </a:tabLst>
            </a:pPr>
            <a:r>
              <a:rPr lang="en-US" sz="1400" b="0" u="none" strike="noStrike">
                <a:solidFill>
                  <a:schemeClr val="dk1"/>
                </a:solidFill>
                <a:effectLst/>
                <a:uFillTx/>
                <a:latin typeface="Calibri"/>
              </a:rPr>
              <a:t>Click to edit Master text styles</a:t>
            </a:r>
          </a:p>
        </p:txBody>
      </p:sp>
      <p:sp>
        <p:nvSpPr>
          <p:cNvPr id="58" name="PlaceHolder 4"/>
          <p:cNvSpPr>
            <a:spLocks noGrp="1"/>
          </p:cNvSpPr>
          <p:nvPr>
            <p:ph type="dt" idx="31"/>
          </p:nvPr>
        </p:nvSpPr>
        <p:spPr>
          <a:xfrm>
            <a:off x="457200" y="6356520"/>
            <a:ext cx="2133360" cy="364680"/>
          </a:xfrm>
          <a:prstGeom prst="rect">
            <a:avLst/>
          </a:prstGeom>
          <a:noFill/>
          <a:ln w="0">
            <a:noFill/>
          </a:ln>
        </p:spPr>
        <p:txBody>
          <a:bodyPr lIns="91440" tIns="45720" rIns="91440" bIns="45720" anchor="ctr">
            <a:noAutofit/>
          </a:bodyPr>
          <a:lstStyle>
            <a:lvl1pPr indent="0" algn="l" defTabSz="914400">
              <a:lnSpc>
                <a:spcPct val="100000"/>
              </a:lnSpc>
              <a:buNone/>
              <a:defRPr lang="en-US" sz="1200" b="0" u="none" strike="noStrike">
                <a:solidFill>
                  <a:schemeClr val="dk1">
                    <a:tint val="75000"/>
                  </a:schemeClr>
                </a:solidFill>
                <a:effectLst/>
                <a:uFillTx/>
                <a:latin typeface="Calibri"/>
              </a:defRPr>
            </a:lvl1pPr>
          </a:lstStyle>
          <a:p>
            <a:pPr indent="0" algn="l" defTabSz="914400">
              <a:lnSpc>
                <a:spcPct val="100000"/>
              </a:lnSpc>
              <a:buNone/>
            </a:pPr>
            <a:r>
              <a:rPr lang="en-US" sz="1200" b="0" u="none" strike="noStrike">
                <a:solidFill>
                  <a:schemeClr val="dk1">
                    <a:tint val="75000"/>
                  </a:schemeClr>
                </a:solidFill>
                <a:effectLst/>
                <a:uFillTx/>
                <a:latin typeface="Calibri"/>
              </a:rPr>
              <a:t>&lt;date/time&gt;</a:t>
            </a:r>
            <a:endParaRPr lang="en-US" sz="1200" b="0" u="none" strike="noStrike">
              <a:solidFill>
                <a:srgbClr val="000000"/>
              </a:solidFill>
              <a:effectLst/>
              <a:uFillTx/>
              <a:latin typeface="Times New Roman"/>
            </a:endParaRPr>
          </a:p>
        </p:txBody>
      </p:sp>
      <p:sp>
        <p:nvSpPr>
          <p:cNvPr id="59" name="PlaceHolder 5"/>
          <p:cNvSpPr>
            <a:spLocks noGrp="1"/>
          </p:cNvSpPr>
          <p:nvPr>
            <p:ph type="ftr" idx="32"/>
          </p:nvPr>
        </p:nvSpPr>
        <p:spPr>
          <a:xfrm>
            <a:off x="3124080" y="6356520"/>
            <a:ext cx="2895120" cy="364680"/>
          </a:xfrm>
          <a:prstGeom prst="rect">
            <a:avLst/>
          </a:prstGeom>
          <a:noFill/>
          <a:ln w="0">
            <a:noFill/>
          </a:ln>
        </p:spPr>
        <p:txBody>
          <a:bodyPr lIns="91440" tIns="45720" rIns="91440" bIns="45720" anchor="ctr">
            <a:noAutofit/>
          </a:bodyPr>
          <a:lstStyle>
            <a:lvl1pPr indent="0" algn="ctr">
              <a:buNone/>
              <a:defRPr lang="en-US" sz="1400" b="0" u="none" strike="noStrike">
                <a:solidFill>
                  <a:srgbClr val="000000"/>
                </a:solidFill>
                <a:effectLst/>
                <a:uFillTx/>
                <a:latin typeface="Times New Roman"/>
              </a:defRPr>
            </a:lvl1pPr>
          </a:lstStyle>
          <a:p>
            <a:pPr indent="0" algn="ctr">
              <a:buNone/>
            </a:pPr>
            <a:r>
              <a:rPr lang="en-US" sz="1400" b="0" u="none" strike="noStrike">
                <a:solidFill>
                  <a:srgbClr val="000000"/>
                </a:solidFill>
                <a:effectLst/>
                <a:uFillTx/>
                <a:latin typeface="Times New Roman"/>
              </a:rPr>
              <a:t>&lt;footer&gt;</a:t>
            </a:r>
          </a:p>
        </p:txBody>
      </p:sp>
      <p:sp>
        <p:nvSpPr>
          <p:cNvPr id="60" name="PlaceHolder 6"/>
          <p:cNvSpPr>
            <a:spLocks noGrp="1"/>
          </p:cNvSpPr>
          <p:nvPr>
            <p:ph type="sldNum" idx="33"/>
          </p:nvPr>
        </p:nvSpPr>
        <p:spPr>
          <a:xfrm>
            <a:off x="6553080" y="6356520"/>
            <a:ext cx="2133360" cy="364680"/>
          </a:xfrm>
          <a:prstGeom prst="rect">
            <a:avLst/>
          </a:prstGeom>
          <a:noFill/>
          <a:ln w="0">
            <a:noFill/>
          </a:ln>
        </p:spPr>
        <p:txBody>
          <a:bodyPr lIns="91440" tIns="45720" rIns="91440" bIns="45720" anchor="ctr">
            <a:noAutofit/>
          </a:bodyPr>
          <a:lstStyle>
            <a:lvl1pPr indent="0" algn="r" defTabSz="914400">
              <a:lnSpc>
                <a:spcPct val="100000"/>
              </a:lnSpc>
              <a:buNone/>
              <a:defRPr lang="en-US" sz="1200" b="0" u="none" strike="noStrike">
                <a:solidFill>
                  <a:schemeClr val="dk1">
                    <a:tint val="75000"/>
                  </a:schemeClr>
                </a:solidFill>
                <a:effectLst/>
                <a:uFillTx/>
                <a:latin typeface="Calibri"/>
              </a:defRPr>
            </a:lvl1pPr>
          </a:lstStyle>
          <a:p>
            <a:pPr indent="0" algn="r" defTabSz="914400">
              <a:lnSpc>
                <a:spcPct val="100000"/>
              </a:lnSpc>
              <a:buNone/>
            </a:pPr>
            <a:fld id="{695C9AAD-A73D-4A5F-AF51-F241C8095356}" type="slidenum">
              <a:rPr lang="en-US" sz="1200" b="0" u="none" strike="noStrike">
                <a:solidFill>
                  <a:schemeClr val="dk1">
                    <a:tint val="75000"/>
                  </a:schemeClr>
                </a:solidFill>
                <a:effectLst/>
                <a:uFillTx/>
                <a:latin typeface="Calibri"/>
              </a:rPr>
              <a:t>‹#›</a:t>
            </a:fld>
            <a:endParaRPr lang="en-US" sz="1200" b="0" u="none" strike="noStrike">
              <a:solidFill>
                <a:srgbClr val="000000"/>
              </a:solidFill>
              <a:effectLst/>
              <a:uFillTx/>
              <a:latin typeface="Times New Roman"/>
            </a:endParaRPr>
          </a:p>
        </p:txBody>
      </p:sp>
    </p:spTree>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zh-HK"/>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1.xml"/><Relationship Id="rId1" Type="http://schemas.openxmlformats.org/officeDocument/2006/relationships/slideLayout" Target="../slideLayouts/slideLayout9.xml"/></Relationships>
</file>

<file path=ppt/slides/_rels/slide2.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2.xml"/><Relationship Id="rId1" Type="http://schemas.openxmlformats.org/officeDocument/2006/relationships/slideLayout" Target="../slideLayouts/slideLayout9.xml"/></Relationships>
</file>

<file path=ppt/slides/_rels/slide3.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notesSlide" Target="../notesSlides/notesSlide3.xml"/><Relationship Id="rId1" Type="http://schemas.openxmlformats.org/officeDocument/2006/relationships/slideLayout" Target="../slideLayouts/slideLayout9.xml"/></Relationships>
</file>

<file path=ppt/slides/_rels/slide4.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notesSlide" Target="../notesSlides/notesSlide4.xml"/><Relationship Id="rId1" Type="http://schemas.openxmlformats.org/officeDocument/2006/relationships/slideLayout" Target="../slideLayouts/slideLayout9.xml"/></Relationships>
</file>

<file path=ppt/slides/_rels/slide5.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notesSlide" Target="../notesSlides/notesSlide5.xml"/><Relationship Id="rId1" Type="http://schemas.openxmlformats.org/officeDocument/2006/relationships/slideLayout" Target="../slideLayouts/slideLayout9.xml"/></Relationships>
</file>

<file path=ppt/slides/_rels/slide6.xml.rels><?xml version="1.0" encoding="UTF-8" standalone="yes"?>
<Relationships xmlns="http://schemas.openxmlformats.org/package/2006/relationships"><Relationship Id="rId3" Type="http://schemas.openxmlformats.org/officeDocument/2006/relationships/image" Target="../media/image6.png"/><Relationship Id="rId2" Type="http://schemas.openxmlformats.org/officeDocument/2006/relationships/notesSlide" Target="../notesSlides/notesSlide6.xml"/><Relationship Id="rId1" Type="http://schemas.openxmlformats.org/officeDocument/2006/relationships/slideLayout" Target="../slideLayouts/slideLayout9.xml"/></Relationships>
</file>

<file path=ppt/slides/_rels/slide7.xml.rels><?xml version="1.0" encoding="UTF-8" standalone="yes"?>
<Relationships xmlns="http://schemas.openxmlformats.org/package/2006/relationships"><Relationship Id="rId3" Type="http://schemas.openxmlformats.org/officeDocument/2006/relationships/image" Target="../media/image7.png"/><Relationship Id="rId2" Type="http://schemas.openxmlformats.org/officeDocument/2006/relationships/notesSlide" Target="../notesSlides/notesSlide7.xml"/><Relationship Id="rId1" Type="http://schemas.openxmlformats.org/officeDocument/2006/relationships/slideLayout" Target="../slideLayouts/slideLayout9.xml"/></Relationships>
</file>

<file path=ppt/slides/_rels/slide8.xml.rels><?xml version="1.0" encoding="UTF-8" standalone="yes"?>
<Relationships xmlns="http://schemas.openxmlformats.org/package/2006/relationships"><Relationship Id="rId3" Type="http://schemas.openxmlformats.org/officeDocument/2006/relationships/image" Target="../media/image8.png"/><Relationship Id="rId2" Type="http://schemas.openxmlformats.org/officeDocument/2006/relationships/notesSlide" Target="../notesSlides/notesSlide8.xml"/><Relationship Id="rId1" Type="http://schemas.openxmlformats.org/officeDocument/2006/relationships/slideLayout" Target="../slideLayouts/slideLayout9.xml"/></Relationships>
</file>

<file path=ppt/slides/_rels/slide9.xml.rels><?xml version="1.0" encoding="UTF-8" standalone="yes"?>
<Relationships xmlns="http://schemas.openxmlformats.org/package/2006/relationships"><Relationship Id="rId3" Type="http://schemas.openxmlformats.org/officeDocument/2006/relationships/image" Target="../media/image9.png"/><Relationship Id="rId2" Type="http://schemas.openxmlformats.org/officeDocument/2006/relationships/notesSlide" Target="../notesSlides/notesSlide9.xml"/><Relationship Id="rId1" Type="http://schemas.openxmlformats.org/officeDocument/2006/relationships/slideLayout" Target="../slideLayouts/slideLayout9.xml"/></Relationships>
</file>

<file path=ppt/slides/_rels/slide10.xml.rels><?xml version="1.0" encoding="UTF-8" standalone="yes"?>
<Relationships xmlns="http://schemas.openxmlformats.org/package/2006/relationships"><Relationship Id="rId3" Type="http://schemas.openxmlformats.org/officeDocument/2006/relationships/image" Target="../media/image10.png"/><Relationship Id="rId2" Type="http://schemas.openxmlformats.org/officeDocument/2006/relationships/notesSlide" Target="../notesSlides/notesSlide10.xml"/><Relationship Id="rId1" Type="http://schemas.openxmlformats.org/officeDocument/2006/relationships/slideLayout" Target="../slideLayouts/slideLayout9.xml"/></Relationships>
</file>

<file path=ppt/slides/_rels/slide11.xml.rels><?xml version="1.0" encoding="UTF-8" standalone="yes"?>
<Relationships xmlns="http://schemas.openxmlformats.org/package/2006/relationships"><Relationship Id="rId3" Type="http://schemas.openxmlformats.org/officeDocument/2006/relationships/image" Target="../media/image11.png"/><Relationship Id="rId2" Type="http://schemas.openxmlformats.org/officeDocument/2006/relationships/notesSlide" Target="../notesSlides/notesSlide11.xml"/><Relationship Id="rId1" Type="http://schemas.openxmlformats.org/officeDocument/2006/relationships/slideLayout" Target="../slideLayouts/slideLayout9.xml"/></Relationships>
</file>

<file path=ppt/slides/_rels/slide12.xml.rels><?xml version="1.0" encoding="UTF-8" standalone="yes"?>
<Relationships xmlns="http://schemas.openxmlformats.org/package/2006/relationships"><Relationship Id="rId3" Type="http://schemas.openxmlformats.org/officeDocument/2006/relationships/image" Target="../media/image12.png"/><Relationship Id="rId2" Type="http://schemas.openxmlformats.org/officeDocument/2006/relationships/notesSlide" Target="../notesSlides/notesSlide12.xml"/><Relationship Id="rId1" Type="http://schemas.openxmlformats.org/officeDocument/2006/relationships/slideLayout" Target="../slideLayouts/slideLayout9.xml"/></Relationships>
</file>

<file path=ppt/slides/_rels/slide13.xml.rels><?xml version="1.0" encoding="UTF-8" standalone="yes"?>
<Relationships xmlns="http://schemas.openxmlformats.org/package/2006/relationships"><Relationship Id="rId3" Type="http://schemas.openxmlformats.org/officeDocument/2006/relationships/image" Target="../media/image13.png"/><Relationship Id="rId2" Type="http://schemas.openxmlformats.org/officeDocument/2006/relationships/notesSlide" Target="../notesSlides/notesSlide13.xml"/><Relationship Id="rId1" Type="http://schemas.openxmlformats.org/officeDocument/2006/relationships/slideLayout" Target="../slideLayouts/slideLayout9.xml"/></Relationships>
</file>

<file path=ppt/slides/_rels/slide14.xml.rels><?xml version="1.0" encoding="UTF-8" standalone="yes"?>
<Relationships xmlns="http://schemas.openxmlformats.org/package/2006/relationships"><Relationship Id="rId3" Type="http://schemas.openxmlformats.org/officeDocument/2006/relationships/image" Target="../media/image14.png"/><Relationship Id="rId2" Type="http://schemas.openxmlformats.org/officeDocument/2006/relationships/notesSlide" Target="../notesSlides/notesSlide14.xml"/><Relationship Id="rId1" Type="http://schemas.openxmlformats.org/officeDocument/2006/relationships/slideLayout" Target="../slideLayouts/slideLayout9.xml"/></Relationships>
</file>

<file path=ppt/slides/_rels/slide15.xml.rels><?xml version="1.0" encoding="UTF-8" standalone="yes"?>
<Relationships xmlns="http://schemas.openxmlformats.org/package/2006/relationships"><Relationship Id="rId3" Type="http://schemas.openxmlformats.org/officeDocument/2006/relationships/image" Target="../media/image15.png"/><Relationship Id="rId2" Type="http://schemas.openxmlformats.org/officeDocument/2006/relationships/notesSlide" Target="../notesSlides/notesSlide15.xml"/><Relationship Id="rId1" Type="http://schemas.openxmlformats.org/officeDocument/2006/relationships/slideLayout" Target="../slideLayouts/slideLayout9.xml"/></Relationships>
</file>

<file path=ppt/slides/_rels/slide16.xml.rels><?xml version="1.0" encoding="UTF-8" standalone="yes"?>
<Relationships xmlns="http://schemas.openxmlformats.org/package/2006/relationships"><Relationship Id="rId3" Type="http://schemas.openxmlformats.org/officeDocument/2006/relationships/image" Target="../media/image16.png"/><Relationship Id="rId2" Type="http://schemas.openxmlformats.org/officeDocument/2006/relationships/notesSlide" Target="../notesSlides/notesSlide16.xml"/><Relationship Id="rId1" Type="http://schemas.openxmlformats.org/officeDocument/2006/relationships/slideLayout" Target="../slideLayouts/slideLayout9.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67" name="Picture 2"/>
          <p:cNvPicPr/>
          <p:nvPr/>
        </p:nvPicPr>
        <p:blipFill>
          <a:blip r:embed="rId3"/>
          <a:stretch/>
        </p:blipFill>
        <p:spPr>
          <a:xfrm>
            <a:off x="0" y="38160"/>
            <a:ext cx="16255800" cy="9067320"/>
          </a:xfrm>
          <a:prstGeom prst="rect">
            <a:avLst/>
          </a:prstGeom>
          <a:noFill/>
          <a:ln w="0">
            <a:noFill/>
          </a:ln>
        </p:spPr>
      </p:pic>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68" name="Picture 2"/>
          <p:cNvPicPr/>
          <p:nvPr/>
        </p:nvPicPr>
        <p:blipFill>
          <a:blip r:embed="rId3"/>
          <a:stretch/>
        </p:blipFill>
        <p:spPr>
          <a:xfrm>
            <a:off x="0" y="38160"/>
            <a:ext cx="16255800" cy="9067320"/>
          </a:xfrm>
          <a:prstGeom prst="rect">
            <a:avLst/>
          </a:prstGeom>
          <a:noFill/>
          <a:ln w="0">
            <a:noFill/>
          </a:ln>
        </p:spPr>
      </p:pic>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69" name="Picture 2"/>
          <p:cNvPicPr/>
          <p:nvPr/>
        </p:nvPicPr>
        <p:blipFill>
          <a:blip r:embed="rId3"/>
          <a:stretch/>
        </p:blipFill>
        <p:spPr>
          <a:xfrm>
            <a:off x="0" y="38160"/>
            <a:ext cx="16255800" cy="9067320"/>
          </a:xfrm>
          <a:prstGeom prst="rect">
            <a:avLst/>
          </a:prstGeom>
          <a:noFill/>
          <a:ln w="0">
            <a:noFill/>
          </a:ln>
        </p:spPr>
      </p:pic>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70" name="Picture 2"/>
          <p:cNvPicPr/>
          <p:nvPr/>
        </p:nvPicPr>
        <p:blipFill>
          <a:blip r:embed="rId3"/>
          <a:stretch/>
        </p:blipFill>
        <p:spPr>
          <a:xfrm>
            <a:off x="0" y="38160"/>
            <a:ext cx="16255800" cy="9067320"/>
          </a:xfrm>
          <a:prstGeom prst="rect">
            <a:avLst/>
          </a:prstGeom>
          <a:noFill/>
          <a:ln w="0">
            <a:noFill/>
          </a:ln>
        </p:spPr>
      </p:pic>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71" name="Picture 2"/>
          <p:cNvPicPr/>
          <p:nvPr/>
        </p:nvPicPr>
        <p:blipFill>
          <a:blip r:embed="rId3"/>
          <a:stretch/>
        </p:blipFill>
        <p:spPr>
          <a:xfrm>
            <a:off x="0" y="38160"/>
            <a:ext cx="16255800" cy="9067320"/>
          </a:xfrm>
          <a:prstGeom prst="rect">
            <a:avLst/>
          </a:prstGeom>
          <a:noFill/>
          <a:ln w="0">
            <a:noFill/>
          </a:ln>
        </p:spPr>
      </p:pic>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72" name="Picture 2"/>
          <p:cNvPicPr/>
          <p:nvPr/>
        </p:nvPicPr>
        <p:blipFill>
          <a:blip r:embed="rId3"/>
          <a:stretch/>
        </p:blipFill>
        <p:spPr>
          <a:xfrm>
            <a:off x="0" y="38160"/>
            <a:ext cx="16255800" cy="9067320"/>
          </a:xfrm>
          <a:prstGeom prst="rect">
            <a:avLst/>
          </a:prstGeom>
          <a:noFill/>
          <a:ln w="0">
            <a:noFill/>
          </a:ln>
        </p:spPr>
      </p:pic>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73" name="Picture 2"/>
          <p:cNvPicPr/>
          <p:nvPr/>
        </p:nvPicPr>
        <p:blipFill>
          <a:blip r:embed="rId3"/>
          <a:stretch/>
        </p:blipFill>
        <p:spPr>
          <a:xfrm>
            <a:off x="0" y="38160"/>
            <a:ext cx="16255800" cy="9067320"/>
          </a:xfrm>
          <a:prstGeom prst="rect">
            <a:avLst/>
          </a:prstGeom>
          <a:noFill/>
          <a:ln w="0">
            <a:noFill/>
          </a:ln>
        </p:spPr>
      </p:pic>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74" name="Picture 2"/>
          <p:cNvPicPr/>
          <p:nvPr/>
        </p:nvPicPr>
        <p:blipFill>
          <a:blip r:embed="rId3"/>
          <a:stretch/>
        </p:blipFill>
        <p:spPr>
          <a:xfrm>
            <a:off x="0" y="38160"/>
            <a:ext cx="16255800" cy="9067320"/>
          </a:xfrm>
          <a:prstGeom prst="rect">
            <a:avLst/>
          </a:prstGeom>
          <a:noFill/>
          <a:ln w="0">
            <a:noFill/>
          </a:ln>
        </p:spPr>
      </p:pic>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75" name="Picture 2"/>
          <p:cNvPicPr/>
          <p:nvPr/>
        </p:nvPicPr>
        <p:blipFill>
          <a:blip r:embed="rId3"/>
          <a:stretch/>
        </p:blipFill>
        <p:spPr>
          <a:xfrm>
            <a:off x="0" y="38160"/>
            <a:ext cx="16255800" cy="9067320"/>
          </a:xfrm>
          <a:prstGeom prst="rect">
            <a:avLst/>
          </a:prstGeom>
          <a:noFill/>
          <a:ln w="0">
            <a:noFill/>
          </a:ln>
        </p:spPr>
      </p:pic>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76" name="Picture 2"/>
          <p:cNvPicPr/>
          <p:nvPr/>
        </p:nvPicPr>
        <p:blipFill>
          <a:blip r:embed="rId3"/>
          <a:stretch/>
        </p:blipFill>
        <p:spPr>
          <a:xfrm>
            <a:off x="0" y="38160"/>
            <a:ext cx="16255800" cy="9067320"/>
          </a:xfrm>
          <a:prstGeom prst="rect">
            <a:avLst/>
          </a:prstGeom>
          <a:noFill/>
          <a:ln w="0">
            <a:noFill/>
          </a:ln>
        </p:spPr>
      </p:pic>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77" name="Picture 2"/>
          <p:cNvPicPr/>
          <p:nvPr/>
        </p:nvPicPr>
        <p:blipFill>
          <a:blip r:embed="rId3"/>
          <a:stretch/>
        </p:blipFill>
        <p:spPr>
          <a:xfrm>
            <a:off x="0" y="38160"/>
            <a:ext cx="16255800" cy="9067320"/>
          </a:xfrm>
          <a:prstGeom prst="rect">
            <a:avLst/>
          </a:prstGeom>
          <a:noFill/>
          <a:ln w="0">
            <a:noFill/>
          </a:ln>
        </p:spPr>
      </p:pic>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78" name="Picture 2"/>
          <p:cNvPicPr/>
          <p:nvPr/>
        </p:nvPicPr>
        <p:blipFill>
          <a:blip r:embed="rId3"/>
          <a:stretch/>
        </p:blipFill>
        <p:spPr>
          <a:xfrm>
            <a:off x="0" y="38160"/>
            <a:ext cx="16255800" cy="9067320"/>
          </a:xfrm>
          <a:prstGeom prst="rect">
            <a:avLst/>
          </a:prstGeom>
          <a:noFill/>
          <a:ln w="0">
            <a:noFill/>
          </a:ln>
        </p:spPr>
      </p:pic>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79" name="Picture 2"/>
          <p:cNvPicPr/>
          <p:nvPr/>
        </p:nvPicPr>
        <p:blipFill>
          <a:blip r:embed="rId3"/>
          <a:stretch/>
        </p:blipFill>
        <p:spPr>
          <a:xfrm>
            <a:off x="0" y="38160"/>
            <a:ext cx="16255800" cy="9067320"/>
          </a:xfrm>
          <a:prstGeom prst="rect">
            <a:avLst/>
          </a:prstGeom>
          <a:noFill/>
          <a:ln w="0">
            <a:noFill/>
          </a:ln>
        </p:spPr>
      </p:pic>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80" name="Picture 2"/>
          <p:cNvPicPr/>
          <p:nvPr/>
        </p:nvPicPr>
        <p:blipFill>
          <a:blip r:embed="rId3"/>
          <a:stretch/>
        </p:blipFill>
        <p:spPr>
          <a:xfrm>
            <a:off x="0" y="38160"/>
            <a:ext cx="16255800" cy="9067320"/>
          </a:xfrm>
          <a:prstGeom prst="rect">
            <a:avLst/>
          </a:prstGeom>
          <a:noFill/>
          <a:ln w="0">
            <a:noFill/>
          </a:ln>
        </p:spPr>
      </p:pic>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81" name="Picture 2"/>
          <p:cNvPicPr/>
          <p:nvPr/>
        </p:nvPicPr>
        <p:blipFill>
          <a:blip r:embed="rId3"/>
          <a:stretch/>
        </p:blipFill>
        <p:spPr>
          <a:xfrm>
            <a:off x="0" y="38160"/>
            <a:ext cx="16255800" cy="9067320"/>
          </a:xfrm>
          <a:prstGeom prst="rect">
            <a:avLst/>
          </a:prstGeom>
          <a:noFill/>
          <a:ln w="0">
            <a:noFill/>
          </a:ln>
        </p:spPr>
      </p:pic>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82" name="圖片 81"/>
          <p:cNvPicPr/>
          <p:nvPr/>
        </p:nvPicPr>
        <p:blipFill>
          <a:blip r:embed="rId3"/>
          <a:stretch/>
        </p:blipFill>
        <p:spPr>
          <a:xfrm>
            <a:off x="-11160" y="19080"/>
            <a:ext cx="16255800" cy="9072720"/>
          </a:xfrm>
          <a:prstGeom prst="rect">
            <a:avLst/>
          </a:prstGeom>
          <a:noFill/>
          <a:ln w="0">
            <a:noFill/>
          </a:ln>
        </p:spPr>
      </p:pic>
    </p:spTree>
  </p:cSld>
  <p:clrMapOvr>
    <a:masterClrMapping/>
  </p:clrMapOvr>
</p:sld>
</file>

<file path=ppt/theme/theme1.xml><?xml version="1.0" encoding="utf-8"?>
<a:theme xmlns:a="http://schemas.openxmlformats.org/drawingml/2006/main" name="Office Theme">
  <a:themeElements>
    <a:clrScheme name="Office">
      <a:dk1>
        <a:srgbClr val="000000"/>
      </a:dk1>
      <a:lt1>
        <a:srgbClr val="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majorFont>
      <a:minorFont>
        <a:latin typeface="Calibri"/>
        <a:ea typeface=""/>
        <a:cs typeface=""/>
      </a:minorFont>
    </a:fontScheme>
    <a:fmtScheme>
      <a:fillStyleLst>
        <a:solidFill>
          <a:schemeClr val="phClr"/>
        </a:solidFill>
        <a:gradFill>
          <a:gsLst>
            <a:gs pos="0">
              <a:schemeClr val="phClr">
                <a:tint val="50000"/>
              </a:schemeClr>
            </a:gs>
            <a:gs pos="35000">
              <a:schemeClr val="phClr">
                <a:tint val="37000"/>
              </a:schemeClr>
            </a:gs>
            <a:gs pos="100000">
              <a:schemeClr val="phClr">
                <a:tint val="15000"/>
              </a:schemeClr>
            </a:gs>
          </a:gsLst>
          <a:lin ang="16200000" scaled="1"/>
          <a:tileRect/>
        </a:gradFill>
        <a:gradFill>
          <a:gsLst>
            <a:gs pos="0">
              <a:schemeClr val="phClr">
                <a:shade val="51000"/>
              </a:schemeClr>
            </a:gs>
            <a:gs pos="80000">
              <a:schemeClr val="phClr">
                <a:shade val="93000"/>
              </a:schemeClr>
            </a:gs>
            <a:gs pos="100000">
              <a:schemeClr val="phClr">
                <a:shade val="94000"/>
              </a:schemeClr>
            </a:gs>
          </a:gsLst>
          <a:lin ang="16200000" scaled="0"/>
          <a:tileRect/>
        </a:gradFill>
      </a:fillStyleLst>
      <a:lnStyleLst>
        <a:ln w="9525" cap="flat" cmpd="sng" algn="ctr">
          <a:prstDash val="solid"/>
        </a:ln>
        <a:ln w="25400" cap="flat" cmpd="sng" algn="ctr">
          <a:prstDash val="solid"/>
        </a:ln>
        <a:ln w="38100" cap="flat" cmpd="sng" algn="ctr">
          <a:prstDash val="solid"/>
        </a:ln>
      </a:lnStyleLst>
      <a:effectStyleLst>
        <a:effectStyle>
          <a:effectLst/>
        </a:effectStyle>
        <a:effectStyle>
          <a:effectLst/>
        </a:effectStyle>
        <a:effectStyle>
          <a:effectLst/>
        </a:effectStyle>
      </a:effectStyleLst>
      <a:bgFillStyleLst>
        <a:solidFill>
          <a:schemeClr val="phClr"/>
        </a:solidFill>
        <a:gradFill>
          <a:gsLst>
            <a:gs pos="0">
              <a:schemeClr val="phClr">
                <a:tint val="40000"/>
              </a:schemeClr>
            </a:gs>
            <a:gs pos="40000">
              <a:schemeClr val="phClr">
                <a:tint val="45000"/>
                <a:shade val="99000"/>
              </a:schemeClr>
            </a:gs>
            <a:gs pos="100000">
              <a:schemeClr val="phClr">
                <a:shade val="20000"/>
              </a:schemeClr>
            </a:gs>
          </a:gsLst>
          <a:path path="circle">
            <a:fillToRect l="50000" t="-80000" r="50000" b="180000"/>
          </a:path>
          <a:tileRect/>
        </a:gradFill>
        <a:gradFill>
          <a:gsLst>
            <a:gs pos="0">
              <a:schemeClr val="phClr">
                <a:tint val="80000"/>
              </a:schemeClr>
            </a:gs>
            <a:gs pos="100000">
              <a:schemeClr val="phClr">
                <a:shade val="30000"/>
              </a:schemeClr>
            </a:gs>
          </a:gsLst>
          <a:path path="circle">
            <a:fillToRect l="50000" t="50000" r="50000" b="50000"/>
          </a:path>
          <a:tileRect/>
        </a:gradFill>
      </a:bgFillStyleLst>
    </a:fmtScheme>
  </a:themeElements>
  <a:objectDefaults/>
  <a:extraClrSchemeLst/>
</a:theme>
</file>

<file path=ppt/theme/theme2.xml><?xml version="1.0" encoding="utf-8"?>
<a:theme xmlns:a="http://schemas.openxmlformats.org/drawingml/2006/main" name="Office Theme">
  <a:themeElements>
    <a:clrScheme name="LibreOffice">
      <a:dk1>
        <a:srgbClr val="000000"/>
      </a:dk1>
      <a:lt1>
        <a:srgbClr val="FFFFFF"/>
      </a:lt1>
      <a:dk2>
        <a:srgbClr val="000000"/>
      </a:dk2>
      <a:lt2>
        <a:srgbClr val="FFFFFF"/>
      </a:lt2>
      <a:accent1>
        <a:srgbClr val="18A303"/>
      </a:accent1>
      <a:accent2>
        <a:srgbClr val="0369A3"/>
      </a:accent2>
      <a:accent3>
        <a:srgbClr val="A33E03"/>
      </a:accent3>
      <a:accent4>
        <a:srgbClr val="8E03A3"/>
      </a:accent4>
      <a:accent5>
        <a:srgbClr val="C99C00"/>
      </a:accent5>
      <a:accent6>
        <a:srgbClr val="C9211E"/>
      </a:accent6>
      <a:hlink>
        <a:srgbClr val="0000EE"/>
      </a:hlink>
      <a:folHlink>
        <a:srgbClr val="551A8B"/>
      </a:folHlink>
    </a:clrScheme>
    <a:fontScheme name="Office">
      <a:majorFont>
        <a:latin typeface="Arial"/>
        <a:ea typeface="DejaVu Sans"/>
        <a:cs typeface="DejaVu Sans"/>
      </a:majorFont>
      <a:minorFont>
        <a:latin typeface="Arial"/>
        <a:ea typeface="DejaVu Sans"/>
        <a:cs typeface="DejaVu Sans"/>
      </a:minorFont>
    </a:fontScheme>
    <a:fmtScheme>
      <a:fillStyleLst>
        <a:solidFill>
          <a:schemeClr val="phClr"/>
        </a:solidFill>
        <a:solidFill>
          <a:schemeClr val="phClr"/>
        </a:solidFill>
        <a:solidFill>
          <a:schemeClr val="phClr"/>
        </a:solidFill>
      </a:fillStyleLst>
      <a:lnStyleLst>
        <a:ln w="6350" cap="flat" cmpd="sng" algn="ctr">
          <a:prstDash val="solid"/>
          <a:miter/>
        </a:ln>
        <a:ln w="6350" cap="flat" cmpd="sng" algn="ctr">
          <a:prstDash val="solid"/>
          <a:miter/>
        </a:ln>
        <a:ln w="6350" cap="flat" cmpd="sng" algn="ctr">
          <a:prstDash val="solid"/>
          <a:miter/>
        </a:ln>
      </a:lnStyleLst>
      <a:effectStyleLst>
        <a:effectStyle>
          <a:effectLst/>
        </a:effectStyle>
        <a:effectStyle>
          <a:effectLst/>
        </a:effectStyle>
        <a:effectStyle>
          <a:effectLst/>
        </a:effectStyle>
      </a:effectStyleLst>
      <a:bgFillStyleLst>
        <a:solidFill>
          <a:schemeClr val="phClr"/>
        </a:solidFill>
        <a:solidFill>
          <a:schemeClr val="phClr"/>
        </a:solidFill>
        <a:solidFill>
          <a:schemeClr val="phClr"/>
        </a:soli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emplate/>
  <TotalTime>0</TotalTime>
  <Words>3769</Words>
  <Application>Microsoft Office PowerPoint</Application>
  <PresentationFormat>自訂</PresentationFormat>
  <Paragraphs>325</Paragraphs>
  <Slides>16</Slides>
  <Notes>16</Notes>
  <HiddenSlides>0</HiddenSlides>
  <MMClips>0</MMClips>
  <ScaleCrop>false</ScaleCrop>
  <HeadingPairs>
    <vt:vector size="6" baseType="variant">
      <vt:variant>
        <vt:lpstr>使用字型</vt:lpstr>
      </vt:variant>
      <vt:variant>
        <vt:i4>6</vt:i4>
      </vt:variant>
      <vt:variant>
        <vt:lpstr>佈景主題</vt:lpstr>
      </vt:variant>
      <vt:variant>
        <vt:i4>1</vt:i4>
      </vt:variant>
      <vt:variant>
        <vt:lpstr>投影片標題</vt:lpstr>
      </vt:variant>
      <vt:variant>
        <vt:i4>16</vt:i4>
      </vt:variant>
    </vt:vector>
  </HeadingPairs>
  <TitlesOfParts>
    <vt:vector size="23" baseType="lpstr">
      <vt:lpstr>Arial</vt:lpstr>
      <vt:lpstr>Calibri</vt:lpstr>
      <vt:lpstr>Calibri Light</vt:lpstr>
      <vt:lpstr>Symbol</vt:lpstr>
      <vt:lpstr>Times New Roman</vt:lpstr>
      <vt:lpstr>Wingdings</vt:lpstr>
      <vt:lpstr>Office Theme</vt:lpstr>
      <vt:lpstr>PowerPoint 簡報</vt:lpstr>
      <vt:lpstr>PowerPoint 簡報</vt:lpstr>
      <vt:lpstr>PowerPoint 簡報</vt:lpstr>
      <vt:lpstr>PowerPoint 簡報</vt:lpstr>
      <vt:lpstr>PowerPoint 簡報</vt:lpstr>
      <vt:lpstr>PowerPoint 簡報</vt:lpstr>
      <vt:lpstr>PowerPoint 簡報</vt:lpstr>
      <vt:lpstr>PowerPoint 簡報</vt:lpstr>
      <vt:lpstr>PowerPoint 簡報</vt:lpstr>
      <vt:lpstr>PowerPoint 簡報</vt:lpstr>
      <vt:lpstr>PowerPoint 簡報</vt:lpstr>
      <vt:lpstr>PowerPoint 簡報</vt:lpstr>
      <vt:lpstr>PowerPoint 簡報</vt:lpstr>
      <vt:lpstr>PowerPoint 簡報</vt:lpstr>
      <vt:lpstr>PowerPoint 簡報</vt:lpstr>
      <vt:lpstr>PowerPoint 簡報</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PowerPoint 簡報</dc:title>
  <dc:subject/>
  <dc:creator/>
  <dc:description/>
  <cp:lastModifiedBy>Wilson Lai</cp:lastModifiedBy>
  <cp:revision>3</cp:revision>
  <dcterms:created xsi:type="dcterms:W3CDTF">2006-08-16T00:00:00Z</dcterms:created>
  <dcterms:modified xsi:type="dcterms:W3CDTF">2026-10-30T12:28:28Z</dcterms:modified>
  <dc:language>en-US</dc:language>
</cp:coreProperties>
</file>

<file path=docProps/custom.xml><?xml version="1.0" encoding="utf-8"?>
<Properties xmlns="http://schemas.openxmlformats.org/officeDocument/2006/custom-properties" xmlns:vt="http://schemas.openxmlformats.org/officeDocument/2006/docPropsVTypes">
  <property fmtid="{D5CDD505-2E9C-101B-9397-08002B2CF9AE}" pid="2" name="PresentationFormat">
    <vt:lpwstr>On-screen Show (4:3)</vt:lpwstr>
  </property>
</Properties>
</file>