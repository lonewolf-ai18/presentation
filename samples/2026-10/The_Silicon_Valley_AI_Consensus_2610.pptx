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72A2319-DF55-4FB1-9905-67D1163424F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VCs Really Think About Personal AI Agents | E2347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https://www.youtube.com/watch?v=COAiuJr1n4w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EE31DF-8BA8-4F4E-BD3B-A8F1C83846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63617C-2BB0-4E91-9D9B-D2716E174D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88CD8F-2502-4CA0-B08A-41B7B2AEA0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ABA53-1CD8-4CFE-B47C-3146F9A92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09D2A0-A7CB-4C01-8D70-ACAFC6E428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A1D861-4C9E-4BD2-8DF9-BE09654EB3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DBE368-E86A-4BB4-BA85-4C11F3E58A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964B42-CA12-4AA0-A86C-8DF6123FEF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ECAA1F-1BE2-4F8D-9EC6-E3E41E0ECF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499F05-D6C8-4930-A636-201B7BB7E4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BE6167-1264-4537-B468-AA2328080E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2026-10-09T08:10:52Z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