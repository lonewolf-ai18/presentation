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47D6405-7B38-48A9-A111-6B204C7E379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to Prepare for AGI | NYU Philosopher Harvey Lederman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https://www.youtube.com/watch?v=zejWiuHu3VU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BC2074-A592-49D0-A175-FA6208E80E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D014BE-74D3-4C5A-AE14-969EAE90B6F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7A9516-0F88-4501-BAAC-5676AABD186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BF7235-BC51-44B1-A181-65AFDBDE71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7F173A-C82B-4D8E-9D67-D47D1662D7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97A8B5-D407-4303-999D-6B85493D25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4167D4-4ADD-4F12-9BF1-D025D66A18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D403BC-DEBC-4DA1-95CF-23FA5A7F64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C8DE1B-B3F1-40A8-96E1-25E840B396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0B074E-6AB0-48D9-9187-626A441FCE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27E302-5A18-448F-93FC-C75E3E58CD1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/>
          <p:cNvPicPr/>
          <p:nvPr/>
        </p:nvPicPr>
        <p:blipFill>
          <a:blip r:embed="rId1"/>
          <a:stretch/>
        </p:blipFill>
        <p:spPr>
          <a:xfrm>
            <a:off x="972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2026-10-28T21:14:35Z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