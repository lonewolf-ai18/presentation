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06967DB-3735-4BAF-B823-0AEF845D7A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Most Dangerous Investment Cycle In History | Paul Kedrosky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https://www.youtube.com/watch?v=mcn8HpgPBIY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B86D4-9497-4897-BFAD-F5ABB5BB71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20539E-FC69-4B2C-A22F-C6568C713D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F336A1-0037-4480-B02A-F997B03A03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EDF35-29F3-447C-A9F3-43C8A945FF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3D3913-3D21-4618-A46F-CA70A2B4AB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1E414E-9BBB-4319-ACDD-1A2A698ABF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532E7C-92F9-4071-B479-8A0BEBB8ED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1E84CC-B96D-41A2-83AC-52530D66E0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CCAEE5-1E4E-4DCD-9095-AA1B0FA48E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230AEE-F809-46E4-9046-69704B8D24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A01685-6642-42D7-A53A-4C146C127A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2026-10-29T04:30:46Z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