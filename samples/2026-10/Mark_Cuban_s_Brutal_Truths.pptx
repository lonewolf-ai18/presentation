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E56EA1-8905-4FCD-A3DE-B0FE4F24E5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 Cuban: The Brutal Truth About The Next Market Crash!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https://www.youtube.com/watch?v=6VTSAs4Rsck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ADA8A-9C9F-4483-8A2C-2CA96EB983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4A299C-779A-4654-A239-FC3E83FDD3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DE525B-E160-4079-87C2-034F4F7E34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195F4D-A1D0-4260-AD79-2B78C0EDAA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2FB7B-ACDA-4577-AD9A-918037BAEE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B1459F-F99D-4652-B88A-81B4099D30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21BFF-136A-4F14-9E12-80E954CB75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8BCA5-3A03-4046-8F6C-74EAB03F21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BD37B1-D09D-4D28-B1B4-FDD6296E1F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DE2003-2E4A-4154-985A-EE3989358A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51174-64AC-4A28-8EEF-B90758011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2026-10-28T06:40:32Z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