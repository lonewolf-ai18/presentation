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9D51D0E-FE79-4FC7-AFA7-BAD716B5FC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Vercel CEO reveals his Agentic Engineering Workflow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https://www.youtube.com/watch?v=WeiB_gLOdQE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283E1C-DD59-42E1-AED2-199D081F98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FF5929-A74F-4C34-8458-89DA78AE0D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EBBA8E-0598-4DDF-A056-D15E93794B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9F6628-3C1C-4F9B-91EC-C558737E38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A941D2-5B19-4A17-87C5-69E7058DB2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6E9929-E0EA-49A1-9547-162F01123D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C6DA58-6804-45A6-8C37-D19FBA6187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D78200-D9A7-411D-AE13-93332220C9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5804A-CD7B-415F-BE9C-96DE08C5FC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1EF539-7026-4521-9D6F-73B47F87E0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C2BEA2-9C6F-4670-A2E5-380137E606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2026-10-20T20:59:50Z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