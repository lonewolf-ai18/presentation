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07A1E94-0DB4-4DE6-84E7-E0301422628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Super Cycle or Market Bubble? - How This Market Wizard Is Trading Now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https://www.youtube.com/watch?v=Y1TLBfK74ik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D9BFAA-D6CE-4E82-93E5-BA0746072D1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F5F255-23A0-4DA1-A47F-598770BB18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A93F7C-D4E2-4BF7-A70F-1FB1513073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777E58-3FB3-4D68-AABD-FBD8CCE935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F24BAF-FB9A-4CE6-B90D-3673998547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39118B-C9FD-49EC-A41B-650A7206D12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4CD3F5-F709-416B-B1AF-5D3690050A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12A3B2-E0E6-4FAA-9E6E-D0B2BB7621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0657B7-9141-485E-B4DD-EBD62EBE72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EAC27C-8904-4F92-9ABA-1D67CF274F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53FDE9-9552-4601-A9C1-691803671A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2026-10-10T01:03:38Z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