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FBFC159-A598-4BC0-9BAF-DE25D2BCA8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S&amp;P Is Near A Record. 86% Of Stocks Are Not | Danny Frank &amp; Nobody Special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https://www.youtube.com/watch?v=WtvSLJXn7uo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7DA0AA-F927-4D3E-A057-1D724158D2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444298-9BDF-4A6A-AEC4-0F577D7F59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818E67-B100-4A25-BC71-1A07520937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0C42D6-57FF-4C24-8176-DA8BBA04B9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B277FC-4088-41AE-8EB1-3F93B5DF25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4FF71D-2759-4F4D-946C-C3624CC83C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00C321-E778-438A-9FDC-CF72848E61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7DFA4F-EA04-41A0-8F31-3F835F2694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A82F73-85D1-41C0-A927-CA8BB5315E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39C893-60F9-4BF4-B31E-5806B124D1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399441-D1BB-4286-963A-A50D33A116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2026-10-14T15:51:34Z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