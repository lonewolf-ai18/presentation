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AA3B462-66D0-460B-9ED3-20A0145057C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Ep. 4 - The Hidden Patterns of Great Startup Ideas (NFX Masterclass)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https://www.youtube.com/watch?v=My02IkUg7Ug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743B37-8CB6-4BC2-86ED-09644190B4E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4C720B-CBDC-46BC-8309-C905D4B4D1E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0693F6-32DE-4675-AFF4-0BAC97AB91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A4D724-48DB-417A-82B2-1847681C56F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DECF7F-5ACE-4250-915F-A67D8A1C1C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B1DFF5-EAEA-4811-A910-0C129D51B2E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DC6112-A56B-49FA-A220-E439B2CAD34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703C45-5967-4791-8688-1B1542C664C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42C512-7229-4977-8531-8744890789C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53DB78-2F01-46A4-8700-D6CC46267B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80E4A7-55AC-43B6-A847-712AC0E7D80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2026-10-17T09:27:51Z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