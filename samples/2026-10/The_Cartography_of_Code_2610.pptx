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8F9387A-8C8A-48CA-A37D-36ADEBF18EE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Nobody Can Read AI Code Anymore | Build a Full Stack Codebase Intelligence App (with AI Agents)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https://www.youtube.com/watch?v=-AkIj8TG3Uc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360" y="712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32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4</cp:revision>
  <dcterms:created xsi:type="dcterms:W3CDTF">2006-08-16T00:00:00Z</dcterms:created>
  <dcterms:modified xsi:type="dcterms:W3CDTF">2026-10-06T05:41:12Z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