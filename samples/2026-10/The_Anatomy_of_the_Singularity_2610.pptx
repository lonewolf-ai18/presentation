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C7F7F7-C818-43E0-8EE5-1AB4D00D4BC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New US Superintelligence Force, Altman: "Accept Some Bad Things," &amp; AI's 1942 Moment | #301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https://www.youtube.com/watch?v=LRdb8UmPnh0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83CB92-4322-40BC-9492-B43CAC21A0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D2D0D-BC1A-4B1B-96F1-A452261D16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E1BF7C-E1C5-48DC-B8AA-68FE2F5F59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CD1749-E1EC-403B-A8A1-B220A62129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B09318-74E9-48C0-BA71-2E823E4A5C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43ADF-EA32-4B19-AE41-5A87C2F826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68FF0B-69FC-447F-B9BB-477DF210C7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5FFC8B-D435-49D4-9667-2013CFB84F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57E64B-DAF1-42C8-BBD5-1D9A163B32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5BAE40-B328-43EC-A942-9D84210E7D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AF2E51-763E-4CD0-A28D-B0F26492282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2026-10-10T03:28:38Z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