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69B485A-157B-4A9D-8A0F-93149257F9B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 a Financial Controller Agent with Codex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https://www.youtube.com/watch?v=Xl9tMD3h8QA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079A89-C777-4272-A84C-1E59B26D82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010FE1-D95E-4F39-A221-9C133A8F6B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2F59C7-33A7-4337-8A19-274A026D39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B92A8F-3605-41BE-A847-676AB8F319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899199-6F87-4708-953C-C5C0D9B999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D32C82-9CED-4A1E-B46A-89F39881D5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C75BEB-D8DC-487C-B53F-A31BBB79E3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B282CB-9EE1-4799-AE53-472E0D72FD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55530D-3A13-4B1C-A899-ABB3F447DE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6808AB-4E5A-4300-AD39-08BE662AD2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5FB6B3-E4BF-48A6-93ED-54B88DC8BE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2026-10-19T16:36:39Z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