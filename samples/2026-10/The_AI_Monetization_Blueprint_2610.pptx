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7FE600F-F5EC-434D-A386-2629C218EA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Queen Of AI: The Fastest Way To Use AI To Make Your First Million (For Beginners!)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https://www.youtube.com/watch?v=hgCkiaz5yfA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3D177-F45D-490C-8107-DCC4C4E73A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9F3A39-E22E-4546-B83F-A2F042A07C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36BD1B-11A7-4EFE-9ADC-2EF9348922F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39E103-CE5A-4729-B1AC-B08D190F14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A1CB6-F540-453C-A8AF-94F50271C2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0AB241-A5B9-46AD-848D-88485E7598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FFD8E-2B0C-416B-A589-FC3ADD5F01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8211D2-0A09-45D4-9A01-254A39B8F4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0362BF-D595-4F47-AA87-138937031F0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8E6D36-4760-41DA-866B-CE1348C865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0AF81E-97ED-4C47-9EA5-54BE1A3313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2026-10-06T07:25:46Z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