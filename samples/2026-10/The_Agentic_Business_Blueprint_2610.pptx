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651EA11-3DD2-4D5C-99E6-F4CA2F3FBF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Google Gemini FULL COURSE 6 HOURS (Build &amp; Automate Anything)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https://www.youtube.com/watch?v=sVDrpMalB8w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74E8C8-64AB-4589-AF1E-380531B7F8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986E90-1532-4F74-BEE1-ECA34CBF16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16BDB0-8C6F-447C-B626-642C73C72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C4E2A5-9AB4-4F30-9642-05D133E8DF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35344B-6881-4762-9DBC-580D2FEF83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A4A885-9DD8-4CE5-9B18-B134D892B0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C25E8F-98EB-4F62-9FFC-BA611F66DE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72CCC3-A04D-4221-A724-BE5AF753E5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44F534-55DB-4CA6-8616-946E2CEC03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16DC21-9ADA-444C-9A43-79DF1882DD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AE6D61-26EE-4431-81C2-B1A60BE38B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720" y="0"/>
            <a:ext cx="16255440" cy="907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2026-10-17T00:33:19Z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