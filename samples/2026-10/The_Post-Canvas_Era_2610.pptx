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B6DE5F87-CCD5-4F74-B606-094F0D8F9630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New Full-Stack Designer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https://www.youtube.com/watch?v=eojywvxqoLc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C96D1CD-70D4-46E7-8834-6B8009346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0FF8DA5-A79E-4DE2-B77D-8F1907E8C0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D7A81D6-9F15-4284-AB25-DEC4023274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FE4C4E-7317-4A2D-9E1E-A2B48184CC8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BD0B47-3F7D-4D85-9636-37F1A4374B8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DBFBED5-C334-404A-8BCF-4E0C2C4ADB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B07CB9D-7503-4C91-8585-DDEAD02C75E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2E9C79-947C-4C40-BEA4-FA2EFB609C4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85AEB9-48E7-44ED-B792-94DA80B78D4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6471334-0CD8-4E48-B42E-FABC02F6EAD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9160A93-0694-4850-8689-02AE4627BD7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LibreOffice/26.2.6.3$Linux_X86_64 LibreOffice_project/6673c99d96549ce65101be79fa29dd8a8e58eb52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2026-10-28T06:31:39Z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