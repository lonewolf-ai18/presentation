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0E5D69E-932B-4201-901B-BAB761B2276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Claude Engineering Lead: Why Giving AI Full Access Changes Everything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https://www.youtube.com/watch?v=D-SVFneJ_Nk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F2E367-0B7F-49E2-B7CD-77F46FD91C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38FBDE-3AB4-4629-8F47-B29F3C6A4C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D0D7A00-DCF5-40DA-8819-198655529FE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8D91A94-8522-429C-AE58-088E38A5B8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BCF2B6-CCEB-43C9-B746-771C05883E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91D0DE-4DC2-4FFF-A852-D63050DFDDB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E0D594-EF76-4D0D-B9DE-B8FFE0ED2E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8FB2A0-3B72-43B4-9EFE-8FD433A143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86024B9-7DB7-4EF9-AB86-7A02B88AEA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C06682-973F-4C3E-9A6F-A97F40D8FEA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FFADDE-BBD3-4D99-B6E2-1FBE0A5F442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2026-10-21T03:57:24Z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