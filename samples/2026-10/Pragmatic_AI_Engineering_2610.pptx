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7CA0BF9-5171-4817-9A9F-C17534D2AD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hasn't Amazon cut its engineers yet? - AI Engineering by Chip Huyen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https://www.youtube.com/watch?v=WRCE4w9BMGI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7CCA7-71C1-4CD4-A13F-2FD00D0061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5D98FA-78F6-4DCE-9EFF-E8102E21B3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2438C3-6733-462D-9D57-3CDD6C508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6AB9BE-7DA9-4C01-B5B8-B5367A5294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7F1741-1515-444F-801E-BDF8F0FC35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394175-AFFB-445E-9E19-F8EB615CE2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C5227D-AC85-410D-BECA-CAEB800141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6E42C5-6373-4674-91A9-342FC2DD48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DD92D5-A3F9-4675-8B0C-B0D0B162AF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43FB2-79F5-40D9-B26F-B37FECB2F6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6C5478-61DD-4FA9-9301-1429D257BC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2026-10-28T13:55:16Z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