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87FB1-E55B-4E26-AED8-4A266C8320C9}" v="25" dt="2026-04-20T06:28:45.296"/>
    <p1510:client id="{AC6BBCD1-4B13-4C86-BF70-B1EE502AE69A}" v="70" dt="2026-04-20T17:00:37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102" y="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, Wilson" userId="2840974a-0d84-4886-90a9-9a3ed79f3a48" providerId="ADAL" clId="{9F23B798-9E84-4552-BA63-E776E805C424}"/>
    <pc:docChg chg="undo custSel addSld delSld modSld">
      <pc:chgData name="Lai, Wilson" userId="2840974a-0d84-4886-90a9-9a3ed79f3a48" providerId="ADAL" clId="{9F23B798-9E84-4552-BA63-E776E805C424}" dt="2026-04-21T05:34:46.454" v="595" actId="2711"/>
      <pc:docMkLst>
        <pc:docMk/>
      </pc:docMkLst>
      <pc:sldChg chg="delSp modSp del mod">
        <pc:chgData name="Lai, Wilson" userId="2840974a-0d84-4886-90a9-9a3ed79f3a48" providerId="ADAL" clId="{9F23B798-9E84-4552-BA63-E776E805C424}" dt="2026-04-20T06:26:56.892" v="224" actId="47"/>
        <pc:sldMkLst>
          <pc:docMk/>
          <pc:sldMk cId="0" sldId="256"/>
        </pc:sldMkLst>
        <pc:picChg chg="del mod">
          <ac:chgData name="Lai, Wilson" userId="2840974a-0d84-4886-90a9-9a3ed79f3a48" providerId="ADAL" clId="{9F23B798-9E84-4552-BA63-E776E805C424}" dt="2026-04-20T06:26:53.274" v="223" actId="21"/>
          <ac:picMkLst>
            <pc:docMk/>
            <pc:sldMk cId="0" sldId="256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46:01.698" v="300" actId="47"/>
        <pc:sldMkLst>
          <pc:docMk/>
          <pc:sldMk cId="0" sldId="257"/>
        </pc:sldMkLst>
        <pc:picChg chg="del">
          <ac:chgData name="Lai, Wilson" userId="2840974a-0d84-4886-90a9-9a3ed79f3a48" providerId="ADAL" clId="{9F23B798-9E84-4552-BA63-E776E805C424}" dt="2026-04-20T06:26:31.656" v="219" actId="21"/>
          <ac:picMkLst>
            <pc:docMk/>
            <pc:sldMk cId="0" sldId="257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45:19.433" v="289" actId="47"/>
        <pc:sldMkLst>
          <pc:docMk/>
          <pc:sldMk cId="0" sldId="258"/>
        </pc:sldMkLst>
        <pc:picChg chg="del">
          <ac:chgData name="Lai, Wilson" userId="2840974a-0d84-4886-90a9-9a3ed79f3a48" providerId="ADAL" clId="{9F23B798-9E84-4552-BA63-E776E805C424}" dt="2026-04-20T16:41:39.062" v="256" actId="21"/>
          <ac:picMkLst>
            <pc:docMk/>
            <pc:sldMk cId="0" sldId="258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45:19.433" v="289" actId="47"/>
        <pc:sldMkLst>
          <pc:docMk/>
          <pc:sldMk cId="0" sldId="259"/>
        </pc:sldMkLst>
        <pc:picChg chg="del">
          <ac:chgData name="Lai, Wilson" userId="2840974a-0d84-4886-90a9-9a3ed79f3a48" providerId="ADAL" clId="{9F23B798-9E84-4552-BA63-E776E805C424}" dt="2026-04-20T16:42:01.472" v="261" actId="21"/>
          <ac:picMkLst>
            <pc:docMk/>
            <pc:sldMk cId="0" sldId="259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45:19.433" v="289" actId="47"/>
        <pc:sldMkLst>
          <pc:docMk/>
          <pc:sldMk cId="0" sldId="260"/>
        </pc:sldMkLst>
        <pc:picChg chg="del">
          <ac:chgData name="Lai, Wilson" userId="2840974a-0d84-4886-90a9-9a3ed79f3a48" providerId="ADAL" clId="{9F23B798-9E84-4552-BA63-E776E805C424}" dt="2026-04-20T16:42:18.763" v="264" actId="21"/>
          <ac:picMkLst>
            <pc:docMk/>
            <pc:sldMk cId="0" sldId="260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46:02.060" v="301" actId="47"/>
        <pc:sldMkLst>
          <pc:docMk/>
          <pc:sldMk cId="0" sldId="261"/>
        </pc:sldMkLst>
        <pc:picChg chg="del">
          <ac:chgData name="Lai, Wilson" userId="2840974a-0d84-4886-90a9-9a3ed79f3a48" providerId="ADAL" clId="{9F23B798-9E84-4552-BA63-E776E805C424}" dt="2026-04-20T16:45:22.929" v="290" actId="21"/>
          <ac:picMkLst>
            <pc:docMk/>
            <pc:sldMk cId="0" sldId="261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46:04.011" v="302" actId="47"/>
        <pc:sldMkLst>
          <pc:docMk/>
          <pc:sldMk cId="0" sldId="262"/>
        </pc:sldMkLst>
        <pc:picChg chg="del">
          <ac:chgData name="Lai, Wilson" userId="2840974a-0d84-4886-90a9-9a3ed79f3a48" providerId="ADAL" clId="{9F23B798-9E84-4552-BA63-E776E805C424}" dt="2026-04-20T16:45:37.773" v="294" actId="21"/>
          <ac:picMkLst>
            <pc:docMk/>
            <pc:sldMk cId="0" sldId="262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52:06.365" v="353" actId="47"/>
        <pc:sldMkLst>
          <pc:docMk/>
          <pc:sldMk cId="0" sldId="263"/>
        </pc:sldMkLst>
        <pc:picChg chg="del">
          <ac:chgData name="Lai, Wilson" userId="2840974a-0d84-4886-90a9-9a3ed79f3a48" providerId="ADAL" clId="{9F23B798-9E84-4552-BA63-E776E805C424}" dt="2026-04-20T16:45:48.578" v="297" actId="21"/>
          <ac:picMkLst>
            <pc:docMk/>
            <pc:sldMk cId="0" sldId="263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52:06.569" v="354" actId="47"/>
        <pc:sldMkLst>
          <pc:docMk/>
          <pc:sldMk cId="0" sldId="264"/>
        </pc:sldMkLst>
        <pc:picChg chg="del">
          <ac:chgData name="Lai, Wilson" userId="2840974a-0d84-4886-90a9-9a3ed79f3a48" providerId="ADAL" clId="{9F23B798-9E84-4552-BA63-E776E805C424}" dt="2026-04-20T16:51:08.230" v="336" actId="21"/>
          <ac:picMkLst>
            <pc:docMk/>
            <pc:sldMk cId="0" sldId="264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52:07.158" v="355" actId="47"/>
        <pc:sldMkLst>
          <pc:docMk/>
          <pc:sldMk cId="0" sldId="265"/>
        </pc:sldMkLst>
        <pc:picChg chg="del">
          <ac:chgData name="Lai, Wilson" userId="2840974a-0d84-4886-90a9-9a3ed79f3a48" providerId="ADAL" clId="{9F23B798-9E84-4552-BA63-E776E805C424}" dt="2026-04-20T16:51:23.679" v="340" actId="21"/>
          <ac:picMkLst>
            <pc:docMk/>
            <pc:sldMk cId="0" sldId="265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52:07.348" v="356" actId="47"/>
        <pc:sldMkLst>
          <pc:docMk/>
          <pc:sldMk cId="0" sldId="266"/>
        </pc:sldMkLst>
        <pc:picChg chg="del">
          <ac:chgData name="Lai, Wilson" userId="2840974a-0d84-4886-90a9-9a3ed79f3a48" providerId="ADAL" clId="{9F23B798-9E84-4552-BA63-E776E805C424}" dt="2026-04-20T16:51:33.343" v="343" actId="21"/>
          <ac:picMkLst>
            <pc:docMk/>
            <pc:sldMk cId="0" sldId="266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52:07.513" v="357" actId="47"/>
        <pc:sldMkLst>
          <pc:docMk/>
          <pc:sldMk cId="0" sldId="267"/>
        </pc:sldMkLst>
        <pc:picChg chg="del">
          <ac:chgData name="Lai, Wilson" userId="2840974a-0d84-4886-90a9-9a3ed79f3a48" providerId="ADAL" clId="{9F23B798-9E84-4552-BA63-E776E805C424}" dt="2026-04-20T16:51:44.608" v="347" actId="21"/>
          <ac:picMkLst>
            <pc:docMk/>
            <pc:sldMk cId="0" sldId="267"/>
            <ac:picMk id="2" creationId="{00000000-0000-0000-0000-000000000000}"/>
          </ac:picMkLst>
        </pc:picChg>
      </pc:sldChg>
      <pc:sldChg chg="delSp del mod">
        <pc:chgData name="Lai, Wilson" userId="2840974a-0d84-4886-90a9-9a3ed79f3a48" providerId="ADAL" clId="{9F23B798-9E84-4552-BA63-E776E805C424}" dt="2026-04-20T16:52:08.613" v="358" actId="47"/>
        <pc:sldMkLst>
          <pc:docMk/>
          <pc:sldMk cId="0" sldId="268"/>
        </pc:sldMkLst>
        <pc:picChg chg="del">
          <ac:chgData name="Lai, Wilson" userId="2840974a-0d84-4886-90a9-9a3ed79f3a48" providerId="ADAL" clId="{9F23B798-9E84-4552-BA63-E776E805C424}" dt="2026-04-20T16:51:56.519" v="350" actId="21"/>
          <ac:picMkLst>
            <pc:docMk/>
            <pc:sldMk cId="0" sldId="268"/>
            <ac:picMk id="2" creationId="{00000000-0000-0000-0000-000000000000}"/>
          </ac:picMkLst>
        </pc:picChg>
      </pc:sldChg>
      <pc:sldChg chg="addSp delSp modSp new del mod">
        <pc:chgData name="Lai, Wilson" userId="2840974a-0d84-4886-90a9-9a3ed79f3a48" providerId="ADAL" clId="{9F23B798-9E84-4552-BA63-E776E805C424}" dt="2026-04-20T16:52:40.946" v="366" actId="47"/>
        <pc:sldMkLst>
          <pc:docMk/>
          <pc:sldMk cId="720339528" sldId="269"/>
        </pc:sldMkLst>
        <pc:picChg chg="add del mod">
          <ac:chgData name="Lai, Wilson" userId="2840974a-0d84-4886-90a9-9a3ed79f3a48" providerId="ADAL" clId="{9F23B798-9E84-4552-BA63-E776E805C424}" dt="2026-04-20T16:52:32.564" v="362" actId="21"/>
          <ac:picMkLst>
            <pc:docMk/>
            <pc:sldMk cId="720339528" sldId="269"/>
            <ac:picMk id="3" creationId="{24A773B8-47BB-DF48-3C40-5A14EB1FA101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1T05:34:46.454" v="595" actId="2711"/>
        <pc:sldMkLst>
          <pc:docMk/>
          <pc:sldMk cId="0" sldId="270"/>
        </pc:sldMkLst>
        <pc:spChg chg="mod">
          <ac:chgData name="Lai, Wilson" userId="2840974a-0d84-4886-90a9-9a3ed79f3a48" providerId="ADAL" clId="{9F23B798-9E84-4552-BA63-E776E805C424}" dt="2026-04-21T05:34:46.454" v="595" actId="2711"/>
          <ac:spMkLst>
            <pc:docMk/>
            <pc:sldMk cId="0" sldId="270"/>
            <ac:spMk id="3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02:59.323" v="47" actId="478"/>
          <ac:spMkLst>
            <pc:docMk/>
            <pc:sldMk cId="0" sldId="270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06:18:26.211" v="61" actId="255"/>
          <ac:spMkLst>
            <pc:docMk/>
            <pc:sldMk cId="0" sldId="270"/>
            <ac:spMk id="5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03:12.347" v="49" actId="478"/>
          <ac:spMkLst>
            <pc:docMk/>
            <pc:sldMk cId="0" sldId="270"/>
            <ac:spMk id="6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03:27.107" v="54" actId="478"/>
          <ac:spMkLst>
            <pc:docMk/>
            <pc:sldMk cId="0" sldId="270"/>
            <ac:spMk id="7" creationId="{00000000-0000-0000-0000-000000000000}"/>
          </ac:spMkLst>
        </pc:spChg>
        <pc:picChg chg="del mod">
          <ac:chgData name="Lai, Wilson" userId="2840974a-0d84-4886-90a9-9a3ed79f3a48" providerId="ADAL" clId="{9F23B798-9E84-4552-BA63-E776E805C424}" dt="2026-04-20T06:27:20.344" v="228" actId="21"/>
          <ac:picMkLst>
            <pc:docMk/>
            <pc:sldMk cId="0" sldId="270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06:28:50.043" v="236" actId="1076"/>
          <ac:picMkLst>
            <pc:docMk/>
            <pc:sldMk cId="0" sldId="270"/>
            <ac:picMk id="4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06:26:47.124" v="222" actId="1076"/>
        <pc:sldMkLst>
          <pc:docMk/>
          <pc:sldMk cId="0" sldId="271"/>
        </pc:sldMkLst>
        <pc:spChg chg="mod">
          <ac:chgData name="Lai, Wilson" userId="2840974a-0d84-4886-90a9-9a3ed79f3a48" providerId="ADAL" clId="{9F23B798-9E84-4552-BA63-E776E805C424}" dt="2026-04-20T06:19:37.482" v="78" actId="2711"/>
          <ac:spMkLst>
            <pc:docMk/>
            <pc:sldMk cId="0" sldId="271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06:26:05.955" v="218" actId="255"/>
          <ac:spMkLst>
            <pc:docMk/>
            <pc:sldMk cId="0" sldId="271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06:22:38.397" v="125" actId="1076"/>
          <ac:spMkLst>
            <pc:docMk/>
            <pc:sldMk cId="0" sldId="271"/>
            <ac:spMk id="5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2:15.753" v="117"/>
          <ac:spMkLst>
            <pc:docMk/>
            <pc:sldMk cId="0" sldId="271"/>
            <ac:spMk id="6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2:15.753" v="119"/>
          <ac:spMkLst>
            <pc:docMk/>
            <pc:sldMk cId="0" sldId="271"/>
            <ac:spMk id="7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4:22.741" v="165"/>
          <ac:spMkLst>
            <pc:docMk/>
            <pc:sldMk cId="0" sldId="271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06:26:05.955" v="218" actId="255"/>
          <ac:spMkLst>
            <pc:docMk/>
            <pc:sldMk cId="0" sldId="271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06:26:05.955" v="218" actId="255"/>
          <ac:spMkLst>
            <pc:docMk/>
            <pc:sldMk cId="0" sldId="271"/>
            <ac:spMk id="10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4:22.741" v="167"/>
          <ac:spMkLst>
            <pc:docMk/>
            <pc:sldMk cId="0" sldId="271"/>
            <ac:spMk id="11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19:29.545" v="76"/>
          <ac:spMkLst>
            <pc:docMk/>
            <pc:sldMk cId="0" sldId="271"/>
            <ac:spMk id="12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19:48.737" v="82"/>
          <ac:spMkLst>
            <pc:docMk/>
            <pc:sldMk cId="0" sldId="271"/>
            <ac:spMk id="13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4:22.741" v="169"/>
          <ac:spMkLst>
            <pc:docMk/>
            <pc:sldMk cId="0" sldId="271"/>
            <ac:spMk id="14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4:22.741" v="171"/>
          <ac:spMkLst>
            <pc:docMk/>
            <pc:sldMk cId="0" sldId="271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06:26:05.955" v="218" actId="255"/>
          <ac:spMkLst>
            <pc:docMk/>
            <pc:sldMk cId="0" sldId="271"/>
            <ac:spMk id="16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4:22.741" v="173"/>
          <ac:spMkLst>
            <pc:docMk/>
            <pc:sldMk cId="0" sldId="271"/>
            <ac:spMk id="17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4:30.284" v="176" actId="478"/>
          <ac:spMkLst>
            <pc:docMk/>
            <pc:sldMk cId="0" sldId="271"/>
            <ac:spMk id="18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4:22.741" v="175"/>
          <ac:spMkLst>
            <pc:docMk/>
            <pc:sldMk cId="0" sldId="271"/>
            <ac:spMk id="19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5:04.104" v="195"/>
          <ac:spMkLst>
            <pc:docMk/>
            <pc:sldMk cId="0" sldId="271"/>
            <ac:spMk id="20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5:04.104" v="197"/>
          <ac:spMkLst>
            <pc:docMk/>
            <pc:sldMk cId="0" sldId="271"/>
            <ac:spMk id="21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5:04.104" v="193" actId="478"/>
          <ac:spMkLst>
            <pc:docMk/>
            <pc:sldMk cId="0" sldId="271"/>
            <ac:spMk id="22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5:39.563" v="210"/>
          <ac:spMkLst>
            <pc:docMk/>
            <pc:sldMk cId="0" sldId="271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06:26:05.955" v="218" actId="255"/>
          <ac:spMkLst>
            <pc:docMk/>
            <pc:sldMk cId="0" sldId="271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06:26:05.955" v="218" actId="255"/>
          <ac:spMkLst>
            <pc:docMk/>
            <pc:sldMk cId="0" sldId="271"/>
            <ac:spMk id="25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5:39.563" v="212"/>
          <ac:spMkLst>
            <pc:docMk/>
            <pc:sldMk cId="0" sldId="271"/>
            <ac:spMk id="26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0:24.918" v="100" actId="478"/>
          <ac:spMkLst>
            <pc:docMk/>
            <pc:sldMk cId="0" sldId="271"/>
            <ac:spMk id="27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0:06.733" v="92"/>
          <ac:spMkLst>
            <pc:docMk/>
            <pc:sldMk cId="0" sldId="271"/>
            <ac:spMk id="28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06:25:39.563" v="214"/>
          <ac:spMkLst>
            <pc:docMk/>
            <pc:sldMk cId="0" sldId="271"/>
            <ac:spMk id="29" creationId="{00000000-0000-0000-0000-000000000000}"/>
          </ac:spMkLst>
        </pc:spChg>
        <pc:spChg chg="add mod">
          <ac:chgData name="Lai, Wilson" userId="2840974a-0d84-4886-90a9-9a3ed79f3a48" providerId="ADAL" clId="{9F23B798-9E84-4552-BA63-E776E805C424}" dt="2026-04-20T06:23:59.825" v="156" actId="20577"/>
          <ac:spMkLst>
            <pc:docMk/>
            <pc:sldMk cId="0" sldId="271"/>
            <ac:spMk id="30" creationId="{4FFF39AD-5F09-36BA-A28F-9E67FA723556}"/>
          </ac:spMkLst>
        </pc:spChg>
        <pc:spChg chg="add mod">
          <ac:chgData name="Lai, Wilson" userId="2840974a-0d84-4886-90a9-9a3ed79f3a48" providerId="ADAL" clId="{9F23B798-9E84-4552-BA63-E776E805C424}" dt="2026-04-20T06:24:38.376" v="186" actId="20577"/>
          <ac:spMkLst>
            <pc:docMk/>
            <pc:sldMk cId="0" sldId="271"/>
            <ac:spMk id="31" creationId="{9E831BD5-6EF5-E612-F392-95407BDFA0E6}"/>
          </ac:spMkLst>
        </pc:spChg>
        <pc:spChg chg="add mod">
          <ac:chgData name="Lai, Wilson" userId="2840974a-0d84-4886-90a9-9a3ed79f3a48" providerId="ADAL" clId="{9F23B798-9E84-4552-BA63-E776E805C424}" dt="2026-04-20T06:25:10.504" v="200" actId="20577"/>
          <ac:spMkLst>
            <pc:docMk/>
            <pc:sldMk cId="0" sldId="271"/>
            <ac:spMk id="32" creationId="{1A1B20EA-60FD-050A-7115-7161C5A01CB7}"/>
          </ac:spMkLst>
        </pc:spChg>
        <pc:spChg chg="add mod">
          <ac:chgData name="Lai, Wilson" userId="2840974a-0d84-4886-90a9-9a3ed79f3a48" providerId="ADAL" clId="{9F23B798-9E84-4552-BA63-E776E805C424}" dt="2026-04-20T06:25:36.684" v="208" actId="20577"/>
          <ac:spMkLst>
            <pc:docMk/>
            <pc:sldMk cId="0" sldId="271"/>
            <ac:spMk id="33" creationId="{164A4E16-CCBC-CF77-13F6-2741BCB8CD2C}"/>
          </ac:spMkLst>
        </pc:spChg>
        <pc:picChg chg="del mod">
          <ac:chgData name="Lai, Wilson" userId="2840974a-0d84-4886-90a9-9a3ed79f3a48" providerId="ADAL" clId="{9F23B798-9E84-4552-BA63-E776E805C424}" dt="2026-04-20T06:20:36.392" v="102" actId="21"/>
          <ac:picMkLst>
            <pc:docMk/>
            <pc:sldMk cId="0" sldId="271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06:26:47.124" v="222" actId="1076"/>
          <ac:picMkLst>
            <pc:docMk/>
            <pc:sldMk cId="0" sldId="271"/>
            <ac:picMk id="34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41:56.250" v="260" actId="1076"/>
        <pc:sldMkLst>
          <pc:docMk/>
          <pc:sldMk cId="0" sldId="272"/>
        </pc:sldMkLst>
        <pc:spChg chg="mod">
          <ac:chgData name="Lai, Wilson" userId="2840974a-0d84-4886-90a9-9a3ed79f3a48" providerId="ADAL" clId="{9F23B798-9E84-4552-BA63-E776E805C424}" dt="2026-04-20T16:38:50.975" v="237" actId="2711"/>
          <ac:spMkLst>
            <pc:docMk/>
            <pc:sldMk cId="0" sldId="272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8:50.975" v="237" actId="2711"/>
          <ac:spMkLst>
            <pc:docMk/>
            <pc:sldMk cId="0" sldId="272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8:50.975" v="237" actId="2711"/>
          <ac:spMkLst>
            <pc:docMk/>
            <pc:sldMk cId="0" sldId="272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8:50.975" v="237" actId="2711"/>
          <ac:spMkLst>
            <pc:docMk/>
            <pc:sldMk cId="0" sldId="272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8:50.975" v="237" actId="2711"/>
          <ac:spMkLst>
            <pc:docMk/>
            <pc:sldMk cId="0" sldId="272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8:50.975" v="237" actId="2711"/>
          <ac:spMkLst>
            <pc:docMk/>
            <pc:sldMk cId="0" sldId="272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8:50.975" v="237" actId="2711"/>
          <ac:spMkLst>
            <pc:docMk/>
            <pc:sldMk cId="0" sldId="272"/>
            <ac:spMk id="9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38:54.659" v="238" actId="21"/>
          <ac:picMkLst>
            <pc:docMk/>
            <pc:sldMk cId="0" sldId="272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41:56.250" v="260" actId="1076"/>
          <ac:picMkLst>
            <pc:docMk/>
            <pc:sldMk cId="0" sldId="272"/>
            <ac:picMk id="10" creationId="{68658D77-7001-62C8-7D82-204DA1112915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42:15.286" v="263" actId="1076"/>
        <pc:sldMkLst>
          <pc:docMk/>
          <pc:sldMk cId="0" sldId="273"/>
        </pc:sldMkLst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39:57.786" v="244" actId="2711"/>
          <ac:spMkLst>
            <pc:docMk/>
            <pc:sldMk cId="0" sldId="273"/>
            <ac:spMk id="15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0:01.573" v="245" actId="21"/>
          <ac:picMkLst>
            <pc:docMk/>
            <pc:sldMk cId="0" sldId="273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42:15.286" v="263" actId="1076"/>
          <ac:picMkLst>
            <pc:docMk/>
            <pc:sldMk cId="0" sldId="273"/>
            <ac:picMk id="16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42:28.703" v="267" actId="1076"/>
        <pc:sldMkLst>
          <pc:docMk/>
          <pc:sldMk cId="0" sldId="274"/>
        </pc:sldMkLst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0:52.063" v="251" actId="2711"/>
          <ac:spMkLst>
            <pc:docMk/>
            <pc:sldMk cId="0" sldId="274"/>
            <ac:spMk id="27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0:54.508" v="252" actId="21"/>
          <ac:picMkLst>
            <pc:docMk/>
            <pc:sldMk cId="0" sldId="274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42:28.703" v="267" actId="1076"/>
          <ac:picMkLst>
            <pc:docMk/>
            <pc:sldMk cId="0" sldId="274"/>
            <ac:picMk id="31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45:33.627" v="293" actId="1076"/>
        <pc:sldMkLst>
          <pc:docMk/>
          <pc:sldMk cId="0" sldId="275"/>
        </pc:sldMkLst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2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2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2:46.148" v="270" actId="2711"/>
          <ac:spMkLst>
            <pc:docMk/>
            <pc:sldMk cId="0" sldId="275"/>
            <ac:spMk id="32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2:48.521" v="271" actId="21"/>
          <ac:picMkLst>
            <pc:docMk/>
            <pc:sldMk cId="0" sldId="275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41:43.220" v="257"/>
          <ac:picMkLst>
            <pc:docMk/>
            <pc:sldMk cId="0" sldId="275"/>
            <ac:picMk id="34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45:33.627" v="293" actId="1076"/>
          <ac:picMkLst>
            <pc:docMk/>
            <pc:sldMk cId="0" sldId="275"/>
            <ac:picMk id="35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45:44.620" v="296" actId="1076"/>
        <pc:sldMkLst>
          <pc:docMk/>
          <pc:sldMk cId="0" sldId="276"/>
        </pc:sldMkLst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3:48.956" v="277" actId="2711"/>
          <ac:spMkLst>
            <pc:docMk/>
            <pc:sldMk cId="0" sldId="276"/>
            <ac:spMk id="21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3:51.081" v="278" actId="21"/>
          <ac:picMkLst>
            <pc:docMk/>
            <pc:sldMk cId="0" sldId="276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45:44.620" v="296" actId="1076"/>
          <ac:picMkLst>
            <pc:docMk/>
            <pc:sldMk cId="0" sldId="276"/>
            <ac:picMk id="22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45:57.799" v="299" actId="1076"/>
        <pc:sldMkLst>
          <pc:docMk/>
          <pc:sldMk cId="0" sldId="277"/>
        </pc:sldMkLst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4:33.624" v="284" actId="2711"/>
          <ac:spMkLst>
            <pc:docMk/>
            <pc:sldMk cId="0" sldId="277"/>
            <ac:spMk id="12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4:36.064" v="285" actId="21"/>
          <ac:picMkLst>
            <pc:docMk/>
            <pc:sldMk cId="0" sldId="277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45:57.799" v="299" actId="1076"/>
          <ac:picMkLst>
            <pc:docMk/>
            <pc:sldMk cId="0" sldId="277"/>
            <ac:picMk id="14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51:17.181" v="339" actId="1076"/>
        <pc:sldMkLst>
          <pc:docMk/>
          <pc:sldMk cId="0" sldId="278"/>
        </pc:sldMkLst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1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6:17.643" v="304" actId="3064"/>
          <ac:spMkLst>
            <pc:docMk/>
            <pc:sldMk cId="0" sldId="278"/>
            <ac:spMk id="16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6:19.596" v="305" actId="21"/>
          <ac:picMkLst>
            <pc:docMk/>
            <pc:sldMk cId="0" sldId="278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51:17.181" v="339" actId="1076"/>
          <ac:picMkLst>
            <pc:docMk/>
            <pc:sldMk cId="0" sldId="278"/>
            <ac:picMk id="22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51:30.231" v="342" actId="1076"/>
        <pc:sldMkLst>
          <pc:docMk/>
          <pc:sldMk cId="0" sldId="279"/>
        </pc:sldMkLst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2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2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3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3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3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5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7:00.438" v="310" actId="3064"/>
          <ac:spMkLst>
            <pc:docMk/>
            <pc:sldMk cId="0" sldId="279"/>
            <ac:spMk id="56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7:02.527" v="311" actId="21"/>
          <ac:picMkLst>
            <pc:docMk/>
            <pc:sldMk cId="0" sldId="279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51:30.231" v="342" actId="1076"/>
          <ac:picMkLst>
            <pc:docMk/>
            <pc:sldMk cId="0" sldId="279"/>
            <ac:picMk id="58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51:39.886" v="346" actId="1076"/>
        <pc:sldMkLst>
          <pc:docMk/>
          <pc:sldMk cId="0" sldId="280"/>
        </pc:sldMkLst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1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1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8:49.575" v="317" actId="2711"/>
          <ac:spMkLst>
            <pc:docMk/>
            <pc:sldMk cId="0" sldId="280"/>
            <ac:spMk id="20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8:51.280" v="318" actId="21"/>
          <ac:picMkLst>
            <pc:docMk/>
            <pc:sldMk cId="0" sldId="280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51:39.886" v="346" actId="1076"/>
          <ac:picMkLst>
            <pc:docMk/>
            <pc:sldMk cId="0" sldId="280"/>
            <ac:picMk id="24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51:52.199" v="349" actId="1076"/>
        <pc:sldMkLst>
          <pc:docMk/>
          <pc:sldMk cId="0" sldId="281"/>
        </pc:sldMkLst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1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1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49:37.777" v="324" actId="2711"/>
          <ac:spMkLst>
            <pc:docMk/>
            <pc:sldMk cId="0" sldId="281"/>
            <ac:spMk id="18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49:40.412" v="325" actId="21"/>
          <ac:picMkLst>
            <pc:docMk/>
            <pc:sldMk cId="0" sldId="281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51:52.199" v="349" actId="1076"/>
          <ac:picMkLst>
            <pc:docMk/>
            <pc:sldMk cId="0" sldId="281"/>
            <ac:picMk id="20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6:52:04.320" v="352" actId="1076"/>
        <pc:sldMkLst>
          <pc:docMk/>
          <pc:sldMk cId="0" sldId="282"/>
        </pc:sldMkLst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7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1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1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0:32.558" v="331" actId="2711"/>
          <ac:spMkLst>
            <pc:docMk/>
            <pc:sldMk cId="0" sldId="282"/>
            <ac:spMk id="16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50:34.409" v="332" actId="21"/>
          <ac:picMkLst>
            <pc:docMk/>
            <pc:sldMk cId="0" sldId="282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52:04.320" v="352" actId="1076"/>
          <ac:picMkLst>
            <pc:docMk/>
            <pc:sldMk cId="0" sldId="282"/>
            <ac:picMk id="17" creationId="{00000000-0000-0000-0000-000000000000}"/>
          </ac:picMkLst>
        </pc:picChg>
      </pc:sldChg>
      <pc:sldChg chg="addSp delSp modSp add mod setBg">
        <pc:chgData name="Lai, Wilson" userId="2840974a-0d84-4886-90a9-9a3ed79f3a48" providerId="ADAL" clId="{9F23B798-9E84-4552-BA63-E776E805C424}" dt="2026-04-20T17:00:55.182" v="594" actId="122"/>
        <pc:sldMkLst>
          <pc:docMk/>
          <pc:sldMk cId="0" sldId="283"/>
        </pc:sldMkLst>
        <pc:spChg chg="del mod">
          <ac:chgData name="Lai, Wilson" userId="2840974a-0d84-4886-90a9-9a3ed79f3a48" providerId="ADAL" clId="{9F23B798-9E84-4552-BA63-E776E805C424}" dt="2026-04-20T16:54:02.242" v="379"/>
          <ac:spMkLst>
            <pc:docMk/>
            <pc:sldMk cId="0" sldId="283"/>
            <ac:spMk id="3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4:17.787" v="384" actId="478"/>
          <ac:spMkLst>
            <pc:docMk/>
            <pc:sldMk cId="0" sldId="283"/>
            <ac:spMk id="4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5:26.749" v="427" actId="20577"/>
          <ac:spMkLst>
            <pc:docMk/>
            <pc:sldMk cId="0" sldId="283"/>
            <ac:spMk id="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5:20.036" v="424" actId="122"/>
          <ac:spMkLst>
            <pc:docMk/>
            <pc:sldMk cId="0" sldId="283"/>
            <ac:spMk id="6" creationId="{00000000-0000-0000-0000-000000000000}"/>
          </ac:spMkLst>
        </pc:spChg>
        <pc:spChg chg="del">
          <ac:chgData name="Lai, Wilson" userId="2840974a-0d84-4886-90a9-9a3ed79f3a48" providerId="ADAL" clId="{9F23B798-9E84-4552-BA63-E776E805C424}" dt="2026-04-20T16:55:01.174" v="398" actId="478"/>
          <ac:spMkLst>
            <pc:docMk/>
            <pc:sldMk cId="0" sldId="283"/>
            <ac:spMk id="7" creationId="{00000000-0000-0000-0000-000000000000}"/>
          </ac:spMkLst>
        </pc:spChg>
        <pc:spChg chg="del">
          <ac:chgData name="Lai, Wilson" userId="2840974a-0d84-4886-90a9-9a3ed79f3a48" providerId="ADAL" clId="{9F23B798-9E84-4552-BA63-E776E805C424}" dt="2026-04-20T16:55:01.174" v="398" actId="478"/>
          <ac:spMkLst>
            <pc:docMk/>
            <pc:sldMk cId="0" sldId="283"/>
            <ac:spMk id="8" creationId="{00000000-0000-0000-0000-000000000000}"/>
          </ac:spMkLst>
        </pc:spChg>
        <pc:spChg chg="del">
          <ac:chgData name="Lai, Wilson" userId="2840974a-0d84-4886-90a9-9a3ed79f3a48" providerId="ADAL" clId="{9F23B798-9E84-4552-BA63-E776E805C424}" dt="2026-04-20T16:55:01.174" v="398" actId="478"/>
          <ac:spMkLst>
            <pc:docMk/>
            <pc:sldMk cId="0" sldId="283"/>
            <ac:spMk id="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5:41.717" v="432" actId="122"/>
          <ac:spMkLst>
            <pc:docMk/>
            <pc:sldMk cId="0" sldId="283"/>
            <ac:spMk id="1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2:27.830" v="361" actId="2711"/>
          <ac:spMkLst>
            <pc:docMk/>
            <pc:sldMk cId="0" sldId="283"/>
            <ac:spMk id="1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6:20.825" v="452" actId="6549"/>
          <ac:spMkLst>
            <pc:docMk/>
            <pc:sldMk cId="0" sldId="283"/>
            <ac:spMk id="18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6:07.953" v="438"/>
          <ac:spMkLst>
            <pc:docMk/>
            <pc:sldMk cId="0" sldId="283"/>
            <ac:spMk id="1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6:36.095" v="459" actId="122"/>
          <ac:spMkLst>
            <pc:docMk/>
            <pc:sldMk cId="0" sldId="283"/>
            <ac:spMk id="20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6:13.842" v="442"/>
          <ac:spMkLst>
            <pc:docMk/>
            <pc:sldMk cId="0" sldId="283"/>
            <ac:spMk id="21" creationId="{00000000-0000-0000-0000-000000000000}"/>
          </ac:spMkLst>
        </pc:spChg>
        <pc:spChg chg="del">
          <ac:chgData name="Lai, Wilson" userId="2840974a-0d84-4886-90a9-9a3ed79f3a48" providerId="ADAL" clId="{9F23B798-9E84-4552-BA63-E776E805C424}" dt="2026-04-20T16:56:13.836" v="440" actId="478"/>
          <ac:spMkLst>
            <pc:docMk/>
            <pc:sldMk cId="0" sldId="283"/>
            <ac:spMk id="22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6:36.915" v="461"/>
          <ac:spMkLst>
            <pc:docMk/>
            <pc:sldMk cId="0" sldId="283"/>
            <ac:spMk id="2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7:22.063" v="484" actId="553"/>
          <ac:spMkLst>
            <pc:docMk/>
            <pc:sldMk cId="0" sldId="283"/>
            <ac:spMk id="24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6:43.193" v="464"/>
          <ac:spMkLst>
            <pc:docMk/>
            <pc:sldMk cId="0" sldId="283"/>
            <ac:spMk id="2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7:22.063" v="484" actId="553"/>
          <ac:spMkLst>
            <pc:docMk/>
            <pc:sldMk cId="0" sldId="283"/>
            <ac:spMk id="2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8:52.445" v="517" actId="1076"/>
          <ac:spMkLst>
            <pc:docMk/>
            <pc:sldMk cId="0" sldId="283"/>
            <ac:spMk id="30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7:15.574" v="481"/>
          <ac:spMkLst>
            <pc:docMk/>
            <pc:sldMk cId="0" sldId="283"/>
            <ac:spMk id="31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8:40.010" v="511" actId="478"/>
          <ac:spMkLst>
            <pc:docMk/>
            <pc:sldMk cId="0" sldId="283"/>
            <ac:spMk id="3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9:06.805" v="523" actId="122"/>
          <ac:spMkLst>
            <pc:docMk/>
            <pc:sldMk cId="0" sldId="283"/>
            <ac:spMk id="3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2:27.830" v="361" actId="2711"/>
          <ac:spMkLst>
            <pc:docMk/>
            <pc:sldMk cId="0" sldId="283"/>
            <ac:spMk id="34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8:59.392" v="519" actId="478"/>
          <ac:spMkLst>
            <pc:docMk/>
            <pc:sldMk cId="0" sldId="283"/>
            <ac:spMk id="3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7:22.063" v="484" actId="553"/>
          <ac:spMkLst>
            <pc:docMk/>
            <pc:sldMk cId="0" sldId="283"/>
            <ac:spMk id="3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7:00:00.578" v="553" actId="14100"/>
          <ac:spMkLst>
            <pc:docMk/>
            <pc:sldMk cId="0" sldId="283"/>
            <ac:spMk id="38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9:29.455" v="536" actId="20577"/>
          <ac:spMkLst>
            <pc:docMk/>
            <pc:sldMk cId="0" sldId="283"/>
            <ac:spMk id="39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9:46.947" v="542" actId="478"/>
          <ac:spMkLst>
            <pc:docMk/>
            <pc:sldMk cId="0" sldId="283"/>
            <ac:spMk id="41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9:14.331" v="528"/>
          <ac:spMkLst>
            <pc:docMk/>
            <pc:sldMk cId="0" sldId="283"/>
            <ac:spMk id="42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7:15.574" v="483"/>
          <ac:spMkLst>
            <pc:docMk/>
            <pc:sldMk cId="0" sldId="283"/>
            <ac:spMk id="43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9:46.949" v="546"/>
          <ac:spMkLst>
            <pc:docMk/>
            <pc:sldMk cId="0" sldId="283"/>
            <ac:spMk id="44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9:46.947" v="544"/>
          <ac:spMkLst>
            <pc:docMk/>
            <pc:sldMk cId="0" sldId="283"/>
            <ac:spMk id="45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8:16.260" v="506" actId="122"/>
          <ac:spMkLst>
            <pc:docMk/>
            <pc:sldMk cId="0" sldId="283"/>
            <ac:spMk id="4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8:21.921" v="509" actId="122"/>
          <ac:spMkLst>
            <pc:docMk/>
            <pc:sldMk cId="0" sldId="283"/>
            <ac:spMk id="47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8:00.374" v="499" actId="478"/>
          <ac:spMkLst>
            <pc:docMk/>
            <pc:sldMk cId="0" sldId="283"/>
            <ac:spMk id="48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8:00.377" v="503"/>
          <ac:spMkLst>
            <pc:docMk/>
            <pc:sldMk cId="0" sldId="283"/>
            <ac:spMk id="4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7:34.718" v="488" actId="20577"/>
          <ac:spMkLst>
            <pc:docMk/>
            <pc:sldMk cId="0" sldId="283"/>
            <ac:spMk id="50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6:58:00.377" v="501"/>
          <ac:spMkLst>
            <pc:docMk/>
            <pc:sldMk cId="0" sldId="283"/>
            <ac:spMk id="51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7:40.933" v="489" actId="122"/>
          <ac:spMkLst>
            <pc:docMk/>
            <pc:sldMk cId="0" sldId="283"/>
            <ac:spMk id="52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7:00:06.421" v="554" actId="122"/>
          <ac:spMkLst>
            <pc:docMk/>
            <pc:sldMk cId="0" sldId="283"/>
            <ac:spMk id="53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2:27.830" v="361" actId="2711"/>
          <ac:spMkLst>
            <pc:docMk/>
            <pc:sldMk cId="0" sldId="283"/>
            <ac:spMk id="56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6:52:27.830" v="361" actId="2711"/>
          <ac:spMkLst>
            <pc:docMk/>
            <pc:sldMk cId="0" sldId="283"/>
            <ac:spMk id="59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7:00:55.182" v="594" actId="122"/>
          <ac:spMkLst>
            <pc:docMk/>
            <pc:sldMk cId="0" sldId="283"/>
            <ac:spMk id="60" creationId="{00000000-0000-0000-0000-000000000000}"/>
          </ac:spMkLst>
        </pc:spChg>
        <pc:spChg chg="mod">
          <ac:chgData name="Lai, Wilson" userId="2840974a-0d84-4886-90a9-9a3ed79f3a48" providerId="ADAL" clId="{9F23B798-9E84-4552-BA63-E776E805C424}" dt="2026-04-20T17:00:21.218" v="560" actId="122"/>
          <ac:spMkLst>
            <pc:docMk/>
            <pc:sldMk cId="0" sldId="283"/>
            <ac:spMk id="61" creationId="{00000000-0000-0000-0000-000000000000}"/>
          </ac:spMkLst>
        </pc:spChg>
        <pc:spChg chg="del">
          <ac:chgData name="Lai, Wilson" userId="2840974a-0d84-4886-90a9-9a3ed79f3a48" providerId="ADAL" clId="{9F23B798-9E84-4552-BA63-E776E805C424}" dt="2026-04-20T17:00:48.882" v="591" actId="478"/>
          <ac:spMkLst>
            <pc:docMk/>
            <pc:sldMk cId="0" sldId="283"/>
            <ac:spMk id="62" creationId="{00000000-0000-0000-0000-000000000000}"/>
          </ac:spMkLst>
        </pc:spChg>
        <pc:spChg chg="del">
          <ac:chgData name="Lai, Wilson" userId="2840974a-0d84-4886-90a9-9a3ed79f3a48" providerId="ADAL" clId="{9F23B798-9E84-4552-BA63-E776E805C424}" dt="2026-04-20T17:00:48.882" v="591" actId="478"/>
          <ac:spMkLst>
            <pc:docMk/>
            <pc:sldMk cId="0" sldId="283"/>
            <ac:spMk id="63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7:00:29.986" v="562" actId="478"/>
          <ac:spMkLst>
            <pc:docMk/>
            <pc:sldMk cId="0" sldId="283"/>
            <ac:spMk id="64" creationId="{00000000-0000-0000-0000-000000000000}"/>
          </ac:spMkLst>
        </pc:spChg>
        <pc:spChg chg="del mod">
          <ac:chgData name="Lai, Wilson" userId="2840974a-0d84-4886-90a9-9a3ed79f3a48" providerId="ADAL" clId="{9F23B798-9E84-4552-BA63-E776E805C424}" dt="2026-04-20T17:00:15.446" v="556" actId="478"/>
          <ac:spMkLst>
            <pc:docMk/>
            <pc:sldMk cId="0" sldId="283"/>
            <ac:spMk id="65" creationId="{00000000-0000-0000-0000-000000000000}"/>
          </ac:spMkLst>
        </pc:spChg>
        <pc:spChg chg="del">
          <ac:chgData name="Lai, Wilson" userId="2840974a-0d84-4886-90a9-9a3ed79f3a48" providerId="ADAL" clId="{9F23B798-9E84-4552-BA63-E776E805C424}" dt="2026-04-20T17:00:48.882" v="591" actId="478"/>
          <ac:spMkLst>
            <pc:docMk/>
            <pc:sldMk cId="0" sldId="283"/>
            <ac:spMk id="66" creationId="{00000000-0000-0000-0000-000000000000}"/>
          </ac:spMkLst>
        </pc:spChg>
        <pc:picChg chg="del">
          <ac:chgData name="Lai, Wilson" userId="2840974a-0d84-4886-90a9-9a3ed79f3a48" providerId="ADAL" clId="{9F23B798-9E84-4552-BA63-E776E805C424}" dt="2026-04-20T16:52:51.933" v="368" actId="21"/>
          <ac:picMkLst>
            <pc:docMk/>
            <pc:sldMk cId="0" sldId="283"/>
            <ac:picMk id="2" creationId="{00000000-0000-0000-0000-000000000000}"/>
          </ac:picMkLst>
        </pc:picChg>
        <pc:picChg chg="add mod">
          <ac:chgData name="Lai, Wilson" userId="2840974a-0d84-4886-90a9-9a3ed79f3a48" providerId="ADAL" clId="{9F23B798-9E84-4552-BA63-E776E805C424}" dt="2026-04-20T16:52:48.849" v="367" actId="1076"/>
          <ac:picMkLst>
            <pc:docMk/>
            <pc:sldMk cId="0" sldId="283"/>
            <ac:picMk id="67" creationId="{24A773B8-47BB-DF48-3C40-5A14EB1FA10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2856" y="6274229"/>
            <a:ext cx="10513143" cy="102489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6600" dirty="0">
                <a:solidFill>
                  <a:srgbClr val="F6F6F6"/>
                </a:solidFill>
                <a:latin typeface="+mj-lt"/>
              </a:rPr>
              <a:t>Evolving</a:t>
            </a:r>
            <a:r>
              <a:rPr lang="en-US" sz="6600" dirty="0">
                <a:solidFill>
                  <a:srgbClr val="F6F6F6"/>
                </a:solidFill>
                <a:latin typeface="+mj-lt"/>
              </a:rPr>
              <a:t> to Agentic Operation</a:t>
            </a:r>
            <a:endParaRPr sz="6600" dirty="0">
              <a:solidFill>
                <a:srgbClr val="F6F6F6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4000" y="7306740"/>
            <a:ext cx="9557600" cy="111722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3600" dirty="0">
                <a:solidFill>
                  <a:srgbClr val="E7E7E7"/>
                </a:solidFill>
              </a:rPr>
              <a:t>Orchestrating</a:t>
            </a:r>
            <a:r>
              <a:rPr lang="en-US" sz="3600" dirty="0">
                <a:solidFill>
                  <a:srgbClr val="E7E7E7"/>
                </a:solidFill>
              </a:rPr>
              <a:t> </a:t>
            </a:r>
            <a:r>
              <a:rPr lang="en-US" sz="3600" dirty="0">
                <a:solidFill>
                  <a:srgbClr val="E8E8E8"/>
                </a:solidFill>
              </a:rPr>
              <a:t>Dynatrace Intelligence, Kubernetes,</a:t>
            </a:r>
          </a:p>
          <a:p>
            <a:r>
              <a:rPr lang="en-US" sz="3600" dirty="0">
                <a:solidFill>
                  <a:srgbClr val="E9E9E9"/>
                </a:solidFill>
              </a:rPr>
              <a:t>and human expertise to eliminate IT toil.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58857" y="653973"/>
            <a:ext cx="7108932" cy="686340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r>
              <a:rPr sz="4400" dirty="0">
                <a:solidFill>
                  <a:srgbClr val="E9EDF0"/>
                </a:solidFill>
                <a:latin typeface="+mj-lt"/>
              </a:rPr>
              <a:t>The automation blast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11429" y="1174029"/>
            <a:ext cx="2015293" cy="286230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pPr algn="ctr"/>
            <a:r>
              <a:rPr dirty="0">
                <a:solidFill>
                  <a:srgbClr val="BFC4C9"/>
                </a:solidFill>
              </a:rPr>
              <a:t>Incident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8000" y="1944741"/>
            <a:ext cx="3560828" cy="963339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r>
              <a:rPr sz="2000" dirty="0">
                <a:solidFill>
                  <a:srgbClr val="D0D5DA"/>
                </a:solidFill>
              </a:rPr>
              <a:t>Incident Response</a:t>
            </a:r>
            <a:endParaRPr lang="en-US" sz="2000" dirty="0">
              <a:solidFill>
                <a:srgbClr val="D0D5DA"/>
              </a:solidFill>
            </a:endParaRPr>
          </a:p>
          <a:p>
            <a:endParaRPr lang="en-US" sz="1400" dirty="0">
              <a:solidFill>
                <a:srgbClr val="ADB3B9"/>
              </a:solidFill>
            </a:endParaRPr>
          </a:p>
          <a:p>
            <a:r>
              <a:rPr lang="en-US" sz="1400" dirty="0">
                <a:solidFill>
                  <a:srgbClr val="ADB3B9"/>
                </a:solidFill>
              </a:rPr>
              <a:t>Grouping alerts and triggering targeted </a:t>
            </a:r>
            <a:r>
              <a:rPr lang="en-US" sz="1400" dirty="0">
                <a:solidFill>
                  <a:srgbClr val="B0B5BA"/>
                </a:solidFill>
              </a:rPr>
              <a:t>Slack/Email routing.</a:t>
            </a:r>
            <a:endParaRPr sz="1400" dirty="0">
              <a:solidFill>
                <a:srgbClr val="D0D5DA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80200" y="3572771"/>
            <a:ext cx="1064648" cy="563229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dirty="0">
                <a:solidFill>
                  <a:srgbClr val="BDC2C6"/>
                </a:solidFill>
              </a:rPr>
              <a:t>Security</a:t>
            </a:r>
            <a:r>
              <a:rPr lang="en-US" dirty="0">
                <a:solidFill>
                  <a:srgbClr val="BDC2C6"/>
                </a:solidFill>
              </a:rPr>
              <a:t> </a:t>
            </a:r>
            <a:r>
              <a:rPr lang="en-US" dirty="0">
                <a:solidFill>
                  <a:srgbClr val="BBBFC3"/>
                </a:solidFill>
              </a:rPr>
              <a:t>Triage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72572" y="3538386"/>
            <a:ext cx="1245852" cy="563229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pPr algn="ctr"/>
            <a:r>
              <a:rPr dirty="0">
                <a:solidFill>
                  <a:srgbClr val="BFC0C2"/>
                </a:solidFill>
              </a:rPr>
              <a:t>Automated</a:t>
            </a:r>
            <a:r>
              <a:rPr lang="en-US" dirty="0">
                <a:solidFill>
                  <a:srgbClr val="BFC0C2"/>
                </a:solidFill>
              </a:rPr>
              <a:t> </a:t>
            </a:r>
            <a:r>
              <a:rPr lang="en-US" dirty="0">
                <a:solidFill>
                  <a:srgbClr val="BCBDBF"/>
                </a:solidFill>
              </a:rPr>
              <a:t>Remediation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32000" y="4774029"/>
            <a:ext cx="1168331" cy="286230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r>
              <a:rPr>
                <a:solidFill>
                  <a:srgbClr val="C5DFEB"/>
                </a:solidFill>
              </a:rPr>
              <a:t>Workflows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2001" y="7648272"/>
            <a:ext cx="1574200" cy="563229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pPr algn="ctr"/>
            <a:r>
              <a:rPr dirty="0">
                <a:solidFill>
                  <a:srgbClr val="C1C2C4"/>
                </a:solidFill>
              </a:rPr>
              <a:t>Administration</a:t>
            </a:r>
            <a:r>
              <a:rPr lang="en-US" dirty="0">
                <a:solidFill>
                  <a:srgbClr val="C1C2C4"/>
                </a:solidFill>
              </a:rPr>
              <a:t> </a:t>
            </a:r>
            <a:r>
              <a:rPr lang="en-US" dirty="0">
                <a:solidFill>
                  <a:srgbClr val="C0C1C4"/>
                </a:solidFill>
              </a:rPr>
              <a:t>&amp;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37715" y="7756205"/>
            <a:ext cx="1373194" cy="563229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pPr algn="ctr"/>
            <a:r>
              <a:rPr dirty="0">
                <a:solidFill>
                  <a:srgbClr val="BDBEC0"/>
                </a:solidFill>
              </a:rPr>
              <a:t>Toolchain</a:t>
            </a:r>
            <a:r>
              <a:rPr lang="en-US" dirty="0">
                <a:solidFill>
                  <a:srgbClr val="BDBEC0"/>
                </a:solidFill>
              </a:rPr>
              <a:t> </a:t>
            </a:r>
            <a:r>
              <a:rPr lang="en-US" dirty="0">
                <a:solidFill>
                  <a:srgbClr val="BFC0C0"/>
                </a:solidFill>
              </a:rPr>
              <a:t>Orchestration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FF39AD-5F09-36BA-A28F-9E67FA723556}"/>
              </a:ext>
            </a:extLst>
          </p:cNvPr>
          <p:cNvSpPr txBox="1"/>
          <p:nvPr/>
        </p:nvSpPr>
        <p:spPr>
          <a:xfrm>
            <a:off x="2074294" y="3322257"/>
            <a:ext cx="3560828" cy="963339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r>
              <a:rPr lang="en-US" sz="2000" dirty="0">
                <a:solidFill>
                  <a:srgbClr val="D0D5DA"/>
                </a:solidFill>
              </a:rPr>
              <a:t>Automated Remediation</a:t>
            </a:r>
          </a:p>
          <a:p>
            <a:endParaRPr lang="en-US" sz="1400" dirty="0">
              <a:solidFill>
                <a:srgbClr val="ADB3B9"/>
              </a:solidFill>
            </a:endParaRPr>
          </a:p>
          <a:p>
            <a:r>
              <a:rPr lang="en-US" sz="1400" dirty="0">
                <a:solidFill>
                  <a:srgbClr val="ADB3B9"/>
                </a:solidFill>
              </a:rPr>
              <a:t>Executing system runbooks to fix recurring anomalies automatically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831BD5-6EF5-E612-F392-95407BDFA0E6}"/>
              </a:ext>
            </a:extLst>
          </p:cNvPr>
          <p:cNvSpPr txBox="1"/>
          <p:nvPr/>
        </p:nvSpPr>
        <p:spPr>
          <a:xfrm>
            <a:off x="2100588" y="4675461"/>
            <a:ext cx="3560828" cy="963339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r>
              <a:rPr lang="en-US" sz="2000" dirty="0">
                <a:solidFill>
                  <a:srgbClr val="D0D5DA"/>
                </a:solidFill>
              </a:rPr>
              <a:t>Security Triage</a:t>
            </a:r>
          </a:p>
          <a:p>
            <a:endParaRPr lang="en-US" sz="1400" dirty="0">
              <a:solidFill>
                <a:srgbClr val="ADB3B9"/>
              </a:solidFill>
            </a:endParaRPr>
          </a:p>
          <a:p>
            <a:r>
              <a:rPr lang="en-US" sz="1400" dirty="0">
                <a:solidFill>
                  <a:srgbClr val="ADB3B9"/>
                </a:solidFill>
              </a:rPr>
              <a:t>Aggregating thousands of security events to cross-check threats.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A1B20EA-60FD-050A-7115-7161C5A01CB7}"/>
              </a:ext>
            </a:extLst>
          </p:cNvPr>
          <p:cNvSpPr txBox="1"/>
          <p:nvPr/>
        </p:nvSpPr>
        <p:spPr>
          <a:xfrm>
            <a:off x="2126882" y="6123261"/>
            <a:ext cx="3560828" cy="963339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r>
              <a:rPr lang="en-US" sz="2000" dirty="0">
                <a:solidFill>
                  <a:srgbClr val="D0D5DA"/>
                </a:solidFill>
              </a:rPr>
              <a:t>Toolchain Orchestration</a:t>
            </a:r>
          </a:p>
          <a:p>
            <a:endParaRPr lang="en-US" sz="1400" dirty="0">
              <a:solidFill>
                <a:srgbClr val="ADB3B9"/>
              </a:solidFill>
            </a:endParaRPr>
          </a:p>
          <a:p>
            <a:r>
              <a:rPr lang="en-US" sz="1400" dirty="0">
                <a:solidFill>
                  <a:srgbClr val="ADB3B9"/>
                </a:solidFill>
              </a:rPr>
              <a:t>Syncing Dynatrace state with Jira ServiceNow, and external APIs.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4A4E16-CCBC-CF77-13F6-2741BCB8CD2C}"/>
              </a:ext>
            </a:extLst>
          </p:cNvPr>
          <p:cNvSpPr txBox="1"/>
          <p:nvPr/>
        </p:nvSpPr>
        <p:spPr>
          <a:xfrm>
            <a:off x="2153176" y="7454805"/>
            <a:ext cx="3560828" cy="963339"/>
          </a:xfrm>
          <a:prstGeom prst="rect">
            <a:avLst/>
          </a:prstGeom>
          <a:noFill/>
        </p:spPr>
        <p:txBody>
          <a:bodyPr wrap="square" lIns="9143" tIns="4571" rIns="9143" bIns="4571" anchor="ctr">
            <a:spAutoFit/>
          </a:bodyPr>
          <a:lstStyle/>
          <a:p>
            <a:r>
              <a:rPr lang="en-US" sz="2000" dirty="0">
                <a:solidFill>
                  <a:srgbClr val="D0D5DA"/>
                </a:solidFill>
              </a:rPr>
              <a:t>Administration &amp; Reporting</a:t>
            </a:r>
          </a:p>
          <a:p>
            <a:endParaRPr lang="en-US" sz="1400" dirty="0">
              <a:solidFill>
                <a:srgbClr val="ADB3B9"/>
              </a:solidFill>
            </a:endParaRPr>
          </a:p>
          <a:p>
            <a:r>
              <a:rPr lang="en-US" sz="1400" dirty="0">
                <a:solidFill>
                  <a:srgbClr val="ADB3B9"/>
                </a:solidFill>
              </a:rPr>
              <a:t>Delivering the Daily Dynatrace Assisted </a:t>
            </a:r>
            <a:r>
              <a:rPr lang="en-US" sz="1400" dirty="0">
                <a:solidFill>
                  <a:srgbClr val="B0B5BA"/>
                </a:solidFill>
              </a:rPr>
              <a:t>Report and optimizing cloud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299116" y="4249624"/>
            <a:ext cx="2663483" cy="297323"/>
          </a:xfrm>
          <a:prstGeom prst="rect">
            <a:avLst/>
          </a:prstGeom>
          <a:noFill/>
        </p:spPr>
        <p:txBody>
          <a:bodyPr wrap="none" lIns="9143" tIns="4571" rIns="9143" bIns="4571" anchor="ctr">
            <a:spAutoFit/>
          </a:bodyPr>
          <a:lstStyle/>
          <a:p>
            <a:pPr algn="ctr"/>
            <a:r>
              <a:rPr sz="1872">
                <a:solidFill>
                  <a:srgbClr val="D4DCE0"/>
                </a:solidFill>
              </a:rPr>
              <a:t>Walk:Standard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00716" y="4648921"/>
            <a:ext cx="2193997" cy="253016"/>
          </a:xfrm>
          <a:prstGeom prst="rect">
            <a:avLst/>
          </a:prstGeom>
          <a:noFill/>
        </p:spPr>
        <p:txBody>
          <a:bodyPr wrap="none" lIns="9143" tIns="4571" rIns="9143" bIns="4571" anchor="ctr">
            <a:spAutoFit/>
          </a:bodyPr>
          <a:lstStyle/>
          <a:p>
            <a:pPr algn="ctr"/>
            <a:r>
              <a:rPr sz="1584">
                <a:solidFill>
                  <a:srgbClr val="BBC3C8"/>
                </a:solidFill>
              </a:rPr>
              <a:t>Multi-stepconditional logi,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1475" y="4932898"/>
            <a:ext cx="2181621" cy="238205"/>
          </a:xfrm>
          <a:prstGeom prst="rect">
            <a:avLst/>
          </a:prstGeom>
          <a:noFill/>
        </p:spPr>
        <p:txBody>
          <a:bodyPr wrap="none" lIns="9143" tIns="4571" rIns="9143" bIns="4571" anchor="ctr">
            <a:spAutoFit/>
          </a:bodyPr>
          <a:lstStyle/>
          <a:p>
            <a:pPr algn="ctr"/>
            <a:r>
              <a:rPr sz="1488">
                <a:solidFill>
                  <a:srgbClr val="BAC1C7"/>
                </a:solidFill>
              </a:rPr>
              <a:t>loops, and integrations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4372" y="5203497"/>
            <a:ext cx="1376400" cy="245578"/>
          </a:xfrm>
          <a:prstGeom prst="rect">
            <a:avLst/>
          </a:prstGeom>
          <a:noFill/>
        </p:spPr>
        <p:txBody>
          <a:bodyPr wrap="none" lIns="9143" tIns="4571" rIns="9143" bIns="4571" anchor="ctr">
            <a:spAutoFit/>
          </a:bodyPr>
          <a:lstStyle/>
          <a:p>
            <a:pPr algn="ctr"/>
            <a:r>
              <a:rPr sz="1536">
                <a:solidFill>
                  <a:srgbClr val="BBC4C9"/>
                </a:solidFill>
              </a:rPr>
              <a:t>third-party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3428" y="6566455"/>
            <a:ext cx="2567945" cy="289949"/>
          </a:xfrm>
          <a:prstGeom prst="rect">
            <a:avLst/>
          </a:prstGeom>
          <a:noFill/>
        </p:spPr>
        <p:txBody>
          <a:bodyPr wrap="none" lIns="9143" tIns="4571" rIns="9143" bIns="4571" anchor="ctr">
            <a:spAutoFit/>
          </a:bodyPr>
          <a:lstStyle/>
          <a:p>
            <a:r>
              <a:rPr sz="1824">
                <a:solidFill>
                  <a:srgbClr val="D9CBBA"/>
                </a:solidFill>
              </a:rPr>
              <a:t>Crawl: Simple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8000" y="6955755"/>
            <a:ext cx="2304796" cy="238205"/>
          </a:xfrm>
          <a:prstGeom prst="rect">
            <a:avLst/>
          </a:prstGeom>
          <a:noFill/>
        </p:spPr>
        <p:txBody>
          <a:bodyPr wrap="none" lIns="9143" tIns="4571" rIns="9143" bIns="4571" anchor="ctr">
            <a:spAutoFit/>
          </a:bodyPr>
          <a:lstStyle/>
          <a:p>
            <a:r>
              <a:rPr sz="1488">
                <a:solidFill>
                  <a:srgbClr val="C5BFAF"/>
                </a:solidFill>
              </a:rPr>
              <a:t>Directing Grail data to 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2572" y="7229492"/>
            <a:ext cx="2158025" cy="253016"/>
          </a:xfrm>
          <a:prstGeom prst="rect">
            <a:avLst/>
          </a:prstGeom>
          <a:noFill/>
        </p:spPr>
        <p:txBody>
          <a:bodyPr wrap="none" lIns="9143" tIns="4571" rIns="9143" bIns="4571" anchor="ctr">
            <a:spAutoFit/>
          </a:bodyPr>
          <a:lstStyle/>
          <a:p>
            <a:r>
              <a:rPr sz="1584">
                <a:solidFill>
                  <a:srgbClr val="C3BDAD"/>
                </a:solidFill>
              </a:rPr>
              <a:t>eyeballsvia email or Slack.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36572" y="718588"/>
            <a:ext cx="9601216" cy="70339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4511">
                <a:solidFill>
                  <a:srgbClr val="EAEFF0"/>
                </a:solidFill>
              </a:rPr>
              <a:t>Filtering chaos intotated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9737" y="2376404"/>
            <a:ext cx="3083406" cy="26776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680">
                <a:solidFill>
                  <a:srgbClr val="88A2B2"/>
                </a:solidFill>
              </a:rPr>
              <a:t>Raw Telemetry: CPU spikes,hh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70727" y="2594954"/>
            <a:ext cx="3364702" cy="3563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2256">
                <a:solidFill>
                  <a:srgbClr val="B6BCBE"/>
                </a:solidFill>
              </a:rPr>
              <a:t>failure ratescutom logex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7451" y="3848921"/>
            <a:ext cx="3251978" cy="2530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584">
                <a:solidFill>
                  <a:srgbClr val="8CA4B2"/>
                </a:solidFill>
              </a:rPr>
              <a:t>Davis Events:Alerts raised against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70857" y="4117783"/>
            <a:ext cx="1815816" cy="2455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536">
                <a:solidFill>
                  <a:srgbClr val="B7BBBE"/>
                </a:solidFill>
              </a:rPr>
              <a:t>specific thresholds.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0000" y="4439888"/>
            <a:ext cx="2238752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ABB2B5"/>
                </a:solidFill>
              </a:rPr>
              <a:t>fetch dt.davis.events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46125" y="5334635"/>
            <a:ext cx="3471589" cy="2530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584">
                <a:solidFill>
                  <a:srgbClr val="90A3B1"/>
                </a:solidFill>
              </a:rPr>
              <a:t>The Problem:Dynatrace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0472" y="5595026"/>
            <a:ext cx="3199528" cy="289949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824">
                <a:solidFill>
                  <a:srgbClr val="BABFC1"/>
                </a:solidFill>
              </a:rPr>
              <a:t>groupsrelatedeventsintoasig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75429" y="5886041"/>
            <a:ext cx="1597871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B8BCBE"/>
                </a:solidFill>
              </a:rPr>
              <a:t>root-cause entity.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75429" y="6206377"/>
            <a:ext cx="2348141" cy="2603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632">
                <a:solidFill>
                  <a:srgbClr val="ADB2B4"/>
                </a:solidFill>
              </a:rPr>
              <a:t>fetch dt.davis.problems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5311" y="7125783"/>
            <a:ext cx="3366689" cy="2455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536">
                <a:solidFill>
                  <a:srgbClr val="91A4B1"/>
                </a:solidFill>
              </a:rPr>
              <a:t>The Trigger: Firing workflows 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1862" y="7406040"/>
            <a:ext cx="3109567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488">
                <a:solidFill>
                  <a:srgbClr val="B7BBBD"/>
                </a:solidFill>
              </a:rPr>
              <a:t>on precise metadata (e.g., 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0000" y="7664326"/>
            <a:ext cx="2336535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B9BDBE"/>
                </a:solidFill>
              </a:rPr>
              <a:t>Kubernetes namespaces).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68000" y="741078"/>
            <a:ext cx="7569186" cy="68127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4367">
                <a:solidFill>
                  <a:srgbClr val="ECEFF2"/>
                </a:solidFill>
              </a:rPr>
              <a:t>The architecture of initiation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48572" y="2511854"/>
            <a:ext cx="2469392" cy="4448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831">
                <a:solidFill>
                  <a:srgbClr val="DDE0E3"/>
                </a:solidFill>
              </a:rPr>
              <a:t>Event Triggers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6857" y="2505849"/>
            <a:ext cx="3146052" cy="45230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879">
                <a:solidFill>
                  <a:srgbClr val="DDE0E3"/>
                </a:solidFill>
              </a:rPr>
              <a:t>Schedule Triggers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18857" y="2506398"/>
            <a:ext cx="3605600" cy="4374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783">
                <a:solidFill>
                  <a:srgbClr val="DDE1E3"/>
                </a:solidFill>
              </a:rPr>
              <a:t>On-Demand Triggers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0286" y="3515980"/>
            <a:ext cx="963210" cy="3931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95">
                <a:solidFill>
                  <a:srgbClr val="CED0D4"/>
                </a:solidFill>
              </a:rPr>
              <a:t>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17714" y="3520552"/>
            <a:ext cx="963210" cy="3931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95">
                <a:solidFill>
                  <a:srgbClr val="CFD2D5"/>
                </a:solidFill>
              </a:rPr>
              <a:t>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05143" y="3520552"/>
            <a:ext cx="963210" cy="3931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95">
                <a:solidFill>
                  <a:srgbClr val="D0D1D4"/>
                </a:solidFill>
              </a:rP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62286" y="4077131"/>
            <a:ext cx="1243159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7C9CC"/>
                </a:solidFill>
              </a:rPr>
              <a:t>Grail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0571" y="4102821"/>
            <a:ext cx="2699904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68">
                <a:solidFill>
                  <a:srgbClr val="C6C8CB"/>
                </a:solidFill>
              </a:rPr>
              <a:t>Routine reporting 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41714" y="4086274"/>
            <a:ext cx="3104759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7C9CB"/>
                </a:solidFill>
              </a:rPr>
              <a:t>Ad-hoc tasks or external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429" y="4424927"/>
            <a:ext cx="2253692" cy="34900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08">
                <a:solidFill>
                  <a:srgbClr val="BDC1C3"/>
                </a:solidFill>
              </a:rPr>
              <a:t>(dt.system.evets,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0571" y="4429131"/>
            <a:ext cx="2427201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2C5C8"/>
                </a:solidFill>
              </a:rPr>
              <a:t>maintenance tasks.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41714" y="4440559"/>
            <a:ext cx="2562879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1C5C7"/>
                </a:solidFill>
              </a:rPr>
              <a:t>system integrations.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7714" y="4747548"/>
            <a:ext cx="2969914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BDC1C4"/>
                </a:solidFill>
              </a:rPr>
              <a:t>security.events,Davis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143" y="5112559"/>
            <a:ext cx="1364474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2C6C9"/>
                </a:solidFill>
              </a:rPr>
              <a:t>problems).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40572" y="5574977"/>
            <a:ext cx="1675970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D2D4D7"/>
                </a:solidFill>
              </a:rPr>
              <a:t>Mechanism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46286" y="5577263"/>
            <a:ext cx="1675970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D1D2D4"/>
                </a:solidFill>
              </a:rPr>
              <a:t>Mechanism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7715" y="5609263"/>
            <a:ext cx="1675970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D0D3D6"/>
                </a:solidFill>
              </a:rP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6857" y="6141679"/>
            <a:ext cx="3451327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68">
                <a:solidFill>
                  <a:srgbClr val="C7C9CC"/>
                </a:solidFill>
              </a:rPr>
              <a:t>Time-based CRoN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3429" y="6148872"/>
            <a:ext cx="3497943" cy="3342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12">
                <a:solidFill>
                  <a:srgbClr val="C4C7CA"/>
                </a:solidFill>
              </a:rPr>
              <a:t>Fired manually via the UIor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143" y="6177702"/>
            <a:ext cx="3141627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8CACD"/>
                </a:solidFill>
              </a:rPr>
              <a:t>Fires automatically when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143" y="6525130"/>
            <a:ext cx="3038458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2C6C8"/>
                </a:solidFill>
              </a:rPr>
              <a:t>specific filter criteria 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1429" y="6477131"/>
            <a:ext cx="3539878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8CBCE"/>
                </a:solidFill>
              </a:rPr>
              <a:t>or advanced Calendar 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28000" y="6497702"/>
            <a:ext cx="3180677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5C9CB"/>
                </a:solidFill>
              </a:rPr>
              <a:t>programmatically via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000" y="6829131"/>
            <a:ext cx="2987162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4C7CA"/>
                </a:solidFill>
              </a:rPr>
              <a:t>(e.g., Every Wednesday,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3429" y="6790977"/>
            <a:ext cx="707756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C7C9CB"/>
                </a:solidFill>
              </a:rPr>
              <a:t>calls.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143" y="6839526"/>
            <a:ext cx="629209" cy="3563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56">
                <a:solidFill>
                  <a:srgbClr val="C7CBCD"/>
                </a:solidFill>
              </a:rPr>
              <a:t>met.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0763" y="7165130"/>
            <a:ext cx="3565333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064">
                <a:solidFill>
                  <a:srgbClr val="C4C7CA"/>
                </a:solidFill>
              </a:rPr>
              <a:t>excluding Austrian holidays.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8857" y="485258"/>
            <a:ext cx="8114976" cy="64434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4127">
                <a:solidFill>
                  <a:srgbClr val="E9EFF2"/>
                </a:solidFill>
              </a:rPr>
              <a:t>Classifying workflow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61714" y="1703409"/>
            <a:ext cx="2768961" cy="3931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95">
                <a:solidFill>
                  <a:srgbClr val="C6D7E0"/>
                </a:solidFill>
              </a:rPr>
              <a:t>Simple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77714" y="1697952"/>
            <a:ext cx="3042306" cy="385809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47">
                <a:solidFill>
                  <a:srgbClr val="C9D9E1"/>
                </a:solidFill>
              </a:rPr>
              <a:t>Standard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571" y="3345392"/>
            <a:ext cx="717374" cy="20864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96">
                <a:solidFill>
                  <a:srgbClr val="ABBCC8"/>
                </a:solidFill>
              </a:rPr>
              <a:t>TRIGGER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286" y="3348194"/>
            <a:ext cx="610999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>
                <a:solidFill>
                  <a:srgbClr val="ABBEC9"/>
                </a:solidFill>
              </a:rP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9143" y="3386012"/>
            <a:ext cx="617988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91A4B2"/>
                </a:solidFill>
              </a:rPr>
              <a:t>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3661" y="4802954"/>
            <a:ext cx="3856054" cy="3563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2256">
                <a:solidFill>
                  <a:srgbClr val="C0C3C6"/>
                </a:solidFill>
              </a:rPr>
              <a:t>Multiple actions, branching,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000" y="4938147"/>
            <a:ext cx="199604" cy="3785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00">
                <a:solidFill>
                  <a:srgbClr val="BCCFD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5143" y="4952378"/>
            <a:ext cx="1806262" cy="3638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04">
                <a:solidFill>
                  <a:srgbClr val="C0C6CA"/>
                </a:solidFill>
              </a:rPr>
              <a:t>Architecture: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286" y="4957499"/>
            <a:ext cx="2720230" cy="34900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08">
                <a:solidFill>
                  <a:srgbClr val="BFC5C9"/>
                </a:solidFill>
              </a:rPr>
              <a:t>1 Trigger + 1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6571" y="4950092"/>
            <a:ext cx="1806262" cy="3638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04">
                <a:solidFill>
                  <a:srgbClr val="BEC3C6"/>
                </a:solidFill>
              </a:rPr>
              <a:t>Architecture: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82286" y="5126821"/>
            <a:ext cx="1643910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68">
                <a:solidFill>
                  <a:srgbClr val="BFC2C5"/>
                </a:solidFill>
              </a:rPr>
              <a:t>loops, delays.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8000" y="5659213"/>
            <a:ext cx="3736598" cy="34900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08">
                <a:solidFill>
                  <a:srgbClr val="BFC4C8"/>
                </a:solidFill>
              </a:rPr>
              <a:t>No workflow licensing cost,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82286" y="5668872"/>
            <a:ext cx="3558729" cy="3342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12">
                <a:solidFill>
                  <a:srgbClr val="BFC3C5"/>
                </a:solidFill>
              </a:rPr>
              <a:t>Licensing costs apply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000" y="5781124"/>
            <a:ext cx="206016" cy="3931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95">
                <a:solidFill>
                  <a:srgbClr val="BBD2DB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6000" y="5806383"/>
            <a:ext cx="1374605" cy="3563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56">
                <a:solidFill>
                  <a:srgbClr val="BDC3C8"/>
                </a:solidFill>
              </a:rPr>
              <a:t>Licensing: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9143" y="5801812"/>
            <a:ext cx="188383" cy="3563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56">
                <a:solidFill>
                  <a:srgbClr val="BFD1DB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2857" y="5800378"/>
            <a:ext cx="1405063" cy="3638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04">
                <a:solidFill>
                  <a:srgbClr val="BEC2C5"/>
                </a:solidFill>
              </a:rPr>
              <a:t>Licensing: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5429" y="5976223"/>
            <a:ext cx="2521907" cy="3046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20">
                <a:solidFill>
                  <a:srgbClr val="C1C5C8"/>
                </a:solidFill>
              </a:rPr>
              <a:t>only execution billed.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73143" y="5967416"/>
            <a:ext cx="3012233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1C2C5"/>
                </a:solidFill>
              </a:rPr>
              <a:t>when published to Live.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3353" y="6514070"/>
            <a:ext cx="3997504" cy="34900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2208">
                <a:solidFill>
                  <a:srgbClr val="C1C3C6"/>
                </a:solidFill>
              </a:rPr>
              <a:t>Detailed UI execution history,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571" y="6649811"/>
            <a:ext cx="188383" cy="3563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56">
                <a:solidFill>
                  <a:srgbClr val="C1D5E0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571" y="6681107"/>
            <a:ext cx="1672379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68">
                <a:solidFill>
                  <a:srgbClr val="C1C5C9"/>
                </a:solidFill>
              </a:rPr>
              <a:t>Observability: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14857" y="6666328"/>
            <a:ext cx="2696249" cy="3416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60">
                <a:solidFill>
                  <a:srgbClr val="C1C4C8"/>
                </a:solidFill>
              </a:rPr>
              <a:t>Basic system events.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3715" y="6654899"/>
            <a:ext cx="180368" cy="3416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60">
                <a:solidFill>
                  <a:srgbClr val="C3D6DE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7429" y="6670015"/>
            <a:ext cx="1793053" cy="3342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12">
                <a:solidFill>
                  <a:srgbClr val="C0C2C5"/>
                </a:solidFill>
              </a:rPr>
              <a:t>Observability: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81868" y="6825107"/>
            <a:ext cx="4132989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968">
                <a:solidFill>
                  <a:srgbClr val="B9BABD"/>
                </a:solidFill>
              </a:rPr>
              <a:t>visual path tracking, deep logging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1957" y="7407235"/>
            <a:ext cx="2958373" cy="3638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304">
                <a:solidFill>
                  <a:srgbClr val="79B493"/>
                </a:solidFill>
              </a:rPr>
              <a:t>The Draft Advantage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88155" y="7804278"/>
            <a:ext cx="6029405" cy="31944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016">
                <a:solidFill>
                  <a:srgbClr val="BAC4C2"/>
                </a:solidFill>
              </a:rPr>
              <a:t>Standard workfLows cost nothing in Draft mode.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37048" y="8059729"/>
            <a:ext cx="4959049" cy="3342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112">
                <a:solidFill>
                  <a:srgbClr val="B1C0B8"/>
                </a:solidFill>
              </a:rPr>
              <a:t>SREs can maintain a Live version while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42317" y="8329812"/>
            <a:ext cx="4725651" cy="3563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256">
                <a:solidFill>
                  <a:srgbClr val="BAC5C3"/>
                </a:solidFill>
              </a:rPr>
              <a:t>safely testing iterations in parallel.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8858" y="461704"/>
            <a:ext cx="9564348" cy="69602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4463">
                <a:solidFill>
                  <a:srgbClr val="E6ECED"/>
                </a:solidFill>
              </a:rPr>
              <a:t>Dynamic context passing with Jinja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5143" y="1648120"/>
            <a:ext cx="3165416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C7D8DF"/>
                </a:solidFill>
              </a:rPr>
              <a:t>Concept 1: The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97715" y="1557465"/>
            <a:ext cx="290975" cy="51135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3263">
                <a:solidFill>
                  <a:srgbClr val="6987A2"/>
                </a:solidFill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6857" y="2104069"/>
            <a:ext cx="1020470" cy="2455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536">
                <a:solidFill>
                  <a:srgbClr val="919698"/>
                </a:solidFill>
              </a:rPr>
              <a:t>Termlnal 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286" y="2477834"/>
            <a:ext cx="3447545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CFD5D8"/>
                </a:solidFill>
              </a:rPr>
              <a:t>Action tasks query Grail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32644" y="2634664"/>
            <a:ext cx="3310712" cy="3638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304">
                <a:solidFill>
                  <a:srgbClr val="B2BBB7"/>
                </a:solidFill>
              </a:rPr>
              <a:t>fetch dt.davis.problems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857" y="2832120"/>
            <a:ext cx="3062183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CED4D7"/>
                </a:solidFill>
              </a:rPr>
              <a:t>for real-time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00167" y="2961772"/>
            <a:ext cx="3356238" cy="42274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687">
                <a:solidFill>
                  <a:srgbClr val="9FB1A5"/>
                </a:solidFill>
              </a:rPr>
              <a:t>filter duration &gt;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3714" y="4429834"/>
            <a:ext cx="3577644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C7D8DE"/>
                </a:solidFill>
              </a:rPr>
              <a:t>Concept 2: The Hand-off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6600" y="4946838"/>
            <a:ext cx="6087114" cy="3931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2495">
                <a:solidFill>
                  <a:srgbClr val="BDC0C2"/>
                </a:solidFill>
              </a:rPr>
              <a:t>result('fetch_problem_with_dql').records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600" y="5786147"/>
            <a:ext cx="3951657" cy="3785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400">
                <a:solidFill>
                  <a:srgbClr val="C5D5DC"/>
                </a:solidFill>
              </a:rPr>
              <a:t>Concept 3: The Formatting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14" y="6150977"/>
            <a:ext cx="3370344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CED3D5"/>
                </a:solidFill>
              </a:rPr>
              <a:t>Jinja enables loops 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429" y="6505263"/>
            <a:ext cx="2629179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CCD1D4"/>
                </a:solidFill>
              </a:rPr>
              <a:t>control structures,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143" y="6610321"/>
            <a:ext cx="4268539" cy="4079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591">
                <a:solidFill>
                  <a:srgbClr val="ACB7B2"/>
                </a:solidFill>
              </a:rPr>
              <a:t>{% for record in records %}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143" y="6870977"/>
            <a:ext cx="2994664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D1D5D8"/>
                </a:solidFill>
              </a:rPr>
              <a:t>formatting raw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9714" y="6964058"/>
            <a:ext cx="6834113" cy="42274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687">
                <a:solidFill>
                  <a:srgbClr val="C5C9CA"/>
                </a:solidFill>
              </a:rPr>
              <a:t>{{ record.problem_id }} - {{ record.status 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57" y="7219290"/>
            <a:ext cx="2367506" cy="3785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00">
                <a:solidFill>
                  <a:srgbClr val="CFD4D6"/>
                </a:solidFill>
              </a:rPr>
              <a:t>into specific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1715" y="7342718"/>
            <a:ext cx="2027028" cy="3785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00">
                <a:solidFill>
                  <a:srgbClr val="8AA795"/>
                </a:solidFill>
              </a:rPr>
              <a:t>{% end for %}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286" y="7587290"/>
            <a:ext cx="1401151" cy="3785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00">
                <a:solidFill>
                  <a:srgbClr val="CCD1D4"/>
                </a:solidFill>
              </a:rPr>
              <a:t>payloads.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0571" y="461884"/>
            <a:ext cx="10049352" cy="659089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4223">
                <a:solidFill>
                  <a:srgbClr val="E0E6E8"/>
                </a:solidFill>
              </a:rPr>
              <a:t>Securing execution with Service 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82286" y="1685459"/>
            <a:ext cx="1887246" cy="41536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639">
                <a:solidFill>
                  <a:srgbClr val="BED0D7"/>
                </a:solidFill>
              </a:rPr>
              <a:t>User 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2286" y="1667541"/>
            <a:ext cx="2439768" cy="4374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783">
                <a:solidFill>
                  <a:srgbClr val="BFD0D6"/>
                </a:solidFill>
              </a:rPr>
              <a:t>Service 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5143" y="6559416"/>
            <a:ext cx="5900139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2C6C8"/>
                </a:solidFill>
              </a:rPr>
              <a:t>Default behavior. Workflows execute using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25714" y="6550274"/>
            <a:ext cx="6907786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1C3C3"/>
                </a:solidFill>
              </a:rPr>
              <a:t>Best practice for Live workflows. Execution is bound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714" y="6897702"/>
            <a:ext cx="4675060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1C6C7"/>
                </a:solidFill>
              </a:rPr>
              <a:t>permissions of the individual creator.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98286" y="6897702"/>
            <a:ext cx="3546290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3C4C4"/>
                </a:solidFill>
              </a:rPr>
              <a:t>a dedicated service identity.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572" y="7466845"/>
            <a:ext cx="6215546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2C6C8"/>
                </a:solidFill>
              </a:rPr>
              <a:t>Ideal for personal reporting and draft testing,but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12000" y="7460872"/>
            <a:ext cx="6709848" cy="3342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12">
                <a:solidFill>
                  <a:srgbClr val="C4C5C5"/>
                </a:solidFill>
              </a:rPr>
              <a:t>Isolates security boundaries, limits permissions, 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143" y="7785443"/>
            <a:ext cx="6814749" cy="3342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12">
                <a:solidFill>
                  <a:srgbClr val="C3C6C8"/>
                </a:solidFill>
              </a:rPr>
              <a:t>brittle-if the user changes roles,the workflow breaks.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5714" y="7795988"/>
            <a:ext cx="6318074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3C4C4"/>
                </a:solidFill>
              </a:rPr>
              <a:t>guarantees resilience regardless of team turnover.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38286" y="811418"/>
            <a:ext cx="10551797" cy="69602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4463">
                <a:solidFill>
                  <a:srgbClr val="CCD7DF"/>
                </a:solidFill>
                <a:latin typeface="微软雅黑"/>
              </a:rPr>
              <a:t>Modular execution and sub-workflows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9714" y="2269499"/>
            <a:ext cx="2302744" cy="34900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08">
                <a:solidFill>
                  <a:srgbClr val="5E7B94"/>
                </a:solidFill>
                <a:latin typeface="微软雅黑"/>
              </a:rPr>
              <a:t>The Orchestrator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05714" y="2607416"/>
            <a:ext cx="3345529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5F8477"/>
                </a:solidFill>
                <a:latin typeface="微软雅黑"/>
              </a:rPr>
              <a:t>The Agent (Sub-workflow)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5143" y="3681366"/>
            <a:ext cx="2760754" cy="3046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20">
                <a:solidFill>
                  <a:srgbClr val="BEC2C6"/>
                </a:solidFill>
                <a:latin typeface="微软雅黑"/>
              </a:rPr>
              <a:t>Encapsulated logic that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4571" y="3933130"/>
            <a:ext cx="4007826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C1C9CE"/>
                </a:solidFill>
                <a:latin typeface="微软雅黑"/>
              </a:rPr>
              <a:t>Captures trigger (K8s anomaly).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6285" y="3942273"/>
            <a:ext cx="2657585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BEC3C6"/>
                </a:solidFill>
                <a:latin typeface="微软雅黑"/>
              </a:rPr>
              <a:t>can be reused across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1143" y="4196356"/>
            <a:ext cx="3113479" cy="34900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08">
                <a:solidFill>
                  <a:srgbClr val="BDC2C6"/>
                </a:solidFill>
                <a:latin typeface="微软雅黑"/>
              </a:rPr>
              <a:t>different orchestrators.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572" y="4473107"/>
            <a:ext cx="2453042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68">
                <a:solidFill>
                  <a:srgbClr val="C0C9CF"/>
                </a:solidFill>
                <a:latin typeface="微软雅黑"/>
              </a:rPr>
              <a:t>Injects global 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715" y="4490328"/>
            <a:ext cx="1079011" cy="3416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60">
                <a:solidFill>
                  <a:srgbClr val="5B7F98"/>
                </a:solidFill>
                <a:latin typeface="微软雅黑"/>
              </a:rPr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7143" y="4736120"/>
            <a:ext cx="3436580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BCC5CA"/>
                </a:solidFill>
                <a:latin typeface="微软雅黑"/>
              </a:rPr>
              <a:t>(e.g., 'no pull requests').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143" y="4787988"/>
            <a:ext cx="1116522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5D7D96"/>
                </a:solidFill>
                <a:latin typeface="微软雅黑"/>
              </a:rPr>
              <a:t>Injection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571" y="5283988"/>
            <a:ext cx="2459261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BCC4C9"/>
                </a:solidFill>
                <a:latin typeface="微软雅黑"/>
              </a:rPr>
              <a:t>Calls sub-workflow.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9143" y="5709834"/>
            <a:ext cx="2742993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A89975"/>
                </a:solidFill>
                <a:latin typeface="微软雅黑"/>
              </a:rPr>
              <a:t>Resilience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68155" y="6246821"/>
            <a:ext cx="3458702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968">
                <a:solidFill>
                  <a:srgbClr val="BCC0C5"/>
                </a:solidFill>
                <a:latin typeface="微软雅黑"/>
              </a:rPr>
              <a:t>Wrap sub-workflows in 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89143" y="6501421"/>
            <a:ext cx="678902" cy="31944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16">
                <a:solidFill>
                  <a:srgbClr val="BDC0C3"/>
                </a:solidFill>
                <a:latin typeface="微软雅黑"/>
              </a:rPr>
              <a:t>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39197" y="7034845"/>
            <a:ext cx="3601946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2064">
                <a:solidFill>
                  <a:srgbClr val="BABFC2"/>
                </a:solidFill>
                <a:latin typeface="微软雅黑"/>
              </a:rPr>
              <a:t>Example: automatically retry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70212" y="7295416"/>
            <a:ext cx="3320074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2064">
                <a:solidFill>
                  <a:srgbClr val="BCC0C3"/>
                </a:solidFill>
                <a:latin typeface="微软雅黑"/>
              </a:rPr>
              <a:t>a failed execution 5 times,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40530" y="7588169"/>
            <a:ext cx="3258327" cy="289949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824">
                <a:solidFill>
                  <a:srgbClr val="BABFC2"/>
                </a:solidFill>
                <a:latin typeface="微软雅黑"/>
              </a:rPr>
              <a:t>pausing 60 seconds between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2857" y="7850509"/>
            <a:ext cx="1127294" cy="3046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20">
                <a:solidFill>
                  <a:srgbClr val="BFC3C5"/>
                </a:solidFill>
                <a:latin typeface="微软雅黑"/>
              </a:rPr>
              <a:t>attempts.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5429" y="749698"/>
            <a:ext cx="11433321" cy="60003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3839">
                <a:solidFill>
                  <a:srgbClr val="E9EEF1"/>
                </a:solidFill>
                <a:latin typeface="微软雅黑"/>
              </a:rPr>
              <a:t>Anatomy of a Kubernetes troubleshooting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7715" y="1915729"/>
            <a:ext cx="3542827" cy="3342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12">
                <a:solidFill>
                  <a:srgbClr val="629EC4"/>
                </a:solidFill>
                <a:latin typeface="微软雅黑"/>
              </a:rPr>
              <a:t>Phase 1: Context Gathering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75429" y="1905185"/>
            <a:ext cx="4062136" cy="3416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60">
                <a:solidFill>
                  <a:srgbClr val="649DC4"/>
                </a:solidFill>
                <a:latin typeface="微软雅黑"/>
              </a:rPr>
              <a:t>Phase 2:Dynatrace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51429" y="1904300"/>
            <a:ext cx="3267559" cy="3342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112">
                <a:solidFill>
                  <a:srgbClr val="72BD9D"/>
                </a:solidFill>
                <a:latin typeface="微软雅黑"/>
              </a:rPr>
              <a:t>Phase 3: YAML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4857" y="2648766"/>
            <a:ext cx="919352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>
                <a:solidFill>
                  <a:srgbClr val="AFBCC4"/>
                </a:solidFill>
                <a:latin typeface="微软雅黑"/>
              </a:rPr>
              <a:t>CPU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7714" y="2938348"/>
            <a:ext cx="2634565" cy="14959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12">
                <a:solidFill>
                  <a:srgbClr val="777C85"/>
                </a:solidFill>
                <a:latin typeface="微软雅黑"/>
              </a:rPr>
              <a:t>DQL query running:SEεET arg(cpu) FD Bs.pod...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88000" y="3214745"/>
            <a:ext cx="1198275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BCD1C2"/>
                </a:solidFill>
                <a:latin typeface="微软雅黑"/>
              </a:rPr>
              <a:t>patch.yaml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22286" y="3851568"/>
            <a:ext cx="1312088" cy="17915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04">
                <a:solidFill>
                  <a:srgbClr val="95A49B"/>
                </a:solidFill>
                <a:latin typeface="微软雅黑"/>
              </a:rPr>
              <a:t>apiVersion:apps/v1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8572" y="4024430"/>
            <a:ext cx="1126140" cy="17171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56">
                <a:solidFill>
                  <a:srgbClr val="98A69D"/>
                </a:solidFill>
                <a:latin typeface="微软雅黑"/>
              </a:rPr>
              <a:t>kind:Deployment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17715" y="4194974"/>
            <a:ext cx="640430" cy="1643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08">
                <a:solidFill>
                  <a:srgbClr val="9AA8A0"/>
                </a:solidFill>
                <a:latin typeface="微软雅黑"/>
              </a:rPr>
              <a:t>metadata: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428" y="4323309"/>
            <a:ext cx="989884" cy="18652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52">
                <a:solidFill>
                  <a:srgbClr val="AFBDC6"/>
                </a:solidFill>
                <a:latin typeface="微软雅黑"/>
              </a:rPr>
              <a:t>Memory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54857" y="4368688"/>
            <a:ext cx="1475595" cy="1643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08">
                <a:solidFill>
                  <a:srgbClr val="95A39A"/>
                </a:solidFill>
                <a:latin typeface="微软雅黑"/>
              </a:rPr>
              <a:t>name: problematic-app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1429" y="4593755"/>
            <a:ext cx="890498" cy="1347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816" b="1">
                <a:solidFill>
                  <a:srgbClr val="74797E"/>
                </a:solidFill>
                <a:latin typeface="微软雅黑"/>
              </a:rPr>
              <a:t>ER000:0091T1ed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1714" y="4586348"/>
            <a:ext cx="1185451" cy="14959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12" b="1">
                <a:solidFill>
                  <a:srgbClr val="70767D"/>
                </a:solidFill>
                <a:latin typeface="微软雅黑"/>
              </a:rPr>
              <a:t>mcry linit extosded.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8572" y="4520766"/>
            <a:ext cx="387155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>
                <a:solidFill>
                  <a:srgbClr val="98A69B"/>
                </a:solidFill>
                <a:latin typeface="微软雅黑"/>
              </a:rPr>
              <a:t>spec: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6857" y="4710326"/>
            <a:ext cx="369523" cy="1347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816" b="1">
                <a:solidFill>
                  <a:srgbClr val="70747C"/>
                </a:solidFill>
                <a:latin typeface="微软雅黑"/>
              </a:rPr>
              <a:t>20000: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4571" y="4720869"/>
            <a:ext cx="340669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777C82"/>
                </a:solidFill>
                <a:latin typeface="微软雅黑"/>
              </a:rPr>
              <a:t>ssoory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5715" y="4708040"/>
            <a:ext cx="765464" cy="1347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816" b="1">
                <a:solidFill>
                  <a:srgbClr val="727680"/>
                </a:solidFill>
                <a:latin typeface="微软雅黑"/>
              </a:rPr>
              <a:t>Lnit exreeded.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000" y="4699755"/>
            <a:ext cx="1136271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9AB7C8"/>
                </a:solidFill>
                <a:latin typeface="微软雅黑"/>
              </a:rPr>
              <a:t>LLM Prompt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59429" y="4682716"/>
            <a:ext cx="627606" cy="17171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56">
                <a:solidFill>
                  <a:srgbClr val="96A39A"/>
                </a:solidFill>
                <a:latin typeface="微软雅黑"/>
              </a:rPr>
              <a:t>template: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1428" y="4839359"/>
            <a:ext cx="331051" cy="1052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624" b="1">
                <a:solidFill>
                  <a:srgbClr val="71747C"/>
                </a:solidFill>
                <a:latin typeface="微软雅黑"/>
              </a:rPr>
              <a:t>ERGOG: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9143" y="4824062"/>
            <a:ext cx="321433" cy="14959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12" b="1">
                <a:solidFill>
                  <a:srgbClr val="777C83"/>
                </a:solidFill>
                <a:latin typeface="微软雅黑"/>
              </a:rPr>
              <a:t>scary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1143" y="4830583"/>
            <a:ext cx="754243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6C717A"/>
                </a:solidFill>
                <a:latin typeface="微软雅黑"/>
              </a:rPr>
              <a:t>lindl esceeded.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0857" y="4923755"/>
            <a:ext cx="892102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9DBACA"/>
                </a:solidFill>
                <a:latin typeface="微软雅黑"/>
              </a:rPr>
              <a:t>Assembly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41715" y="4855881"/>
            <a:ext cx="374331" cy="18652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52">
                <a:solidFill>
                  <a:srgbClr val="9AA79E"/>
                </a:solidFill>
                <a:latin typeface="微软雅黑"/>
              </a:rPr>
              <a:t>spec: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1429" y="4944869"/>
            <a:ext cx="351889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73767F"/>
                </a:solidFill>
                <a:latin typeface="微软雅黑"/>
              </a:rPr>
              <a:t>20009: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1429" y="5054583"/>
            <a:ext cx="350287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72767E"/>
                </a:solidFill>
                <a:latin typeface="微软雅黑"/>
              </a:rPr>
              <a:t>EP900: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4572" y="5063726"/>
            <a:ext cx="337463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777B84"/>
                </a:solidFill>
                <a:latin typeface="微软雅黑"/>
              </a:rPr>
              <a:t>soecry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1143" y="4937464"/>
            <a:ext cx="789509" cy="1422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864" b="1">
                <a:solidFill>
                  <a:srgbClr val="717680"/>
                </a:solidFill>
                <a:latin typeface="微软雅黑"/>
              </a:rPr>
              <a:t>lloll extseded.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283429" y="5005854"/>
            <a:ext cx="755846" cy="17915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04">
                <a:solidFill>
                  <a:srgbClr val="93A198"/>
                </a:solidFill>
                <a:latin typeface="微软雅黑"/>
              </a:rPr>
              <a:t>containers: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3429" y="5168869"/>
            <a:ext cx="539441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747882"/>
                </a:solidFill>
                <a:latin typeface="微软雅黑"/>
              </a:rPr>
              <a:t>cooouTled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571" y="5163750"/>
            <a:ext cx="803936" cy="1422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864" b="1">
                <a:solidFill>
                  <a:srgbClr val="6B7079"/>
                </a:solidFill>
                <a:latin typeface="微软雅黑"/>
              </a:rPr>
              <a:t>linit exresded.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411429" y="5183287"/>
            <a:ext cx="1334530" cy="17171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56">
                <a:solidFill>
                  <a:srgbClr val="94A298"/>
                </a:solidFill>
                <a:latin typeface="微软雅黑"/>
              </a:rPr>
              <a:t>Rame:app-container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1429" y="5283154"/>
            <a:ext cx="351889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70757B"/>
                </a:solidFill>
                <a:latin typeface="微软雅黑"/>
              </a:rPr>
              <a:t>20000: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4571" y="5287726"/>
            <a:ext cx="340669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767C82"/>
                </a:solidFill>
                <a:latin typeface="微软雅黑"/>
              </a:rPr>
              <a:t>ssoory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4572" y="5228297"/>
            <a:ext cx="440055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8298A6"/>
                </a:solidFill>
                <a:latin typeface="微软雅黑"/>
              </a:rPr>
              <a:t>conteats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1428" y="5388634"/>
            <a:ext cx="877674" cy="14959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12" b="1">
                <a:solidFill>
                  <a:srgbClr val="72767E"/>
                </a:solidFill>
                <a:latin typeface="微软雅黑"/>
              </a:rPr>
              <a:t>E0000:001Tled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20572" y="5341854"/>
            <a:ext cx="699741" cy="17915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04">
                <a:solidFill>
                  <a:srgbClr val="93A197"/>
                </a:solidFill>
                <a:latin typeface="微软雅黑"/>
              </a:rPr>
              <a:t>resources: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10286" y="5502919"/>
            <a:ext cx="624400" cy="14959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12" b="1">
                <a:solidFill>
                  <a:srgbClr val="79909E"/>
                </a:solidFill>
                <a:latin typeface="微软雅黑"/>
              </a:rPr>
              <a:t>'sdatery':..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557715" y="5481101"/>
            <a:ext cx="505777" cy="2160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344">
                <a:solidFill>
                  <a:srgbClr val="93A097"/>
                </a:solidFill>
                <a:latin typeface="微软雅黑"/>
              </a:rPr>
              <a:t>llmits: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76571" y="5670997"/>
            <a:ext cx="1900390" cy="17915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04">
                <a:solidFill>
                  <a:srgbClr val="86988C"/>
                </a:solidFill>
                <a:latin typeface="微软雅黑"/>
              </a:rPr>
              <a:t>mEmory:"S12Mi"#Increased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913143" y="5837519"/>
            <a:ext cx="707756" cy="15696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60">
                <a:solidFill>
                  <a:srgbClr val="728D78"/>
                </a:solidFill>
                <a:latin typeface="微软雅黑"/>
              </a:rPr>
              <a:t>from 256Mi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9428" y="5956194"/>
            <a:ext cx="1611016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>
                <a:solidFill>
                  <a:srgbClr val="ACBAC5"/>
                </a:solidFill>
                <a:latin typeface="微软雅黑"/>
              </a:rPr>
              <a:t>Previous Fix Attempts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557715" y="6002425"/>
            <a:ext cx="627606" cy="17915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04">
                <a:solidFill>
                  <a:srgbClr val="94A298"/>
                </a:solidFill>
                <a:latin typeface="微软雅黑"/>
              </a:rPr>
              <a:t>requests: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672000" y="6169831"/>
            <a:ext cx="1065226" cy="1643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08">
                <a:solidFill>
                  <a:srgbClr val="909D93"/>
                </a:solidFill>
                <a:latin typeface="微软雅黑"/>
              </a:rPr>
              <a:t>memory:"256Mi"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06857" y="6235750"/>
            <a:ext cx="1929244" cy="1422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864" b="1">
                <a:solidFill>
                  <a:srgbClr val="777C85"/>
                </a:solidFill>
                <a:latin typeface="微软雅黑"/>
              </a:rPr>
              <a:t>Fix 4221 faiTed: Roltback lailiated.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8000" y="7539497"/>
            <a:ext cx="3821109" cy="2455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536">
                <a:solidFill>
                  <a:srgbClr val="C2C3C5"/>
                </a:solidFill>
                <a:latin typeface="微软雅黑"/>
              </a:rPr>
              <a:t>Runs parallelDQL queriesagainst Grail to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30285" y="7550041"/>
            <a:ext cx="3922290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C1C3C5"/>
                </a:solidFill>
                <a:latin typeface="微软雅黑"/>
              </a:rPr>
              <a:t>All context is bundled into an LLM prompt.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48000" y="7543183"/>
            <a:ext cx="3101553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C0C1C3"/>
                </a:solidFill>
                <a:latin typeface="微软雅黑"/>
              </a:rPr>
              <a:t>The Al isolates the root cause 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70857" y="7794064"/>
            <a:ext cx="3491403" cy="2530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584">
                <a:solidFill>
                  <a:srgbClr val="C2C4C6"/>
                </a:solidFill>
                <a:latin typeface="微软雅黑"/>
              </a:rPr>
              <a:t>pullCPU metrics,memory logs,and 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09714" y="7806041"/>
            <a:ext cx="3154708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C4C6C8"/>
                </a:solidFill>
                <a:latin typeface="微软雅黑"/>
              </a:rPr>
              <a:t>The Al acts as a Kubernetes expert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46286" y="7811497"/>
            <a:ext cx="3676004" cy="2455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536">
                <a:solidFill>
                  <a:srgbClr val="C2C4C6"/>
                </a:solidFill>
                <a:latin typeface="微软雅黑"/>
              </a:rPr>
              <a:t>generates the exactYAMLconfiguration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97714" y="8056069"/>
            <a:ext cx="3561550" cy="2455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536">
                <a:solidFill>
                  <a:srgbClr val="C1C2C3"/>
                </a:solidFill>
                <a:latin typeface="微软雅黑"/>
              </a:rPr>
              <a:t>record of previously triedfix attempts.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1429" y="8064326"/>
            <a:ext cx="3803668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C2C3C5"/>
                </a:solidFill>
                <a:latin typeface="微软雅黑"/>
              </a:rPr>
              <a:t>analyzing the specific deployment failure.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43429" y="8073469"/>
            <a:ext cx="3073212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>
                <a:solidFill>
                  <a:srgbClr val="C5C6C7"/>
                </a:solidFill>
                <a:latin typeface="微软雅黑"/>
              </a:rPr>
              <a:t>needed to patch the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87429" y="809293"/>
            <a:ext cx="10716586" cy="85112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5471">
                <a:solidFill>
                  <a:srgbClr val="D0D8DD"/>
                </a:solidFill>
              </a:rPr>
              <a:t>Al speed with humani-the-oopa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4103" y="1949312"/>
            <a:ext cx="3096936" cy="289949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824">
                <a:solidFill>
                  <a:srgbClr val="C6AF84"/>
                </a:solidFill>
              </a:rPr>
              <a:t>The Request Approval Step: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64776" y="2219393"/>
            <a:ext cx="4521877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968">
                <a:solidFill>
                  <a:srgbClr val="C4CACD"/>
                </a:solidFill>
              </a:rPr>
              <a:t>Executionhalts.Analertissentcontainig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23564" y="2518118"/>
            <a:ext cx="4186016" cy="26776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680">
                <a:solidFill>
                  <a:srgbClr val="C6CDD1"/>
                </a:solidFill>
              </a:rPr>
              <a:t>the AI diagnosis and proposed YAML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6840" y="4263745"/>
            <a:ext cx="613179" cy="41536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639">
                <a:solidFill>
                  <a:srgbClr val="ECDFBA"/>
                </a:solidFill>
              </a:rPr>
              <a:t>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74857" y="4480552"/>
            <a:ext cx="2072488" cy="39318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95">
                <a:solidFill>
                  <a:srgbClr val="D6E2D9"/>
                </a:solidFill>
              </a:rPr>
              <a:t>AI-Generated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90286" y="4683051"/>
            <a:ext cx="443261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 i="1">
                <a:solidFill>
                  <a:srgbClr val="77A999"/>
                </a:solidFill>
              </a:rPr>
              <a:t>PODS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094" y="4676691"/>
            <a:ext cx="1073241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352">
                <a:solidFill>
                  <a:srgbClr val="EDDCB7"/>
                </a:solidFill>
              </a:rPr>
              <a:t>Human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0857" y="4861749"/>
            <a:ext cx="920443" cy="4079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591">
                <a:solidFill>
                  <a:srgbClr val="D9E5DC"/>
                </a:solidFill>
              </a:rPr>
              <a:t>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7690" y="5045576"/>
            <a:ext cx="705192" cy="3785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400">
                <a:solidFill>
                  <a:srgbClr val="EDDDB8"/>
                </a:solidFill>
              </a:rPr>
              <a:t>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90286" y="5048766"/>
            <a:ext cx="443261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 i="1">
                <a:solidFill>
                  <a:srgbClr val="7092AB"/>
                </a:solidFill>
              </a:rPr>
              <a:t>PODS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53714" y="5066897"/>
            <a:ext cx="499365" cy="1347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816" i="1">
                <a:solidFill>
                  <a:srgbClr val="719E8B"/>
                </a:solidFill>
              </a:rPr>
              <a:t>SSRVICES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06286" y="5409754"/>
            <a:ext cx="664475" cy="1347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816" i="1">
                <a:solidFill>
                  <a:srgbClr val="739F8F"/>
                </a:solidFill>
              </a:rPr>
              <a:t>NAMESPACE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36572" y="5540194"/>
            <a:ext cx="558677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 i="1">
                <a:solidFill>
                  <a:srgbClr val="9FB8C3"/>
                </a:solidFill>
              </a:rPr>
              <a:t>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2857" y="6939574"/>
            <a:ext cx="3067120" cy="2751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28">
                <a:solidFill>
                  <a:srgbClr val="B6AB93"/>
                </a:solidFill>
              </a:rPr>
              <a:t>The system waits. Only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5714" y="6963316"/>
            <a:ext cx="4152289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8DB5A5"/>
                </a:solidFill>
              </a:rPr>
              <a:t>The Resolution: YAML configuration 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5429" y="7214745"/>
            <a:ext cx="3080328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CFD3D5"/>
                </a:solidFill>
              </a:rPr>
              <a:t>the SRE clicks Approve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12571" y="7238455"/>
            <a:ext cx="4287838" cy="289949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824">
                <a:solidFill>
                  <a:srgbClr val="C7CED1"/>
                </a:solidFill>
              </a:rPr>
              <a:t>applied.The workflowwaits 15minutes,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6571" y="7492717"/>
            <a:ext cx="2385523" cy="2751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28">
                <a:solidFill>
                  <a:srgbClr val="C9CCCF"/>
                </a:solidFill>
              </a:rPr>
              <a:t>the workflow proceed.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28000" y="7514509"/>
            <a:ext cx="3654460" cy="3046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20">
                <a:solidFill>
                  <a:srgbClr val="CCD2D5"/>
                </a:solidFill>
              </a:rPr>
              <a:t>runs a DQLverificationqury,and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33338" y="7804459"/>
            <a:ext cx="3227805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776">
                <a:solidFill>
                  <a:srgbClr val="C6CDD1"/>
                </a:solidFill>
              </a:rPr>
              <a:t>automaticallycloses the issue.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37715" y="896874"/>
            <a:ext cx="6870725" cy="70339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4511">
                <a:solidFill>
                  <a:srgbClr val="CED6DA"/>
                </a:solidFill>
              </a:rPr>
              <a:t>Monitoring the monitors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28572" y="1204238"/>
            <a:ext cx="2154049" cy="385809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447">
                <a:solidFill>
                  <a:srgbClr val="CEDDE2"/>
                </a:solidFill>
              </a:rPr>
              <a:t>System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8894" y="1797602"/>
            <a:ext cx="3525963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776">
                <a:solidFill>
                  <a:srgbClr val="BEC2C5"/>
                </a:solidFill>
              </a:rPr>
              <a:t>Every workflow lifecycle change,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3542" y="2071888"/>
            <a:ext cx="3475886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776">
                <a:solidFill>
                  <a:srgbClr val="C0C3C6"/>
                </a:solidFill>
              </a:rPr>
              <a:t>execution result,and task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28571" y="2375888"/>
            <a:ext cx="2965938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C1C5C7"/>
                </a:solidFill>
              </a:rPr>
              <a:t>is permanently logged as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8571" y="2662273"/>
            <a:ext cx="3037881" cy="32688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064">
                <a:solidFill>
                  <a:srgbClr val="BBBFC3"/>
                </a:solidFill>
              </a:rPr>
              <a:t>dt.system.event in Grail.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0286" y="4013834"/>
            <a:ext cx="2586475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352">
                <a:solidFill>
                  <a:srgbClr val="CFDDE3"/>
                </a:solidFill>
              </a:rPr>
              <a:t>Visual 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9228" y="4150977"/>
            <a:ext cx="319829" cy="37119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2352">
                <a:solidFill>
                  <a:srgbClr val="9CADB5"/>
                </a:solidFill>
              </a:rPr>
              <a:t>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83304" y="4592146"/>
            <a:ext cx="3629839" cy="2751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728">
                <a:solidFill>
                  <a:srgbClr val="C3C6C9"/>
                </a:solidFill>
              </a:rPr>
              <a:t>Standard workflows provide deep,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06807" y="4881030"/>
            <a:ext cx="3395479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776">
                <a:solidFill>
                  <a:srgbClr val="C3C6C9"/>
                </a:solidFill>
              </a:rPr>
              <a:t>step-by-step Ul logs and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28571" y="5168146"/>
            <a:ext cx="2985431" cy="2751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28">
                <a:solidFill>
                  <a:srgbClr val="C0C4C7"/>
                </a:solidFill>
              </a:rPr>
              <a:t>path tracking for immediate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24000" y="5462118"/>
            <a:ext cx="1728997" cy="26776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680">
                <a:solidFill>
                  <a:srgbClr val="C0C2C5"/>
                </a:solidFill>
              </a:rPr>
              <a:t>troubleshooting.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42286" y="6486641"/>
            <a:ext cx="2455863" cy="34900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208">
                <a:solidFill>
                  <a:srgbClr val="D2DEE3"/>
                </a:solidFill>
              </a:rPr>
              <a:t>Meta-Automation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2407" y="7006745"/>
            <a:ext cx="3669593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776">
                <a:solidFill>
                  <a:srgbClr val="C2C5C8"/>
                </a:solidFill>
              </a:rPr>
              <a:t>Build custom dashboards to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3143" y="7306174"/>
            <a:ext cx="2841097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C0C3C6"/>
                </a:solidFill>
              </a:rPr>
              <a:t>execution times,or build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46353" y="7593288"/>
            <a:ext cx="3227933" cy="2751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728">
                <a:solidFill>
                  <a:srgbClr val="C0C2C5"/>
                </a:solidFill>
              </a:rPr>
              <a:t>workflow that alerts you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56454" y="7866173"/>
            <a:ext cx="3194975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776">
                <a:solidFill>
                  <a:srgbClr val="C1C3C6"/>
                </a:solidFill>
              </a:rPr>
              <a:t>anothercritical workflow fails.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46857" y="905132"/>
            <a:ext cx="7200431" cy="69602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4463">
                <a:solidFill>
                  <a:srgbClr val="CDD5D8"/>
                </a:solidFill>
              </a:rPr>
              <a:t>Architectural anti-patterns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572" y="5006602"/>
            <a:ext cx="1408589" cy="41536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639">
                <a:solidFill>
                  <a:srgbClr val="CBCFD0"/>
                </a:solidFill>
              </a:rPr>
              <a:t>The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6572" y="4986030"/>
            <a:ext cx="2060690" cy="41536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639">
                <a:solidFill>
                  <a:srgbClr val="CBD1D3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2000" y="5393591"/>
            <a:ext cx="3695497" cy="45967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927">
                <a:solidFill>
                  <a:srgbClr val="C9CCCC"/>
                </a:solidFill>
              </a:rPr>
              <a:t>Using Worwtoexress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4571" y="5475652"/>
            <a:ext cx="4682049" cy="3046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20">
                <a:solidFill>
                  <a:srgbClr val="BFC3C5"/>
                </a:solidFill>
              </a:rPr>
              <a:t>Formassivetelemetry,routedata through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0286" y="5786173"/>
            <a:ext cx="4551500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C2C6C7"/>
                </a:solidFill>
              </a:rPr>
              <a:t>OpenPipeline or use dedicated Dynatrace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1429" y="5786173"/>
            <a:ext cx="3980639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BFC1C1"/>
                </a:solidFill>
              </a:rPr>
              <a:t>millions of raw metrics continuously.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36000" y="6062195"/>
            <a:ext cx="1290864" cy="29732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872">
                <a:solidFill>
                  <a:srgbClr val="BFC3C5"/>
                </a:solidFill>
              </a:rPr>
              <a:t>extensions.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2857" y="6357938"/>
            <a:ext cx="5696429" cy="3046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20">
                <a:solidFill>
                  <a:srgbClr val="BEB1A2"/>
                </a:solidFill>
              </a:rPr>
              <a:t>The Reality:Workflowsareanorchestrationengine.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429" y="6649107"/>
            <a:ext cx="5745482" cy="31207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68">
                <a:solidFill>
                  <a:srgbClr val="BDB1A4"/>
                </a:solidFill>
              </a:rPr>
              <a:t>The Reality:Worklowsareanorchestrationengine.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2857" y="6648223"/>
            <a:ext cx="5304271" cy="3046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20">
                <a:solidFill>
                  <a:srgbClr val="BFC2C4"/>
                </a:solidFill>
              </a:rPr>
              <a:t>Keep Workflowsstrictlyreservedforhigh-value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6000" y="6895150"/>
            <a:ext cx="5720218" cy="4005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2543">
                <a:solidFill>
                  <a:srgbClr val="BEC0C0"/>
                </a:solidFill>
              </a:rPr>
              <a:t>Everystepishiglauitedushinmasiveata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0000" y="6947316"/>
            <a:ext cx="4566184" cy="28251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776">
                <a:solidFill>
                  <a:srgbClr val="C0C2C4"/>
                </a:solidFill>
              </a:rPr>
              <a:t>business logic and decision orchestration.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8286" y="7237937"/>
            <a:ext cx="5163143" cy="3046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920">
                <a:solidFill>
                  <a:srgbClr val="BEBFC0"/>
                </a:solidFill>
              </a:rPr>
              <a:t>pipelinesthroughthemcausessystemic bloat.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549801"/>
            <a:ext cx="16256000" cy="62478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4000" b="1" dirty="0">
                <a:solidFill>
                  <a:srgbClr val="FAFBFB"/>
                </a:solidFill>
              </a:rPr>
              <a:t>Beyond</a:t>
            </a:r>
            <a:r>
              <a:rPr lang="en-US" sz="4000" b="1" dirty="0">
                <a:solidFill>
                  <a:srgbClr val="FAFBFB"/>
                </a:solidFill>
              </a:rPr>
              <a:t> Notifications: Mastering </a:t>
            </a:r>
            <a:r>
              <a:rPr lang="en-US" sz="4000" b="1" dirty="0">
                <a:solidFill>
                  <a:srgbClr val="F8FBFB"/>
                </a:solidFill>
              </a:rPr>
              <a:t>Dynatrace Agentic Workflows</a:t>
            </a:r>
            <a:endParaRPr lang="en-US" sz="4000" b="1" dirty="0">
              <a:solidFill>
                <a:srgbClr val="FAFBF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50857" y="1698612"/>
            <a:ext cx="4758858" cy="2862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b="1" dirty="0">
                <a:solidFill>
                  <a:srgbClr val="88ADEB"/>
                </a:solidFill>
              </a:rPr>
              <a:t>THE FOUNDATION</a:t>
            </a:r>
            <a:r>
              <a:rPr lang="en-US" b="1" dirty="0">
                <a:solidFill>
                  <a:srgbClr val="88ADEB"/>
                </a:solidFill>
              </a:rPr>
              <a:t> TO DYNATRACE WORKFLOW</a:t>
            </a:r>
            <a:endParaRPr b="1" dirty="0">
              <a:solidFill>
                <a:srgbClr val="88ADE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261601" y="1692639"/>
            <a:ext cx="3857006" cy="2862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b="1" dirty="0">
                <a:solidFill>
                  <a:srgbClr val="6DB9E9"/>
                </a:solidFill>
              </a:rPr>
              <a:t>SCALING</a:t>
            </a:r>
            <a:r>
              <a:rPr lang="en-US" b="1" dirty="0">
                <a:solidFill>
                  <a:srgbClr val="6DB9E9"/>
                </a:solidFill>
              </a:rPr>
              <a:t> </a:t>
            </a:r>
            <a:r>
              <a:rPr b="1" dirty="0">
                <a:solidFill>
                  <a:srgbClr val="6DB9E9"/>
                </a:solidFill>
              </a:rPr>
              <a:t>TO</a:t>
            </a:r>
            <a:r>
              <a:rPr lang="en-US" b="1" dirty="0">
                <a:solidFill>
                  <a:srgbClr val="6DB9E9"/>
                </a:solidFill>
              </a:rPr>
              <a:t> </a:t>
            </a:r>
            <a:r>
              <a:rPr b="1" dirty="0">
                <a:solidFill>
                  <a:srgbClr val="6DB9E9"/>
                </a:solidFill>
              </a:rPr>
              <a:t>AGENT</a:t>
            </a:r>
            <a:r>
              <a:rPr lang="en-US" b="1" dirty="0">
                <a:solidFill>
                  <a:srgbClr val="6DB9E9"/>
                </a:solidFill>
              </a:rPr>
              <a:t> </a:t>
            </a:r>
            <a:r>
              <a:rPr b="1" dirty="0">
                <a:solidFill>
                  <a:srgbClr val="6DB9E9"/>
                </a:solidFill>
              </a:rPr>
              <a:t>ICOPERATIONS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429" y="2324898"/>
            <a:ext cx="2622960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 dirty="0">
                <a:solidFill>
                  <a:srgbClr val="F2F3F8"/>
                </a:solidFill>
              </a:rPr>
              <a:t>Workflow Trigger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000" y="2341415"/>
            <a:ext cx="629209" cy="22345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392" b="1">
                <a:solidFill>
                  <a:srgbClr val="F2F5F9"/>
                </a:solidFill>
              </a:rPr>
              <a:t>Simple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3428" y="2349337"/>
            <a:ext cx="245514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>
                <a:solidFill>
                  <a:srgbClr val="F0F3F9"/>
                </a:solidFill>
              </a:rPr>
              <a:t>VS.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0572" y="2318040"/>
            <a:ext cx="884214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88" b="1">
                <a:solidFill>
                  <a:srgbClr val="F1F4F8"/>
                </a:solidFill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6286" y="2309783"/>
            <a:ext cx="1089399" cy="24557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536" b="1">
                <a:solidFill>
                  <a:srgbClr val="F1F5F9"/>
                </a:solidFill>
              </a:rPr>
              <a:t>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0572" y="2333157"/>
            <a:ext cx="2738953" cy="2308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40">
                <a:solidFill>
                  <a:srgbClr val="F0F6F9"/>
                </a:solidFill>
              </a:rPr>
              <a:t>Human-in-the-Loop Approvals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62286" y="2333157"/>
            <a:ext cx="2723692" cy="23083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440">
                <a:solidFill>
                  <a:srgbClr val="EEF6F9"/>
                </a:solidFill>
              </a:rPr>
              <a:t>Agentic Troubleshooting Steps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286" y="2665830"/>
            <a:ext cx="1312088" cy="3323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08" b="1" dirty="0">
                <a:solidFill>
                  <a:srgbClr val="E7EAF0"/>
                </a:solidFill>
              </a:rPr>
              <a:t>Simple</a:t>
            </a:r>
            <a:r>
              <a:rPr lang="en-US" sz="1008" b="1" dirty="0">
                <a:solidFill>
                  <a:srgbClr val="E7EAF0"/>
                </a:solidFill>
              </a:rPr>
              <a:t> </a:t>
            </a:r>
            <a:r>
              <a:rPr lang="en-US" sz="1050" b="1" dirty="0">
                <a:solidFill>
                  <a:srgbClr val="E4E8EF"/>
                </a:solidFill>
              </a:rPr>
              <a:t>Workflow</a:t>
            </a:r>
          </a:p>
          <a:p>
            <a:r>
              <a:rPr lang="en-US" sz="1050" dirty="0">
                <a:solidFill>
                  <a:srgbClr val="B9BCCB"/>
                </a:solidFill>
              </a:rPr>
              <a:t>(free execution only)</a:t>
            </a:r>
            <a:endParaRPr sz="1008" b="1" dirty="0">
              <a:solidFill>
                <a:srgbClr val="E7EAF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958696" y="2657573"/>
            <a:ext cx="1428821" cy="29482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056" b="1" dirty="0">
                <a:solidFill>
                  <a:srgbClr val="E3E7ED"/>
                </a:solidFill>
              </a:rPr>
              <a:t>Standard</a:t>
            </a:r>
            <a:r>
              <a:rPr lang="en-US" sz="1056" b="1" dirty="0">
                <a:solidFill>
                  <a:srgbClr val="E3E7ED"/>
                </a:solidFill>
              </a:rPr>
              <a:t> </a:t>
            </a:r>
            <a:r>
              <a:rPr sz="1056" b="1" dirty="0">
                <a:solidFill>
                  <a:srgbClr val="E3E7ED"/>
                </a:solidFill>
              </a:rPr>
              <a:t>Workflow</a:t>
            </a:r>
            <a:endParaRPr lang="en-US" sz="1056" b="1" dirty="0">
              <a:solidFill>
                <a:srgbClr val="E3E7ED"/>
              </a:solidFill>
            </a:endParaRPr>
          </a:p>
          <a:p>
            <a:pPr algn="ctr"/>
            <a:r>
              <a:rPr lang="en-US" sz="800" dirty="0">
                <a:solidFill>
                  <a:srgbClr val="B9BDCA"/>
                </a:solidFill>
              </a:rPr>
              <a:t>(Workflow License + Execution)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282" y="2890535"/>
            <a:ext cx="620298" cy="40805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296" dirty="0">
                <a:solidFill>
                  <a:srgbClr val="EBEDF3"/>
                </a:solidFill>
              </a:rPr>
              <a:t>Grail</a:t>
            </a:r>
            <a:r>
              <a:rPr lang="en-US" sz="1296" dirty="0">
                <a:solidFill>
                  <a:srgbClr val="EBEDF3"/>
                </a:solidFill>
              </a:rPr>
              <a:t> </a:t>
            </a:r>
            <a:r>
              <a:rPr lang="en-US" sz="1296" dirty="0">
                <a:solidFill>
                  <a:srgbClr val="F0F2F7"/>
                </a:solidFill>
              </a:rPr>
              <a:t>Events</a:t>
            </a:r>
            <a:endParaRPr sz="1296" dirty="0">
              <a:solidFill>
                <a:srgbClr val="EBEDF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126857" y="3070403"/>
            <a:ext cx="549059" cy="1643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08">
                <a:solidFill>
                  <a:srgbClr val="D3F2EC"/>
                </a:solidFill>
              </a:rP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05714" y="3253440"/>
            <a:ext cx="941794" cy="1274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768" b="1">
                <a:solidFill>
                  <a:srgbClr val="D5E1E8"/>
                </a:solidFill>
              </a:rPr>
              <a:t>Recommendations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116" y="3666244"/>
            <a:ext cx="765464" cy="43152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344" dirty="0">
                <a:solidFill>
                  <a:srgbClr val="EFF0F5"/>
                </a:solidFill>
              </a:rPr>
              <a:t>Fixed</a:t>
            </a:r>
            <a:r>
              <a:rPr lang="en-US" sz="1344" dirty="0">
                <a:solidFill>
                  <a:srgbClr val="EFF0F5"/>
                </a:solidFill>
              </a:rPr>
              <a:t> </a:t>
            </a:r>
            <a:r>
              <a:rPr lang="en-US" sz="1400" b="1" dirty="0">
                <a:solidFill>
                  <a:srgbClr val="ECEEF2"/>
                </a:solidFill>
              </a:rPr>
              <a:t>Schedules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07429" y="3591364"/>
            <a:ext cx="582722" cy="20127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48">
                <a:solidFill>
                  <a:srgbClr val="EDD8DD"/>
                </a:solidFill>
              </a:rPr>
              <a:t>× Deny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5743" y="3762905"/>
            <a:ext cx="981201" cy="3638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104" dirty="0">
                <a:solidFill>
                  <a:srgbClr val="E7ECF3"/>
                </a:solidFill>
              </a:rPr>
              <a:t>Pause for</a:t>
            </a:r>
            <a:r>
              <a:rPr lang="en-US" sz="1104" dirty="0">
                <a:solidFill>
                  <a:srgbClr val="E7ECF3"/>
                </a:solidFill>
              </a:rPr>
              <a:t> </a:t>
            </a:r>
            <a:r>
              <a:rPr lang="en-US" sz="1200" b="1" dirty="0">
                <a:solidFill>
                  <a:srgbClr val="E5E8F0"/>
                </a:solidFill>
              </a:rPr>
              <a:t>Authorization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403429" y="3921573"/>
            <a:ext cx="672490" cy="33419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056" dirty="0">
                <a:solidFill>
                  <a:srgbClr val="DEE8EF"/>
                </a:solidFill>
              </a:rPr>
              <a:t>Dynatrace</a:t>
            </a:r>
            <a:r>
              <a:rPr lang="en-US" sz="1056" dirty="0">
                <a:solidFill>
                  <a:srgbClr val="DEE8EF"/>
                </a:solidFill>
              </a:rPr>
              <a:t> </a:t>
            </a:r>
            <a:r>
              <a:rPr lang="en-US" sz="1056" dirty="0">
                <a:solidFill>
                  <a:srgbClr val="E0E9F0"/>
                </a:solidFill>
              </a:rPr>
              <a:t>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286" y="4085776"/>
            <a:ext cx="770273" cy="14959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12">
                <a:solidFill>
                  <a:srgbClr val="E3E6ED"/>
                </a:solidFill>
              </a:rPr>
              <a:t>1 Action Step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242" y="4463623"/>
            <a:ext cx="911338" cy="3785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r"/>
            <a:r>
              <a:rPr sz="1200" dirty="0">
                <a:solidFill>
                  <a:srgbClr val="F0F0F5"/>
                </a:solidFill>
              </a:rPr>
              <a:t>On-demand</a:t>
            </a:r>
            <a:r>
              <a:rPr lang="en-US" sz="1200" dirty="0">
                <a:solidFill>
                  <a:srgbClr val="F0F0F5"/>
                </a:solidFill>
              </a:rPr>
              <a:t> </a:t>
            </a:r>
            <a:r>
              <a:rPr lang="en-US" sz="1200" b="1" dirty="0">
                <a:solidFill>
                  <a:srgbClr val="F1F2F6"/>
                </a:solidFill>
              </a:rPr>
              <a:t>API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98286" y="4442348"/>
            <a:ext cx="561883" cy="14959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12">
                <a:solidFill>
                  <a:srgbClr val="DFE2EA"/>
                </a:solidFill>
              </a:rPr>
              <a:t>Unlimited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00572" y="4403859"/>
            <a:ext cx="2166857" cy="517063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056" dirty="0">
                <a:solidFill>
                  <a:srgbClr val="CBD3DA"/>
                </a:solidFill>
              </a:rPr>
              <a:t>Use</a:t>
            </a:r>
            <a:r>
              <a:rPr lang="en-US" sz="1056" dirty="0">
                <a:solidFill>
                  <a:srgbClr val="CBD3DA"/>
                </a:solidFill>
              </a:rPr>
              <a:t> </a:t>
            </a:r>
            <a:r>
              <a:rPr sz="1056" dirty="0">
                <a:solidFill>
                  <a:srgbClr val="CBD3DA"/>
                </a:solidFill>
              </a:rPr>
              <a:t>"Approval Requests" to pause</a:t>
            </a:r>
            <a:r>
              <a:rPr lang="en-US" sz="1056" dirty="0">
                <a:solidFill>
                  <a:srgbClr val="CBD3DA"/>
                </a:solidFill>
              </a:rPr>
              <a:t> </a:t>
            </a:r>
            <a:r>
              <a:rPr lang="en-US" sz="1100" dirty="0">
                <a:solidFill>
                  <a:srgbClr val="CBD3DC"/>
                </a:solidFill>
              </a:rPr>
              <a:t>workflows for human authorization before </a:t>
            </a:r>
            <a:r>
              <a:rPr lang="en-US" sz="1100" dirty="0">
                <a:solidFill>
                  <a:srgbClr val="CCD4DF"/>
                </a:solidFill>
              </a:rPr>
              <a:t>high-impact changes.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562287" y="4405260"/>
            <a:ext cx="2761438" cy="47455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008" dirty="0">
                <a:solidFill>
                  <a:srgbClr val="C7D2DC"/>
                </a:solidFill>
              </a:rPr>
              <a:t>Leverage Dynatrace Intelligence (LLMs</a:t>
            </a:r>
            <a:endParaRPr lang="en-US" sz="1008" dirty="0">
              <a:solidFill>
                <a:srgbClr val="C7D2DC"/>
              </a:solidFill>
            </a:endParaRPr>
          </a:p>
          <a:p>
            <a:pPr algn="ctr"/>
            <a:r>
              <a:rPr lang="en-US" sz="1008" dirty="0">
                <a:solidFill>
                  <a:srgbClr val="CBD6DF"/>
                </a:solidFill>
              </a:rPr>
              <a:t>to analyze logs and metrics for root-cause</a:t>
            </a:r>
            <a:r>
              <a:rPr sz="1008" dirty="0">
                <a:solidFill>
                  <a:srgbClr val="C7D2DC"/>
                </a:solidFill>
              </a:rPr>
              <a:t>)</a:t>
            </a:r>
            <a:endParaRPr lang="en-US" sz="1008" dirty="0">
              <a:solidFill>
                <a:srgbClr val="C7D2DC"/>
              </a:solidFill>
            </a:endParaRPr>
          </a:p>
          <a:p>
            <a:pPr algn="ctr"/>
            <a:r>
              <a:rPr lang="en-US" sz="1008" dirty="0">
                <a:solidFill>
                  <a:srgbClr val="CFD9E4"/>
                </a:solidFill>
              </a:rPr>
              <a:t>recommendations.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1429" y="4597776"/>
            <a:ext cx="720580" cy="14959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912">
                <a:solidFill>
                  <a:srgbClr val="DCDFE7"/>
                </a:solidFill>
              </a:rPr>
              <a:t>Action Steps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27019" y="4841282"/>
            <a:ext cx="1491356" cy="3638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104" dirty="0">
                <a:solidFill>
                  <a:srgbClr val="E9EBF2"/>
                </a:solidFill>
              </a:rPr>
              <a:t>Best For:</a:t>
            </a:r>
            <a:endParaRPr lang="en-US" sz="1104" dirty="0">
              <a:solidFill>
                <a:srgbClr val="E9EBF2"/>
              </a:solidFill>
            </a:endParaRPr>
          </a:p>
          <a:p>
            <a:pPr algn="ctr"/>
            <a:r>
              <a:rPr lang="en-US" sz="1200" dirty="0">
                <a:solidFill>
                  <a:srgbClr val="CFD1DE"/>
                </a:solidFill>
              </a:rPr>
              <a:t>Basic Notifications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1067" y="4843569"/>
            <a:ext cx="1690942" cy="363816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104" dirty="0">
                <a:solidFill>
                  <a:srgbClr val="EBEDF3"/>
                </a:solidFill>
              </a:rPr>
              <a:t>Best For:</a:t>
            </a:r>
            <a:endParaRPr lang="en-US" sz="1104" dirty="0">
              <a:solidFill>
                <a:srgbClr val="EBEDF3"/>
              </a:solidFill>
            </a:endParaRPr>
          </a:p>
          <a:p>
            <a:pPr algn="ctr"/>
            <a:r>
              <a:rPr lang="en-US" sz="1200" dirty="0">
                <a:solidFill>
                  <a:srgbClr val="D0D3DE"/>
                </a:solidFill>
              </a:rPr>
              <a:t>Complex Remediation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714" y="5161831"/>
            <a:ext cx="2658611" cy="31944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08" dirty="0">
                <a:solidFill>
                  <a:srgbClr val="D4D4DF"/>
                </a:solidFill>
              </a:rPr>
              <a:t>Execute automation based on Grail events</a:t>
            </a:r>
            <a:r>
              <a:rPr lang="en-US" sz="1008" dirty="0">
                <a:solidFill>
                  <a:srgbClr val="D4D4DF"/>
                </a:solidFill>
              </a:rPr>
              <a:t> </a:t>
            </a:r>
            <a:r>
              <a:rPr lang="en-US" sz="1008" dirty="0">
                <a:solidFill>
                  <a:srgbClr val="D0D0DA"/>
                </a:solidFill>
              </a:rPr>
              <a:t>fixed schedules, or on-demand </a:t>
            </a:r>
            <a:r>
              <a:rPr lang="en-US" sz="1008" dirty="0" err="1">
                <a:solidFill>
                  <a:srgbClr val="D0D0DA"/>
                </a:solidFill>
              </a:rPr>
              <a:t>APl</a:t>
            </a:r>
            <a:r>
              <a:rPr lang="en-US" sz="1008" dirty="0">
                <a:solidFill>
                  <a:srgbClr val="D0D0DA"/>
                </a:solidFill>
              </a:rPr>
              <a:t> calls.</a:t>
            </a:r>
            <a:r>
              <a:rPr sz="1008" dirty="0">
                <a:solidFill>
                  <a:srgbClr val="D4D4DF"/>
                </a:solidFill>
              </a:rPr>
              <a:t>,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89714" y="5604898"/>
            <a:ext cx="2512032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488" dirty="0">
                <a:solidFill>
                  <a:srgbClr val="F2F4F8"/>
                </a:solidFill>
              </a:rPr>
              <a:t>Davis AI Event Aggregation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37143" y="5486040"/>
            <a:ext cx="3516986" cy="238205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488" b="1" dirty="0">
                <a:solidFill>
                  <a:srgbClr val="F0F6F9"/>
                </a:solidFill>
              </a:rPr>
              <a:t>Automated Kubernetes Remediation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228571" y="6602716"/>
            <a:ext cx="1143773" cy="17171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56">
                <a:solidFill>
                  <a:srgbClr val="E0E4EC"/>
                </a:solidFill>
              </a:rPr>
              <a:t>Evidence Capture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64000" y="7044194"/>
            <a:ext cx="172353" cy="193897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200">
                <a:solidFill>
                  <a:srgbClr val="42CAE4"/>
                </a:solidFill>
              </a:rPr>
              <a:t>AI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09715" y="7315859"/>
            <a:ext cx="565089" cy="171712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56">
                <a:solidFill>
                  <a:srgbClr val="E5E7EF"/>
                </a:solidFill>
              </a:rPr>
              <a:t>Problem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332572" y="7408140"/>
            <a:ext cx="427231" cy="179150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04">
                <a:solidFill>
                  <a:srgbClr val="E2E6EF"/>
                </a:solidFill>
              </a:rPr>
              <a:t>Agent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457143" y="7584688"/>
            <a:ext cx="678902" cy="164338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008">
                <a:solidFill>
                  <a:srgbClr val="E1E4EA"/>
                </a:solidFill>
              </a:rPr>
              <a:t>Suggested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484571" y="7742738"/>
            <a:ext cx="626003" cy="18652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r>
              <a:rPr sz="1152">
                <a:solidFill>
                  <a:srgbClr val="E5E9F1"/>
                </a:solidFill>
              </a:rPr>
              <a:t>YAMLFix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49511" y="8025831"/>
            <a:ext cx="3110658" cy="325921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008" dirty="0">
                <a:solidFill>
                  <a:srgbClr val="D0D2DD"/>
                </a:solidFill>
              </a:rPr>
              <a:t>Dynatrace Intelligence groups thousands of</a:t>
            </a:r>
            <a:endParaRPr lang="en-US" sz="1008" dirty="0">
              <a:solidFill>
                <a:srgbClr val="D0D2DD"/>
              </a:solidFill>
            </a:endParaRPr>
          </a:p>
          <a:p>
            <a:pPr algn="ctr"/>
            <a:r>
              <a:rPr lang="en-US" sz="1008" dirty="0">
                <a:solidFill>
                  <a:srgbClr val="D0D2DD"/>
                </a:solidFill>
              </a:rPr>
              <a:t>Individual events into </a:t>
            </a:r>
            <a:r>
              <a:rPr lang="en-US" sz="1050" dirty="0">
                <a:solidFill>
                  <a:srgbClr val="CFD1DB"/>
                </a:solidFill>
              </a:rPr>
              <a:t>single, actionable "Problems."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42286" y="8057831"/>
            <a:ext cx="3110658" cy="319444"/>
          </a:xfrm>
          <a:prstGeom prst="rect">
            <a:avLst/>
          </a:prstGeom>
          <a:noFill/>
        </p:spPr>
        <p:txBody>
          <a:bodyPr wrap="square" lIns="9143" tIns="4571" rIns="9143" bIns="4571" anchor="t" anchorCtr="0">
            <a:spAutoFit/>
          </a:bodyPr>
          <a:lstStyle/>
          <a:p>
            <a:pPr algn="ctr"/>
            <a:r>
              <a:rPr sz="1008" dirty="0">
                <a:solidFill>
                  <a:srgbClr val="D0D4DD"/>
                </a:solidFill>
              </a:rPr>
              <a:t>Agents can capture evidence, suggest YAML fixes,</a:t>
            </a:r>
            <a:endParaRPr lang="en-US" sz="1008" dirty="0">
              <a:solidFill>
                <a:srgbClr val="D0D4DD"/>
              </a:solidFill>
            </a:endParaRPr>
          </a:p>
          <a:p>
            <a:pPr algn="ctr"/>
            <a:r>
              <a:rPr lang="en-US" sz="1008" dirty="0">
                <a:solidFill>
                  <a:srgbClr val="CED3DD"/>
                </a:solidFill>
              </a:rPr>
              <a:t>and apply them directly to clusters.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1131</Words>
  <Application>Microsoft Office PowerPoint</Application>
  <PresentationFormat>自訂</PresentationFormat>
  <Paragraphs>306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8" baseType="lpstr">
      <vt:lpstr>微软雅黑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Wilson Lai</cp:lastModifiedBy>
  <cp:revision>2</cp:revision>
  <dcterms:created xsi:type="dcterms:W3CDTF">2006-08-16T00:00:00Z</dcterms:created>
  <dcterms:modified xsi:type="dcterms:W3CDTF">2026-10-19T14:50:02Z</dcterms:modified>
</cp:coreProperties>
</file>