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EC2954-70A5-4A0F-BE31-3807F3578E7F}" v="19" dt="2026-08-07T01:40:44.1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16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07T01:41:26.691" v="37" actId="166"/>
      <pc:docMkLst>
        <pc:docMk/>
      </pc:docMkLst>
      <pc:sldChg chg="addSp delSp modSp mod modNotesTx">
        <pc:chgData name="Lai, Wilson" userId="2840974a-0d84-4886-90a9-9a3ed79f3a48" providerId="ADAL" clId="{9F23B798-9E84-4552-BA63-E776E805C424}" dt="2026-08-07T01:41:26.691" v="37" actId="166"/>
        <pc:sldMkLst>
          <pc:docMk/>
          <pc:sldMk cId="0" sldId="257"/>
        </pc:sldMkLst>
        <pc:picChg chg="del">
          <ac:chgData name="Lai, Wilson" userId="2840974a-0d84-4886-90a9-9a3ed79f3a48" providerId="ADAL" clId="{9F23B798-9E84-4552-BA63-E776E805C424}" dt="2026-08-07T01:08:54.069" v="0" actId="21"/>
          <ac:picMkLst>
            <pc:docMk/>
            <pc:sldMk cId="0" sldId="257"/>
            <ac:picMk id="2" creationId="{00000000-0000-0000-0000-000000000000}"/>
          </ac:picMkLst>
        </pc:picChg>
        <pc:picChg chg="add ord">
          <ac:chgData name="Lai, Wilson" userId="2840974a-0d84-4886-90a9-9a3ed79f3a48" providerId="ADAL" clId="{9F23B798-9E84-4552-BA63-E776E805C424}" dt="2026-08-07T01:41:26.691" v="37" actId="166"/>
          <ac:picMkLst>
            <pc:docMk/>
            <pc:sldMk cId="0" sldId="257"/>
            <ac:picMk id="7" creationId="{2F9E7032-184E-3CEC-E364-C498C0C67FFE}"/>
          </ac:picMkLst>
        </pc:picChg>
      </pc:sldChg>
      <pc:sldChg chg="addSp delSp mod">
        <pc:chgData name="Lai, Wilson" userId="2840974a-0d84-4886-90a9-9a3ed79f3a48" providerId="ADAL" clId="{9F23B798-9E84-4552-BA63-E776E805C424}" dt="2026-08-07T01:09:47.506" v="3" actId="22"/>
        <pc:sldMkLst>
          <pc:docMk/>
          <pc:sldMk cId="0" sldId="258"/>
        </pc:sldMkLst>
        <pc:picChg chg="del">
          <ac:chgData name="Lai, Wilson" userId="2840974a-0d84-4886-90a9-9a3ed79f3a48" providerId="ADAL" clId="{9F23B798-9E84-4552-BA63-E776E805C424}" dt="2026-08-07T01:09:37.615" v="2" actId="21"/>
          <ac:picMkLst>
            <pc:docMk/>
            <pc:sldMk cId="0" sldId="258"/>
            <ac:picMk id="2" creationId="{00000000-0000-0000-0000-000000000000}"/>
          </ac:picMkLst>
        </pc:picChg>
        <pc:picChg chg="add">
          <ac:chgData name="Lai, Wilson" userId="2840974a-0d84-4886-90a9-9a3ed79f3a48" providerId="ADAL" clId="{9F23B798-9E84-4552-BA63-E776E805C424}" dt="2026-08-07T01:09:47.506" v="3" actId="22"/>
          <ac:picMkLst>
            <pc:docMk/>
            <pc:sldMk cId="0" sldId="258"/>
            <ac:picMk id="4" creationId="{B5FECF99-16AA-8D1B-1CB3-C0287A8523FC}"/>
          </ac:picMkLst>
        </pc:picChg>
      </pc:sldChg>
      <pc:sldChg chg="addSp delSp mod">
        <pc:chgData name="Lai, Wilson" userId="2840974a-0d84-4886-90a9-9a3ed79f3a48" providerId="ADAL" clId="{9F23B798-9E84-4552-BA63-E776E805C424}" dt="2026-08-07T01:10:48.464" v="5" actId="22"/>
        <pc:sldMkLst>
          <pc:docMk/>
          <pc:sldMk cId="0" sldId="259"/>
        </pc:sldMkLst>
        <pc:picChg chg="del">
          <ac:chgData name="Lai, Wilson" userId="2840974a-0d84-4886-90a9-9a3ed79f3a48" providerId="ADAL" clId="{9F23B798-9E84-4552-BA63-E776E805C424}" dt="2026-08-07T01:09:51.235" v="4" actId="21"/>
          <ac:picMkLst>
            <pc:docMk/>
            <pc:sldMk cId="0" sldId="259"/>
            <ac:picMk id="2" creationId="{00000000-0000-0000-0000-000000000000}"/>
          </ac:picMkLst>
        </pc:picChg>
        <pc:picChg chg="add">
          <ac:chgData name="Lai, Wilson" userId="2840974a-0d84-4886-90a9-9a3ed79f3a48" providerId="ADAL" clId="{9F23B798-9E84-4552-BA63-E776E805C424}" dt="2026-08-07T01:10:48.464" v="5" actId="22"/>
          <ac:picMkLst>
            <pc:docMk/>
            <pc:sldMk cId="0" sldId="259"/>
            <ac:picMk id="4" creationId="{13BE35E7-4163-1A9F-A264-4439396B6F8E}"/>
          </ac:picMkLst>
        </pc:picChg>
      </pc:sldChg>
      <pc:sldChg chg="addSp delSp mod">
        <pc:chgData name="Lai, Wilson" userId="2840974a-0d84-4886-90a9-9a3ed79f3a48" providerId="ADAL" clId="{9F23B798-9E84-4552-BA63-E776E805C424}" dt="2026-08-07T01:11:01.833" v="7" actId="22"/>
        <pc:sldMkLst>
          <pc:docMk/>
          <pc:sldMk cId="0" sldId="260"/>
        </pc:sldMkLst>
        <pc:picChg chg="del">
          <ac:chgData name="Lai, Wilson" userId="2840974a-0d84-4886-90a9-9a3ed79f3a48" providerId="ADAL" clId="{9F23B798-9E84-4552-BA63-E776E805C424}" dt="2026-08-07T01:10:51.968" v="6" actId="21"/>
          <ac:picMkLst>
            <pc:docMk/>
            <pc:sldMk cId="0" sldId="260"/>
            <ac:picMk id="2" creationId="{00000000-0000-0000-0000-000000000000}"/>
          </ac:picMkLst>
        </pc:picChg>
        <pc:picChg chg="add">
          <ac:chgData name="Lai, Wilson" userId="2840974a-0d84-4886-90a9-9a3ed79f3a48" providerId="ADAL" clId="{9F23B798-9E84-4552-BA63-E776E805C424}" dt="2026-08-07T01:11:01.833" v="7" actId="22"/>
          <ac:picMkLst>
            <pc:docMk/>
            <pc:sldMk cId="0" sldId="260"/>
            <ac:picMk id="4" creationId="{C87A1DF7-433B-6CA0-5C16-04AB01BE545A}"/>
          </ac:picMkLst>
        </pc:picChg>
      </pc:sldChg>
      <pc:sldChg chg="addSp delSp mod">
        <pc:chgData name="Lai, Wilson" userId="2840974a-0d84-4886-90a9-9a3ed79f3a48" providerId="ADAL" clId="{9F23B798-9E84-4552-BA63-E776E805C424}" dt="2026-08-07T01:13:43.539" v="9" actId="22"/>
        <pc:sldMkLst>
          <pc:docMk/>
          <pc:sldMk cId="0" sldId="261"/>
        </pc:sldMkLst>
        <pc:picChg chg="del">
          <ac:chgData name="Lai, Wilson" userId="2840974a-0d84-4886-90a9-9a3ed79f3a48" providerId="ADAL" clId="{9F23B798-9E84-4552-BA63-E776E805C424}" dt="2026-08-07T01:11:06.199" v="8" actId="21"/>
          <ac:picMkLst>
            <pc:docMk/>
            <pc:sldMk cId="0" sldId="261"/>
            <ac:picMk id="2" creationId="{00000000-0000-0000-0000-000000000000}"/>
          </ac:picMkLst>
        </pc:picChg>
        <pc:picChg chg="add">
          <ac:chgData name="Lai, Wilson" userId="2840974a-0d84-4886-90a9-9a3ed79f3a48" providerId="ADAL" clId="{9F23B798-9E84-4552-BA63-E776E805C424}" dt="2026-08-07T01:13:43.539" v="9" actId="22"/>
          <ac:picMkLst>
            <pc:docMk/>
            <pc:sldMk cId="0" sldId="261"/>
            <ac:picMk id="4" creationId="{7562D60F-40FC-47E1-521B-9B191346ADBD}"/>
          </ac:picMkLst>
        </pc:picChg>
      </pc:sldChg>
      <pc:sldChg chg="addSp delSp mod modNotesTx">
        <pc:chgData name="Lai, Wilson" userId="2840974a-0d84-4886-90a9-9a3ed79f3a48" providerId="ADAL" clId="{9F23B798-9E84-4552-BA63-E776E805C424}" dt="2026-08-07T01:39:00.495" v="31" actId="12"/>
        <pc:sldMkLst>
          <pc:docMk/>
          <pc:sldMk cId="0" sldId="262"/>
        </pc:sldMkLst>
        <pc:picChg chg="del">
          <ac:chgData name="Lai, Wilson" userId="2840974a-0d84-4886-90a9-9a3ed79f3a48" providerId="ADAL" clId="{9F23B798-9E84-4552-BA63-E776E805C424}" dt="2026-08-07T01:13:47.657" v="10" actId="21"/>
          <ac:picMkLst>
            <pc:docMk/>
            <pc:sldMk cId="0" sldId="262"/>
            <ac:picMk id="2" creationId="{00000000-0000-0000-0000-000000000000}"/>
          </ac:picMkLst>
        </pc:picChg>
        <pc:picChg chg="add">
          <ac:chgData name="Lai, Wilson" userId="2840974a-0d84-4886-90a9-9a3ed79f3a48" providerId="ADAL" clId="{9F23B798-9E84-4552-BA63-E776E805C424}" dt="2026-08-07T01:13:55.447" v="11" actId="22"/>
          <ac:picMkLst>
            <pc:docMk/>
            <pc:sldMk cId="0" sldId="262"/>
            <ac:picMk id="4" creationId="{72A2F6CE-6AF5-EFD2-7394-1F6D22FC0071}"/>
          </ac:picMkLst>
        </pc:picChg>
      </pc:sldChg>
      <pc:sldChg chg="addSp delSp mod">
        <pc:chgData name="Lai, Wilson" userId="2840974a-0d84-4886-90a9-9a3ed79f3a48" providerId="ADAL" clId="{9F23B798-9E84-4552-BA63-E776E805C424}" dt="2026-08-07T01:14:25.371" v="13" actId="22"/>
        <pc:sldMkLst>
          <pc:docMk/>
          <pc:sldMk cId="0" sldId="263"/>
        </pc:sldMkLst>
        <pc:picChg chg="del">
          <ac:chgData name="Lai, Wilson" userId="2840974a-0d84-4886-90a9-9a3ed79f3a48" providerId="ADAL" clId="{9F23B798-9E84-4552-BA63-E776E805C424}" dt="2026-08-07T01:13:57.930" v="12" actId="21"/>
          <ac:picMkLst>
            <pc:docMk/>
            <pc:sldMk cId="0" sldId="263"/>
            <ac:picMk id="2" creationId="{00000000-0000-0000-0000-000000000000}"/>
          </ac:picMkLst>
        </pc:picChg>
        <pc:picChg chg="add">
          <ac:chgData name="Lai, Wilson" userId="2840974a-0d84-4886-90a9-9a3ed79f3a48" providerId="ADAL" clId="{9F23B798-9E84-4552-BA63-E776E805C424}" dt="2026-08-07T01:14:25.371" v="13" actId="22"/>
          <ac:picMkLst>
            <pc:docMk/>
            <pc:sldMk cId="0" sldId="263"/>
            <ac:picMk id="4" creationId="{94D58E9F-91EC-63D7-E059-59DB9C6DD02B}"/>
          </ac:picMkLst>
        </pc:picChg>
      </pc:sldChg>
      <pc:sldChg chg="addSp delSp mod modNotesTx">
        <pc:chgData name="Lai, Wilson" userId="2840974a-0d84-4886-90a9-9a3ed79f3a48" providerId="ADAL" clId="{9F23B798-9E84-4552-BA63-E776E805C424}" dt="2026-08-07T01:39:27.014" v="32" actId="12"/>
        <pc:sldMkLst>
          <pc:docMk/>
          <pc:sldMk cId="0" sldId="264"/>
        </pc:sldMkLst>
        <pc:picChg chg="del">
          <ac:chgData name="Lai, Wilson" userId="2840974a-0d84-4886-90a9-9a3ed79f3a48" providerId="ADAL" clId="{9F23B798-9E84-4552-BA63-E776E805C424}" dt="2026-08-07T01:14:28.798" v="14" actId="21"/>
          <ac:picMkLst>
            <pc:docMk/>
            <pc:sldMk cId="0" sldId="264"/>
            <ac:picMk id="2" creationId="{00000000-0000-0000-0000-000000000000}"/>
          </ac:picMkLst>
        </pc:picChg>
        <pc:picChg chg="add">
          <ac:chgData name="Lai, Wilson" userId="2840974a-0d84-4886-90a9-9a3ed79f3a48" providerId="ADAL" clId="{9F23B798-9E84-4552-BA63-E776E805C424}" dt="2026-08-07T01:19:07.446" v="29" actId="22"/>
          <ac:picMkLst>
            <pc:docMk/>
            <pc:sldMk cId="0" sldId="264"/>
            <ac:picMk id="3" creationId="{45665D02-8B6A-8BD4-765E-58AB6000FCEA}"/>
          </ac:picMkLst>
        </pc:picChg>
        <pc:picChg chg="add del">
          <ac:chgData name="Lai, Wilson" userId="2840974a-0d84-4886-90a9-9a3ed79f3a48" providerId="ADAL" clId="{9F23B798-9E84-4552-BA63-E776E805C424}" dt="2026-08-07T01:18:56.871" v="28" actId="21"/>
          <ac:picMkLst>
            <pc:docMk/>
            <pc:sldMk cId="0" sldId="264"/>
            <ac:picMk id="4" creationId="{B180E071-21CB-AEB8-4683-E901D3D8A5FC}"/>
          </ac:picMkLst>
        </pc:picChg>
      </pc:sldChg>
      <pc:sldChg chg="addSp delSp mod modNotesTx">
        <pc:chgData name="Lai, Wilson" userId="2840974a-0d84-4886-90a9-9a3ed79f3a48" providerId="ADAL" clId="{9F23B798-9E84-4552-BA63-E776E805C424}" dt="2026-08-07T01:39:41.902" v="33" actId="12"/>
        <pc:sldMkLst>
          <pc:docMk/>
          <pc:sldMk cId="0" sldId="265"/>
        </pc:sldMkLst>
        <pc:picChg chg="del">
          <ac:chgData name="Lai, Wilson" userId="2840974a-0d84-4886-90a9-9a3ed79f3a48" providerId="ADAL" clId="{9F23B798-9E84-4552-BA63-E776E805C424}" dt="2026-08-07T01:14:51.105" v="16" actId="21"/>
          <ac:picMkLst>
            <pc:docMk/>
            <pc:sldMk cId="0" sldId="265"/>
            <ac:picMk id="2" creationId="{00000000-0000-0000-0000-000000000000}"/>
          </ac:picMkLst>
        </pc:picChg>
        <pc:picChg chg="add">
          <ac:chgData name="Lai, Wilson" userId="2840974a-0d84-4886-90a9-9a3ed79f3a48" providerId="ADAL" clId="{9F23B798-9E84-4552-BA63-E776E805C424}" dt="2026-08-07T01:15:02.445" v="17" actId="22"/>
          <ac:picMkLst>
            <pc:docMk/>
            <pc:sldMk cId="0" sldId="265"/>
            <ac:picMk id="4" creationId="{4623FAB3-0B15-5B1F-6409-D5B83D699232}"/>
          </ac:picMkLst>
        </pc:picChg>
      </pc:sldChg>
      <pc:sldChg chg="addSp delSp mod">
        <pc:chgData name="Lai, Wilson" userId="2840974a-0d84-4886-90a9-9a3ed79f3a48" providerId="ADAL" clId="{9F23B798-9E84-4552-BA63-E776E805C424}" dt="2026-08-07T01:15:19.357" v="19" actId="22"/>
        <pc:sldMkLst>
          <pc:docMk/>
          <pc:sldMk cId="0" sldId="266"/>
        </pc:sldMkLst>
        <pc:picChg chg="del">
          <ac:chgData name="Lai, Wilson" userId="2840974a-0d84-4886-90a9-9a3ed79f3a48" providerId="ADAL" clId="{9F23B798-9E84-4552-BA63-E776E805C424}" dt="2026-08-07T01:15:04.847" v="18" actId="21"/>
          <ac:picMkLst>
            <pc:docMk/>
            <pc:sldMk cId="0" sldId="266"/>
            <ac:picMk id="2" creationId="{00000000-0000-0000-0000-000000000000}"/>
          </ac:picMkLst>
        </pc:picChg>
        <pc:picChg chg="add">
          <ac:chgData name="Lai, Wilson" userId="2840974a-0d84-4886-90a9-9a3ed79f3a48" providerId="ADAL" clId="{9F23B798-9E84-4552-BA63-E776E805C424}" dt="2026-08-07T01:15:19.357" v="19" actId="22"/>
          <ac:picMkLst>
            <pc:docMk/>
            <pc:sldMk cId="0" sldId="266"/>
            <ac:picMk id="4" creationId="{9462BD5A-52B8-53A7-8FE5-B3C945AA600A}"/>
          </ac:picMkLst>
        </pc:picChg>
      </pc:sldChg>
      <pc:sldChg chg="addSp delSp mod">
        <pc:chgData name="Lai, Wilson" userId="2840974a-0d84-4886-90a9-9a3ed79f3a48" providerId="ADAL" clId="{9F23B798-9E84-4552-BA63-E776E805C424}" dt="2026-08-07T01:15:30.093" v="21" actId="22"/>
        <pc:sldMkLst>
          <pc:docMk/>
          <pc:sldMk cId="0" sldId="267"/>
        </pc:sldMkLst>
        <pc:picChg chg="del">
          <ac:chgData name="Lai, Wilson" userId="2840974a-0d84-4886-90a9-9a3ed79f3a48" providerId="ADAL" clId="{9F23B798-9E84-4552-BA63-E776E805C424}" dt="2026-08-07T01:15:21.400" v="20" actId="21"/>
          <ac:picMkLst>
            <pc:docMk/>
            <pc:sldMk cId="0" sldId="267"/>
            <ac:picMk id="2" creationId="{00000000-0000-0000-0000-000000000000}"/>
          </ac:picMkLst>
        </pc:picChg>
        <pc:picChg chg="add">
          <ac:chgData name="Lai, Wilson" userId="2840974a-0d84-4886-90a9-9a3ed79f3a48" providerId="ADAL" clId="{9F23B798-9E84-4552-BA63-E776E805C424}" dt="2026-08-07T01:15:30.093" v="21" actId="22"/>
          <ac:picMkLst>
            <pc:docMk/>
            <pc:sldMk cId="0" sldId="267"/>
            <ac:picMk id="4" creationId="{ED4BBFD4-4549-B890-1357-83BADF1C7542}"/>
          </ac:picMkLst>
        </pc:picChg>
      </pc:sldChg>
      <pc:sldChg chg="addSp delSp mod">
        <pc:chgData name="Lai, Wilson" userId="2840974a-0d84-4886-90a9-9a3ed79f3a48" providerId="ADAL" clId="{9F23B798-9E84-4552-BA63-E776E805C424}" dt="2026-08-07T01:15:50.121" v="23" actId="22"/>
        <pc:sldMkLst>
          <pc:docMk/>
          <pc:sldMk cId="0" sldId="268"/>
        </pc:sldMkLst>
        <pc:picChg chg="del">
          <ac:chgData name="Lai, Wilson" userId="2840974a-0d84-4886-90a9-9a3ed79f3a48" providerId="ADAL" clId="{9F23B798-9E84-4552-BA63-E776E805C424}" dt="2026-08-07T01:15:33.469" v="22" actId="21"/>
          <ac:picMkLst>
            <pc:docMk/>
            <pc:sldMk cId="0" sldId="268"/>
            <ac:picMk id="2" creationId="{00000000-0000-0000-0000-000000000000}"/>
          </ac:picMkLst>
        </pc:picChg>
        <pc:picChg chg="add">
          <ac:chgData name="Lai, Wilson" userId="2840974a-0d84-4886-90a9-9a3ed79f3a48" providerId="ADAL" clId="{9F23B798-9E84-4552-BA63-E776E805C424}" dt="2026-08-07T01:15:50.121" v="23" actId="22"/>
          <ac:picMkLst>
            <pc:docMk/>
            <pc:sldMk cId="0" sldId="268"/>
            <ac:picMk id="4" creationId="{5EE2B8D7-E7DD-8F9C-8EAD-FD436BEA08D4}"/>
          </ac:picMkLst>
        </pc:picChg>
      </pc:sldChg>
      <pc:sldChg chg="addSp delSp mod">
        <pc:chgData name="Lai, Wilson" userId="2840974a-0d84-4886-90a9-9a3ed79f3a48" providerId="ADAL" clId="{9F23B798-9E84-4552-BA63-E776E805C424}" dt="2026-08-07T01:17:52.246" v="25" actId="22"/>
        <pc:sldMkLst>
          <pc:docMk/>
          <pc:sldMk cId="0" sldId="269"/>
        </pc:sldMkLst>
        <pc:picChg chg="del">
          <ac:chgData name="Lai, Wilson" userId="2840974a-0d84-4886-90a9-9a3ed79f3a48" providerId="ADAL" clId="{9F23B798-9E84-4552-BA63-E776E805C424}" dt="2026-08-07T01:15:53.325" v="24" actId="21"/>
          <ac:picMkLst>
            <pc:docMk/>
            <pc:sldMk cId="0" sldId="269"/>
            <ac:picMk id="2" creationId="{00000000-0000-0000-0000-000000000000}"/>
          </ac:picMkLst>
        </pc:picChg>
        <pc:picChg chg="add">
          <ac:chgData name="Lai, Wilson" userId="2840974a-0d84-4886-90a9-9a3ed79f3a48" providerId="ADAL" clId="{9F23B798-9E84-4552-BA63-E776E805C424}" dt="2026-08-07T01:17:52.246" v="25" actId="22"/>
          <ac:picMkLst>
            <pc:docMk/>
            <pc:sldMk cId="0" sldId="269"/>
            <ac:picMk id="4" creationId="{2EAF41C9-653A-1B31-2263-C1A34DD46368}"/>
          </ac:picMkLst>
        </pc:picChg>
      </pc:sldChg>
      <pc:sldChg chg="addSp delSp mod modNotesTx">
        <pc:chgData name="Lai, Wilson" userId="2840974a-0d84-4886-90a9-9a3ed79f3a48" providerId="ADAL" clId="{9F23B798-9E84-4552-BA63-E776E805C424}" dt="2026-08-07T01:40:52.042" v="35" actId="12"/>
        <pc:sldMkLst>
          <pc:docMk/>
          <pc:sldMk cId="3512542518" sldId="270"/>
        </pc:sldMkLst>
        <pc:picChg chg="del">
          <ac:chgData name="Lai, Wilson" userId="2840974a-0d84-4886-90a9-9a3ed79f3a48" providerId="ADAL" clId="{9F23B798-9E84-4552-BA63-E776E805C424}" dt="2026-08-07T01:17:58.282" v="26" actId="21"/>
          <ac:picMkLst>
            <pc:docMk/>
            <pc:sldMk cId="3512542518" sldId="270"/>
            <ac:picMk id="3" creationId="{4D718F94-6084-60C0-F7D7-8EACF3B78E6D}"/>
          </ac:picMkLst>
        </pc:picChg>
        <pc:picChg chg="add">
          <ac:chgData name="Lai, Wilson" userId="2840974a-0d84-4886-90a9-9a3ed79f3a48" providerId="ADAL" clId="{9F23B798-9E84-4552-BA63-E776E805C424}" dt="2026-08-07T01:18:17.985" v="27" actId="22"/>
          <ac:picMkLst>
            <pc:docMk/>
            <pc:sldMk cId="3512542518" sldId="270"/>
            <ac:picMk id="4" creationId="{7D42B234-C6FF-0897-1E65-06120A654C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090FE-C7AF-4007-9DE3-DC0A46842139}"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1C62D1-16F8-4963-89AB-E6FCBAA30FB0}" type="slidenum">
              <a:rPr lang="en-US" smtClean="0"/>
              <a:t>‹#›</a:t>
            </a:fld>
            <a:endParaRPr lang="en-US"/>
          </a:p>
        </p:txBody>
      </p:sp>
    </p:spTree>
    <p:extLst>
      <p:ext uri="{BB962C8B-B14F-4D97-AF65-F5344CB8AC3E}">
        <p14:creationId xmlns:p14="http://schemas.microsoft.com/office/powerpoint/2010/main" val="1749632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walking through a strategic briefing on the current trajectory of American democracy, the structural pressures straining our system, and the pathways available for renewal.</a:t>
            </a:r>
          </a:p>
          <a:p>
            <a:r>
              <a:rPr lang="en-US" dirty="0"/>
              <a:t>This presentation is based on the deep-dive analysis by Pete Buttigieg on </a:t>
            </a:r>
            <a:r>
              <a:rPr lang="en-US" i="1" dirty="0"/>
              <a:t>The Diary Of A CEO</a:t>
            </a:r>
            <a:r>
              <a:rPr lang="en-US" dirty="0"/>
              <a:t> podcast.</a:t>
            </a:r>
          </a:p>
          <a:p>
            <a:r>
              <a:rPr lang="en-US" dirty="0"/>
              <a:t>Over the next several slides, we will examine why the American economic and political engine is misfiring, explore key systemic cracks—from tax policy and national debt to foreign policy and AI—and analyze the specific institutional reforms necessary to upgrade the system for the decades ahead</a:t>
            </a:r>
          </a:p>
          <a:p>
            <a:endParaRPr lang="en-US" dirty="0"/>
          </a:p>
          <a:p>
            <a:r>
              <a:rPr lang="en-US" dirty="0"/>
              <a:t>https://www.youtube.com/watch?v=mF6uk7UOHBM</a:t>
            </a:r>
          </a:p>
        </p:txBody>
      </p:sp>
      <p:sp>
        <p:nvSpPr>
          <p:cNvPr id="4" name="Slide Number Placeholder 3"/>
          <p:cNvSpPr>
            <a:spLocks noGrp="1"/>
          </p:cNvSpPr>
          <p:nvPr>
            <p:ph type="sldNum" sz="quarter" idx="5"/>
          </p:nvPr>
        </p:nvSpPr>
        <p:spPr/>
        <p:txBody>
          <a:bodyPr/>
          <a:lstStyle/>
          <a:p>
            <a:fld id="{861C62D1-16F8-4963-89AB-E6FCBAA30FB0}" type="slidenum">
              <a:rPr lang="en-US" smtClean="0"/>
              <a:t>1</a:t>
            </a:fld>
            <a:endParaRPr lang="en-US"/>
          </a:p>
        </p:txBody>
      </p:sp>
    </p:spTree>
    <p:extLst>
      <p:ext uri="{BB962C8B-B14F-4D97-AF65-F5344CB8AC3E}">
        <p14:creationId xmlns:p14="http://schemas.microsoft.com/office/powerpoint/2010/main" val="2412877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American Project began nearly 250 years ago as a radical departure from historical norm—overthrowing kings to put power in the hands of the people. </a:t>
            </a:r>
          </a:p>
          <a:p>
            <a:r>
              <a:rPr lang="en-US" sz="1200" kern="1200" dirty="0">
                <a:solidFill>
                  <a:schemeClr val="tx1"/>
                </a:solidFill>
                <a:effectLst/>
                <a:latin typeface="+mn-lt"/>
                <a:ea typeface="+mn-ea"/>
                <a:cs typeface="+mn-cs"/>
              </a:rPr>
              <a:t>Today, however, that experiment is experiencing profound structural shocks. We are witnessing massive levels of economic inequality, a widespread collapse of trust in public institutions, and a alarming rise in political violence. </a:t>
            </a:r>
          </a:p>
          <a:p>
            <a:r>
              <a:rPr lang="en-US" sz="1200" kern="1200" dirty="0">
                <a:solidFill>
                  <a:schemeClr val="tx1"/>
                </a:solidFill>
                <a:effectLst/>
                <a:latin typeface="+mn-lt"/>
                <a:ea typeface="+mn-ea"/>
                <a:cs typeface="+mn-cs"/>
              </a:rPr>
              <a:t>As the core quote highlights: </a:t>
            </a:r>
            <a:r>
              <a:rPr lang="en-US" sz="1200" i="1" kern="1200" dirty="0">
                <a:solidFill>
                  <a:schemeClr val="tx1"/>
                </a:solidFill>
                <a:effectLst/>
                <a:latin typeface="+mn-lt"/>
                <a:ea typeface="+mn-ea"/>
                <a:cs typeface="+mn-cs"/>
              </a:rPr>
              <a:t>"If something cannot go on forever, it will stop."</a:t>
            </a:r>
            <a:r>
              <a:rPr lang="en-US" sz="1200" kern="1200" dirty="0">
                <a:solidFill>
                  <a:schemeClr val="tx1"/>
                </a:solidFill>
                <a:effectLst/>
                <a:latin typeface="+mn-lt"/>
                <a:ea typeface="+mn-ea"/>
                <a:cs typeface="+mn-cs"/>
              </a:rPr>
              <a:t> When a democratic and economic structure reaches this degree of strain, inertia is no longer an option. The future will lead to one of two outcomes: systemic reform or eventual catastrophe.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2</a:t>
            </a:fld>
            <a:endParaRPr lang="en-US"/>
          </a:p>
        </p:txBody>
      </p:sp>
    </p:spTree>
    <p:extLst>
      <p:ext uri="{BB962C8B-B14F-4D97-AF65-F5344CB8AC3E}">
        <p14:creationId xmlns:p14="http://schemas.microsoft.com/office/powerpoint/2010/main" val="3114632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public frustration is so high, we must examine social mobility and taxation. </a:t>
            </a:r>
          </a:p>
          <a:p>
            <a:r>
              <a:rPr lang="en-US" sz="1200" kern="1200" dirty="0">
                <a:solidFill>
                  <a:schemeClr val="tx1"/>
                </a:solidFill>
                <a:effectLst/>
                <a:latin typeface="+mn-lt"/>
                <a:ea typeface="+mn-ea"/>
                <a:cs typeface="+mn-cs"/>
              </a:rPr>
              <a:t>Historically, 9 out of 10 Americans could expect to out-earn their parents. Today, that promise has broken down. Statistically, a citizen is now more likely to experience upward mobility and live out the traditional "American Dream" in countries like Denmark than in the United States. </a:t>
            </a:r>
          </a:p>
          <a:p>
            <a:r>
              <a:rPr lang="en-US" sz="1200" kern="1200" dirty="0">
                <a:solidFill>
                  <a:schemeClr val="tx1"/>
                </a:solidFill>
                <a:effectLst/>
                <a:latin typeface="+mn-lt"/>
                <a:ea typeface="+mn-ea"/>
                <a:cs typeface="+mn-cs"/>
              </a:rPr>
              <a:t>A primary driver of this trend is how our code treats work versus wealth. Our system taxes labor at higher rates than it taxes passive wealth accumulation. As Pete Buttigieg noted in his interview, a multi-billionaire often pays a lower effective tax rate than a school teacher or a firefighter. When hard work is penalized relative to capital hoarding, trust in the social contract collapses.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3</a:t>
            </a:fld>
            <a:endParaRPr lang="en-US"/>
          </a:p>
        </p:txBody>
      </p:sp>
    </p:spTree>
    <p:extLst>
      <p:ext uri="{BB962C8B-B14F-4D97-AF65-F5344CB8AC3E}">
        <p14:creationId xmlns:p14="http://schemas.microsoft.com/office/powerpoint/2010/main" val="858005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at the long-term national debt trajectory from 1970 to 2026, we see an unsustainable exponential curve. </a:t>
            </a:r>
          </a:p>
          <a:p>
            <a:r>
              <a:rPr lang="en-US" sz="1200" kern="1200" dirty="0">
                <a:solidFill>
                  <a:schemeClr val="tx1"/>
                </a:solidFill>
                <a:effectLst/>
                <a:latin typeface="+mn-lt"/>
                <a:ea typeface="+mn-ea"/>
                <a:cs typeface="+mn-cs"/>
              </a:rPr>
              <a:t>Major compounding inflection points—such as the 2001 Bush tax cuts and the subsequent Trump tax cuts focused on high earners—have severely reduced federal revenues without equivalent structural offsets. </a:t>
            </a:r>
          </a:p>
          <a:p>
            <a:r>
              <a:rPr lang="en-US" sz="1200" kern="1200" dirty="0">
                <a:solidFill>
                  <a:schemeClr val="tx1"/>
                </a:solidFill>
                <a:effectLst/>
                <a:latin typeface="+mn-lt"/>
                <a:ea typeface="+mn-ea"/>
                <a:cs typeface="+mn-cs"/>
              </a:rPr>
              <a:t>Here, Herbert Stein’s economic law applies directly: </a:t>
            </a:r>
            <a:r>
              <a:rPr lang="en-US" sz="1200" i="1" kern="1200" dirty="0">
                <a:solidFill>
                  <a:schemeClr val="tx1"/>
                </a:solidFill>
                <a:effectLst/>
                <a:latin typeface="+mn-lt"/>
                <a:ea typeface="+mn-ea"/>
                <a:cs typeface="+mn-cs"/>
              </a:rPr>
              <a:t>"If something cannot go on forever, it will stop."</a:t>
            </a:r>
            <a:r>
              <a:rPr lang="en-US" sz="1200" kern="1200" dirty="0">
                <a:solidFill>
                  <a:schemeClr val="tx1"/>
                </a:solidFill>
                <a:effectLst/>
                <a:latin typeface="+mn-lt"/>
                <a:ea typeface="+mn-ea"/>
                <a:cs typeface="+mn-cs"/>
              </a:rPr>
              <a:t> The national debt is not merely a financial line item; it is both a symptom of a dysfunctional governance model and a catalyst that will eventually force either a currency crisis or an inevitable, comprehensive tax overhaul.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4</a:t>
            </a:fld>
            <a:endParaRPr lang="en-US"/>
          </a:p>
        </p:txBody>
      </p:sp>
    </p:spTree>
    <p:extLst>
      <p:ext uri="{BB962C8B-B14F-4D97-AF65-F5344CB8AC3E}">
        <p14:creationId xmlns:p14="http://schemas.microsoft.com/office/powerpoint/2010/main" val="2435786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to foreign policy and foreign conflicts, particularly in Iran and the broader Middle East, the core theme is that starting a conflict is significantly easier than ending one. </a:t>
            </a:r>
          </a:p>
          <a:p>
            <a:r>
              <a:rPr lang="en-US" sz="1200" kern="1200" dirty="0">
                <a:solidFill>
                  <a:schemeClr val="tx1"/>
                </a:solidFill>
                <a:effectLst/>
                <a:latin typeface="+mn-lt"/>
                <a:ea typeface="+mn-ea"/>
                <a:cs typeface="+mn-cs"/>
              </a:rPr>
              <a:t>Foreign policy requires balancing delicate imperatives: global Jewish safety, Israeli security, and Palestinian dignity and safety. However, unilateral choices—such as tearing up the Iran Nuclear Deal (JCPOA) without a credible alternative—and alienating long-standing allies have severely limited strategic options. </a:t>
            </a:r>
          </a:p>
          <a:p>
            <a:r>
              <a:rPr lang="en-US" sz="1200" kern="1200" dirty="0">
                <a:solidFill>
                  <a:schemeClr val="tx1"/>
                </a:solidFill>
                <a:effectLst/>
                <a:latin typeface="+mn-lt"/>
                <a:ea typeface="+mn-ea"/>
                <a:cs typeface="+mn-cs"/>
              </a:rPr>
              <a:t>When alliances are burned and ideological stances clash with regional stability, key economic lifelines like the Strait of Hormuz become vulnerable. The key executive insight here is that reckless diplomatic disruption leaves leaders painted into a corner with no clean exits.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5</a:t>
            </a:fld>
            <a:endParaRPr lang="en-US"/>
          </a:p>
        </p:txBody>
      </p:sp>
    </p:spTree>
    <p:extLst>
      <p:ext uri="{BB962C8B-B14F-4D97-AF65-F5344CB8AC3E}">
        <p14:creationId xmlns:p14="http://schemas.microsoft.com/office/powerpoint/2010/main" val="358462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1930, economist John Maynard Keynes famously predicted that technology and automation would yield a 15-hour workweek by reducing the burden of labor. Instead, Americans are working longer hours under higher pressure. </a:t>
            </a:r>
          </a:p>
          <a:p>
            <a:r>
              <a:rPr lang="en-US" sz="1200" kern="1200" dirty="0">
                <a:solidFill>
                  <a:schemeClr val="tx1"/>
                </a:solidFill>
                <a:effectLst/>
                <a:latin typeface="+mn-lt"/>
                <a:ea typeface="+mn-ea"/>
                <a:cs typeface="+mn-cs"/>
              </a:rPr>
              <a:t>As Artificial Intelligence accelerates, we face a critical fork in the road: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Path A (Policy Failure):</a:t>
            </a:r>
            <a:r>
              <a:rPr lang="en-US" sz="1200" kern="1200" dirty="0">
                <a:solidFill>
                  <a:schemeClr val="tx1"/>
                </a:solidFill>
                <a:effectLst/>
                <a:latin typeface="+mn-lt"/>
                <a:ea typeface="+mn-ea"/>
                <a:cs typeface="+mn-cs"/>
              </a:rPr>
              <a:t> AI accelerates the concentration of wealth and power into a handful of tech platforms, causing severe identity disruption. When workers lose their jobs to automation, they lose far more than a paycheck; they lose community, dignity, and purpose.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Path B (Policy Success):</a:t>
            </a:r>
            <a:r>
              <a:rPr lang="en-US" sz="1200" kern="1200" dirty="0">
                <a:solidFill>
                  <a:schemeClr val="tx1"/>
                </a:solidFill>
                <a:effectLst/>
                <a:latin typeface="+mn-lt"/>
                <a:ea typeface="+mn-ea"/>
                <a:cs typeface="+mn-cs"/>
              </a:rPr>
              <a:t> Proactive policy captures productivity gains to shorten the workweek, put money back into workers' pockets, and free human capacity for caregiving, community, and creativity.</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6</a:t>
            </a:fld>
            <a:endParaRPr lang="en-US"/>
          </a:p>
        </p:txBody>
      </p:sp>
    </p:spTree>
    <p:extLst>
      <p:ext uri="{BB962C8B-B14F-4D97-AF65-F5344CB8AC3E}">
        <p14:creationId xmlns:p14="http://schemas.microsoft.com/office/powerpoint/2010/main" val="2943019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political and economic system fails to deliver results for decades, public sentiment shifts from seeking policy reform to favoring systemic destruction. </a:t>
            </a:r>
          </a:p>
          <a:p>
            <a:r>
              <a:rPr lang="en-US" sz="1200" kern="1200" dirty="0">
                <a:solidFill>
                  <a:schemeClr val="tx1"/>
                </a:solidFill>
                <a:effectLst/>
                <a:latin typeface="+mn-lt"/>
                <a:ea typeface="+mn-ea"/>
                <a:cs typeface="+mn-cs"/>
              </a:rPr>
              <a:t>This environment creates the appeal of the "Disruptive Political Leader" who promises to tear down existing structures. These leaders operate on the assumption that all institutional rules and laws are mere "paper walls" standing in the way of action. </a:t>
            </a:r>
          </a:p>
          <a:p>
            <a:r>
              <a:rPr lang="en-US" sz="1200" kern="1200" dirty="0">
                <a:solidFill>
                  <a:schemeClr val="tx1"/>
                </a:solidFill>
                <a:effectLst/>
                <a:latin typeface="+mn-lt"/>
                <a:ea typeface="+mn-ea"/>
                <a:cs typeface="+mn-cs"/>
              </a:rPr>
              <a:t>However, disruption without a blueprint for reconstruction is inherently dangerous. Institutions and regulatory guardrails exist primarily to safeguard public interests, not simply to introduce friction. Tearing them down without understanding their purpose leads to further instability.</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7</a:t>
            </a:fld>
            <a:endParaRPr lang="en-US"/>
          </a:p>
        </p:txBody>
      </p:sp>
    </p:spTree>
    <p:extLst>
      <p:ext uri="{BB962C8B-B14F-4D97-AF65-F5344CB8AC3E}">
        <p14:creationId xmlns:p14="http://schemas.microsoft.com/office/powerpoint/2010/main" val="1019075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is currently a profound disconnect between public consensus and legislative output. </a:t>
            </a:r>
          </a:p>
          <a:p>
            <a:r>
              <a:rPr lang="en-US" sz="1200" kern="1200" dirty="0">
                <a:solidFill>
                  <a:schemeClr val="tx1"/>
                </a:solidFill>
                <a:effectLst/>
                <a:latin typeface="+mn-lt"/>
                <a:ea typeface="+mn-ea"/>
                <a:cs typeface="+mn-cs"/>
              </a:rPr>
              <a:t>Over 70% of the American public agrees on core policy items—such as expanding healthcare access, raising the minimum wage, and implementing universal background checks for firearms. Yet, these popular measures regularly stall in Congress. </a:t>
            </a:r>
          </a:p>
          <a:p>
            <a:r>
              <a:rPr lang="en-US" sz="1200" kern="1200" dirty="0">
                <a:solidFill>
                  <a:schemeClr val="tx1"/>
                </a:solidFill>
                <a:effectLst/>
                <a:latin typeface="+mn-lt"/>
                <a:ea typeface="+mn-ea"/>
                <a:cs typeface="+mn-cs"/>
              </a:rPr>
              <a:t>Why does this happen? The visual illustrates three broken structural components: </a:t>
            </a:r>
          </a:p>
          <a:p>
            <a:pPr marL="228600" indent="-228600">
              <a:buFont typeface="+mj-lt"/>
              <a:buAutoNum type="arabicPeriod"/>
            </a:pPr>
            <a:r>
              <a:rPr lang="en-US" sz="1200" b="1" kern="1200" dirty="0">
                <a:solidFill>
                  <a:schemeClr val="tx1"/>
                </a:solidFill>
                <a:effectLst/>
                <a:latin typeface="+mn-lt"/>
                <a:ea typeface="+mn-ea"/>
                <a:cs typeface="+mn-cs"/>
              </a:rPr>
              <a:t>Gerrymandering:</a:t>
            </a:r>
            <a:r>
              <a:rPr lang="en-US" sz="1200" kern="1200" dirty="0">
                <a:solidFill>
                  <a:schemeClr val="tx1"/>
                </a:solidFill>
                <a:effectLst/>
                <a:latin typeface="+mn-lt"/>
                <a:ea typeface="+mn-ea"/>
                <a:cs typeface="+mn-cs"/>
              </a:rPr>
              <a:t> Where 9 out of 10 House districts are so partisan that election outcomes are predetermined. </a:t>
            </a:r>
          </a:p>
          <a:p>
            <a:pPr marL="228600" indent="-228600">
              <a:buFont typeface="+mj-lt"/>
              <a:buAutoNum type="arabicPeriod"/>
            </a:pPr>
            <a:r>
              <a:rPr lang="en-US" sz="1200" b="1" kern="1200" dirty="0">
                <a:solidFill>
                  <a:schemeClr val="tx1"/>
                </a:solidFill>
                <a:effectLst/>
                <a:latin typeface="+mn-lt"/>
                <a:ea typeface="+mn-ea"/>
                <a:cs typeface="+mn-cs"/>
              </a:rPr>
              <a:t>Citizens United:</a:t>
            </a:r>
            <a:r>
              <a:rPr lang="en-US" sz="1200" kern="1200" dirty="0">
                <a:solidFill>
                  <a:schemeClr val="tx1"/>
                </a:solidFill>
                <a:effectLst/>
                <a:latin typeface="+mn-lt"/>
                <a:ea typeface="+mn-ea"/>
                <a:cs typeface="+mn-cs"/>
              </a:rPr>
              <a:t> Which introduced unlimited corporate dark money into political campaigns. </a:t>
            </a:r>
          </a:p>
          <a:p>
            <a:pPr marL="228600" indent="-228600">
              <a:buFont typeface="+mj-lt"/>
              <a:buAutoNum type="arabicPeriod"/>
            </a:pPr>
            <a:r>
              <a:rPr lang="en-US" sz="1200" b="1" kern="1200" dirty="0">
                <a:solidFill>
                  <a:schemeClr val="tx1"/>
                </a:solidFill>
                <a:effectLst/>
                <a:latin typeface="+mn-lt"/>
                <a:ea typeface="+mn-ea"/>
                <a:cs typeface="+mn-cs"/>
              </a:rPr>
              <a:t>The Electoral College:</a:t>
            </a:r>
            <a:r>
              <a:rPr lang="en-US" sz="1200" kern="1200" dirty="0">
                <a:solidFill>
                  <a:schemeClr val="tx1"/>
                </a:solidFill>
                <a:effectLst/>
                <a:latin typeface="+mn-lt"/>
                <a:ea typeface="+mn-ea"/>
                <a:cs typeface="+mn-cs"/>
              </a:rPr>
              <a:t> Where individual votes carry unequal weight based on geographic lines. </a:t>
            </a:r>
          </a:p>
          <a:p>
            <a:r>
              <a:rPr lang="en-US" sz="1200" kern="1200" dirty="0">
                <a:solidFill>
                  <a:schemeClr val="tx1"/>
                </a:solidFill>
                <a:effectLst/>
                <a:latin typeface="+mn-lt"/>
                <a:ea typeface="+mn-ea"/>
                <a:cs typeface="+mn-cs"/>
              </a:rPr>
              <a:t>The result is perpetual legislative gridlock and a nation divided 50/50.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8</a:t>
            </a:fld>
            <a:endParaRPr lang="en-US"/>
          </a:p>
        </p:txBody>
      </p:sp>
    </p:spTree>
    <p:extLst>
      <p:ext uri="{BB962C8B-B14F-4D97-AF65-F5344CB8AC3E}">
        <p14:creationId xmlns:p14="http://schemas.microsoft.com/office/powerpoint/2010/main" val="943151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fix the democracy engine, we must implement concrete structural upgrades: </a:t>
            </a:r>
          </a:p>
          <a:p>
            <a:pPr marL="228600" indent="-228600">
              <a:buFont typeface="+mj-lt"/>
              <a:buAutoNum type="arabicPeriod"/>
            </a:pPr>
            <a:r>
              <a:rPr lang="en-US" sz="1200" b="1" kern="1200" dirty="0">
                <a:solidFill>
                  <a:schemeClr val="tx1"/>
                </a:solidFill>
                <a:effectLst/>
                <a:latin typeface="+mn-lt"/>
                <a:ea typeface="+mn-ea"/>
                <a:cs typeface="+mn-cs"/>
              </a:rPr>
              <a:t>National Popular Vote / Electoral Reform:</a:t>
            </a:r>
            <a:r>
              <a:rPr lang="en-US" sz="1200" kern="1200" dirty="0">
                <a:solidFill>
                  <a:schemeClr val="tx1"/>
                </a:solidFill>
                <a:effectLst/>
                <a:latin typeface="+mn-lt"/>
                <a:ea typeface="+mn-ea"/>
                <a:cs typeface="+mn-cs"/>
              </a:rPr>
              <a:t> Ensuring every individual vote carries equal weight regardless of state residency. </a:t>
            </a:r>
          </a:p>
          <a:p>
            <a:pPr marL="228600" indent="-228600">
              <a:buFont typeface="+mj-lt"/>
              <a:buAutoNum type="arabicPeriod"/>
            </a:pPr>
            <a:r>
              <a:rPr lang="en-US" sz="1200" b="1" kern="1200" dirty="0">
                <a:solidFill>
                  <a:schemeClr val="tx1"/>
                </a:solidFill>
                <a:effectLst/>
                <a:latin typeface="+mn-lt"/>
                <a:ea typeface="+mn-ea"/>
                <a:cs typeface="+mn-cs"/>
              </a:rPr>
              <a:t>Ending Gerrymandering:</a:t>
            </a:r>
            <a:r>
              <a:rPr lang="en-US" sz="1200" kern="1200" dirty="0">
                <a:solidFill>
                  <a:schemeClr val="tx1"/>
                </a:solidFill>
                <a:effectLst/>
                <a:latin typeface="+mn-lt"/>
                <a:ea typeface="+mn-ea"/>
                <a:cs typeface="+mn-cs"/>
              </a:rPr>
              <a:t> Utilizing independent redistricting commissions so voters select their representatives, rather than politicians selecting their voters. </a:t>
            </a:r>
          </a:p>
          <a:p>
            <a:pPr marL="228600" indent="-228600">
              <a:buFont typeface="+mj-lt"/>
              <a:buAutoNum type="arabicPeriod"/>
            </a:pPr>
            <a:r>
              <a:rPr lang="en-US" sz="1200" b="1" kern="1200" dirty="0">
                <a:solidFill>
                  <a:schemeClr val="tx1"/>
                </a:solidFill>
                <a:effectLst/>
                <a:latin typeface="+mn-lt"/>
                <a:ea typeface="+mn-ea"/>
                <a:cs typeface="+mn-cs"/>
              </a:rPr>
              <a:t>Supreme Court Modernization:</a:t>
            </a:r>
            <a:r>
              <a:rPr lang="en-US" sz="1200" kern="1200" dirty="0">
                <a:solidFill>
                  <a:schemeClr val="tx1"/>
                </a:solidFill>
                <a:effectLst/>
                <a:latin typeface="+mn-lt"/>
                <a:ea typeface="+mn-ea"/>
                <a:cs typeface="+mn-cs"/>
              </a:rPr>
              <a:t> Establishing fixed term limits and a balanced bench model to remove high-stakes political hyper-partisanship from judicial appointments. </a:t>
            </a:r>
          </a:p>
          <a:p>
            <a:pPr marL="228600" indent="-228600">
              <a:buFont typeface="+mj-lt"/>
              <a:buAutoNum type="arabicPeriod"/>
            </a:pPr>
            <a:r>
              <a:rPr lang="en-US" sz="1200" b="1" kern="1200" dirty="0">
                <a:solidFill>
                  <a:schemeClr val="tx1"/>
                </a:solidFill>
                <a:effectLst/>
                <a:latin typeface="+mn-lt"/>
                <a:ea typeface="+mn-ea"/>
                <a:cs typeface="+mn-cs"/>
              </a:rPr>
              <a:t>Proportional Representation:</a:t>
            </a:r>
            <a:r>
              <a:rPr lang="en-US" sz="1200" kern="1200" dirty="0">
                <a:solidFill>
                  <a:schemeClr val="tx1"/>
                </a:solidFill>
                <a:effectLst/>
                <a:latin typeface="+mn-lt"/>
                <a:ea typeface="+mn-ea"/>
                <a:cs typeface="+mn-cs"/>
              </a:rPr>
              <a:t> Considering multi-member districts to allow third parties and diverse perspectives a realistic seat at the table. </a:t>
            </a:r>
          </a:p>
          <a:p>
            <a:pPr marL="228600" indent="-228600">
              <a:buFont typeface="+mj-lt"/>
              <a:buAutoNum type="arabicPeriod"/>
            </a:pPr>
            <a:r>
              <a:rPr lang="en-US" sz="1200" b="1" kern="1200" dirty="0">
                <a:solidFill>
                  <a:schemeClr val="tx1"/>
                </a:solidFill>
                <a:effectLst/>
                <a:latin typeface="+mn-lt"/>
                <a:ea typeface="+mn-ea"/>
                <a:cs typeface="+mn-cs"/>
              </a:rPr>
              <a:t>Constitutional Clarification on Campaign Finance:</a:t>
            </a:r>
            <a:r>
              <a:rPr lang="en-US" sz="1200" kern="1200" dirty="0">
                <a:solidFill>
                  <a:schemeClr val="tx1"/>
                </a:solidFill>
                <a:effectLst/>
                <a:latin typeface="+mn-lt"/>
                <a:ea typeface="+mn-ea"/>
                <a:cs typeface="+mn-cs"/>
              </a:rPr>
              <a:t> Amending the Constitution to explicitly establish that money is not speech and corporations are not natural citizens.</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9</a:t>
            </a:fld>
            <a:endParaRPr lang="en-US"/>
          </a:p>
        </p:txBody>
      </p:sp>
    </p:spTree>
    <p:extLst>
      <p:ext uri="{BB962C8B-B14F-4D97-AF65-F5344CB8AC3E}">
        <p14:creationId xmlns:p14="http://schemas.microsoft.com/office/powerpoint/2010/main" val="3240020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ensure that the financial returns of AI benefit society broadly rather than just private entities? </a:t>
            </a:r>
          </a:p>
          <a:p>
            <a:r>
              <a:rPr lang="en-US" sz="1200" kern="1200" dirty="0">
                <a:solidFill>
                  <a:schemeClr val="tx1"/>
                </a:solidFill>
                <a:effectLst/>
                <a:latin typeface="+mn-lt"/>
                <a:ea typeface="+mn-ea"/>
                <a:cs typeface="+mn-cs"/>
              </a:rPr>
              <a:t>Historically, groundbreaking technology builds on foundational public investments—such as DARPA funding the precursor to the internet in the 1960s. Furthermore, modern AI models rely on billions of data points freely created by the general public. </a:t>
            </a:r>
          </a:p>
          <a:p>
            <a:r>
              <a:rPr lang="en-US" sz="1200" kern="1200" dirty="0">
                <a:solidFill>
                  <a:schemeClr val="tx1"/>
                </a:solidFill>
                <a:effectLst/>
                <a:latin typeface="+mn-lt"/>
                <a:ea typeface="+mn-ea"/>
                <a:cs typeface="+mn-cs"/>
              </a:rPr>
              <a:t>When private corporations scrape this public infrastructure and data to generate trillion-dollar valuations, the value loop remains open. </a:t>
            </a:r>
          </a:p>
          <a:p>
            <a:r>
              <a:rPr lang="en-US" sz="1200" kern="1200" dirty="0">
                <a:solidFill>
                  <a:schemeClr val="tx1"/>
                </a:solidFill>
                <a:effectLst/>
                <a:latin typeface="+mn-lt"/>
                <a:ea typeface="+mn-ea"/>
                <a:cs typeface="+mn-cs"/>
              </a:rPr>
              <a:t>We can close this loop by creating a </a:t>
            </a:r>
            <a:r>
              <a:rPr lang="en-US" sz="1200" b="1" kern="1200" dirty="0">
                <a:solidFill>
                  <a:schemeClr val="tx1"/>
                </a:solidFill>
                <a:effectLst/>
                <a:latin typeface="+mn-lt"/>
                <a:ea typeface="+mn-ea"/>
                <a:cs typeface="+mn-cs"/>
              </a:rPr>
              <a:t>Public Dividend</a:t>
            </a:r>
            <a:r>
              <a:rPr lang="en-US" sz="1200" kern="1200" dirty="0">
                <a:solidFill>
                  <a:schemeClr val="tx1"/>
                </a:solidFill>
                <a:effectLst/>
                <a:latin typeface="+mn-lt"/>
                <a:ea typeface="+mn-ea"/>
                <a:cs typeface="+mn-cs"/>
              </a:rPr>
              <a:t>—where a share of AI-generated capital returns directly to citizens to fund healthcare, education, and social safety nets.</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10</a:t>
            </a:fld>
            <a:endParaRPr lang="en-US"/>
          </a:p>
        </p:txBody>
      </p:sp>
    </p:spTree>
    <p:extLst>
      <p:ext uri="{BB962C8B-B14F-4D97-AF65-F5344CB8AC3E}">
        <p14:creationId xmlns:p14="http://schemas.microsoft.com/office/powerpoint/2010/main" val="2812945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Navigating structural transitions requires examining the fundamental approach of executive leadership: </a:t>
            </a:r>
          </a:p>
          <a:p>
            <a:r>
              <a:rPr lang="en-US" sz="1200" b="1" kern="1200" dirty="0">
                <a:solidFill>
                  <a:schemeClr val="tx1"/>
                </a:solidFill>
                <a:effectLst/>
                <a:latin typeface="+mn-lt"/>
                <a:ea typeface="+mn-ea"/>
                <a:cs typeface="+mn-cs"/>
              </a:rPr>
              <a:t>The Transactional Disruptor:</a:t>
            </a:r>
            <a:r>
              <a:rPr lang="en-US" sz="1200" kern="1200" dirty="0">
                <a:solidFill>
                  <a:schemeClr val="tx1"/>
                </a:solidFill>
                <a:effectLst/>
                <a:latin typeface="+mn-lt"/>
                <a:ea typeface="+mn-ea"/>
                <a:cs typeface="+mn-cs"/>
              </a:rPr>
              <a:t> Views governance entirely through short-term tactical advantages, asking "What's in it for me?" This approach alienates international allies, instability unpredictably, and subordinates policy decisions to personal political survival. </a:t>
            </a:r>
          </a:p>
          <a:p>
            <a:r>
              <a:rPr lang="en-US" sz="1200" b="1" kern="1200" dirty="0">
                <a:solidFill>
                  <a:schemeClr val="tx1"/>
                </a:solidFill>
                <a:effectLst/>
                <a:latin typeface="+mn-lt"/>
                <a:ea typeface="+mn-ea"/>
                <a:cs typeface="+mn-cs"/>
              </a:rPr>
              <a:t>The Deliberate Executive:</a:t>
            </a:r>
            <a:r>
              <a:rPr lang="en-US" sz="1200" kern="1200" dirty="0">
                <a:solidFill>
                  <a:schemeClr val="tx1"/>
                </a:solidFill>
                <a:effectLst/>
                <a:latin typeface="+mn-lt"/>
                <a:ea typeface="+mn-ea"/>
                <a:cs typeface="+mn-cs"/>
              </a:rPr>
              <a:t> Characterized by thorough analysis prior to decision-making, followed by firm execution. This model prioritizes surrounding leadership with capable experts, accepting accountability for outcomes, maintaining humility, and building long-term institutional credibility.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11</a:t>
            </a:fld>
            <a:endParaRPr lang="en-US"/>
          </a:p>
        </p:txBody>
      </p:sp>
    </p:spTree>
    <p:extLst>
      <p:ext uri="{BB962C8B-B14F-4D97-AF65-F5344CB8AC3E}">
        <p14:creationId xmlns:p14="http://schemas.microsoft.com/office/powerpoint/2010/main" val="94192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media environment surrounding public discourse has shifted fundamentally. </a:t>
            </a:r>
          </a:p>
          <a:p>
            <a:r>
              <a:rPr lang="en-US" sz="1200" kern="1200" dirty="0">
                <a:solidFill>
                  <a:schemeClr val="tx1"/>
                </a:solidFill>
                <a:effectLst/>
                <a:latin typeface="+mn-lt"/>
                <a:ea typeface="+mn-ea"/>
                <a:cs typeface="+mn-cs"/>
              </a:rPr>
              <a:t>In the 20th century "Black Box" era, political communication was tightly controlled through 30-minute television segments and polished PR talking points. </a:t>
            </a:r>
          </a:p>
          <a:p>
            <a:r>
              <a:rPr lang="en-US" sz="1200" kern="1200" dirty="0">
                <a:solidFill>
                  <a:schemeClr val="tx1"/>
                </a:solidFill>
                <a:effectLst/>
                <a:latin typeface="+mn-lt"/>
                <a:ea typeface="+mn-ea"/>
                <a:cs typeface="+mn-cs"/>
              </a:rPr>
              <a:t>In the 21st century "Glass Box" era—dominated by long-form podcasts and digital media—the public demands to see inside the decision-making process. </a:t>
            </a:r>
          </a:p>
          <a:p>
            <a:r>
              <a:rPr lang="en-US" sz="1200" kern="1200" dirty="0">
                <a:solidFill>
                  <a:schemeClr val="tx1"/>
                </a:solidFill>
                <a:effectLst/>
                <a:latin typeface="+mn-lt"/>
                <a:ea typeface="+mn-ea"/>
                <a:cs typeface="+mn-cs"/>
              </a:rPr>
              <a:t>As Pete Buttigieg observed, sustained long-form engagement functions like an "MRI of the soul". Leaders cannot rely on soundbites over a three-hour conversation. Radical transparency has become essential for rebuilding public trust.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12</a:t>
            </a:fld>
            <a:endParaRPr lang="en-US"/>
          </a:p>
        </p:txBody>
      </p:sp>
    </p:spTree>
    <p:extLst>
      <p:ext uri="{BB962C8B-B14F-4D97-AF65-F5344CB8AC3E}">
        <p14:creationId xmlns:p14="http://schemas.microsoft.com/office/powerpoint/2010/main" val="312358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evaluating the U.S. Constitution, its most critical mechanism is its intentional capacity for modification. </a:t>
            </a:r>
          </a:p>
          <a:p>
            <a:r>
              <a:rPr lang="en-US" sz="1200" kern="1200" dirty="0">
                <a:solidFill>
                  <a:schemeClr val="tx1"/>
                </a:solidFill>
                <a:effectLst/>
                <a:latin typeface="+mn-lt"/>
                <a:ea typeface="+mn-ea"/>
                <a:cs typeface="+mn-cs"/>
              </a:rPr>
              <a:t>The Founders established a system intended to adapt. While elements like the First and Second Amendments are central to public debate, the term </a:t>
            </a:r>
            <a:r>
              <a:rPr lang="en-US" sz="1200" b="1" kern="1200" dirty="0">
                <a:solidFill>
                  <a:schemeClr val="tx1"/>
                </a:solidFill>
                <a:effectLst/>
                <a:latin typeface="+mn-lt"/>
                <a:ea typeface="+mn-ea"/>
                <a:cs typeface="+mn-cs"/>
              </a:rPr>
              <a:t>"Amendment"</a:t>
            </a:r>
            <a:r>
              <a:rPr lang="en-US" sz="1200" kern="1200" dirty="0">
                <a:solidFill>
                  <a:schemeClr val="tx1"/>
                </a:solidFill>
                <a:effectLst/>
                <a:latin typeface="+mn-lt"/>
                <a:ea typeface="+mn-ea"/>
                <a:cs typeface="+mn-cs"/>
              </a:rPr>
              <a:t> itself demonstrates that the framework was built to be altered as conditions change. </a:t>
            </a:r>
          </a:p>
          <a:p>
            <a:r>
              <a:rPr lang="en-US" sz="1200" kern="1200" dirty="0">
                <a:solidFill>
                  <a:schemeClr val="tx1"/>
                </a:solidFill>
                <a:effectLst/>
                <a:latin typeface="+mn-lt"/>
                <a:ea typeface="+mn-ea"/>
                <a:cs typeface="+mn-cs"/>
              </a:rPr>
              <a:t>The primary takeaway is straightforward: current structural arrangements are not immutable. Upgrading democratic institutions requires deliberate effort, but the system was designed with the mechanisms to support reform. </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13</a:t>
            </a:fld>
            <a:endParaRPr lang="en-US"/>
          </a:p>
        </p:txBody>
      </p:sp>
    </p:spTree>
    <p:extLst>
      <p:ext uri="{BB962C8B-B14F-4D97-AF65-F5344CB8AC3E}">
        <p14:creationId xmlns:p14="http://schemas.microsoft.com/office/powerpoint/2010/main" val="1142351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summary slide contrasts our current systemic crisis against the required structural solutions: </a:t>
            </a:r>
          </a:p>
          <a:p>
            <a:r>
              <a:rPr lang="en-US" sz="1200" b="1" kern="1200" dirty="0">
                <a:solidFill>
                  <a:schemeClr val="tx1"/>
                </a:solidFill>
                <a:effectLst/>
                <a:latin typeface="+mn-lt"/>
                <a:ea typeface="+mn-ea"/>
                <a:cs typeface="+mn-cs"/>
              </a:rPr>
              <a:t>The Problem Side: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disconnect between 60–70% public agreement on key issues and non-responsive legislative output.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An inverted tax architecture where working-class professionals face higher effective tax rates than multi-billionaires.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breakdown in generational social mobility alongside rising national debt burdens. </a:t>
            </a:r>
          </a:p>
          <a:p>
            <a:r>
              <a:rPr lang="en-US" sz="1200" b="1" kern="1200" dirty="0">
                <a:solidFill>
                  <a:schemeClr val="tx1"/>
                </a:solidFill>
                <a:effectLst/>
                <a:latin typeface="+mn-lt"/>
                <a:ea typeface="+mn-ea"/>
                <a:cs typeface="+mn-cs"/>
              </a:rPr>
              <a:t>The Solution Side: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Re-engineering electoral mechanics by banning gerrymandering and reforming the Electoral College.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Modernizing the Supreme Court through term limits to de-escalate judicial partisanship.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Establishing public dividends from AI returns to protect family economic stability. </a:t>
            </a:r>
          </a:p>
          <a:p>
            <a:r>
              <a:rPr lang="en-US" sz="1200" kern="1200" dirty="0">
                <a:solidFill>
                  <a:schemeClr val="tx1"/>
                </a:solidFill>
                <a:effectLst/>
                <a:latin typeface="+mn-lt"/>
                <a:ea typeface="+mn-ea"/>
                <a:cs typeface="+mn-cs"/>
              </a:rPr>
              <a:t>Achieving these reforms requires moving past temporary political fixes to address the underlying mechanics of our democratic institutions.</a:t>
            </a:r>
          </a:p>
          <a:p>
            <a:endParaRPr lang="en-US" dirty="0"/>
          </a:p>
        </p:txBody>
      </p:sp>
      <p:sp>
        <p:nvSpPr>
          <p:cNvPr id="4" name="Slide Number Placeholder 3"/>
          <p:cNvSpPr>
            <a:spLocks noGrp="1"/>
          </p:cNvSpPr>
          <p:nvPr>
            <p:ph type="sldNum" sz="quarter" idx="5"/>
          </p:nvPr>
        </p:nvSpPr>
        <p:spPr/>
        <p:txBody>
          <a:bodyPr/>
          <a:lstStyle/>
          <a:p>
            <a:fld id="{861C62D1-16F8-4963-89AB-E6FCBAA30FB0}" type="slidenum">
              <a:rPr lang="en-US" smtClean="0"/>
              <a:t>14</a:t>
            </a:fld>
            <a:endParaRPr lang="en-US"/>
          </a:p>
        </p:txBody>
      </p:sp>
    </p:spTree>
    <p:extLst>
      <p:ext uri="{BB962C8B-B14F-4D97-AF65-F5344CB8AC3E}">
        <p14:creationId xmlns:p14="http://schemas.microsoft.com/office/powerpoint/2010/main" val="14682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ACEBAC-AD29-F9EA-E7C7-87FF2728B5A4}"/>
              </a:ext>
            </a:extLst>
          </p:cNvPr>
          <p:cNvSpPr>
            <a:spLocks noGrp="1"/>
          </p:cNvSpPr>
          <p:nvPr>
            <p:ph type="dt" sz="half" idx="10"/>
          </p:nvPr>
        </p:nvSpPr>
        <p:spPr/>
        <p:txBody>
          <a:bodyPr/>
          <a:lstStyle/>
          <a:p>
            <a:fld id="{1B62D9E0-1497-41CA-B975-A674AB026218}" type="datetimeFigureOut">
              <a:rPr lang="en-US" smtClean="0"/>
              <a:t>10/20/2026</a:t>
            </a:fld>
            <a:endParaRPr lang="en-US"/>
          </a:p>
        </p:txBody>
      </p:sp>
      <p:sp>
        <p:nvSpPr>
          <p:cNvPr id="3" name="Footer Placeholder 2">
            <a:extLst>
              <a:ext uri="{FF2B5EF4-FFF2-40B4-BE49-F238E27FC236}">
                <a16:creationId xmlns:a16="http://schemas.microsoft.com/office/drawing/2014/main" id="{DFFDAFF7-6737-A862-4332-2CB6903CB6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729BA90-1976-9C37-32BE-5FC4AE87D4E9}"/>
              </a:ext>
            </a:extLst>
          </p:cNvPr>
          <p:cNvSpPr>
            <a:spLocks noGrp="1"/>
          </p:cNvSpPr>
          <p:nvPr>
            <p:ph type="sldNum" sz="quarter" idx="12"/>
          </p:nvPr>
        </p:nvSpPr>
        <p:spPr/>
        <p:txBody>
          <a:bodyPr/>
          <a:lstStyle/>
          <a:p>
            <a:fld id="{D8602A1C-4064-4285-84A5-C12DE18D5169}" type="slidenum">
              <a:rPr lang="en-US" smtClean="0"/>
              <a:t>‹#›</a:t>
            </a:fld>
            <a:endParaRPr lang="en-US"/>
          </a:p>
        </p:txBody>
      </p:sp>
    </p:spTree>
    <p:extLst>
      <p:ext uri="{BB962C8B-B14F-4D97-AF65-F5344CB8AC3E}">
        <p14:creationId xmlns:p14="http://schemas.microsoft.com/office/powerpoint/2010/main" val="5337326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EFD8A0-00AA-1B0A-6881-414ADDBF4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77349D-F8A3-E5F0-C713-EBC270D7BB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8C772-8EA1-D467-861D-FC333AA50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62D9E0-1497-41CA-B975-A674AB026218}" type="datetimeFigureOut">
              <a:rPr lang="en-US" smtClean="0"/>
              <a:t>10/20/2026</a:t>
            </a:fld>
            <a:endParaRPr lang="en-US"/>
          </a:p>
        </p:txBody>
      </p:sp>
      <p:sp>
        <p:nvSpPr>
          <p:cNvPr id="5" name="Footer Placeholder 4">
            <a:extLst>
              <a:ext uri="{FF2B5EF4-FFF2-40B4-BE49-F238E27FC236}">
                <a16:creationId xmlns:a16="http://schemas.microsoft.com/office/drawing/2014/main" id="{A44DCA68-0CA5-0C9B-14F8-A1FA63288E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B041D1-4824-74E9-9252-6ACAE4114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602A1C-4064-4285-84A5-C12DE18D5169}" type="slidenum">
              <a:rPr lang="en-US" smtClean="0"/>
              <a:t>‹#›</a:t>
            </a:fld>
            <a:endParaRPr lang="en-US"/>
          </a:p>
        </p:txBody>
      </p:sp>
    </p:spTree>
    <p:extLst>
      <p:ext uri="{BB962C8B-B14F-4D97-AF65-F5344CB8AC3E}">
        <p14:creationId xmlns:p14="http://schemas.microsoft.com/office/powerpoint/2010/main" val="289432081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F9E7032-184E-3CEC-E364-C498C0C67F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FECF99-16AA-8D1B-1CB3-C0287A8523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BE35E7-4163-1A9F-A264-4439396B6F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7A1DF7-433B-6CA0-5C16-04AB01BE54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62D60F-40FC-47E1-521B-9B191346ADB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A2F6CE-6AF5-EFD2-7394-1F6D22FC007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D58E9F-91EC-63D7-E059-59DB9C6DD02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665D02-8B6A-8BD4-765E-58AB6000FC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23FAB3-0B15-5B1F-6409-D5B83D6992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62BD5A-52B8-53A7-8FE5-B3C945AA60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BBFD4-4549-B890-1357-83BADF1C75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E2B8D7-E7DD-8F9C-8EAD-FD436BEA08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AF41C9-653A-1B31-2263-C1A34DD4636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2B234-C6FF-0897-1E65-06120A654C1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512542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1641</Words>
  <Application>Microsoft Office PowerPoint</Application>
  <PresentationFormat>寬螢幕</PresentationFormat>
  <Paragraphs>75</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2026-08-06T23:41:19Z</dcterms:created>
  <dcterms:modified xsi:type="dcterms:W3CDTF">2026-10-20T12:07:50Z</dcterms:modified>
</cp:coreProperties>
</file>