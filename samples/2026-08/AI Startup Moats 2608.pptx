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574C54-4CA2-424A-B92A-81193CF91F8A}" v="17" dt="2026-08-10T05:26:46.7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4624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modSld">
      <pc:chgData name="Lai, Wilson" userId="2840974a-0d84-4886-90a9-9a3ed79f3a48" providerId="ADAL" clId="{9F23B798-9E84-4552-BA63-E776E805C424}" dt="2026-08-10T05:27:42.780" v="68" actId="166"/>
      <pc:docMkLst>
        <pc:docMk/>
      </pc:docMkLst>
      <pc:sldChg chg="addSp delSp modSp mod modAnim modNotesTx">
        <pc:chgData name="Lai, Wilson" userId="2840974a-0d84-4886-90a9-9a3ed79f3a48" providerId="ADAL" clId="{9F23B798-9E84-4552-BA63-E776E805C424}" dt="2026-08-10T05:27:42.780" v="68" actId="166"/>
        <pc:sldMkLst>
          <pc:docMk/>
          <pc:sldMk cId="0" sldId="257"/>
        </pc:sldMkLst>
        <pc:spChg chg="add mod ord">
          <ac:chgData name="Lai, Wilson" userId="2840974a-0d84-4886-90a9-9a3ed79f3a48" providerId="ADAL" clId="{9F23B798-9E84-4552-BA63-E776E805C424}" dt="2026-08-10T05:27:40.184" v="67" actId="167"/>
          <ac:spMkLst>
            <pc:docMk/>
            <pc:sldMk cId="0" sldId="257"/>
            <ac:spMk id="5" creationId="{C094FF65-B63F-8C32-A02F-6CDC1C2C28DE}"/>
          </ac:spMkLst>
        </pc:spChg>
        <pc:grpChg chg="add mod">
          <ac:chgData name="Lai, Wilson" userId="2840974a-0d84-4886-90a9-9a3ed79f3a48" providerId="ADAL" clId="{9F23B798-9E84-4552-BA63-E776E805C424}" dt="2026-08-10T03:44:23.223" v="18" actId="164"/>
          <ac:grpSpMkLst>
            <pc:docMk/>
            <pc:sldMk cId="0" sldId="257"/>
            <ac:grpSpMk id="6" creationId="{7974A38C-6D65-71DF-4730-87C0D800E205}"/>
          </ac:grpSpMkLst>
        </pc:grpChg>
        <pc:picChg chg="del mod">
          <ac:chgData name="Lai, Wilson" userId="2840974a-0d84-4886-90a9-9a3ed79f3a48" providerId="ADAL" clId="{9F23B798-9E84-4552-BA63-E776E805C424}" dt="2026-08-10T05:11:21.122" v="19" actId="21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8-10T03:44:23.223" v="18" actId="164"/>
          <ac:picMkLst>
            <pc:docMk/>
            <pc:sldMk cId="0" sldId="257"/>
            <ac:picMk id="3" creationId="{059E4F26-83D4-743D-DBA5-BBBAB324EAD4}"/>
          </ac:picMkLst>
        </pc:picChg>
        <pc:picChg chg="add mod ord">
          <ac:chgData name="Lai, Wilson" userId="2840974a-0d84-4886-90a9-9a3ed79f3a48" providerId="ADAL" clId="{9F23B798-9E84-4552-BA63-E776E805C424}" dt="2026-08-10T05:27:42.780" v="68" actId="166"/>
          <ac:picMkLst>
            <pc:docMk/>
            <pc:sldMk cId="0" sldId="257"/>
            <ac:picMk id="7" creationId="{D3D0D0B4-03A0-77C6-C80C-2B581DC64C19}"/>
          </ac:picMkLst>
        </pc:picChg>
      </pc:sldChg>
      <pc:sldChg chg="addSp delSp mod">
        <pc:chgData name="Lai, Wilson" userId="2840974a-0d84-4886-90a9-9a3ed79f3a48" providerId="ADAL" clId="{9F23B798-9E84-4552-BA63-E776E805C424}" dt="2026-08-10T05:11:39.479" v="22" actId="22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8-10T05:11:31.562" v="21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0T05:11:39.479" v="22" actId="22"/>
          <ac:picMkLst>
            <pc:docMk/>
            <pc:sldMk cId="0" sldId="258"/>
            <ac:picMk id="4" creationId="{D9534E2B-0CEF-C432-9D8E-79EB452DFC23}"/>
          </ac:picMkLst>
        </pc:picChg>
      </pc:sldChg>
      <pc:sldChg chg="addSp delSp mod">
        <pc:chgData name="Lai, Wilson" userId="2840974a-0d84-4886-90a9-9a3ed79f3a48" providerId="ADAL" clId="{9F23B798-9E84-4552-BA63-E776E805C424}" dt="2026-08-10T05:11:48.231" v="24" actId="22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8-10T05:11:41.262" v="23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0T05:11:48.231" v="24" actId="22"/>
          <ac:picMkLst>
            <pc:docMk/>
            <pc:sldMk cId="0" sldId="259"/>
            <ac:picMk id="4" creationId="{EB91D683-2EB5-2889-BCA6-519533A85245}"/>
          </ac:picMkLst>
        </pc:picChg>
      </pc:sldChg>
      <pc:sldChg chg="addSp delSp mod">
        <pc:chgData name="Lai, Wilson" userId="2840974a-0d84-4886-90a9-9a3ed79f3a48" providerId="ADAL" clId="{9F23B798-9E84-4552-BA63-E776E805C424}" dt="2026-08-10T05:11:58.381" v="26" actId="22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8-10T05:11:49.977" v="25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0T05:11:58.381" v="26" actId="22"/>
          <ac:picMkLst>
            <pc:docMk/>
            <pc:sldMk cId="0" sldId="260"/>
            <ac:picMk id="4" creationId="{1415993D-B1FA-AD8E-E623-8BD8DD23F5CB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10T05:24:57.572" v="57" actId="12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8-10T05:12:00.777" v="27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0T05:12:07.729" v="28" actId="22"/>
          <ac:picMkLst>
            <pc:docMk/>
            <pc:sldMk cId="0" sldId="261"/>
            <ac:picMk id="4" creationId="{C72AB428-5E27-EF75-E2F5-DD50A836B94C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10T05:25:11.895" v="58" actId="12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8-10T05:12:09.225" v="29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0T05:12:20.261" v="30" actId="22"/>
          <ac:picMkLst>
            <pc:docMk/>
            <pc:sldMk cId="0" sldId="262"/>
            <ac:picMk id="4" creationId="{C46CCF5A-907E-28D2-75C8-B67256430F76}"/>
          </ac:picMkLst>
        </pc:picChg>
      </pc:sldChg>
      <pc:sldChg chg="addSp delSp mod">
        <pc:chgData name="Lai, Wilson" userId="2840974a-0d84-4886-90a9-9a3ed79f3a48" providerId="ADAL" clId="{9F23B798-9E84-4552-BA63-E776E805C424}" dt="2026-08-10T05:12:29.055" v="32" actId="22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8-10T05:12:21.606" v="31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0T05:12:29.055" v="32" actId="22"/>
          <ac:picMkLst>
            <pc:docMk/>
            <pc:sldMk cId="0" sldId="263"/>
            <ac:picMk id="4" creationId="{C8595060-8163-7EDB-B4A7-3DEF8975A576}"/>
          </ac:picMkLst>
        </pc:picChg>
      </pc:sldChg>
      <pc:sldChg chg="addSp delSp mod">
        <pc:chgData name="Lai, Wilson" userId="2840974a-0d84-4886-90a9-9a3ed79f3a48" providerId="ADAL" clId="{9F23B798-9E84-4552-BA63-E776E805C424}" dt="2026-08-10T05:12:39.202" v="34" actId="22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8-10T05:12:30.333" v="33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0T05:12:39.202" v="34" actId="22"/>
          <ac:picMkLst>
            <pc:docMk/>
            <pc:sldMk cId="0" sldId="264"/>
            <ac:picMk id="4" creationId="{F0760476-A734-BD6A-19FF-CDE7644DC2FB}"/>
          </ac:picMkLst>
        </pc:picChg>
      </pc:sldChg>
      <pc:sldChg chg="addSp delSp modSp mod">
        <pc:chgData name="Lai, Wilson" userId="2840974a-0d84-4886-90a9-9a3ed79f3a48" providerId="ADAL" clId="{9F23B798-9E84-4552-BA63-E776E805C424}" dt="2026-08-10T05:25:33.241" v="61" actId="22"/>
        <pc:sldMkLst>
          <pc:docMk/>
          <pc:sldMk cId="0" sldId="265"/>
        </pc:sldMkLst>
        <pc:spChg chg="add del">
          <ac:chgData name="Lai, Wilson" userId="2840974a-0d84-4886-90a9-9a3ed79f3a48" providerId="ADAL" clId="{9F23B798-9E84-4552-BA63-E776E805C424}" dt="2026-08-10T05:25:33.241" v="61" actId="22"/>
          <ac:spMkLst>
            <pc:docMk/>
            <pc:sldMk cId="0" sldId="265"/>
            <ac:spMk id="3" creationId="{50E8C351-1BA2-11A1-1280-31A8146B1B4F}"/>
          </ac:spMkLst>
        </pc:spChg>
        <pc:picChg chg="del">
          <ac:chgData name="Lai, Wilson" userId="2840974a-0d84-4886-90a9-9a3ed79f3a48" providerId="ADAL" clId="{9F23B798-9E84-4552-BA63-E776E805C424}" dt="2026-08-10T05:12:40.881" v="35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0T05:12:48.826" v="36" actId="22"/>
          <ac:picMkLst>
            <pc:docMk/>
            <pc:sldMk cId="0" sldId="265"/>
            <ac:picMk id="4" creationId="{5861D93B-9576-2426-9DAF-9C69F397224F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10T05:25:47.426" v="62" actId="12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8-10T05:12:50.176" v="37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0T05:12:57.826" v="38" actId="22"/>
          <ac:picMkLst>
            <pc:docMk/>
            <pc:sldMk cId="0" sldId="266"/>
            <ac:picMk id="4" creationId="{B3A6FD39-0045-BF10-9782-46E7E2CA6B5D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10T05:26:02.006" v="63" actId="12"/>
        <pc:sldMkLst>
          <pc:docMk/>
          <pc:sldMk cId="0" sldId="267"/>
        </pc:sldMkLst>
        <pc:picChg chg="add del">
          <ac:chgData name="Lai, Wilson" userId="2840974a-0d84-4886-90a9-9a3ed79f3a48" providerId="ADAL" clId="{9F23B798-9E84-4552-BA63-E776E805C424}" dt="2026-08-10T05:13:20.573" v="41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0T05:15:56.683" v="42" actId="22"/>
          <ac:picMkLst>
            <pc:docMk/>
            <pc:sldMk cId="0" sldId="267"/>
            <ac:picMk id="4" creationId="{342788FF-F09B-023A-271E-32232CB71BBB}"/>
          </ac:picMkLst>
        </pc:picChg>
      </pc:sldChg>
      <pc:sldChg chg="addSp delSp mod">
        <pc:chgData name="Lai, Wilson" userId="2840974a-0d84-4886-90a9-9a3ed79f3a48" providerId="ADAL" clId="{9F23B798-9E84-4552-BA63-E776E805C424}" dt="2026-08-10T05:16:18.809" v="44" actId="22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8-10T05:15:59.746" v="43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0T05:16:18.809" v="44" actId="22"/>
          <ac:picMkLst>
            <pc:docMk/>
            <pc:sldMk cId="0" sldId="268"/>
            <ac:picMk id="4" creationId="{B3BA2925-8CA5-B74A-EAD9-93578A4A5FCD}"/>
          </ac:picMkLst>
        </pc:picChg>
      </pc:sldChg>
      <pc:sldChg chg="addSp delSp mod">
        <pc:chgData name="Lai, Wilson" userId="2840974a-0d84-4886-90a9-9a3ed79f3a48" providerId="ADAL" clId="{9F23B798-9E84-4552-BA63-E776E805C424}" dt="2026-08-10T05:16:30.708" v="46" actId="22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8-10T05:16:21.591" v="45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0T05:16:30.708" v="46" actId="22"/>
          <ac:picMkLst>
            <pc:docMk/>
            <pc:sldMk cId="0" sldId="269"/>
            <ac:picMk id="4" creationId="{C3C9F157-B7E7-00AF-245D-CFE03688DEB2}"/>
          </ac:picMkLst>
        </pc:picChg>
      </pc:sldChg>
      <pc:sldChg chg="addSp delSp mod">
        <pc:chgData name="Lai, Wilson" userId="2840974a-0d84-4886-90a9-9a3ed79f3a48" providerId="ADAL" clId="{9F23B798-9E84-4552-BA63-E776E805C424}" dt="2026-08-10T05:16:43.187" v="48" actId="22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8-10T05:16:33.788" v="47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10T05:16:43.187" v="48" actId="22"/>
          <ac:picMkLst>
            <pc:docMk/>
            <pc:sldMk cId="0" sldId="270"/>
            <ac:picMk id="4" creationId="{C3A249CD-C69C-0DCE-7674-3F141B81A44B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10T05:26:53.184" v="64" actId="12"/>
        <pc:sldMkLst>
          <pc:docMk/>
          <pc:sldMk cId="2720687502" sldId="271"/>
        </pc:sldMkLst>
        <pc:picChg chg="del">
          <ac:chgData name="Lai, Wilson" userId="2840974a-0d84-4886-90a9-9a3ed79f3a48" providerId="ADAL" clId="{9F23B798-9E84-4552-BA63-E776E805C424}" dt="2026-08-10T05:16:45.253" v="49" actId="21"/>
          <ac:picMkLst>
            <pc:docMk/>
            <pc:sldMk cId="2720687502" sldId="271"/>
            <ac:picMk id="3" creationId="{A402F7B0-3A79-0D9B-AB5D-8C28ADC35F6E}"/>
          </ac:picMkLst>
        </pc:picChg>
        <pc:picChg chg="add">
          <ac:chgData name="Lai, Wilson" userId="2840974a-0d84-4886-90a9-9a3ed79f3a48" providerId="ADAL" clId="{9F23B798-9E84-4552-BA63-E776E805C424}" dt="2026-08-10T05:17:21.331" v="50" actId="22"/>
          <ac:picMkLst>
            <pc:docMk/>
            <pc:sldMk cId="2720687502" sldId="271"/>
            <ac:picMk id="4" creationId="{FF998A83-36BA-E0EB-381D-69E828B4D4E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AD7E7-6ECE-4C6D-B2C0-DFFF137A463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40973-17B4-44A2-8DC6-0BBBAC9E1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24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everyone. Today, we are exploring a question that dominates every founder's and investor's mind in the generative AI era: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 AI startups build lasting defensibility?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presentation adapts Hamilton Helmer’s classic business strategy framework—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 Powers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—specifically for the 2025 AI Agent landscape.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 draw on real-world lessons and tactical insights from Y Combinator’s Light Cone to unpack how traditional moats are evolving and where true defensibility comes from today.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https://www.youtube.com/watch?v=bxBzsSsqQAM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0973-17B4-44A2-8DC6-0BBBAC9E18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6267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diving into frameworks, we must address a common trap: "Moat Anxiety." Many founders get stuck worrying that a major lab (like OpenAI or Anthropic) will release a feature tomorrow that instantly crushes their product.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as YC partner Gary Tan emphasizes: A moat is inherently defensive. If you have zero users and zero revenue, you have literally nothing to defend.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Stop using 5-year moat forecasting to talk yourself out of launching a startup today. First, find a customer with acute pain, solve it, and build something valuable enough that it actually needs defending.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0973-17B4-44A2-8DC6-0BBBAC9E18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83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0-to-1 phase, traditional moats don't apply. The only real moat early on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—what YC calls the "8th Power."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at this comparison: Big Tech incumbents have infinite capital and engineering resources, but they are paralyzed by consensus, PRDs, spec reviews, compliance, and long release cycles (taking months to ship updates like Gemini/Bard).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Contrast that with Cursor in 2023/2024: Their sprint cycle was literally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 hours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long. Every single day they reset the clock to ship new features. Startups win early by out-executing incumbents before they can even navigate their internal approvals.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0973-17B4-44A2-8DC6-0BBBAC9E18A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727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you transition past 0-to-1, you build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 Power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top 20% of product development is the "Weekend Hackathon Demo"—the slick 80% solution that looks incredible on X/Twitter. But in the real world, an 80% reliable LLM application is completely useless to an enterprise.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 process power is surviving "The Schlep"—doing the painstaking, unglamorous engineering needed to go from 80% to 99%+ accuracy.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Examples: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Greenlight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(KYC for banks) 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(loan origination). If their AI agents make a mistake, banks lose millions. Or look 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maintains complex integration scripts across tens of thousands of brittle bank websites. Big model labs won't waste time tackling these hyper-niche, painful edge cases—giving startups deep defensibility.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0973-17B4-44A2-8DC6-0BBBAC9E18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12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is fundamentally reshaping Helmer's 7 Powers framework. AI destroys traditional SaaS moats while opening up brand new forms of defensibility: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Switching Costs: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Old SaaS relied on painful database migrations (Oracle/Salesforce). AI destroys this because LLMs auto-map data schemas effortlessly. The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switching cost is deeply integrated custom workflows and agent memory.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Cornered Resources: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Shifted from physical assets/patents to Forward-Deployed Engineers extracting proprietary operational data.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Counterpositioning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Shifted from Cloud vs. On-premise to outcome/per-task pricing cannibalizing legacy per-seat software licenses.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 Economies: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Shifted from social networks (Facebook/Visa) to closed-loop Data &amp; Eval flywheels.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0973-17B4-44A2-8DC6-0BBBAC9E18A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18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Cornered Resource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AI era? It isn't a patent or a diamond mine—it’s the undocumented, highly specialized operational brain space of your customer.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 AI startups deploy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Forward-Deployed Engineers (FDEs)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directly into client environments (e.g., Happy Robot embedded at DHL, or Salient at enterprise banks).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FDE methodology follows three steps: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Sit directly with human operators.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Capture granular "time-in-motion" data (e.g., observing how an incoming email gets converted into a call center ticket).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Translate: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Convert messy human operations into proprietary prompts, evals, and fine-tuning datasets.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you corner this operational context, no competitor or generic LLM can replicate your domain performance.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0973-17B4-44A2-8DC6-0BBBAC9E18A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96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Counterpositioning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occurs when a startup adopts a business model that an incumbent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cannot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copy because doing so would cannibalize their core business.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SaaS Incumbents (Salesforce, Zendesk, Intercom) charge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 human seat/employee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If they build truly capable AI agents that automate 80% of human work, their customers need fewer seats—shrinking the incumbent's revenue. They face an existential dilemma: self-cannibalization vs. stagnation.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Insurgents charge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 task or work delivered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As agents complete 100% of the work, margins expand and incentives align directly with customer success.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0973-17B4-44A2-8DC6-0BBBAC9E18A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642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look at how this plays out specifically in Customer Support: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Legacy Incumbents (Zendesk, Intercom):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Bound by per-seat pricing metrics and constrained by traditional engineering cultures struggling to adopt AI-native context engineering. They struggle to eliminate the human bottleneck.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Insurgents (Giga ML, Sierra):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Charge purely by successful resolution. Their AI agents offer native fluency in 200+ languages, infinite patience, and out-of-the-box functionality. Their sales motion is fast because customers don't need complex legacy setup—they just pay for results.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0973-17B4-44A2-8DC6-0BBBAC9E18A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353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Counterpositioning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leads to a massive market expansion.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 Vertical SaaS (like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ServiceTitan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captures roughly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wallet share of an enterprise's revenue for pure software functionality.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Vertical Agents capture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4% to 10%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wallet share because they don't just replace software—they eat into the human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services and labor spend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at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(AI support for HVAC companies). Call centers suffer from 50–80% annual turnover because customer support in trades is grueling work. By deploying AI agents,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unlocks 10x larger budgets while shifting human staff from miserable repetitive tasks to higher-level "AI Agent Wranglers."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0973-17B4-44A2-8DC6-0BBBAC9E18A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152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look closely at how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Switching Costs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inverted: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AI Destroys: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Legacy data migration barriers. In the past, leaving Salesforce or Oracle was impossible due to schema lock-in. Today, LLMs and browser automation auto-map legacy schemas to new platforms effortlessly, destroying pure data lock-in.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AI Creates: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Deep operational workflow integration and memory.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Enterprise (Salient / Happy Robot):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Startups execute grueling 6-12 month pilots to tailor agent logic to exact enterprise workflows. Once integrated into a 7-figure contract, no executive will run another vendor bake-off.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Consumer: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Personalized relationship history and memory (e.g., ChatGPT knowing your context over time) creates sticky user retention.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0973-17B4-44A2-8DC6-0BBBAC9E18A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449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 Web2 network effects were driven by social connections (Facebook, Visa). In the AI era, network economies are driven by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&amp; Eval Flywheel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the compounding loop: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customer adoption (e.g., Cursor capturing developer telemetry, keystrokes, and clicks).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Edge-Case Capture: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Gathering real-world, un-simulated user behavior.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 Generation: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Creating rigorous automated test suites for what succeeded or failed.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 Engineering: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Refining prompts, RAG, and custom model weights.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Superior Accuracy: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Leading right back to a better product, driving even more usage.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0973-17B4-44A2-8DC6-0BBBAC9E18A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238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 Economies: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True scale economies are concentrated at the capital-intensive model layer. At the application layer, specialized infrastructure players like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invest heavy upfront capital to build a custom web crawl, then monetize by licensing that index via API to thousands of AI agents.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Brand Power (ChatGPT vs. Google):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late 2022, Google had every internet user on Earth and the world's most dominant brand. OpenAI started with zero users. Yet, through speed and consumer focus, ChatGPT built a brand so strong that it now sees higher daily consumer AI usage than Gemini. A fast-moving AI brand can defeat incumbent distribution advantages.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0973-17B4-44A2-8DC6-0BBBAC9E18A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8753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summarize how moats layer over time, keep this three-phase roadmap in mind: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1: 0 to 1 (Survival):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Focus on existential customer pain. Moat: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(shipping daily).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2: 1 to 10 (Foothold):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Steal market share from legacy tools. Moats: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Cornered Resources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(FDEs mining workflows) &amp;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Counterpositioning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(per-task pricing).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3: Scale (Dominance):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Lock down the market and expand margins. Moats: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 Power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(99% accuracy),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Switching Costs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(deep integration), 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 Economies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(eval flywheels).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0973-17B4-44A2-8DC6-0BBBAC9E18A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0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core message to take away today: Do not use strategy frameworks as an excuse for inaction.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analyze a market for 5 years out, you will talk yourself out of every great startup idea.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 a customer whose pain is so severe that they fear for their job or business survival without a solution—and build the software that saves them.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Moats are layered over time. First, you must uncover a treasure worth defending.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0973-17B4-44A2-8DC6-0BBBAC9E18A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457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reference card summarizes the strategic evolution for your quick reference: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Initial Moats (Phase 1):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Driven by Relentless Speed, solving existential pain, and ignoring premature moat anxiety.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Long-Term Power (Phases 2 &amp; 3):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 Power: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100x effort to bridge the 80%-to-99% accuracy gap.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Counterpositioning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Outcome-based pricing vs. per-seat legacy pricing.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Switching Costs: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Deep workflow integrations and customized logic lock-in.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 on execution first, and the powers will follow.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0973-17B4-44A2-8DC6-0BBBAC9E18A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18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9B123-25E2-4EFD-7FE8-C1C114FFE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ECBE-729B-4CF5-8778-2A596412DB0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4EA15A-FC40-3E05-5B31-A9E6F6604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7F72B-28FC-3EE1-1A96-BFB360F3C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67DE2-2AA4-443E-A2B1-122ED1774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32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5A7298-BD11-7C04-4F18-E4EA3AEDC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94A04-401F-092D-4277-AFDE887F9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4A440-45A5-FCB1-85A6-3D550A9868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8AECBE-729B-4CF5-8778-2A596412DB0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A4123-06D3-F2A9-11C3-E756480174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C5234-F6A4-FAC8-9D5E-2FEB31FC11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367DE2-2AA4-443E-A2B1-122ED1774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6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D0D0B4-03A0-77C6-C80C-2B581DC64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534E2B-0CEF-C432-9D8E-79EB452DF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91D683-2EB5-2889-BCA6-519533A85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15993D-B1FA-AD8E-E623-8BD8DD23F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2AB428-5E27-EF75-E2F5-DD50A836B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6CCF5A-907E-28D2-75C8-B67256430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595060-8163-7EDB-B4A7-3DEF8975A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760476-A734-BD6A-19FF-CDE7644DC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61D93B-9576-2426-9DAF-9C69F3972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A6FD39-0045-BF10-9782-46E7E2CA6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2788FF-F09B-023A-271E-32232CB71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BA2925-8CA5-B74A-EAD9-93578A4A5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C9F157-B7E7-00AF-245D-CFE03688D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A249CD-C69C-0DCE-7674-3F141B81A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998A83-36BA-E0EB-381D-69E828B4D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87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1674</Words>
  <Application>Microsoft Office PowerPoint</Application>
  <PresentationFormat>寬螢幕</PresentationFormat>
  <Paragraphs>82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2026-08-10T03:29:07Z</dcterms:created>
  <dcterms:modified xsi:type="dcterms:W3CDTF">2026-10-19T15:35:13Z</dcterms:modified>
</cp:coreProperties>
</file>