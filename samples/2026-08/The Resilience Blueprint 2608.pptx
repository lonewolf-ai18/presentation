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8D4F24-9B2F-4E05-8B2C-579C7F7A509A}" v="20" dt="2026-08-03T04:21:00.0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49" autoAdjust="0"/>
    <p:restoredTop sz="93447" autoAdjust="0"/>
  </p:normalViewPr>
  <p:slideViewPr>
    <p:cSldViewPr snapToGrid="0">
      <p:cViewPr varScale="1">
        <p:scale>
          <a:sx n="72" d="100"/>
          <a:sy n="72" d="100"/>
        </p:scale>
        <p:origin x="66"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modMainMaster">
      <pc:chgData name="Lai, Wilson" userId="2840974a-0d84-4886-90a9-9a3ed79f3a48" providerId="ADAL" clId="{9F23B798-9E84-4552-BA63-E776E805C424}" dt="2026-08-03T04:22:55.709" v="93" actId="167"/>
      <pc:docMkLst>
        <pc:docMk/>
      </pc:docMkLst>
      <pc:sldChg chg="addSp delSp modSp mod modAnim modNotesTx">
        <pc:chgData name="Lai, Wilson" userId="2840974a-0d84-4886-90a9-9a3ed79f3a48" providerId="ADAL" clId="{9F23B798-9E84-4552-BA63-E776E805C424}" dt="2026-08-03T04:22:55.709" v="93" actId="167"/>
        <pc:sldMkLst>
          <pc:docMk/>
          <pc:sldMk cId="0" sldId="257"/>
        </pc:sldMkLst>
        <pc:spChg chg="add mod">
          <ac:chgData name="Lai, Wilson" userId="2840974a-0d84-4886-90a9-9a3ed79f3a48" providerId="ADAL" clId="{9F23B798-9E84-4552-BA63-E776E805C424}" dt="2026-08-03T01:31:53.553" v="29" actId="20577"/>
          <ac:spMkLst>
            <pc:docMk/>
            <pc:sldMk cId="0" sldId="257"/>
            <ac:spMk id="5" creationId="{6172A241-B82D-C1C1-2F45-5845B4231453}"/>
          </ac:spMkLst>
        </pc:spChg>
        <pc:grpChg chg="add mod">
          <ac:chgData name="Lai, Wilson" userId="2840974a-0d84-4886-90a9-9a3ed79f3a48" providerId="ADAL" clId="{9F23B798-9E84-4552-BA63-E776E805C424}" dt="2026-08-03T01:31:37.631" v="28" actId="1076"/>
          <ac:grpSpMkLst>
            <pc:docMk/>
            <pc:sldMk cId="0" sldId="257"/>
            <ac:grpSpMk id="6" creationId="{2DC64ECF-95EA-96BA-CC8C-C4A80CBB0E26}"/>
          </ac:grpSpMkLst>
        </pc:grpChg>
        <pc:picChg chg="del mod">
          <ac:chgData name="Lai, Wilson" userId="2840974a-0d84-4886-90a9-9a3ed79f3a48" providerId="ADAL" clId="{9F23B798-9E84-4552-BA63-E776E805C424}" dt="2026-08-03T04:11:34.001" v="30" actId="21"/>
          <ac:picMkLst>
            <pc:docMk/>
            <pc:sldMk cId="0" sldId="257"/>
            <ac:picMk id="2" creationId="{00000000-0000-0000-0000-000000000000}"/>
          </ac:picMkLst>
        </pc:picChg>
        <pc:picChg chg="add mod">
          <ac:chgData name="Lai, Wilson" userId="2840974a-0d84-4886-90a9-9a3ed79f3a48" providerId="ADAL" clId="{9F23B798-9E84-4552-BA63-E776E805C424}" dt="2026-08-03T01:31:31.227" v="25" actId="164"/>
          <ac:picMkLst>
            <pc:docMk/>
            <pc:sldMk cId="0" sldId="257"/>
            <ac:picMk id="3" creationId="{5E98BF1A-A1FF-99C6-6D81-062468CB30E5}"/>
          </ac:picMkLst>
        </pc:picChg>
        <pc:picChg chg="add ord">
          <ac:chgData name="Lai, Wilson" userId="2840974a-0d84-4886-90a9-9a3ed79f3a48" providerId="ADAL" clId="{9F23B798-9E84-4552-BA63-E776E805C424}" dt="2026-08-03T04:22:55.709" v="93" actId="167"/>
          <ac:picMkLst>
            <pc:docMk/>
            <pc:sldMk cId="0" sldId="257"/>
            <ac:picMk id="7" creationId="{B526B446-0DFF-4743-611C-3370AFB89669}"/>
          </ac:picMkLst>
        </pc:picChg>
      </pc:sldChg>
      <pc:sldChg chg="addSp delSp modSp mod setBg modNotesTx">
        <pc:chgData name="Lai, Wilson" userId="2840974a-0d84-4886-90a9-9a3ed79f3a48" providerId="ADAL" clId="{9F23B798-9E84-4552-BA63-E776E805C424}" dt="2026-08-03T04:18:54.242" v="66" actId="12"/>
        <pc:sldMkLst>
          <pc:docMk/>
          <pc:sldMk cId="0" sldId="258"/>
        </pc:sldMkLst>
        <pc:spChg chg="add">
          <ac:chgData name="Lai, Wilson" userId="2840974a-0d84-4886-90a9-9a3ed79f3a48" providerId="ADAL" clId="{9F23B798-9E84-4552-BA63-E776E805C424}" dt="2026-08-03T04:11:59.928" v="34" actId="26606"/>
          <ac:spMkLst>
            <pc:docMk/>
            <pc:sldMk cId="0" sldId="258"/>
            <ac:spMk id="9" creationId="{42A4FC2C-047E-45A5-965D-8E1E3BF09BC6}"/>
          </ac:spMkLst>
        </pc:spChg>
        <pc:picChg chg="del">
          <ac:chgData name="Lai, Wilson" userId="2840974a-0d84-4886-90a9-9a3ed79f3a48" providerId="ADAL" clId="{9F23B798-9E84-4552-BA63-E776E805C424}" dt="2026-08-03T04:11:49.518" v="32" actId="21"/>
          <ac:picMkLst>
            <pc:docMk/>
            <pc:sldMk cId="0" sldId="258"/>
            <ac:picMk id="2" creationId="{00000000-0000-0000-0000-000000000000}"/>
          </ac:picMkLst>
        </pc:picChg>
        <pc:picChg chg="add mod">
          <ac:chgData name="Lai, Wilson" userId="2840974a-0d84-4886-90a9-9a3ed79f3a48" providerId="ADAL" clId="{9F23B798-9E84-4552-BA63-E776E805C424}" dt="2026-08-03T04:11:59.928" v="34" actId="26606"/>
          <ac:picMkLst>
            <pc:docMk/>
            <pc:sldMk cId="0" sldId="258"/>
            <ac:picMk id="4" creationId="{6BEA6EFF-9D36-FF9B-E69B-75C2772D80D9}"/>
          </ac:picMkLst>
        </pc:picChg>
      </pc:sldChg>
      <pc:sldChg chg="addSp delSp mod modNotesTx">
        <pc:chgData name="Lai, Wilson" userId="2840974a-0d84-4886-90a9-9a3ed79f3a48" providerId="ADAL" clId="{9F23B798-9E84-4552-BA63-E776E805C424}" dt="2026-08-03T04:19:04.292" v="67" actId="12"/>
        <pc:sldMkLst>
          <pc:docMk/>
          <pc:sldMk cId="0" sldId="259"/>
        </pc:sldMkLst>
        <pc:picChg chg="del">
          <ac:chgData name="Lai, Wilson" userId="2840974a-0d84-4886-90a9-9a3ed79f3a48" providerId="ADAL" clId="{9F23B798-9E84-4552-BA63-E776E805C424}" dt="2026-08-03T04:12:02.618" v="35" actId="21"/>
          <ac:picMkLst>
            <pc:docMk/>
            <pc:sldMk cId="0" sldId="259"/>
            <ac:picMk id="2" creationId="{00000000-0000-0000-0000-000000000000}"/>
          </ac:picMkLst>
        </pc:picChg>
        <pc:picChg chg="add">
          <ac:chgData name="Lai, Wilson" userId="2840974a-0d84-4886-90a9-9a3ed79f3a48" providerId="ADAL" clId="{9F23B798-9E84-4552-BA63-E776E805C424}" dt="2026-08-03T04:12:13.376" v="36" actId="22"/>
          <ac:picMkLst>
            <pc:docMk/>
            <pc:sldMk cId="0" sldId="259"/>
            <ac:picMk id="4" creationId="{153D8C7A-3409-1575-E040-AD0EDC591390}"/>
          </ac:picMkLst>
        </pc:picChg>
      </pc:sldChg>
      <pc:sldChg chg="addSp delSp mod modNotesTx">
        <pc:chgData name="Lai, Wilson" userId="2840974a-0d84-4886-90a9-9a3ed79f3a48" providerId="ADAL" clId="{9F23B798-9E84-4552-BA63-E776E805C424}" dt="2026-08-03T04:19:13.690" v="68" actId="12"/>
        <pc:sldMkLst>
          <pc:docMk/>
          <pc:sldMk cId="0" sldId="260"/>
        </pc:sldMkLst>
        <pc:picChg chg="del">
          <ac:chgData name="Lai, Wilson" userId="2840974a-0d84-4886-90a9-9a3ed79f3a48" providerId="ADAL" clId="{9F23B798-9E84-4552-BA63-E776E805C424}" dt="2026-08-03T04:12:17.630" v="37" actId="21"/>
          <ac:picMkLst>
            <pc:docMk/>
            <pc:sldMk cId="0" sldId="260"/>
            <ac:picMk id="2" creationId="{00000000-0000-0000-0000-000000000000}"/>
          </ac:picMkLst>
        </pc:picChg>
        <pc:picChg chg="add">
          <ac:chgData name="Lai, Wilson" userId="2840974a-0d84-4886-90a9-9a3ed79f3a48" providerId="ADAL" clId="{9F23B798-9E84-4552-BA63-E776E805C424}" dt="2026-08-03T04:12:28.789" v="38" actId="22"/>
          <ac:picMkLst>
            <pc:docMk/>
            <pc:sldMk cId="0" sldId="260"/>
            <ac:picMk id="4" creationId="{BFD0354E-A65B-8140-C0C5-222474CF1DC5}"/>
          </ac:picMkLst>
        </pc:picChg>
      </pc:sldChg>
      <pc:sldChg chg="addSp delSp mod modNotesTx">
        <pc:chgData name="Lai, Wilson" userId="2840974a-0d84-4886-90a9-9a3ed79f3a48" providerId="ADAL" clId="{9F23B798-9E84-4552-BA63-E776E805C424}" dt="2026-08-03T04:19:27.782" v="70" actId="15"/>
        <pc:sldMkLst>
          <pc:docMk/>
          <pc:sldMk cId="0" sldId="261"/>
        </pc:sldMkLst>
        <pc:picChg chg="del">
          <ac:chgData name="Lai, Wilson" userId="2840974a-0d84-4886-90a9-9a3ed79f3a48" providerId="ADAL" clId="{9F23B798-9E84-4552-BA63-E776E805C424}" dt="2026-08-03T04:12:32.129" v="39" actId="21"/>
          <ac:picMkLst>
            <pc:docMk/>
            <pc:sldMk cId="0" sldId="261"/>
            <ac:picMk id="2" creationId="{00000000-0000-0000-0000-000000000000}"/>
          </ac:picMkLst>
        </pc:picChg>
        <pc:picChg chg="add">
          <ac:chgData name="Lai, Wilson" userId="2840974a-0d84-4886-90a9-9a3ed79f3a48" providerId="ADAL" clId="{9F23B798-9E84-4552-BA63-E776E805C424}" dt="2026-08-03T04:12:41.979" v="40" actId="22"/>
          <ac:picMkLst>
            <pc:docMk/>
            <pc:sldMk cId="0" sldId="261"/>
            <ac:picMk id="4" creationId="{A558E279-E314-3FE5-D151-3BC4D82F9CD4}"/>
          </ac:picMkLst>
        </pc:picChg>
      </pc:sldChg>
      <pc:sldChg chg="addSp delSp mod modNotesTx">
        <pc:chgData name="Lai, Wilson" userId="2840974a-0d84-4886-90a9-9a3ed79f3a48" providerId="ADAL" clId="{9F23B798-9E84-4552-BA63-E776E805C424}" dt="2026-08-03T04:19:39.371" v="71" actId="12"/>
        <pc:sldMkLst>
          <pc:docMk/>
          <pc:sldMk cId="0" sldId="262"/>
        </pc:sldMkLst>
        <pc:picChg chg="del">
          <ac:chgData name="Lai, Wilson" userId="2840974a-0d84-4886-90a9-9a3ed79f3a48" providerId="ADAL" clId="{9F23B798-9E84-4552-BA63-E776E805C424}" dt="2026-08-03T04:12:44.526" v="41" actId="21"/>
          <ac:picMkLst>
            <pc:docMk/>
            <pc:sldMk cId="0" sldId="262"/>
            <ac:picMk id="2" creationId="{00000000-0000-0000-0000-000000000000}"/>
          </ac:picMkLst>
        </pc:picChg>
        <pc:picChg chg="add">
          <ac:chgData name="Lai, Wilson" userId="2840974a-0d84-4886-90a9-9a3ed79f3a48" providerId="ADAL" clId="{9F23B798-9E84-4552-BA63-E776E805C424}" dt="2026-08-03T04:12:52.044" v="42" actId="22"/>
          <ac:picMkLst>
            <pc:docMk/>
            <pc:sldMk cId="0" sldId="262"/>
            <ac:picMk id="4" creationId="{5E5ED3C6-0688-65F8-5018-D5051C4F9105}"/>
          </ac:picMkLst>
        </pc:picChg>
      </pc:sldChg>
      <pc:sldChg chg="addSp delSp mod modNotesTx">
        <pc:chgData name="Lai, Wilson" userId="2840974a-0d84-4886-90a9-9a3ed79f3a48" providerId="ADAL" clId="{9F23B798-9E84-4552-BA63-E776E805C424}" dt="2026-08-03T04:19:46.670" v="72" actId="12"/>
        <pc:sldMkLst>
          <pc:docMk/>
          <pc:sldMk cId="0" sldId="263"/>
        </pc:sldMkLst>
        <pc:picChg chg="del">
          <ac:chgData name="Lai, Wilson" userId="2840974a-0d84-4886-90a9-9a3ed79f3a48" providerId="ADAL" clId="{9F23B798-9E84-4552-BA63-E776E805C424}" dt="2026-08-03T04:12:54.623" v="43" actId="21"/>
          <ac:picMkLst>
            <pc:docMk/>
            <pc:sldMk cId="0" sldId="263"/>
            <ac:picMk id="2" creationId="{00000000-0000-0000-0000-000000000000}"/>
          </ac:picMkLst>
        </pc:picChg>
        <pc:picChg chg="add del">
          <ac:chgData name="Lai, Wilson" userId="2840974a-0d84-4886-90a9-9a3ed79f3a48" providerId="ADAL" clId="{9F23B798-9E84-4552-BA63-E776E805C424}" dt="2026-08-03T04:13:09.247" v="46" actId="21"/>
          <ac:picMkLst>
            <pc:docMk/>
            <pc:sldMk cId="0" sldId="263"/>
            <ac:picMk id="4" creationId="{12238E90-ADE4-7357-9AB7-F9AF3665DB8E}"/>
          </ac:picMkLst>
        </pc:picChg>
      </pc:sldChg>
      <pc:sldChg chg="addSp delSp mod modNotesTx">
        <pc:chgData name="Lai, Wilson" userId="2840974a-0d84-4886-90a9-9a3ed79f3a48" providerId="ADAL" clId="{9F23B798-9E84-4552-BA63-E776E805C424}" dt="2026-08-03T04:20:04.249" v="75" actId="12"/>
        <pc:sldMkLst>
          <pc:docMk/>
          <pc:sldMk cId="0" sldId="264"/>
        </pc:sldMkLst>
        <pc:picChg chg="del">
          <ac:chgData name="Lai, Wilson" userId="2840974a-0d84-4886-90a9-9a3ed79f3a48" providerId="ADAL" clId="{9F23B798-9E84-4552-BA63-E776E805C424}" dt="2026-08-03T04:13:11.944" v="47" actId="21"/>
          <ac:picMkLst>
            <pc:docMk/>
            <pc:sldMk cId="0" sldId="264"/>
            <ac:picMk id="2" creationId="{00000000-0000-0000-0000-000000000000}"/>
          </ac:picMkLst>
        </pc:picChg>
        <pc:picChg chg="add">
          <ac:chgData name="Lai, Wilson" userId="2840974a-0d84-4886-90a9-9a3ed79f3a48" providerId="ADAL" clId="{9F23B798-9E84-4552-BA63-E776E805C424}" dt="2026-08-03T04:13:21.085" v="48" actId="22"/>
          <ac:picMkLst>
            <pc:docMk/>
            <pc:sldMk cId="0" sldId="264"/>
            <ac:picMk id="4" creationId="{9E046CFA-4E78-0A10-92B5-06E488C650A7}"/>
          </ac:picMkLst>
        </pc:picChg>
      </pc:sldChg>
      <pc:sldChg chg="addSp delSp mod modNotesTx">
        <pc:chgData name="Lai, Wilson" userId="2840974a-0d84-4886-90a9-9a3ed79f3a48" providerId="ADAL" clId="{9F23B798-9E84-4552-BA63-E776E805C424}" dt="2026-08-03T04:20:15.380" v="76" actId="12"/>
        <pc:sldMkLst>
          <pc:docMk/>
          <pc:sldMk cId="0" sldId="265"/>
        </pc:sldMkLst>
        <pc:picChg chg="del">
          <ac:chgData name="Lai, Wilson" userId="2840974a-0d84-4886-90a9-9a3ed79f3a48" providerId="ADAL" clId="{9F23B798-9E84-4552-BA63-E776E805C424}" dt="2026-08-03T04:13:23.375" v="49" actId="21"/>
          <ac:picMkLst>
            <pc:docMk/>
            <pc:sldMk cId="0" sldId="265"/>
            <ac:picMk id="2" creationId="{00000000-0000-0000-0000-000000000000}"/>
          </ac:picMkLst>
        </pc:picChg>
        <pc:picChg chg="add">
          <ac:chgData name="Lai, Wilson" userId="2840974a-0d84-4886-90a9-9a3ed79f3a48" providerId="ADAL" clId="{9F23B798-9E84-4552-BA63-E776E805C424}" dt="2026-08-03T04:13:32.803" v="50" actId="22"/>
          <ac:picMkLst>
            <pc:docMk/>
            <pc:sldMk cId="0" sldId="265"/>
            <ac:picMk id="4" creationId="{E03D6641-CDFB-E2DF-755F-C73BDF347509}"/>
          </ac:picMkLst>
        </pc:picChg>
      </pc:sldChg>
      <pc:sldChg chg="addSp delSp mod modNotesTx">
        <pc:chgData name="Lai, Wilson" userId="2840974a-0d84-4886-90a9-9a3ed79f3a48" providerId="ADAL" clId="{9F23B798-9E84-4552-BA63-E776E805C424}" dt="2026-08-03T04:20:24.238" v="77" actId="12"/>
        <pc:sldMkLst>
          <pc:docMk/>
          <pc:sldMk cId="0" sldId="266"/>
        </pc:sldMkLst>
        <pc:picChg chg="del">
          <ac:chgData name="Lai, Wilson" userId="2840974a-0d84-4886-90a9-9a3ed79f3a48" providerId="ADAL" clId="{9F23B798-9E84-4552-BA63-E776E805C424}" dt="2026-08-03T04:13:34.888" v="51" actId="21"/>
          <ac:picMkLst>
            <pc:docMk/>
            <pc:sldMk cId="0" sldId="266"/>
            <ac:picMk id="2" creationId="{00000000-0000-0000-0000-000000000000}"/>
          </ac:picMkLst>
        </pc:picChg>
        <pc:picChg chg="add">
          <ac:chgData name="Lai, Wilson" userId="2840974a-0d84-4886-90a9-9a3ed79f3a48" providerId="ADAL" clId="{9F23B798-9E84-4552-BA63-E776E805C424}" dt="2026-08-03T04:14:13.138" v="56" actId="22"/>
          <ac:picMkLst>
            <pc:docMk/>
            <pc:sldMk cId="0" sldId="266"/>
            <ac:picMk id="4" creationId="{3363BC78-02C9-8810-0C93-4DDCC6046DD2}"/>
          </ac:picMkLst>
        </pc:picChg>
      </pc:sldChg>
      <pc:sldChg chg="addSp delSp mod modNotesTx">
        <pc:chgData name="Lai, Wilson" userId="2840974a-0d84-4886-90a9-9a3ed79f3a48" providerId="ADAL" clId="{9F23B798-9E84-4552-BA63-E776E805C424}" dt="2026-08-03T04:20:31.615" v="78" actId="12"/>
        <pc:sldMkLst>
          <pc:docMk/>
          <pc:sldMk cId="0" sldId="267"/>
        </pc:sldMkLst>
        <pc:picChg chg="del">
          <ac:chgData name="Lai, Wilson" userId="2840974a-0d84-4886-90a9-9a3ed79f3a48" providerId="ADAL" clId="{9F23B798-9E84-4552-BA63-E776E805C424}" dt="2026-08-03T04:13:44.300" v="52" actId="21"/>
          <ac:picMkLst>
            <pc:docMk/>
            <pc:sldMk cId="0" sldId="267"/>
            <ac:picMk id="2" creationId="{00000000-0000-0000-0000-000000000000}"/>
          </ac:picMkLst>
        </pc:picChg>
        <pc:picChg chg="add del">
          <ac:chgData name="Lai, Wilson" userId="2840974a-0d84-4886-90a9-9a3ed79f3a48" providerId="ADAL" clId="{9F23B798-9E84-4552-BA63-E776E805C424}" dt="2026-08-03T04:13:57.263" v="54" actId="22"/>
          <ac:picMkLst>
            <pc:docMk/>
            <pc:sldMk cId="0" sldId="267"/>
            <ac:picMk id="4" creationId="{8EFF08F1-8D80-A93C-29E9-B9C7E6AB2905}"/>
          </ac:picMkLst>
        </pc:picChg>
        <pc:picChg chg="add">
          <ac:chgData name="Lai, Wilson" userId="2840974a-0d84-4886-90a9-9a3ed79f3a48" providerId="ADAL" clId="{9F23B798-9E84-4552-BA63-E776E805C424}" dt="2026-08-03T04:14:01.364" v="55" actId="22"/>
          <ac:picMkLst>
            <pc:docMk/>
            <pc:sldMk cId="0" sldId="267"/>
            <ac:picMk id="6" creationId="{950CD93A-3259-D6E8-F540-B0176973878B}"/>
          </ac:picMkLst>
        </pc:picChg>
      </pc:sldChg>
      <pc:sldChg chg="addSp delSp mod modNotesTx">
        <pc:chgData name="Lai, Wilson" userId="2840974a-0d84-4886-90a9-9a3ed79f3a48" providerId="ADAL" clId="{9F23B798-9E84-4552-BA63-E776E805C424}" dt="2026-08-03T04:20:40.289" v="79" actId="12"/>
        <pc:sldMkLst>
          <pc:docMk/>
          <pc:sldMk cId="0" sldId="268"/>
        </pc:sldMkLst>
        <pc:picChg chg="del">
          <ac:chgData name="Lai, Wilson" userId="2840974a-0d84-4886-90a9-9a3ed79f3a48" providerId="ADAL" clId="{9F23B798-9E84-4552-BA63-E776E805C424}" dt="2026-08-03T04:14:20.749" v="57" actId="21"/>
          <ac:picMkLst>
            <pc:docMk/>
            <pc:sldMk cId="0" sldId="268"/>
            <ac:picMk id="2" creationId="{00000000-0000-0000-0000-000000000000}"/>
          </ac:picMkLst>
        </pc:picChg>
        <pc:picChg chg="add">
          <ac:chgData name="Lai, Wilson" userId="2840974a-0d84-4886-90a9-9a3ed79f3a48" providerId="ADAL" clId="{9F23B798-9E84-4552-BA63-E776E805C424}" dt="2026-08-03T04:14:28.175" v="58" actId="22"/>
          <ac:picMkLst>
            <pc:docMk/>
            <pc:sldMk cId="0" sldId="268"/>
            <ac:picMk id="4" creationId="{A933DBF7-328E-187F-FF17-5D6EA8CD7FC6}"/>
          </ac:picMkLst>
        </pc:picChg>
      </pc:sldChg>
      <pc:sldChg chg="addSp delSp modSp mod ord modNotesTx">
        <pc:chgData name="Lai, Wilson" userId="2840974a-0d84-4886-90a9-9a3ed79f3a48" providerId="ADAL" clId="{9F23B798-9E84-4552-BA63-E776E805C424}" dt="2026-08-03T04:20:50.240" v="83" actId="12"/>
        <pc:sldMkLst>
          <pc:docMk/>
          <pc:sldMk cId="0" sldId="269"/>
        </pc:sldMkLst>
        <pc:spChg chg="add del">
          <ac:chgData name="Lai, Wilson" userId="2840974a-0d84-4886-90a9-9a3ed79f3a48" providerId="ADAL" clId="{9F23B798-9E84-4552-BA63-E776E805C424}" dt="2026-08-03T04:20:47.969" v="82" actId="22"/>
          <ac:spMkLst>
            <pc:docMk/>
            <pc:sldMk cId="0" sldId="269"/>
            <ac:spMk id="6" creationId="{B93969EA-1937-7A2C-8E6A-76A04DE4D749}"/>
          </ac:spMkLst>
        </pc:spChg>
        <pc:picChg chg="del">
          <ac:chgData name="Lai, Wilson" userId="2840974a-0d84-4886-90a9-9a3ed79f3a48" providerId="ADAL" clId="{9F23B798-9E84-4552-BA63-E776E805C424}" dt="2026-08-03T04:14:31.340" v="59" actId="21"/>
          <ac:picMkLst>
            <pc:docMk/>
            <pc:sldMk cId="0" sldId="269"/>
            <ac:picMk id="2" creationId="{00000000-0000-0000-0000-000000000000}"/>
          </ac:picMkLst>
        </pc:picChg>
        <pc:picChg chg="add">
          <ac:chgData name="Lai, Wilson" userId="2840974a-0d84-4886-90a9-9a3ed79f3a48" providerId="ADAL" clId="{9F23B798-9E84-4552-BA63-E776E805C424}" dt="2026-08-03T04:14:38.399" v="60" actId="22"/>
          <ac:picMkLst>
            <pc:docMk/>
            <pc:sldMk cId="0" sldId="269"/>
            <ac:picMk id="4" creationId="{4052DA01-7A07-EA1B-E688-2CA09721D7A4}"/>
          </ac:picMkLst>
        </pc:picChg>
      </pc:sldChg>
      <pc:sldChg chg="addSp delSp mod modNotesTx">
        <pc:chgData name="Lai, Wilson" userId="2840974a-0d84-4886-90a9-9a3ed79f3a48" providerId="ADAL" clId="{9F23B798-9E84-4552-BA63-E776E805C424}" dt="2026-08-03T04:21:25.029" v="92" actId="12"/>
        <pc:sldMkLst>
          <pc:docMk/>
          <pc:sldMk cId="2326413324" sldId="270"/>
        </pc:sldMkLst>
        <pc:picChg chg="del">
          <ac:chgData name="Lai, Wilson" userId="2840974a-0d84-4886-90a9-9a3ed79f3a48" providerId="ADAL" clId="{9F23B798-9E84-4552-BA63-E776E805C424}" dt="2026-08-03T04:14:41.455" v="61" actId="21"/>
          <ac:picMkLst>
            <pc:docMk/>
            <pc:sldMk cId="2326413324" sldId="270"/>
            <ac:picMk id="3" creationId="{F1CF399D-3987-5A0E-A9AD-756D71D145D1}"/>
          </ac:picMkLst>
        </pc:picChg>
        <pc:picChg chg="add">
          <ac:chgData name="Lai, Wilson" userId="2840974a-0d84-4886-90a9-9a3ed79f3a48" providerId="ADAL" clId="{9F23B798-9E84-4552-BA63-E776E805C424}" dt="2026-08-03T04:14:54.009" v="62" actId="22"/>
          <ac:picMkLst>
            <pc:docMk/>
            <pc:sldMk cId="2326413324" sldId="270"/>
            <ac:picMk id="4" creationId="{B422DE59-9071-6C35-033E-0E1E0036E1CA}"/>
          </ac:picMkLst>
        </pc:picChg>
      </pc:sldChg>
      <pc:sldMasterChg chg="setBg">
        <pc:chgData name="Lai, Wilson" userId="2840974a-0d84-4886-90a9-9a3ed79f3a48" providerId="ADAL" clId="{9F23B798-9E84-4552-BA63-E776E805C424}" dt="2026-08-03T00:01:56.548" v="0"/>
        <pc:sldMasterMkLst>
          <pc:docMk/>
          <pc:sldMasterMk cId="3878449701"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2C1551-B21A-4355-8E14-FC80312B19A4}"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376935-F2A8-4713-8465-81D1010E800F}" type="slidenum">
              <a:rPr lang="en-US" smtClean="0"/>
              <a:t>‹#›</a:t>
            </a:fld>
            <a:endParaRPr lang="en-US"/>
          </a:p>
        </p:txBody>
      </p:sp>
    </p:spTree>
    <p:extLst>
      <p:ext uri="{BB962C8B-B14F-4D97-AF65-F5344CB8AC3E}">
        <p14:creationId xmlns:p14="http://schemas.microsoft.com/office/powerpoint/2010/main" val="2064629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https://www.youtube.com/watch?v=0WMfXrEf03c</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Introduction:</a:t>
            </a:r>
            <a:r>
              <a:rPr lang="en-US" sz="1200" kern="1200" dirty="0">
                <a:solidFill>
                  <a:schemeClr val="tx1"/>
                </a:solidFill>
                <a:effectLst/>
                <a:latin typeface="+mn-lt"/>
                <a:ea typeface="+mn-ea"/>
                <a:cs typeface="+mn-cs"/>
              </a:rPr>
              <a:t> Welcome everyone. Today, we are discussing actionable strategies to safeguard your capital and protect your career during times of severe macroeconomic volatility and rapid technological acceleration.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Core Premise:</a:t>
            </a:r>
            <a:r>
              <a:rPr lang="en-US" sz="1200" kern="1200" dirty="0">
                <a:solidFill>
                  <a:schemeClr val="tx1"/>
                </a:solidFill>
                <a:effectLst/>
                <a:latin typeface="+mn-lt"/>
                <a:ea typeface="+mn-ea"/>
                <a:cs typeface="+mn-cs"/>
              </a:rPr>
              <a:t> Ray Dalio highlights two intersecting systemic pressures unfolding right now: first, a major financial bubble driven by debt dynamics and potential market crashes; and second, an unprecedented shift in labor market economics caused by Artificial Intelligence.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Dual Action:</a:t>
            </a:r>
            <a:r>
              <a:rPr lang="en-US" sz="1200" kern="1200" dirty="0">
                <a:solidFill>
                  <a:schemeClr val="tx1"/>
                </a:solidFill>
                <a:effectLst/>
                <a:latin typeface="+mn-lt"/>
                <a:ea typeface="+mn-ea"/>
                <a:cs typeface="+mn-cs"/>
              </a:rPr>
              <a:t> To navigate this environment safely, you cannot rely solely on protecting your portfolio or solely on keeping your job. Survival requires a integrated, two-pronged strategy: building a </a:t>
            </a:r>
            <a:r>
              <a:rPr lang="en-US" sz="1200" b="1" kern="1200" dirty="0">
                <a:solidFill>
                  <a:schemeClr val="tx1"/>
                </a:solidFill>
                <a:effectLst/>
                <a:latin typeface="+mn-lt"/>
                <a:ea typeface="+mn-ea"/>
                <a:cs typeface="+mn-cs"/>
              </a:rPr>
              <a:t>Financial Shield</a:t>
            </a:r>
            <a:r>
              <a:rPr lang="en-US" sz="1200" kern="1200" dirty="0">
                <a:solidFill>
                  <a:schemeClr val="tx1"/>
                </a:solidFill>
                <a:effectLst/>
                <a:latin typeface="+mn-lt"/>
                <a:ea typeface="+mn-ea"/>
                <a:cs typeface="+mn-cs"/>
              </a:rPr>
              <a:t> for your capital and leveraging a </a:t>
            </a:r>
            <a:r>
              <a:rPr lang="en-US" sz="1200" b="1" kern="1200" dirty="0">
                <a:solidFill>
                  <a:schemeClr val="tx1"/>
                </a:solidFill>
                <a:effectLst/>
                <a:latin typeface="+mn-lt"/>
                <a:ea typeface="+mn-ea"/>
                <a:cs typeface="+mn-cs"/>
              </a:rPr>
              <a:t>Human Sword</a:t>
            </a:r>
            <a:r>
              <a:rPr lang="en-US" sz="1200" kern="1200" dirty="0">
                <a:solidFill>
                  <a:schemeClr val="tx1"/>
                </a:solidFill>
                <a:effectLst/>
                <a:latin typeface="+mn-lt"/>
                <a:ea typeface="+mn-ea"/>
                <a:cs typeface="+mn-cs"/>
              </a:rPr>
              <a:t> for your career. </a:t>
            </a:r>
          </a:p>
          <a:p>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1</a:t>
            </a:fld>
            <a:endParaRPr lang="en-US"/>
          </a:p>
        </p:txBody>
      </p:sp>
    </p:spTree>
    <p:extLst>
      <p:ext uri="{BB962C8B-B14F-4D97-AF65-F5344CB8AC3E}">
        <p14:creationId xmlns:p14="http://schemas.microsoft.com/office/powerpoint/2010/main" val="30124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Financial Threat:</a:t>
            </a:r>
            <a:r>
              <a:rPr lang="en-US" sz="1200" kern="1200" dirty="0">
                <a:solidFill>
                  <a:schemeClr val="tx1"/>
                </a:solidFill>
                <a:effectLst/>
                <a:latin typeface="+mn-lt"/>
                <a:ea typeface="+mn-ea"/>
                <a:cs typeface="+mn-cs"/>
              </a:rPr>
              <a:t> As Ray Dalio notes, asset markets regularly undergo cyclical boom-and-bust dynamics. When severe market downturns occur, major equity indexes can drop between 60% to 70%. This isn't just theory; it is the recurring nature of debt-driven market cycles.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Automation Threat:</a:t>
            </a:r>
            <a:r>
              <a:rPr lang="en-US" sz="1200" kern="1200" dirty="0">
                <a:solidFill>
                  <a:schemeClr val="tx1"/>
                </a:solidFill>
                <a:effectLst/>
                <a:latin typeface="+mn-lt"/>
                <a:ea typeface="+mn-ea"/>
                <a:cs typeface="+mn-cs"/>
              </a:rPr>
              <a:t> Simultaneously, we are witnessing AI transition from basic automation to replacing high-level cognitive labor, white-collar analysis, and reasoning tasks.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Macro Dynamic:</a:t>
            </a:r>
            <a:r>
              <a:rPr lang="en-US" sz="1200" kern="1200" dirty="0">
                <a:solidFill>
                  <a:schemeClr val="tx1"/>
                </a:solidFill>
                <a:effectLst/>
                <a:latin typeface="+mn-lt"/>
                <a:ea typeface="+mn-ea"/>
                <a:cs typeface="+mn-cs"/>
              </a:rPr>
              <a:t> In previous technological shifts, labor captured a substantial portion of economic growth. Today, productivity gains are increasingly flowing directly to capital owners and AI infrastructure holders rather than workers.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2</a:t>
            </a:fld>
            <a:endParaRPr lang="en-US"/>
          </a:p>
        </p:txBody>
      </p:sp>
    </p:spTree>
    <p:extLst>
      <p:ext uri="{BB962C8B-B14F-4D97-AF65-F5344CB8AC3E}">
        <p14:creationId xmlns:p14="http://schemas.microsoft.com/office/powerpoint/2010/main" val="2673373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Psychological Trap:</a:t>
            </a:r>
            <a:r>
              <a:rPr lang="en-US" sz="1200" kern="1200" dirty="0">
                <a:solidFill>
                  <a:schemeClr val="tx1"/>
                </a:solidFill>
                <a:effectLst/>
                <a:latin typeface="+mn-lt"/>
                <a:ea typeface="+mn-ea"/>
                <a:cs typeface="+mn-cs"/>
              </a:rPr>
              <a:t> During market instability, the default reaction for many investors and average individuals is to retreat to cash or short-term deposits because it "feels safe".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Math of Cash Depreciation:</a:t>
            </a:r>
            <a:r>
              <a:rPr lang="en-US" sz="1200" kern="1200" dirty="0">
                <a:solidFill>
                  <a:schemeClr val="tx1"/>
                </a:solidFill>
                <a:effectLst/>
                <a:latin typeface="+mn-lt"/>
                <a:ea typeface="+mn-ea"/>
                <a:cs typeface="+mn-cs"/>
              </a:rPr>
              <a:t> Dalio explicitly addresses this misconception: cash is almost guaranteed to be the worst long-term investment asset class.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If inflation runs at 3.5% to 4.0% per year, holding uninvested cash guarantees an immediate drop in real purchasing power. Even if high-yield cash accounts match that inflation rate with nominal interest, you are still taxed on that interest income. Once taxes are deducted from nominal interest, your net real return on cash becomes negative.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Cash is not a safe haven for wealth preservation over time; it is a guaranteed leak in purchasing power.</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3</a:t>
            </a:fld>
            <a:endParaRPr lang="en-US"/>
          </a:p>
        </p:txBody>
      </p:sp>
    </p:spTree>
    <p:extLst>
      <p:ext uri="{BB962C8B-B14F-4D97-AF65-F5344CB8AC3E}">
        <p14:creationId xmlns:p14="http://schemas.microsoft.com/office/powerpoint/2010/main" val="842835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Bubble Cycle:</a:t>
            </a:r>
            <a:r>
              <a:rPr lang="en-US" sz="1200" kern="1200" dirty="0">
                <a:solidFill>
                  <a:schemeClr val="tx1"/>
                </a:solidFill>
                <a:effectLst/>
                <a:latin typeface="+mn-lt"/>
                <a:ea typeface="+mn-ea"/>
                <a:cs typeface="+mn-cs"/>
              </a:rPr>
              <a:t> Bubbles are fueled by surging asset supply, rising leverage, and peak optimism. Eventually, debt-servicing limits are breached, collateral values fall, and panic leads to forced liquidations.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Timing Delusion:</a:t>
            </a:r>
            <a:r>
              <a:rPr lang="en-US" sz="1200" kern="1200" dirty="0">
                <a:solidFill>
                  <a:schemeClr val="tx1"/>
                </a:solidFill>
                <a:effectLst/>
                <a:latin typeface="+mn-lt"/>
                <a:ea typeface="+mn-ea"/>
                <a:cs typeface="+mn-cs"/>
              </a:rPr>
              <a:t> Dalio points out that even the most sophisticated, professional institutional investors struggle or fail to time bubbles accurately. Attempting to buy at the exact bottom or sell at the exact top is a losing battle.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Economic Spillover:</a:t>
            </a:r>
            <a:r>
              <a:rPr lang="en-US" sz="1200" kern="1200" dirty="0">
                <a:solidFill>
                  <a:schemeClr val="tx1"/>
                </a:solidFill>
                <a:effectLst/>
                <a:latin typeface="+mn-lt"/>
                <a:ea typeface="+mn-ea"/>
                <a:cs typeface="+mn-cs"/>
              </a:rPr>
              <a:t> When financial asset values collapse by 60–70%, collateral vanishes, credit contracts, and consumer/corporate spending halts. This economic contraction directly triggers widespread unemployment spikes.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Strategic Shift:</a:t>
            </a:r>
            <a:r>
              <a:rPr lang="en-US" sz="1200" kern="1200" dirty="0">
                <a:solidFill>
                  <a:schemeClr val="tx1"/>
                </a:solidFill>
                <a:effectLst/>
                <a:latin typeface="+mn-lt"/>
                <a:ea typeface="+mn-ea"/>
                <a:cs typeface="+mn-cs"/>
              </a:rPr>
              <a:t> Because timing the bust is impossible, structural diversification is your only viable line of defense.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4</a:t>
            </a:fld>
            <a:endParaRPr lang="en-US"/>
          </a:p>
        </p:txBody>
      </p:sp>
    </p:spTree>
    <p:extLst>
      <p:ext uri="{BB962C8B-B14F-4D97-AF65-F5344CB8AC3E}">
        <p14:creationId xmlns:p14="http://schemas.microsoft.com/office/powerpoint/2010/main" val="1505658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Principle:</a:t>
            </a:r>
            <a:r>
              <a:rPr lang="en-US" sz="1200" kern="1200" dirty="0">
                <a:solidFill>
                  <a:schemeClr val="tx1"/>
                </a:solidFill>
                <a:effectLst/>
                <a:latin typeface="+mn-lt"/>
                <a:ea typeface="+mn-ea"/>
                <a:cs typeface="+mn-cs"/>
              </a:rPr>
              <a:t> True diversification does not mean holding ten different stocks; it means holding assets that respond differently to changing economic environments. Proper diversification dramatically reduces risk without sacrificing baseline returns.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Asset Analysis: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Stocks:</a:t>
            </a:r>
            <a:r>
              <a:rPr lang="en-US" sz="1200" kern="1200" dirty="0">
                <a:solidFill>
                  <a:schemeClr val="tx1"/>
                </a:solidFill>
                <a:effectLst/>
                <a:latin typeface="+mn-lt"/>
                <a:ea typeface="+mn-ea"/>
                <a:cs typeface="+mn-cs"/>
              </a:rPr>
              <a:t> Strong long-term growth engine, but highly vulnerable to 60–70% drawdown cycles.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Bonds:</a:t>
            </a:r>
            <a:r>
              <a:rPr lang="en-US" sz="1200" kern="1200" dirty="0">
                <a:solidFill>
                  <a:schemeClr val="tx1"/>
                </a:solidFill>
                <a:effectLst/>
                <a:latin typeface="+mn-lt"/>
                <a:ea typeface="+mn-ea"/>
                <a:cs typeface="+mn-cs"/>
              </a:rPr>
              <a:t> Risk losing value when inflation and interest rates rise, locking in low yields.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Real Estate:</a:t>
            </a:r>
            <a:r>
              <a:rPr lang="en-US" sz="1200" kern="1200" dirty="0">
                <a:solidFill>
                  <a:schemeClr val="tx1"/>
                </a:solidFill>
                <a:effectLst/>
                <a:latin typeface="+mn-lt"/>
                <a:ea typeface="+mn-ea"/>
                <a:cs typeface="+mn-cs"/>
              </a:rPr>
              <a:t> Serves as a forced-savings vehicle, offers tax advantages, and provides control over your immediate physical environment.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Gold:</a:t>
            </a:r>
            <a:r>
              <a:rPr lang="en-US" sz="1200" kern="1200" dirty="0">
                <a:solidFill>
                  <a:schemeClr val="tx1"/>
                </a:solidFill>
                <a:effectLst/>
                <a:latin typeface="+mn-lt"/>
                <a:ea typeface="+mn-ea"/>
                <a:cs typeface="+mn-cs"/>
              </a:rPr>
              <a:t> Historically inverse-correlated with traditional paper assets; performs strongly when trust in fiat currency or financial systems declines.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Bitcoin:</a:t>
            </a:r>
            <a:r>
              <a:rPr lang="en-US" sz="1200" kern="1200" dirty="0">
                <a:solidFill>
                  <a:schemeClr val="tx1"/>
                </a:solidFill>
                <a:effectLst/>
                <a:latin typeface="+mn-lt"/>
                <a:ea typeface="+mn-ea"/>
                <a:cs typeface="+mn-cs"/>
              </a:rPr>
              <a:t> Digital scarcity asset, though highly volatile and subject to unique regulatory and technological risks.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5</a:t>
            </a:fld>
            <a:endParaRPr lang="en-US"/>
          </a:p>
        </p:txBody>
      </p:sp>
    </p:spTree>
    <p:extLst>
      <p:ext uri="{BB962C8B-B14F-4D97-AF65-F5344CB8AC3E}">
        <p14:creationId xmlns:p14="http://schemas.microsoft.com/office/powerpoint/2010/main" val="2612061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Defining Hard Money:</a:t>
            </a:r>
            <a:r>
              <a:rPr lang="en-US" sz="1200" kern="1200" dirty="0">
                <a:solidFill>
                  <a:schemeClr val="tx1"/>
                </a:solidFill>
                <a:effectLst/>
                <a:latin typeface="+mn-lt"/>
                <a:ea typeface="+mn-ea"/>
                <a:cs typeface="+mn-cs"/>
              </a:rPr>
              <a:t> Hard money consists of assets that cannot be printed or inflated at will by central bank policy. Dalio recommends maintaining an allocation of 5% to 15% of your portfolio in hard money.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Physical Hard Money (Gold):</a:t>
            </a:r>
            <a:r>
              <a:rPr lang="en-US" sz="1200" kern="1200" dirty="0">
                <a:solidFill>
                  <a:schemeClr val="tx1"/>
                </a:solidFill>
                <a:effectLst/>
                <a:latin typeface="+mn-lt"/>
                <a:ea typeface="+mn-ea"/>
                <a:cs typeface="+mn-cs"/>
              </a:rPr>
              <a:t> Gold remains the primary reserve asset after fiat. It carries zero counterparty liability—meaning its value isn't dependent on someone else's promise to pay. It cannot be hacked by quantum computing and offers physical privacy during geopolitical crises.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Digital Hard Money (Bitcoin):</a:t>
            </a:r>
            <a:r>
              <a:rPr lang="en-US" sz="1200" kern="1200" dirty="0">
                <a:solidFill>
                  <a:schemeClr val="tx1"/>
                </a:solidFill>
                <a:effectLst/>
                <a:latin typeface="+mn-lt"/>
                <a:ea typeface="+mn-ea"/>
                <a:cs typeface="+mn-cs"/>
              </a:rPr>
              <a:t> Bitcoin shares the attribute of unprintable, capped supply. However, Dalio cautions that digital assets are traceable on public ledgers, subject to potential state regulation/prohibition, and face future technological risks like quantum decryption. Central banks hold gold reserves, not Bitcoin, for these security and control reasons.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6</a:t>
            </a:fld>
            <a:endParaRPr lang="en-US"/>
          </a:p>
        </p:txBody>
      </p:sp>
    </p:spTree>
    <p:extLst>
      <p:ext uri="{BB962C8B-B14F-4D97-AF65-F5344CB8AC3E}">
        <p14:creationId xmlns:p14="http://schemas.microsoft.com/office/powerpoint/2010/main" val="2975093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First Step in Wealth Management:</a:t>
            </a:r>
            <a:r>
              <a:rPr lang="en-US" sz="1200" kern="1200" dirty="0">
                <a:solidFill>
                  <a:schemeClr val="tx1"/>
                </a:solidFill>
                <a:effectLst/>
                <a:latin typeface="+mn-lt"/>
                <a:ea typeface="+mn-ea"/>
                <a:cs typeface="+mn-cs"/>
              </a:rPr>
              <a:t> Before worrying about complex asset allocation, you must establish a personal security baseline.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Runway Calculation:</a:t>
            </a:r>
            <a:r>
              <a:rPr lang="en-US" sz="1200" kern="1200" dirty="0">
                <a:solidFill>
                  <a:schemeClr val="tx1"/>
                </a:solidFill>
                <a:effectLst/>
                <a:latin typeface="+mn-lt"/>
                <a:ea typeface="+mn-ea"/>
                <a:cs typeface="+mn-cs"/>
              </a:rPr>
              <a:t> Take your Total Liquid Savings and divide it by your Monthly Burn Rate (total essential expenses per month). The result is your absolute runway in months.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Dalio's Personal Foundation:</a:t>
            </a:r>
            <a:r>
              <a:rPr lang="en-US" sz="1200" kern="1200" dirty="0">
                <a:solidFill>
                  <a:schemeClr val="tx1"/>
                </a:solidFill>
                <a:effectLst/>
                <a:latin typeface="+mn-lt"/>
                <a:ea typeface="+mn-ea"/>
                <a:cs typeface="+mn-cs"/>
              </a:rPr>
              <a:t> Dalio shares that early in his career, before managing large pools of capital, his top priority was calculating exact survival time. He built up savings to cover months—and eventually years—of zero income so his family would remain secure regardless of market shocks or job loss.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7</a:t>
            </a:fld>
            <a:endParaRPr lang="en-US"/>
          </a:p>
        </p:txBody>
      </p:sp>
    </p:spTree>
    <p:extLst>
      <p:ext uri="{BB962C8B-B14F-4D97-AF65-F5344CB8AC3E}">
        <p14:creationId xmlns:p14="http://schemas.microsoft.com/office/powerpoint/2010/main" val="2517647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Historical Trajectory:</a:t>
            </a:r>
            <a:r>
              <a:rPr lang="en-US" sz="1200" kern="1200" dirty="0">
                <a:solidFill>
                  <a:schemeClr val="tx1"/>
                </a:solidFill>
                <a:effectLst/>
                <a:latin typeface="+mn-lt"/>
                <a:ea typeface="+mn-ea"/>
                <a:cs typeface="+mn-cs"/>
              </a:rPr>
              <a:t> Human displacement by technology has evolved in distinct waves: </a:t>
            </a:r>
          </a:p>
          <a:p>
            <a:pPr marL="685800" lvl="1" indent="-228600">
              <a:buFont typeface="+mj-lt"/>
              <a:buAutoNum type="arabicPeriod"/>
            </a:pPr>
            <a:r>
              <a:rPr lang="en-US" sz="1200" i="1" kern="1200" dirty="0">
                <a:solidFill>
                  <a:schemeClr val="tx1"/>
                </a:solidFill>
                <a:effectLst/>
                <a:latin typeface="+mn-lt"/>
                <a:ea typeface="+mn-ea"/>
                <a:cs typeface="+mn-cs"/>
              </a:rPr>
              <a:t>Physical Era:</a:t>
            </a:r>
            <a:r>
              <a:rPr lang="en-US" sz="1200" kern="1200" dirty="0">
                <a:solidFill>
                  <a:schemeClr val="tx1"/>
                </a:solidFill>
                <a:effectLst/>
                <a:latin typeface="+mn-lt"/>
                <a:ea typeface="+mn-ea"/>
                <a:cs typeface="+mn-cs"/>
              </a:rPr>
              <a:t> Agricultural tools and tractors replaced human physical labor in fields. </a:t>
            </a:r>
          </a:p>
          <a:p>
            <a:pPr marL="685800" lvl="1" indent="-228600">
              <a:buFont typeface="+mj-lt"/>
              <a:buAutoNum type="arabicPeriod"/>
            </a:pPr>
            <a:r>
              <a:rPr lang="en-US" sz="1200" i="1" kern="1200" dirty="0">
                <a:solidFill>
                  <a:schemeClr val="tx1"/>
                </a:solidFill>
                <a:effectLst/>
                <a:latin typeface="+mn-lt"/>
                <a:ea typeface="+mn-ea"/>
                <a:cs typeface="+mn-cs"/>
              </a:rPr>
              <a:t>Mechanical Era:</a:t>
            </a:r>
            <a:r>
              <a:rPr lang="en-US" sz="1200" kern="1200" dirty="0">
                <a:solidFill>
                  <a:schemeClr val="tx1"/>
                </a:solidFill>
                <a:effectLst/>
                <a:latin typeface="+mn-lt"/>
                <a:ea typeface="+mn-ea"/>
                <a:cs typeface="+mn-cs"/>
              </a:rPr>
              <a:t> Industrial machinery and assembly lines replaced manual dexterity in factories. </a:t>
            </a:r>
          </a:p>
          <a:p>
            <a:pPr marL="685800" lvl="1" indent="-228600">
              <a:buFont typeface="+mj-lt"/>
              <a:buAutoNum type="arabicPeriod"/>
            </a:pPr>
            <a:r>
              <a:rPr lang="en-US" sz="1200" i="1" kern="1200" dirty="0">
                <a:solidFill>
                  <a:schemeClr val="tx1"/>
                </a:solidFill>
                <a:effectLst/>
                <a:latin typeface="+mn-lt"/>
                <a:ea typeface="+mn-ea"/>
                <a:cs typeface="+mn-cs"/>
              </a:rPr>
              <a:t>Cognitive Era:</a:t>
            </a:r>
            <a:r>
              <a:rPr lang="en-US" sz="1200" kern="1200" dirty="0">
                <a:solidFill>
                  <a:schemeClr val="tx1"/>
                </a:solidFill>
                <a:effectLst/>
                <a:latin typeface="+mn-lt"/>
                <a:ea typeface="+mn-ea"/>
                <a:cs typeface="+mn-cs"/>
              </a:rPr>
              <a:t> AI and high-level compute are moving up the cognitive chain to displace complex reasoning, white-collar analysis, and knowledge work.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Core Realization:</a:t>
            </a:r>
            <a:r>
              <a:rPr lang="en-US" sz="1200" kern="1200" dirty="0">
                <a:solidFill>
                  <a:schemeClr val="tx1"/>
                </a:solidFill>
                <a:effectLst/>
                <a:latin typeface="+mn-lt"/>
                <a:ea typeface="+mn-ea"/>
                <a:cs typeface="+mn-cs"/>
              </a:rPr>
              <a:t> Automation is no longer just extending or substituting physical muscles; it is actively replicating human intellect and decision-making.</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8</a:t>
            </a:fld>
            <a:endParaRPr lang="en-US"/>
          </a:p>
        </p:txBody>
      </p:sp>
    </p:spTree>
    <p:extLst>
      <p:ext uri="{BB962C8B-B14F-4D97-AF65-F5344CB8AC3E}">
        <p14:creationId xmlns:p14="http://schemas.microsoft.com/office/powerpoint/2010/main" val="94637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Revenue Split Dynamics:</a:t>
            </a:r>
            <a:r>
              <a:rPr lang="en-US" sz="1200" kern="1200" dirty="0">
                <a:solidFill>
                  <a:schemeClr val="tx1"/>
                </a:solidFill>
                <a:effectLst/>
                <a:latin typeface="+mn-lt"/>
                <a:ea typeface="+mn-ea"/>
                <a:cs typeface="+mn-cs"/>
              </a:rPr>
              <a:t> In a standard economy, company revenue is split between labor costs (wages) and capital owners (profits/equity holders).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AI Disruption:</a:t>
            </a:r>
            <a:r>
              <a:rPr lang="en-US" sz="1200" kern="1200" dirty="0">
                <a:solidFill>
                  <a:schemeClr val="tx1"/>
                </a:solidFill>
                <a:effectLst/>
                <a:latin typeface="+mn-lt"/>
                <a:ea typeface="+mn-ea"/>
                <a:cs typeface="+mn-cs"/>
              </a:rPr>
              <a:t> As AI replaces white-collar tasks, corporate productivity increases while labor expense drops. Consequently, the percentage of overall corporate revenue going to workers shrinks, while the share going to technology/capital owners expands significantly.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Career Implication:</a:t>
            </a:r>
            <a:r>
              <a:rPr lang="en-US" sz="1200" kern="1200" dirty="0">
                <a:solidFill>
                  <a:schemeClr val="tx1"/>
                </a:solidFill>
                <a:effectLst/>
                <a:latin typeface="+mn-lt"/>
                <a:ea typeface="+mn-ea"/>
                <a:cs typeface="+mn-cs"/>
              </a:rPr>
              <a:t> Relying solely on selling basic hourly labor leaves you on the wrong side of this economic trend. To survive, you must either own equity/capital or possess cutting-edge skills that machines cannot yet replicate.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9</a:t>
            </a:fld>
            <a:endParaRPr lang="en-US"/>
          </a:p>
        </p:txBody>
      </p:sp>
    </p:spTree>
    <p:extLst>
      <p:ext uri="{BB962C8B-B14F-4D97-AF65-F5344CB8AC3E}">
        <p14:creationId xmlns:p14="http://schemas.microsoft.com/office/powerpoint/2010/main" val="570032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Virtual vs. Physical AI:</a:t>
            </a:r>
            <a:r>
              <a:rPr lang="en-US" sz="1200" kern="1200" dirty="0">
                <a:solidFill>
                  <a:schemeClr val="tx1"/>
                </a:solidFill>
                <a:effectLst/>
                <a:latin typeface="+mn-lt"/>
                <a:ea typeface="+mn-ea"/>
                <a:cs typeface="+mn-cs"/>
              </a:rPr>
              <a:t> Software-based AI spreads rapidly across digital networks. However, physical AI (robotics, autonomous fleets) faces real-world friction points that slow down its deployment.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Case Study:</a:t>
            </a:r>
            <a:r>
              <a:rPr lang="en-US" sz="1200" kern="1200" dirty="0">
                <a:solidFill>
                  <a:schemeClr val="tx1"/>
                </a:solidFill>
                <a:effectLst/>
                <a:latin typeface="+mn-lt"/>
                <a:ea typeface="+mn-ea"/>
                <a:cs typeface="+mn-cs"/>
              </a:rPr>
              <a:t> Platforms like Uber anticipate that millions of human drivers could eventually be replaced by autonomous vehicle fleets.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Buffer Window:</a:t>
            </a:r>
            <a:r>
              <a:rPr lang="en-US" sz="1200" kern="1200" dirty="0">
                <a:solidFill>
                  <a:schemeClr val="tx1"/>
                </a:solidFill>
                <a:effectLst/>
                <a:latin typeface="+mn-lt"/>
                <a:ea typeface="+mn-ea"/>
                <a:cs typeface="+mn-cs"/>
              </a:rPr>
              <a:t> Physical deployment requires scaling manufacturing capacity, perfecting complex sensor stacks, navigating legal liability, and gaining municipal regulatory approvals. This physical friction creates a vital grace period for individuals to adapt their skill set before full-scale physical automation takes hold.</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10</a:t>
            </a:fld>
            <a:endParaRPr lang="en-US"/>
          </a:p>
        </p:txBody>
      </p:sp>
    </p:spTree>
    <p:extLst>
      <p:ext uri="{BB962C8B-B14F-4D97-AF65-F5344CB8AC3E}">
        <p14:creationId xmlns:p14="http://schemas.microsoft.com/office/powerpoint/2010/main" val="23610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Skill vs. Environment:</a:t>
            </a:r>
            <a:r>
              <a:rPr lang="en-US" sz="1200" kern="1200" dirty="0">
                <a:solidFill>
                  <a:schemeClr val="tx1"/>
                </a:solidFill>
                <a:effectLst/>
                <a:latin typeface="+mn-lt"/>
                <a:ea typeface="+mn-ea"/>
                <a:cs typeface="+mn-cs"/>
              </a:rPr>
              <a:t> The economic market value of a skill depends heavily on the context and industry in which it is deployed.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Comparison:</a:t>
            </a:r>
            <a:r>
              <a:rPr lang="en-US" sz="1200" kern="1200" dirty="0">
                <a:solidFill>
                  <a:schemeClr val="tx1"/>
                </a:solidFill>
                <a:effectLst/>
                <a:latin typeface="+mn-lt"/>
                <a:ea typeface="+mn-ea"/>
                <a:cs typeface="+mn-cs"/>
              </a:rPr>
              <a:t> Driving a vehicle for a standard ride-sharing service yields low, commoditized hourly earnings. However, driving as a private executive chauffeur for a high-net-worth individual utilizes the exact same baseline physical skill set, yet yields a far higher salary due to client context, trust, and positioning.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Strategic Pivot:</a:t>
            </a:r>
            <a:r>
              <a:rPr lang="en-US" sz="1200" kern="1200" dirty="0">
                <a:solidFill>
                  <a:schemeClr val="tx1"/>
                </a:solidFill>
                <a:effectLst/>
                <a:latin typeface="+mn-lt"/>
                <a:ea typeface="+mn-ea"/>
                <a:cs typeface="+mn-cs"/>
              </a:rPr>
              <a:t> Instead of trying to work 20% harder in a commoditized, low-leverage industry, pivot your existing skills into high-leverage, premium contexts.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11</a:t>
            </a:fld>
            <a:endParaRPr lang="en-US"/>
          </a:p>
        </p:txBody>
      </p:sp>
    </p:spTree>
    <p:extLst>
      <p:ext uri="{BB962C8B-B14F-4D97-AF65-F5344CB8AC3E}">
        <p14:creationId xmlns:p14="http://schemas.microsoft.com/office/powerpoint/2010/main" val="3701435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Law of Multiples:</a:t>
            </a:r>
            <a:r>
              <a:rPr lang="en-US" sz="1200" kern="1200" dirty="0">
                <a:solidFill>
                  <a:schemeClr val="tx1"/>
                </a:solidFill>
                <a:effectLst/>
                <a:latin typeface="+mn-lt"/>
                <a:ea typeface="+mn-ea"/>
                <a:cs typeface="+mn-cs"/>
              </a:rPr>
              <a:t> In almost every market—whether fine art, real estate, or professional labor—the top tier commands disproportionately high financial rewards relative to the average.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Power Curve:</a:t>
            </a:r>
            <a:r>
              <a:rPr lang="en-US" sz="1200" kern="1200" dirty="0">
                <a:solidFill>
                  <a:schemeClr val="tx1"/>
                </a:solidFill>
                <a:effectLst/>
                <a:latin typeface="+mn-lt"/>
                <a:ea typeface="+mn-ea"/>
                <a:cs typeface="+mn-cs"/>
              </a:rPr>
              <a:t> Moving from average to the top 10% in skill or execution does not deliver a linear 10% raise; it delivers exponential multiples in income.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AI Mastery:</a:t>
            </a:r>
            <a:r>
              <a:rPr lang="en-US" sz="1200" kern="1200" dirty="0">
                <a:solidFill>
                  <a:schemeClr val="tx1"/>
                </a:solidFill>
                <a:effectLst/>
                <a:latin typeface="+mn-lt"/>
                <a:ea typeface="+mn-ea"/>
                <a:cs typeface="+mn-cs"/>
              </a:rPr>
              <a:t> Today, achieving top 10% status requires integrating cutting-edge AI tools into your daily workflow. Investing a modest amount of focused effort into AI fluency dramatically increases your output and market valuation.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12</a:t>
            </a:fld>
            <a:endParaRPr lang="en-US"/>
          </a:p>
        </p:txBody>
      </p:sp>
    </p:spTree>
    <p:extLst>
      <p:ext uri="{BB962C8B-B14F-4D97-AF65-F5344CB8AC3E}">
        <p14:creationId xmlns:p14="http://schemas.microsoft.com/office/powerpoint/2010/main" val="2399522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Synthesis:</a:t>
            </a:r>
            <a:r>
              <a:rPr lang="en-US" sz="1200" kern="1200" dirty="0">
                <a:solidFill>
                  <a:schemeClr val="tx1"/>
                </a:solidFill>
                <a:effectLst/>
                <a:latin typeface="+mn-lt"/>
                <a:ea typeface="+mn-ea"/>
                <a:cs typeface="+mn-cs"/>
              </a:rPr>
              <a:t> Complete personal resilience requires uniting financial tactics with career strategy.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Financial Shield:</a:t>
            </a:r>
            <a:r>
              <a:rPr lang="en-US" sz="1200" kern="1200" dirty="0">
                <a:solidFill>
                  <a:schemeClr val="tx1"/>
                </a:solidFill>
                <a:effectLst/>
                <a:latin typeface="+mn-lt"/>
                <a:ea typeface="+mn-ea"/>
                <a:cs typeface="+mn-cs"/>
              </a:rPr>
              <a:t> A structurally diversified asset portfolio anchored by a 5–15% allocation in hard money (such as gold) to absorb market drawdowns and persistent inflation.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Human Sword:</a:t>
            </a:r>
            <a:r>
              <a:rPr lang="en-US" sz="1200" kern="1200" dirty="0">
                <a:solidFill>
                  <a:schemeClr val="tx1"/>
                </a:solidFill>
                <a:effectLst/>
                <a:latin typeface="+mn-lt"/>
                <a:ea typeface="+mn-ea"/>
                <a:cs typeface="+mn-cs"/>
              </a:rPr>
              <a:t> Strategic career positioning paired with top 10% AI fluency to maintain high-value leverage in an automated workforce.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Implementing only one leaves you exposed; executing both ensures total financial and professional security.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13</a:t>
            </a:fld>
            <a:endParaRPr lang="en-US"/>
          </a:p>
        </p:txBody>
      </p:sp>
    </p:spTree>
    <p:extLst>
      <p:ext uri="{BB962C8B-B14F-4D97-AF65-F5344CB8AC3E}">
        <p14:creationId xmlns:p14="http://schemas.microsoft.com/office/powerpoint/2010/main" val="1671658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Executive Wrap-up:</a:t>
            </a:r>
            <a:r>
              <a:rPr lang="en-US" sz="1200" kern="1200" dirty="0">
                <a:solidFill>
                  <a:schemeClr val="tx1"/>
                </a:solidFill>
                <a:effectLst/>
                <a:latin typeface="+mn-lt"/>
                <a:ea typeface="+mn-ea"/>
                <a:cs typeface="+mn-cs"/>
              </a:rPr>
              <a:t> To conclude today’s presentation, let's review our core action items across both wealth management and career survival: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Financial Actions:</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i="1" kern="1200" dirty="0">
                <a:solidFill>
                  <a:schemeClr val="tx1"/>
                </a:solidFill>
                <a:effectLst/>
                <a:latin typeface="+mn-lt"/>
                <a:ea typeface="+mn-ea"/>
                <a:cs typeface="+mn-cs"/>
              </a:rPr>
              <a:t>Eliminate Cash Illusion:</a:t>
            </a:r>
            <a:r>
              <a:rPr lang="en-US" sz="1200" kern="1200" dirty="0">
                <a:solidFill>
                  <a:schemeClr val="tx1"/>
                </a:solidFill>
                <a:effectLst/>
                <a:latin typeface="+mn-lt"/>
                <a:ea typeface="+mn-ea"/>
                <a:cs typeface="+mn-cs"/>
              </a:rPr>
              <a:t> Recognize that idle cash guarantees lost purchasing power due to real inflation and taxes. </a:t>
            </a:r>
          </a:p>
          <a:p>
            <a:pPr marL="685800" lvl="1" indent="-228600">
              <a:buFont typeface="+mj-lt"/>
              <a:buAutoNum type="arabicPeriod"/>
            </a:pPr>
            <a:r>
              <a:rPr lang="en-US" sz="1200" i="1" kern="1200" dirty="0">
                <a:solidFill>
                  <a:schemeClr val="tx1"/>
                </a:solidFill>
                <a:effectLst/>
                <a:latin typeface="+mn-lt"/>
                <a:ea typeface="+mn-ea"/>
                <a:cs typeface="+mn-cs"/>
              </a:rPr>
              <a:t>Diversify Broadly:</a:t>
            </a:r>
            <a:r>
              <a:rPr lang="en-US" sz="1200" kern="1200" dirty="0">
                <a:solidFill>
                  <a:schemeClr val="tx1"/>
                </a:solidFill>
                <a:effectLst/>
                <a:latin typeface="+mn-lt"/>
                <a:ea typeface="+mn-ea"/>
                <a:cs typeface="+mn-cs"/>
              </a:rPr>
              <a:t> Allocate across stocks, bonds, real estate, and hard assets to lower risk without cutting target returns. </a:t>
            </a:r>
          </a:p>
          <a:p>
            <a:pPr marL="685800" lvl="1" indent="-228600">
              <a:buFont typeface="+mj-lt"/>
              <a:buAutoNum type="arabicPeriod"/>
            </a:pPr>
            <a:r>
              <a:rPr lang="en-US" sz="1200" i="1" kern="1200" dirty="0">
                <a:solidFill>
                  <a:schemeClr val="tx1"/>
                </a:solidFill>
                <a:effectLst/>
                <a:latin typeface="+mn-lt"/>
                <a:ea typeface="+mn-ea"/>
                <a:cs typeface="+mn-cs"/>
              </a:rPr>
              <a:t>Secure Hard Money:</a:t>
            </a:r>
            <a:r>
              <a:rPr lang="en-US" sz="1200" kern="1200" dirty="0">
                <a:solidFill>
                  <a:schemeClr val="tx1"/>
                </a:solidFill>
                <a:effectLst/>
                <a:latin typeface="+mn-lt"/>
                <a:ea typeface="+mn-ea"/>
                <a:cs typeface="+mn-cs"/>
              </a:rPr>
              <a:t> Hold 5–15% in unprintable assets—favoring gold for long-term central bank alignment, privacy, and systemic safety.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Career Actions:</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i="1" kern="1200" dirty="0">
                <a:solidFill>
                  <a:schemeClr val="tx1"/>
                </a:solidFill>
                <a:effectLst/>
                <a:latin typeface="+mn-lt"/>
                <a:ea typeface="+mn-ea"/>
                <a:cs typeface="+mn-cs"/>
              </a:rPr>
              <a:t>Cross the Capital Divide:</a:t>
            </a:r>
            <a:r>
              <a:rPr lang="en-US" sz="1200" kern="1200" dirty="0">
                <a:solidFill>
                  <a:schemeClr val="tx1"/>
                </a:solidFill>
                <a:effectLst/>
                <a:latin typeface="+mn-lt"/>
                <a:ea typeface="+mn-ea"/>
                <a:cs typeface="+mn-cs"/>
              </a:rPr>
              <a:t> Realize that productivity gains are accruing to technology owners; seek equity and leverage. </a:t>
            </a:r>
          </a:p>
          <a:p>
            <a:pPr marL="685800" lvl="1" indent="-228600">
              <a:buFont typeface="+mj-lt"/>
              <a:buAutoNum type="arabicPeriod"/>
            </a:pPr>
            <a:r>
              <a:rPr lang="en-US" sz="1200" i="1" kern="1200" dirty="0">
                <a:solidFill>
                  <a:schemeClr val="tx1"/>
                </a:solidFill>
                <a:effectLst/>
                <a:latin typeface="+mn-lt"/>
                <a:ea typeface="+mn-ea"/>
                <a:cs typeface="+mn-cs"/>
              </a:rPr>
              <a:t>Aim for the Top 10%:</a:t>
            </a:r>
            <a:r>
              <a:rPr lang="en-US" sz="1200" kern="1200" dirty="0">
                <a:solidFill>
                  <a:schemeClr val="tx1"/>
                </a:solidFill>
                <a:effectLst/>
                <a:latin typeface="+mn-lt"/>
                <a:ea typeface="+mn-ea"/>
                <a:cs typeface="+mn-cs"/>
              </a:rPr>
              <a:t> Leverage AI capabilities to achieve exponential output premiums over average labor market benchmarks. </a:t>
            </a:r>
          </a:p>
          <a:p>
            <a:pPr marL="685800" lvl="1" indent="-228600">
              <a:buFont typeface="+mj-lt"/>
              <a:buAutoNum type="arabicPeriod"/>
            </a:pPr>
            <a:r>
              <a:rPr lang="en-US" sz="1200" i="1" kern="1200" dirty="0">
                <a:solidFill>
                  <a:schemeClr val="tx1"/>
                </a:solidFill>
                <a:effectLst/>
                <a:latin typeface="+mn-lt"/>
                <a:ea typeface="+mn-ea"/>
                <a:cs typeface="+mn-cs"/>
              </a:rPr>
              <a:t>Reposition Skill Context:</a:t>
            </a:r>
            <a:r>
              <a:rPr lang="en-US" sz="1200" kern="1200" dirty="0">
                <a:solidFill>
                  <a:schemeClr val="tx1"/>
                </a:solidFill>
                <a:effectLst/>
                <a:latin typeface="+mn-lt"/>
                <a:ea typeface="+mn-ea"/>
                <a:cs typeface="+mn-cs"/>
              </a:rPr>
              <a:t> Place your skills in high-value industries where your output commands premium compensation.</a:t>
            </a:r>
          </a:p>
          <a:p>
            <a:endParaRPr lang="en-US" dirty="0"/>
          </a:p>
        </p:txBody>
      </p:sp>
      <p:sp>
        <p:nvSpPr>
          <p:cNvPr id="4" name="Slide Number Placeholder 3"/>
          <p:cNvSpPr>
            <a:spLocks noGrp="1"/>
          </p:cNvSpPr>
          <p:nvPr>
            <p:ph type="sldNum" sz="quarter" idx="5"/>
          </p:nvPr>
        </p:nvSpPr>
        <p:spPr/>
        <p:txBody>
          <a:bodyPr/>
          <a:lstStyle/>
          <a:p>
            <a:fld id="{CA376935-F2A8-4713-8465-81D1010E800F}" type="slidenum">
              <a:rPr lang="en-US" smtClean="0"/>
              <a:t>14</a:t>
            </a:fld>
            <a:endParaRPr lang="en-US"/>
          </a:p>
        </p:txBody>
      </p:sp>
    </p:spTree>
    <p:extLst>
      <p:ext uri="{BB962C8B-B14F-4D97-AF65-F5344CB8AC3E}">
        <p14:creationId xmlns:p14="http://schemas.microsoft.com/office/powerpoint/2010/main" val="3924354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155D40-B0A1-9350-DEFD-F7C1A50E30D1}"/>
              </a:ext>
            </a:extLst>
          </p:cNvPr>
          <p:cNvSpPr>
            <a:spLocks noGrp="1"/>
          </p:cNvSpPr>
          <p:nvPr>
            <p:ph type="dt" sz="half" idx="10"/>
          </p:nvPr>
        </p:nvSpPr>
        <p:spPr/>
        <p:txBody>
          <a:bodyPr/>
          <a:lstStyle/>
          <a:p>
            <a:fld id="{F3EC1B36-DDA0-453D-B1A3-89CC6B7B93CF}" type="datetimeFigureOut">
              <a:rPr lang="en-US" smtClean="0"/>
              <a:t>10/19/2026</a:t>
            </a:fld>
            <a:endParaRPr lang="en-US"/>
          </a:p>
        </p:txBody>
      </p:sp>
      <p:sp>
        <p:nvSpPr>
          <p:cNvPr id="3" name="Footer Placeholder 2">
            <a:extLst>
              <a:ext uri="{FF2B5EF4-FFF2-40B4-BE49-F238E27FC236}">
                <a16:creationId xmlns:a16="http://schemas.microsoft.com/office/drawing/2014/main" id="{F385AB5C-3EAD-FD62-4684-1D6F511A2B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445D4-7329-CE5A-51A7-D72A66F35CF8}"/>
              </a:ext>
            </a:extLst>
          </p:cNvPr>
          <p:cNvSpPr>
            <a:spLocks noGrp="1"/>
          </p:cNvSpPr>
          <p:nvPr>
            <p:ph type="sldNum" sz="quarter" idx="12"/>
          </p:nvPr>
        </p:nvSpPr>
        <p:spPr/>
        <p:txBody>
          <a:bodyPr/>
          <a:lstStyle/>
          <a:p>
            <a:fld id="{A03C1D5E-5B8A-4836-873C-F47CD13E41D9}" type="slidenum">
              <a:rPr lang="en-US" smtClean="0"/>
              <a:t>‹#›</a:t>
            </a:fld>
            <a:endParaRPr lang="en-US"/>
          </a:p>
        </p:txBody>
      </p:sp>
    </p:spTree>
    <p:extLst>
      <p:ext uri="{BB962C8B-B14F-4D97-AF65-F5344CB8AC3E}">
        <p14:creationId xmlns:p14="http://schemas.microsoft.com/office/powerpoint/2010/main" val="152485680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CDC1B-E8E3-F50D-CE03-4631FA4DD5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173D3B-E4E2-C48D-44D3-FD60C5946D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727D1-0D2F-C467-EC56-F33B61BD42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EC1B36-DDA0-453D-B1A3-89CC6B7B93CF}" type="datetimeFigureOut">
              <a:rPr lang="en-US" smtClean="0"/>
              <a:t>10/19/2026</a:t>
            </a:fld>
            <a:endParaRPr lang="en-US"/>
          </a:p>
        </p:txBody>
      </p:sp>
      <p:sp>
        <p:nvSpPr>
          <p:cNvPr id="5" name="Footer Placeholder 4">
            <a:extLst>
              <a:ext uri="{FF2B5EF4-FFF2-40B4-BE49-F238E27FC236}">
                <a16:creationId xmlns:a16="http://schemas.microsoft.com/office/drawing/2014/main" id="{D0682D37-8AB7-CE83-2662-202B16C3F5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810A15-DFDD-0A96-7B32-59E7B7D88E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3C1D5E-5B8A-4836-873C-F47CD13E41D9}" type="slidenum">
              <a:rPr lang="en-US" smtClean="0"/>
              <a:t>‹#›</a:t>
            </a:fld>
            <a:endParaRPr lang="en-US"/>
          </a:p>
        </p:txBody>
      </p:sp>
    </p:spTree>
    <p:extLst>
      <p:ext uri="{BB962C8B-B14F-4D97-AF65-F5344CB8AC3E}">
        <p14:creationId xmlns:p14="http://schemas.microsoft.com/office/powerpoint/2010/main" val="387844970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26B446-0DFF-4743-611C-3370AFB8966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6BEA6EFF-9D36-FF9B-E69B-75C2772D80D9}"/>
              </a:ext>
            </a:extLst>
          </p:cNvPr>
          <p:cNvPicPr>
            <a:picLocks noChangeAspect="1"/>
          </p:cNvPicPr>
          <p:nvPr/>
        </p:nvPicPr>
        <p:blipFill>
          <a:blip r:embed="rId3"/>
          <a:srcRect l="871" r="1" b="1"/>
          <a:stretch>
            <a:fillRect/>
          </a:stretch>
        </p:blipFill>
        <p:spPr>
          <a:xfrm>
            <a:off x="20" y="1282"/>
            <a:ext cx="12191980" cy="68567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3D8C7A-3409-1575-E040-AD0EDC5913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D0354E-A65B-8140-C0C5-222474CF1D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58E279-E314-3FE5-D151-3BC4D82F9C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5ED3C6-0688-65F8-5018-D5051C4F91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238E90-ADE4-7357-9AB7-F9AF3665DB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046CFA-4E78-0A10-92B5-06E488C650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3D6641-CDFB-E2DF-755F-C73BDF3475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3BC78-02C9-8810-0C93-4DDCC6046D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0CD93A-3259-D6E8-F540-B0176973878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33DBF7-328E-187F-FF17-5D6EA8CD7F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52DA01-7A07-EA1B-E688-2CA09721D7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22DE59-9071-6C35-033E-0E1E0036E1C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326413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1674</Words>
  <Application>Microsoft Office PowerPoint</Application>
  <PresentationFormat>寬螢幕</PresentationFormat>
  <Paragraphs>73</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2026-08-03T00:00:55Z</dcterms:created>
  <dcterms:modified xsi:type="dcterms:W3CDTF">2026-10-19T15:45:02Z</dcterms:modified>
</cp:coreProperties>
</file>