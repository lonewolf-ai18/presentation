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0B9263-762A-40BF-93DD-CDECFED58479}" v="20" dt="2026-08-30T13:54:00.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6" autoAdjust="0"/>
    <p:restoredTop sz="88319"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sldOrd">
      <pc:chgData name="Lai, Wilson" userId="2840974a-0d84-4886-90a9-9a3ed79f3a48" providerId="ADAL" clId="{9F23B798-9E84-4552-BA63-E776E805C424}" dt="2026-08-30T13:54:26.895" v="60" actId="166"/>
      <pc:docMkLst>
        <pc:docMk/>
      </pc:docMkLst>
      <pc:sldChg chg="addSp delSp modSp mod modAnim modNotesTx">
        <pc:chgData name="Lai, Wilson" userId="2840974a-0d84-4886-90a9-9a3ed79f3a48" providerId="ADAL" clId="{9F23B798-9E84-4552-BA63-E776E805C424}" dt="2026-08-30T13:54:26.895" v="60" actId="166"/>
        <pc:sldMkLst>
          <pc:docMk/>
          <pc:sldMk cId="0" sldId="257"/>
        </pc:sldMkLst>
        <pc:spChg chg="add mod">
          <ac:chgData name="Lai, Wilson" userId="2840974a-0d84-4886-90a9-9a3ed79f3a48" providerId="ADAL" clId="{9F23B798-9E84-4552-BA63-E776E805C424}" dt="2026-08-30T05:50:48.518" v="8" actId="164"/>
          <ac:spMkLst>
            <pc:docMk/>
            <pc:sldMk cId="0" sldId="257"/>
            <ac:spMk id="5" creationId="{1832F71E-E3FE-C637-7577-294953F62C5D}"/>
          </ac:spMkLst>
        </pc:spChg>
        <pc:grpChg chg="add mod">
          <ac:chgData name="Lai, Wilson" userId="2840974a-0d84-4886-90a9-9a3ed79f3a48" providerId="ADAL" clId="{9F23B798-9E84-4552-BA63-E776E805C424}" dt="2026-08-30T05:50:51.279" v="9" actId="1076"/>
          <ac:grpSpMkLst>
            <pc:docMk/>
            <pc:sldMk cId="0" sldId="257"/>
            <ac:grpSpMk id="6" creationId="{86B78182-8000-5DD8-AB87-85EEDF2B3B14}"/>
          </ac:grpSpMkLst>
        </pc:grpChg>
        <pc:picChg chg="del">
          <ac:chgData name="Lai, Wilson" userId="2840974a-0d84-4886-90a9-9a3ed79f3a48" providerId="ADAL" clId="{9F23B798-9E84-4552-BA63-E776E805C424}" dt="2026-08-30T06:29:02.771" v="10" actId="21"/>
          <ac:picMkLst>
            <pc:docMk/>
            <pc:sldMk cId="0" sldId="257"/>
            <ac:picMk id="2" creationId="{00000000-0000-0000-0000-000000000000}"/>
          </ac:picMkLst>
        </pc:picChg>
        <pc:picChg chg="add mod">
          <ac:chgData name="Lai, Wilson" userId="2840974a-0d84-4886-90a9-9a3ed79f3a48" providerId="ADAL" clId="{9F23B798-9E84-4552-BA63-E776E805C424}" dt="2026-08-30T05:50:48.518" v="8" actId="164"/>
          <ac:picMkLst>
            <pc:docMk/>
            <pc:sldMk cId="0" sldId="257"/>
            <ac:picMk id="3" creationId="{6E2949D1-8EA5-620C-348C-4156183EC98D}"/>
          </ac:picMkLst>
        </pc:picChg>
        <pc:picChg chg="add ord">
          <ac:chgData name="Lai, Wilson" userId="2840974a-0d84-4886-90a9-9a3ed79f3a48" providerId="ADAL" clId="{9F23B798-9E84-4552-BA63-E776E805C424}" dt="2026-08-30T13:54:26.895" v="60" actId="166"/>
          <ac:picMkLst>
            <pc:docMk/>
            <pc:sldMk cId="0" sldId="257"/>
            <ac:picMk id="7" creationId="{A246A205-8C30-471C-9D6E-C75CA50312D9}"/>
          </ac:picMkLst>
        </pc:picChg>
      </pc:sldChg>
      <pc:sldChg chg="addSp delSp mod modNotesTx">
        <pc:chgData name="Lai, Wilson" userId="2840974a-0d84-4886-90a9-9a3ed79f3a48" providerId="ADAL" clId="{9F23B798-9E84-4552-BA63-E776E805C424}" dt="2026-08-30T13:51:34.451" v="44" actId="14"/>
        <pc:sldMkLst>
          <pc:docMk/>
          <pc:sldMk cId="0" sldId="258"/>
        </pc:sldMkLst>
        <pc:picChg chg="del">
          <ac:chgData name="Lai, Wilson" userId="2840974a-0d84-4886-90a9-9a3ed79f3a48" providerId="ADAL" clId="{9F23B798-9E84-4552-BA63-E776E805C424}" dt="2026-08-30T06:29:18.418" v="12" actId="21"/>
          <ac:picMkLst>
            <pc:docMk/>
            <pc:sldMk cId="0" sldId="258"/>
            <ac:picMk id="2" creationId="{00000000-0000-0000-0000-000000000000}"/>
          </ac:picMkLst>
        </pc:picChg>
        <pc:picChg chg="add">
          <ac:chgData name="Lai, Wilson" userId="2840974a-0d84-4886-90a9-9a3ed79f3a48" providerId="ADAL" clId="{9F23B798-9E84-4552-BA63-E776E805C424}" dt="2026-08-30T06:29:27.051" v="13" actId="22"/>
          <ac:picMkLst>
            <pc:docMk/>
            <pc:sldMk cId="0" sldId="258"/>
            <ac:picMk id="4" creationId="{32BD1DCC-365E-5E9A-D4C6-580959CD91CA}"/>
          </ac:picMkLst>
        </pc:picChg>
      </pc:sldChg>
      <pc:sldChg chg="addSp delSp mod modNotesTx">
        <pc:chgData name="Lai, Wilson" userId="2840974a-0d84-4886-90a9-9a3ed79f3a48" providerId="ADAL" clId="{9F23B798-9E84-4552-BA63-E776E805C424}" dt="2026-08-30T13:51:58.497" v="48" actId="14"/>
        <pc:sldMkLst>
          <pc:docMk/>
          <pc:sldMk cId="0" sldId="260"/>
        </pc:sldMkLst>
        <pc:picChg chg="del">
          <ac:chgData name="Lai, Wilson" userId="2840974a-0d84-4886-90a9-9a3ed79f3a48" providerId="ADAL" clId="{9F23B798-9E84-4552-BA63-E776E805C424}" dt="2026-08-30T06:29:30.078" v="14" actId="21"/>
          <ac:picMkLst>
            <pc:docMk/>
            <pc:sldMk cId="0" sldId="260"/>
            <ac:picMk id="2" creationId="{00000000-0000-0000-0000-000000000000}"/>
          </ac:picMkLst>
        </pc:picChg>
        <pc:picChg chg="add">
          <ac:chgData name="Lai, Wilson" userId="2840974a-0d84-4886-90a9-9a3ed79f3a48" providerId="ADAL" clId="{9F23B798-9E84-4552-BA63-E776E805C424}" dt="2026-08-30T06:29:39.128" v="15" actId="22"/>
          <ac:picMkLst>
            <pc:docMk/>
            <pc:sldMk cId="0" sldId="260"/>
            <ac:picMk id="4" creationId="{E752AFF7-D47F-85A8-0730-81D818DB57B1}"/>
          </ac:picMkLst>
        </pc:picChg>
      </pc:sldChg>
      <pc:sldChg chg="addSp delSp modSp mod">
        <pc:chgData name="Lai, Wilson" userId="2840974a-0d84-4886-90a9-9a3ed79f3a48" providerId="ADAL" clId="{9F23B798-9E84-4552-BA63-E776E805C424}" dt="2026-08-30T06:29:49.926" v="18" actId="22"/>
        <pc:sldMkLst>
          <pc:docMk/>
          <pc:sldMk cId="0" sldId="261"/>
        </pc:sldMkLst>
        <pc:picChg chg="del mod">
          <ac:chgData name="Lai, Wilson" userId="2840974a-0d84-4886-90a9-9a3ed79f3a48" providerId="ADAL" clId="{9F23B798-9E84-4552-BA63-E776E805C424}" dt="2026-08-30T06:29:41.002" v="17" actId="21"/>
          <ac:picMkLst>
            <pc:docMk/>
            <pc:sldMk cId="0" sldId="261"/>
            <ac:picMk id="2" creationId="{00000000-0000-0000-0000-000000000000}"/>
          </ac:picMkLst>
        </pc:picChg>
        <pc:picChg chg="add">
          <ac:chgData name="Lai, Wilson" userId="2840974a-0d84-4886-90a9-9a3ed79f3a48" providerId="ADAL" clId="{9F23B798-9E84-4552-BA63-E776E805C424}" dt="2026-08-30T06:29:49.926" v="18" actId="22"/>
          <ac:picMkLst>
            <pc:docMk/>
            <pc:sldMk cId="0" sldId="261"/>
            <ac:picMk id="4" creationId="{4A7FB8FF-AA7C-7A39-ED7B-1565044869B4}"/>
          </ac:picMkLst>
        </pc:picChg>
      </pc:sldChg>
      <pc:sldChg chg="addSp delSp mod">
        <pc:chgData name="Lai, Wilson" userId="2840974a-0d84-4886-90a9-9a3ed79f3a48" providerId="ADAL" clId="{9F23B798-9E84-4552-BA63-E776E805C424}" dt="2026-08-30T06:30:01.344" v="20" actId="22"/>
        <pc:sldMkLst>
          <pc:docMk/>
          <pc:sldMk cId="0" sldId="262"/>
        </pc:sldMkLst>
        <pc:picChg chg="del">
          <ac:chgData name="Lai, Wilson" userId="2840974a-0d84-4886-90a9-9a3ed79f3a48" providerId="ADAL" clId="{9F23B798-9E84-4552-BA63-E776E805C424}" dt="2026-08-30T06:29:52.673" v="19" actId="21"/>
          <ac:picMkLst>
            <pc:docMk/>
            <pc:sldMk cId="0" sldId="262"/>
            <ac:picMk id="2" creationId="{00000000-0000-0000-0000-000000000000}"/>
          </ac:picMkLst>
        </pc:picChg>
        <pc:picChg chg="add">
          <ac:chgData name="Lai, Wilson" userId="2840974a-0d84-4886-90a9-9a3ed79f3a48" providerId="ADAL" clId="{9F23B798-9E84-4552-BA63-E776E805C424}" dt="2026-08-30T06:30:01.344" v="20" actId="22"/>
          <ac:picMkLst>
            <pc:docMk/>
            <pc:sldMk cId="0" sldId="262"/>
            <ac:picMk id="4" creationId="{E6375599-E040-FC92-F740-23303BC862B1}"/>
          </ac:picMkLst>
        </pc:picChg>
      </pc:sldChg>
      <pc:sldChg chg="addSp delSp mod">
        <pc:chgData name="Lai, Wilson" userId="2840974a-0d84-4886-90a9-9a3ed79f3a48" providerId="ADAL" clId="{9F23B798-9E84-4552-BA63-E776E805C424}" dt="2026-08-30T06:30:11.990" v="22" actId="22"/>
        <pc:sldMkLst>
          <pc:docMk/>
          <pc:sldMk cId="0" sldId="263"/>
        </pc:sldMkLst>
        <pc:picChg chg="del">
          <ac:chgData name="Lai, Wilson" userId="2840974a-0d84-4886-90a9-9a3ed79f3a48" providerId="ADAL" clId="{9F23B798-9E84-4552-BA63-E776E805C424}" dt="2026-08-30T06:30:03.446" v="21" actId="21"/>
          <ac:picMkLst>
            <pc:docMk/>
            <pc:sldMk cId="0" sldId="263"/>
            <ac:picMk id="2" creationId="{00000000-0000-0000-0000-000000000000}"/>
          </ac:picMkLst>
        </pc:picChg>
        <pc:picChg chg="add">
          <ac:chgData name="Lai, Wilson" userId="2840974a-0d84-4886-90a9-9a3ed79f3a48" providerId="ADAL" clId="{9F23B798-9E84-4552-BA63-E776E805C424}" dt="2026-08-30T06:30:11.990" v="22" actId="22"/>
          <ac:picMkLst>
            <pc:docMk/>
            <pc:sldMk cId="0" sldId="263"/>
            <ac:picMk id="4" creationId="{564CE310-A82D-893A-848F-3B8292F3E4AF}"/>
          </ac:picMkLst>
        </pc:picChg>
      </pc:sldChg>
      <pc:sldChg chg="addSp delSp mod">
        <pc:chgData name="Lai, Wilson" userId="2840974a-0d84-4886-90a9-9a3ed79f3a48" providerId="ADAL" clId="{9F23B798-9E84-4552-BA63-E776E805C424}" dt="2026-08-30T06:30:48.462" v="24" actId="22"/>
        <pc:sldMkLst>
          <pc:docMk/>
          <pc:sldMk cId="0" sldId="264"/>
        </pc:sldMkLst>
        <pc:picChg chg="del">
          <ac:chgData name="Lai, Wilson" userId="2840974a-0d84-4886-90a9-9a3ed79f3a48" providerId="ADAL" clId="{9F23B798-9E84-4552-BA63-E776E805C424}" dt="2026-08-30T06:30:13.764" v="23" actId="21"/>
          <ac:picMkLst>
            <pc:docMk/>
            <pc:sldMk cId="0" sldId="264"/>
            <ac:picMk id="2" creationId="{00000000-0000-0000-0000-000000000000}"/>
          </ac:picMkLst>
        </pc:picChg>
        <pc:picChg chg="add">
          <ac:chgData name="Lai, Wilson" userId="2840974a-0d84-4886-90a9-9a3ed79f3a48" providerId="ADAL" clId="{9F23B798-9E84-4552-BA63-E776E805C424}" dt="2026-08-30T06:30:48.462" v="24" actId="22"/>
          <ac:picMkLst>
            <pc:docMk/>
            <pc:sldMk cId="0" sldId="264"/>
            <ac:picMk id="4" creationId="{3F6CED1B-FB42-5745-FB72-4D20D8DED591}"/>
          </ac:picMkLst>
        </pc:picChg>
      </pc:sldChg>
      <pc:sldChg chg="addSp delSp mod modNotesTx">
        <pc:chgData name="Lai, Wilson" userId="2840974a-0d84-4886-90a9-9a3ed79f3a48" providerId="ADAL" clId="{9F23B798-9E84-4552-BA63-E776E805C424}" dt="2026-08-30T13:52:47.905" v="50" actId="14"/>
        <pc:sldMkLst>
          <pc:docMk/>
          <pc:sldMk cId="0" sldId="265"/>
        </pc:sldMkLst>
        <pc:picChg chg="del">
          <ac:chgData name="Lai, Wilson" userId="2840974a-0d84-4886-90a9-9a3ed79f3a48" providerId="ADAL" clId="{9F23B798-9E84-4552-BA63-E776E805C424}" dt="2026-08-30T06:30:50.920" v="25" actId="21"/>
          <ac:picMkLst>
            <pc:docMk/>
            <pc:sldMk cId="0" sldId="265"/>
            <ac:picMk id="2" creationId="{00000000-0000-0000-0000-000000000000}"/>
          </ac:picMkLst>
        </pc:picChg>
        <pc:picChg chg="add">
          <ac:chgData name="Lai, Wilson" userId="2840974a-0d84-4886-90a9-9a3ed79f3a48" providerId="ADAL" clId="{9F23B798-9E84-4552-BA63-E776E805C424}" dt="2026-08-30T06:31:34.314" v="26" actId="22"/>
          <ac:picMkLst>
            <pc:docMk/>
            <pc:sldMk cId="0" sldId="265"/>
            <ac:picMk id="4" creationId="{D5E5C294-782F-EFAC-0CA6-1BB19B5D64A9}"/>
          </ac:picMkLst>
        </pc:picChg>
      </pc:sldChg>
      <pc:sldChg chg="addSp delSp mod">
        <pc:chgData name="Lai, Wilson" userId="2840974a-0d84-4886-90a9-9a3ed79f3a48" providerId="ADAL" clId="{9F23B798-9E84-4552-BA63-E776E805C424}" dt="2026-08-30T06:33:13.588" v="28" actId="22"/>
        <pc:sldMkLst>
          <pc:docMk/>
          <pc:sldMk cId="0" sldId="266"/>
        </pc:sldMkLst>
        <pc:picChg chg="del">
          <ac:chgData name="Lai, Wilson" userId="2840974a-0d84-4886-90a9-9a3ed79f3a48" providerId="ADAL" clId="{9F23B798-9E84-4552-BA63-E776E805C424}" dt="2026-08-30T06:31:43.115" v="27" actId="21"/>
          <ac:picMkLst>
            <pc:docMk/>
            <pc:sldMk cId="0" sldId="266"/>
            <ac:picMk id="2" creationId="{00000000-0000-0000-0000-000000000000}"/>
          </ac:picMkLst>
        </pc:picChg>
        <pc:picChg chg="add">
          <ac:chgData name="Lai, Wilson" userId="2840974a-0d84-4886-90a9-9a3ed79f3a48" providerId="ADAL" clId="{9F23B798-9E84-4552-BA63-E776E805C424}" dt="2026-08-30T06:33:13.588" v="28" actId="22"/>
          <ac:picMkLst>
            <pc:docMk/>
            <pc:sldMk cId="0" sldId="266"/>
            <ac:picMk id="4" creationId="{2E0EF7A3-A4FC-1190-9A0E-C31ECAACE6D1}"/>
          </ac:picMkLst>
        </pc:picChg>
      </pc:sldChg>
      <pc:sldChg chg="addSp delSp add del mod">
        <pc:chgData name="Lai, Wilson" userId="2840974a-0d84-4886-90a9-9a3ed79f3a48" providerId="ADAL" clId="{9F23B798-9E84-4552-BA63-E776E805C424}" dt="2026-08-30T06:34:56.661" v="32" actId="22"/>
        <pc:sldMkLst>
          <pc:docMk/>
          <pc:sldMk cId="0" sldId="267"/>
        </pc:sldMkLst>
        <pc:picChg chg="del">
          <ac:chgData name="Lai, Wilson" userId="2840974a-0d84-4886-90a9-9a3ed79f3a48" providerId="ADAL" clId="{9F23B798-9E84-4552-BA63-E776E805C424}" dt="2026-08-30T06:33:25.430" v="31" actId="21"/>
          <ac:picMkLst>
            <pc:docMk/>
            <pc:sldMk cId="0" sldId="267"/>
            <ac:picMk id="2" creationId="{00000000-0000-0000-0000-000000000000}"/>
          </ac:picMkLst>
        </pc:picChg>
        <pc:picChg chg="add">
          <ac:chgData name="Lai, Wilson" userId="2840974a-0d84-4886-90a9-9a3ed79f3a48" providerId="ADAL" clId="{9F23B798-9E84-4552-BA63-E776E805C424}" dt="2026-08-30T06:34:56.661" v="32" actId="22"/>
          <ac:picMkLst>
            <pc:docMk/>
            <pc:sldMk cId="0" sldId="267"/>
            <ac:picMk id="4" creationId="{91F9C2E5-1149-6DAD-738D-7CAB5A6A2E0D}"/>
          </ac:picMkLst>
        </pc:picChg>
      </pc:sldChg>
      <pc:sldChg chg="addSp delSp mod">
        <pc:chgData name="Lai, Wilson" userId="2840974a-0d84-4886-90a9-9a3ed79f3a48" providerId="ADAL" clId="{9F23B798-9E84-4552-BA63-E776E805C424}" dt="2026-08-30T06:35:07.310" v="34" actId="22"/>
        <pc:sldMkLst>
          <pc:docMk/>
          <pc:sldMk cId="0" sldId="268"/>
        </pc:sldMkLst>
        <pc:picChg chg="del">
          <ac:chgData name="Lai, Wilson" userId="2840974a-0d84-4886-90a9-9a3ed79f3a48" providerId="ADAL" clId="{9F23B798-9E84-4552-BA63-E776E805C424}" dt="2026-08-30T06:34:59.763" v="33" actId="21"/>
          <ac:picMkLst>
            <pc:docMk/>
            <pc:sldMk cId="0" sldId="268"/>
            <ac:picMk id="2" creationId="{00000000-0000-0000-0000-000000000000}"/>
          </ac:picMkLst>
        </pc:picChg>
        <pc:picChg chg="add">
          <ac:chgData name="Lai, Wilson" userId="2840974a-0d84-4886-90a9-9a3ed79f3a48" providerId="ADAL" clId="{9F23B798-9E84-4552-BA63-E776E805C424}" dt="2026-08-30T06:35:07.310" v="34" actId="22"/>
          <ac:picMkLst>
            <pc:docMk/>
            <pc:sldMk cId="0" sldId="268"/>
            <ac:picMk id="4" creationId="{6DA6F238-ED49-701D-5073-B03AC066C876}"/>
          </ac:picMkLst>
        </pc:picChg>
      </pc:sldChg>
      <pc:sldChg chg="addSp delSp mod">
        <pc:chgData name="Lai, Wilson" userId="2840974a-0d84-4886-90a9-9a3ed79f3a48" providerId="ADAL" clId="{9F23B798-9E84-4552-BA63-E776E805C424}" dt="2026-08-30T06:35:18.513" v="36" actId="22"/>
        <pc:sldMkLst>
          <pc:docMk/>
          <pc:sldMk cId="0" sldId="269"/>
        </pc:sldMkLst>
        <pc:picChg chg="del">
          <ac:chgData name="Lai, Wilson" userId="2840974a-0d84-4886-90a9-9a3ed79f3a48" providerId="ADAL" clId="{9F23B798-9E84-4552-BA63-E776E805C424}" dt="2026-08-30T06:35:10.896" v="35" actId="21"/>
          <ac:picMkLst>
            <pc:docMk/>
            <pc:sldMk cId="0" sldId="269"/>
            <ac:picMk id="2" creationId="{00000000-0000-0000-0000-000000000000}"/>
          </ac:picMkLst>
        </pc:picChg>
        <pc:picChg chg="add">
          <ac:chgData name="Lai, Wilson" userId="2840974a-0d84-4886-90a9-9a3ed79f3a48" providerId="ADAL" clId="{9F23B798-9E84-4552-BA63-E776E805C424}" dt="2026-08-30T06:35:18.513" v="36" actId="22"/>
          <ac:picMkLst>
            <pc:docMk/>
            <pc:sldMk cId="0" sldId="269"/>
            <ac:picMk id="4" creationId="{C8443F2F-BFB9-FEFF-532F-F8423CD6D59B}"/>
          </ac:picMkLst>
        </pc:picChg>
      </pc:sldChg>
      <pc:sldChg chg="addSp delSp mod">
        <pc:chgData name="Lai, Wilson" userId="2840974a-0d84-4886-90a9-9a3ed79f3a48" providerId="ADAL" clId="{9F23B798-9E84-4552-BA63-E776E805C424}" dt="2026-08-30T06:36:10.128" v="38" actId="22"/>
        <pc:sldMkLst>
          <pc:docMk/>
          <pc:sldMk cId="0" sldId="270"/>
        </pc:sldMkLst>
        <pc:picChg chg="del">
          <ac:chgData name="Lai, Wilson" userId="2840974a-0d84-4886-90a9-9a3ed79f3a48" providerId="ADAL" clId="{9F23B798-9E84-4552-BA63-E776E805C424}" dt="2026-08-30T06:35:24.372" v="37" actId="21"/>
          <ac:picMkLst>
            <pc:docMk/>
            <pc:sldMk cId="0" sldId="270"/>
            <ac:picMk id="2" creationId="{00000000-0000-0000-0000-000000000000}"/>
          </ac:picMkLst>
        </pc:picChg>
        <pc:picChg chg="add">
          <ac:chgData name="Lai, Wilson" userId="2840974a-0d84-4886-90a9-9a3ed79f3a48" providerId="ADAL" clId="{9F23B798-9E84-4552-BA63-E776E805C424}" dt="2026-08-30T06:36:10.128" v="38" actId="22"/>
          <ac:picMkLst>
            <pc:docMk/>
            <pc:sldMk cId="0" sldId="270"/>
            <ac:picMk id="4" creationId="{3C753FBC-94C8-0EA2-98D3-1FE7EF84F668}"/>
          </ac:picMkLst>
        </pc:picChg>
      </pc:sldChg>
      <pc:sldChg chg="addSp delSp mod modNotesTx">
        <pc:chgData name="Lai, Wilson" userId="2840974a-0d84-4886-90a9-9a3ed79f3a48" providerId="ADAL" clId="{9F23B798-9E84-4552-BA63-E776E805C424}" dt="2026-08-30T13:53:50.185" v="54" actId="14"/>
        <pc:sldMkLst>
          <pc:docMk/>
          <pc:sldMk cId="0" sldId="271"/>
        </pc:sldMkLst>
        <pc:picChg chg="del">
          <ac:chgData name="Lai, Wilson" userId="2840974a-0d84-4886-90a9-9a3ed79f3a48" providerId="ADAL" clId="{9F23B798-9E84-4552-BA63-E776E805C424}" dt="2026-08-30T06:36:13.760" v="39" actId="21"/>
          <ac:picMkLst>
            <pc:docMk/>
            <pc:sldMk cId="0" sldId="271"/>
            <ac:picMk id="2" creationId="{00000000-0000-0000-0000-000000000000}"/>
          </ac:picMkLst>
        </pc:picChg>
        <pc:picChg chg="add">
          <ac:chgData name="Lai, Wilson" userId="2840974a-0d84-4886-90a9-9a3ed79f3a48" providerId="ADAL" clId="{9F23B798-9E84-4552-BA63-E776E805C424}" dt="2026-08-30T06:36:24.483" v="40" actId="22"/>
          <ac:picMkLst>
            <pc:docMk/>
            <pc:sldMk cId="0" sldId="271"/>
            <ac:picMk id="4" creationId="{D8A33095-BEAB-0154-D053-74A04F85DA59}"/>
          </ac:picMkLst>
        </pc:picChg>
      </pc:sldChg>
      <pc:sldChg chg="ord modNotesTx">
        <pc:chgData name="Lai, Wilson" userId="2840974a-0d84-4886-90a9-9a3ed79f3a48" providerId="ADAL" clId="{9F23B798-9E84-4552-BA63-E776E805C424}" dt="2026-08-30T13:54:18.058" v="58" actId="14"/>
        <pc:sldMkLst>
          <pc:docMk/>
          <pc:sldMk cId="2633201137"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559FB-4D67-42F3-9E08-1DD0025C663F}"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0D8AD-2919-41F7-B42C-6E9FFB169965}" type="slidenum">
              <a:rPr lang="en-US" smtClean="0"/>
              <a:t>‹#›</a:t>
            </a:fld>
            <a:endParaRPr lang="en-US"/>
          </a:p>
        </p:txBody>
      </p:sp>
    </p:spTree>
    <p:extLst>
      <p:ext uri="{BB962C8B-B14F-4D97-AF65-F5344CB8AC3E}">
        <p14:creationId xmlns:p14="http://schemas.microsoft.com/office/powerpoint/2010/main" val="382451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Hook:</a:t>
            </a:r>
            <a:r>
              <a:rPr lang="en-US" sz="1200" kern="1200" dirty="0">
                <a:solidFill>
                  <a:schemeClr val="tx1"/>
                </a:solidFill>
                <a:effectLst/>
                <a:latin typeface="+mn-lt"/>
                <a:ea typeface="+mn-ea"/>
                <a:cs typeface="+mn-cs"/>
              </a:rPr>
              <a:t> Welcome everyone. In today's culture, so many people walk around with a persistent sense of aimlessness and disorientation—like being stranded in complete darkness without a map or compass. </a:t>
            </a:r>
          </a:p>
          <a:p>
            <a:pPr lvl="0"/>
            <a:r>
              <a:rPr lang="en-US" sz="1200" b="1" kern="1200" dirty="0">
                <a:solidFill>
                  <a:schemeClr val="tx1"/>
                </a:solidFill>
                <a:effectLst/>
                <a:latin typeface="+mn-lt"/>
                <a:ea typeface="+mn-ea"/>
                <a:cs typeface="+mn-cs"/>
              </a:rPr>
              <a:t>Core Message:</a:t>
            </a:r>
            <a:r>
              <a:rPr lang="en-US" sz="1200" kern="1200" dirty="0">
                <a:solidFill>
                  <a:schemeClr val="tx1"/>
                </a:solidFill>
                <a:effectLst/>
                <a:latin typeface="+mn-lt"/>
                <a:ea typeface="+mn-ea"/>
                <a:cs typeface="+mn-cs"/>
              </a:rPr>
              <a:t> The title of today’s presentation cuts straight to the point: </a:t>
            </a:r>
            <a:r>
              <a:rPr lang="en-US" sz="1200" i="1" kern="1200" dirty="0">
                <a:solidFill>
                  <a:schemeClr val="tx1"/>
                </a:solidFill>
                <a:effectLst/>
                <a:latin typeface="+mn-lt"/>
                <a:ea typeface="+mn-ea"/>
                <a:cs typeface="+mn-cs"/>
              </a:rPr>
              <a:t>“This Is The Reason You Feel Lost.”</a:t>
            </a:r>
            <a:r>
              <a:rPr lang="en-US" sz="1200" kern="1200" dirty="0">
                <a:solidFill>
                  <a:schemeClr val="tx1"/>
                </a:solidFill>
                <a:effectLst/>
                <a:latin typeface="+mn-lt"/>
                <a:ea typeface="+mn-ea"/>
                <a:cs typeface="+mn-cs"/>
              </a:rPr>
              <a:t> We aren't just here to diagnose the darkness, but to find our true coordinates. </a:t>
            </a:r>
          </a:p>
          <a:p>
            <a:pPr lvl="0"/>
            <a:r>
              <a:rPr lang="en-US" sz="1200" b="1" kern="1200" dirty="0">
                <a:solidFill>
                  <a:schemeClr val="tx1"/>
                </a:solidFill>
                <a:effectLst/>
                <a:latin typeface="+mn-lt"/>
                <a:ea typeface="+mn-ea"/>
                <a:cs typeface="+mn-cs"/>
              </a:rPr>
              <a:t>Key Theme:</a:t>
            </a:r>
            <a:r>
              <a:rPr lang="en-US" sz="1200" kern="1200" dirty="0">
                <a:solidFill>
                  <a:schemeClr val="tx1"/>
                </a:solidFill>
                <a:effectLst/>
                <a:latin typeface="+mn-lt"/>
                <a:ea typeface="+mn-ea"/>
                <a:cs typeface="+mn-cs"/>
              </a:rPr>
              <a:t> True direction in life does not come from self-help strategies, cultural trends, or trusting our limited human reasoning. It comes from aligning our lives with the absolute truth of God's Word and stepping into the role of a Kingdom influencer. Over the next 16 slides, we will unpack how to shift from feeling lost to walking with divine purpose. </a:t>
            </a:r>
          </a:p>
          <a:p>
            <a:endParaRPr lang="en-US" dirty="0"/>
          </a:p>
          <a:p>
            <a:endParaRPr lang="en-US" dirty="0"/>
          </a:p>
          <a:p>
            <a:r>
              <a:rPr lang="en-US" dirty="0"/>
              <a:t>https://www.youtube.com/watch?v=P8e68Hbd8hU</a:t>
            </a:r>
          </a:p>
        </p:txBody>
      </p:sp>
      <p:sp>
        <p:nvSpPr>
          <p:cNvPr id="4" name="Slide Number Placeholder 3"/>
          <p:cNvSpPr>
            <a:spLocks noGrp="1"/>
          </p:cNvSpPr>
          <p:nvPr>
            <p:ph type="sldNum" sz="quarter" idx="5"/>
          </p:nvPr>
        </p:nvSpPr>
        <p:spPr/>
        <p:txBody>
          <a:bodyPr/>
          <a:lstStyle/>
          <a:p>
            <a:fld id="{C43DC71B-94AF-42B2-90AC-A95CE60F9A60}" type="slidenum">
              <a:rPr lang="en-US" smtClean="0"/>
              <a:t>1</a:t>
            </a:fld>
            <a:endParaRPr lang="en-US"/>
          </a:p>
        </p:txBody>
      </p:sp>
    </p:spTree>
    <p:extLst>
      <p:ext uri="{BB962C8B-B14F-4D97-AF65-F5344CB8AC3E}">
        <p14:creationId xmlns:p14="http://schemas.microsoft.com/office/powerpoint/2010/main" val="77427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Explanation:</a:t>
            </a:r>
            <a:r>
              <a:rPr lang="en-US" sz="1200" kern="1200" dirty="0">
                <a:solidFill>
                  <a:schemeClr val="tx1"/>
                </a:solidFill>
                <a:effectLst/>
                <a:latin typeface="+mn-lt"/>
                <a:ea typeface="+mn-ea"/>
                <a:cs typeface="+mn-cs"/>
              </a:rPr>
              <a:t> What does aimlessness actually look like in a person's life? It presents with two main spiritual symptoms: </a:t>
            </a:r>
          </a:p>
          <a:p>
            <a:pPr marL="228600" lvl="0" indent="-228600">
              <a:buFont typeface="+mj-lt"/>
              <a:buAutoNum type="arabicPeriod"/>
            </a:pPr>
            <a:r>
              <a:rPr lang="en-US" sz="1200" b="1" kern="1200" dirty="0">
                <a:solidFill>
                  <a:schemeClr val="tx1"/>
                </a:solidFill>
                <a:effectLst/>
                <a:latin typeface="+mn-lt"/>
                <a:ea typeface="+mn-ea"/>
                <a:cs typeface="+mn-cs"/>
              </a:rPr>
              <a:t>Apathy &amp; Ignorance:</a:t>
            </a:r>
            <a:r>
              <a:rPr lang="en-US" sz="1200" kern="1200" dirty="0">
                <a:solidFill>
                  <a:schemeClr val="tx1"/>
                </a:solidFill>
                <a:effectLst/>
                <a:latin typeface="+mn-lt"/>
                <a:ea typeface="+mn-ea"/>
                <a:cs typeface="+mn-cs"/>
              </a:rPr>
              <a:t> Hosea 4:6 tells us, </a:t>
            </a:r>
            <a:r>
              <a:rPr lang="en-US" sz="1200" i="1" kern="1200" dirty="0">
                <a:solidFill>
                  <a:schemeClr val="tx1"/>
                </a:solidFill>
                <a:effectLst/>
                <a:latin typeface="+mn-lt"/>
                <a:ea typeface="+mn-ea"/>
                <a:cs typeface="+mn-cs"/>
              </a:rPr>
              <a:t>"My people are destroyed for a lack of knowledge."</a:t>
            </a:r>
            <a:r>
              <a:rPr lang="en-US" sz="1200" kern="1200" dirty="0">
                <a:solidFill>
                  <a:schemeClr val="tx1"/>
                </a:solidFill>
                <a:effectLst/>
                <a:latin typeface="+mn-lt"/>
                <a:ea typeface="+mn-ea"/>
                <a:cs typeface="+mn-cs"/>
              </a:rPr>
              <a:t> When we disconnect from God's Word, we don't just stall—we are actively being destroyed. Apathy sets in because people don't know who God is or who they are in Him. </a:t>
            </a:r>
          </a:p>
          <a:p>
            <a:pPr marL="228600" lvl="0" indent="-228600">
              <a:buFont typeface="+mj-lt"/>
              <a:buAutoNum type="arabicPeriod"/>
            </a:pPr>
            <a:r>
              <a:rPr lang="en-US" sz="1200" b="1" kern="1200" dirty="0">
                <a:solidFill>
                  <a:schemeClr val="tx1"/>
                </a:solidFill>
                <a:effectLst/>
                <a:latin typeface="+mn-lt"/>
                <a:ea typeface="+mn-ea"/>
                <a:cs typeface="+mn-cs"/>
              </a:rPr>
              <a:t>Lack of Vision:</a:t>
            </a:r>
            <a:r>
              <a:rPr lang="en-US" sz="1200" kern="1200" dirty="0">
                <a:solidFill>
                  <a:schemeClr val="tx1"/>
                </a:solidFill>
                <a:effectLst/>
                <a:latin typeface="+mn-lt"/>
                <a:ea typeface="+mn-ea"/>
                <a:cs typeface="+mn-cs"/>
              </a:rPr>
              <a:t> Proverbs 29:18 states, </a:t>
            </a:r>
            <a:r>
              <a:rPr lang="en-US" sz="1200" i="1" kern="1200" dirty="0">
                <a:solidFill>
                  <a:schemeClr val="tx1"/>
                </a:solidFill>
                <a:effectLst/>
                <a:latin typeface="+mn-lt"/>
                <a:ea typeface="+mn-ea"/>
                <a:cs typeface="+mn-cs"/>
              </a:rPr>
              <a:t>"Where there is no prophetic vision, the people cast off restraint."</a:t>
            </a:r>
            <a:r>
              <a:rPr lang="en-US" sz="1200" kern="1200" dirty="0">
                <a:solidFill>
                  <a:schemeClr val="tx1"/>
                </a:solidFill>
                <a:effectLst/>
                <a:latin typeface="+mn-lt"/>
                <a:ea typeface="+mn-ea"/>
                <a:cs typeface="+mn-cs"/>
              </a:rPr>
              <a:t> Without divine revelation, people become lazy, scattered, and lose discipline. </a:t>
            </a:r>
          </a:p>
          <a:p>
            <a:pPr lvl="0"/>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As the New Living Translation puts it, when people reject divine guidance, they run wild. Aimlessness isn't an accident; it is the direct outcome of living without a God-given target.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2</a:t>
            </a:fld>
            <a:endParaRPr lang="en-US"/>
          </a:p>
        </p:txBody>
      </p:sp>
    </p:spTree>
    <p:extLst>
      <p:ext uri="{BB962C8B-B14F-4D97-AF65-F5344CB8AC3E}">
        <p14:creationId xmlns:p14="http://schemas.microsoft.com/office/powerpoint/2010/main" val="1210768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Contrast:</a:t>
            </a:r>
            <a:r>
              <a:rPr lang="en-US" sz="1200" kern="1200" dirty="0">
                <a:solidFill>
                  <a:schemeClr val="tx1"/>
                </a:solidFill>
                <a:effectLst/>
                <a:latin typeface="+mn-lt"/>
                <a:ea typeface="+mn-ea"/>
                <a:cs typeface="+mn-cs"/>
              </a:rPr>
              <a:t> Society is obsessed with the word "influencer," but culture defines it through self-promotion and personal branding—a constant broadcast of "look at me" driven by self-gain. </a:t>
            </a:r>
          </a:p>
          <a:p>
            <a:pPr lvl="0"/>
            <a:r>
              <a:rPr lang="en-US" sz="1200" b="1" kern="1200" dirty="0">
                <a:solidFill>
                  <a:schemeClr val="tx1"/>
                </a:solidFill>
                <a:effectLst/>
                <a:latin typeface="+mn-lt"/>
                <a:ea typeface="+mn-ea"/>
                <a:cs typeface="+mn-cs"/>
              </a:rPr>
              <a:t>Kingdom Definition:</a:t>
            </a:r>
            <a:r>
              <a:rPr lang="en-US" sz="1200" kern="1200" dirty="0">
                <a:solidFill>
                  <a:schemeClr val="tx1"/>
                </a:solidFill>
                <a:effectLst/>
                <a:latin typeface="+mn-lt"/>
                <a:ea typeface="+mn-ea"/>
                <a:cs typeface="+mn-cs"/>
              </a:rPr>
              <a:t> In the Kingdom of God, an influencer is built on an entirely different foundation. The original biblical Greek root for a witness/influencer is </a:t>
            </a:r>
            <a:r>
              <a:rPr lang="en-US" sz="1200" i="1" kern="1200" dirty="0">
                <a:solidFill>
                  <a:schemeClr val="tx1"/>
                </a:solidFill>
                <a:effectLst/>
                <a:latin typeface="+mn-lt"/>
                <a:ea typeface="+mn-ea"/>
                <a:cs typeface="+mn-cs"/>
              </a:rPr>
              <a:t>Martyr</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Application:</a:t>
            </a:r>
            <a:r>
              <a:rPr lang="en-US" sz="1200" kern="1200" dirty="0">
                <a:solidFill>
                  <a:schemeClr val="tx1"/>
                </a:solidFill>
                <a:effectLst/>
                <a:latin typeface="+mn-lt"/>
                <a:ea typeface="+mn-ea"/>
                <a:cs typeface="+mn-cs"/>
              </a:rPr>
              <a:t> Being a witness means being "dead to self" and "alive to God." As John the Baptist declared, </a:t>
            </a:r>
            <a:r>
              <a:rPr lang="en-US" sz="1200" i="1" kern="1200" dirty="0">
                <a:solidFill>
                  <a:schemeClr val="tx1"/>
                </a:solidFill>
                <a:effectLst/>
                <a:latin typeface="+mn-lt"/>
                <a:ea typeface="+mn-ea"/>
                <a:cs typeface="+mn-cs"/>
              </a:rPr>
              <a:t>"I must decrease as Christ increases."</a:t>
            </a:r>
            <a:r>
              <a:rPr lang="en-US" sz="1200" kern="1200" dirty="0">
                <a:solidFill>
                  <a:schemeClr val="tx1"/>
                </a:solidFill>
                <a:effectLst/>
                <a:latin typeface="+mn-lt"/>
                <a:ea typeface="+mn-ea"/>
                <a:cs typeface="+mn-cs"/>
              </a:rPr>
              <a:t> A Kingdom influencer doesn't ask, "What can I get out of the church or God?" Instead, they ask, "How can I serve the body of Christ and shine as a light in a dark world?"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3</a:t>
            </a:fld>
            <a:endParaRPr lang="en-US"/>
          </a:p>
        </p:txBody>
      </p:sp>
    </p:spTree>
    <p:extLst>
      <p:ext uri="{BB962C8B-B14F-4D97-AF65-F5344CB8AC3E}">
        <p14:creationId xmlns:p14="http://schemas.microsoft.com/office/powerpoint/2010/main" val="40999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Framework:</a:t>
            </a:r>
            <a:r>
              <a:rPr lang="en-US" sz="1200" kern="1200" dirty="0">
                <a:solidFill>
                  <a:schemeClr val="tx1"/>
                </a:solidFill>
                <a:effectLst/>
                <a:latin typeface="+mn-lt"/>
                <a:ea typeface="+mn-ea"/>
                <a:cs typeface="+mn-cs"/>
              </a:rPr>
              <a:t> In 1 Corinthians chapter 1, the Apostle Paul outlines three primary "operating systems" or mindsets by which people try to navigate life: </a:t>
            </a:r>
          </a:p>
          <a:p>
            <a:pPr marL="228600" lvl="0" indent="-228600">
              <a:buFont typeface="+mj-lt"/>
              <a:buAutoNum type="arabicPeriod"/>
            </a:pPr>
            <a:r>
              <a:rPr lang="en-US" sz="1200" b="1" kern="1200" dirty="0">
                <a:solidFill>
                  <a:schemeClr val="tx1"/>
                </a:solidFill>
                <a:effectLst/>
                <a:latin typeface="+mn-lt"/>
                <a:ea typeface="+mn-ea"/>
                <a:cs typeface="+mn-cs"/>
              </a:rPr>
              <a:t>The Jews (Sign Seekers):</a:t>
            </a:r>
            <a:r>
              <a:rPr lang="en-US" sz="1200" kern="1200" dirty="0">
                <a:solidFill>
                  <a:schemeClr val="tx1"/>
                </a:solidFill>
                <a:effectLst/>
                <a:latin typeface="+mn-lt"/>
                <a:ea typeface="+mn-ea"/>
                <a:cs typeface="+mn-cs"/>
              </a:rPr>
              <a:t> They demanded miracles: </a:t>
            </a:r>
            <a:r>
              <a:rPr lang="en-US" sz="1200" i="1" kern="1200" dirty="0">
                <a:solidFill>
                  <a:schemeClr val="tx1"/>
                </a:solidFill>
                <a:effectLst/>
                <a:latin typeface="+mn-lt"/>
                <a:ea typeface="+mn-ea"/>
                <a:cs typeface="+mn-cs"/>
              </a:rPr>
              <a:t>"Show us a sign."</a:t>
            </a:r>
            <a:r>
              <a:rPr lang="en-US" sz="1200" kern="1200" dirty="0">
                <a:solidFill>
                  <a:schemeClr val="tx1"/>
                </a:solidFill>
                <a:effectLst/>
                <a:latin typeface="+mn-lt"/>
                <a:ea typeface="+mn-ea"/>
                <a:cs typeface="+mn-cs"/>
              </a:rPr>
              <a:t> Yet, even when Jesus performed miracles in front of them, their hearts remained in unbelief. Miracles alone rarely transform an unbelieving heart. </a:t>
            </a:r>
          </a:p>
          <a:p>
            <a:pPr marL="228600" lvl="0" indent="-228600">
              <a:buFont typeface="+mj-lt"/>
              <a:buAutoNum type="arabicPeriod"/>
            </a:pPr>
            <a:r>
              <a:rPr lang="en-US" sz="1200" b="1" kern="1200" dirty="0">
                <a:solidFill>
                  <a:schemeClr val="tx1"/>
                </a:solidFill>
                <a:effectLst/>
                <a:latin typeface="+mn-lt"/>
                <a:ea typeface="+mn-ea"/>
                <a:cs typeface="+mn-cs"/>
              </a:rPr>
              <a:t>The Greeks (Wisdom Seekers):</a:t>
            </a:r>
            <a:r>
              <a:rPr lang="en-US" sz="1200" kern="1200" dirty="0">
                <a:solidFill>
                  <a:schemeClr val="tx1"/>
                </a:solidFill>
                <a:effectLst/>
                <a:latin typeface="+mn-lt"/>
                <a:ea typeface="+mn-ea"/>
                <a:cs typeface="+mn-cs"/>
              </a:rPr>
              <a:t> They demanded philosophy, human logic, and eloquence. To intellect-driven worldviews, the Gospel seems like complete foolishness. </a:t>
            </a:r>
          </a:p>
          <a:p>
            <a:pPr marL="228600" lvl="0" indent="-228600">
              <a:buFont typeface="+mj-lt"/>
              <a:buAutoNum type="arabicPeriod"/>
            </a:pPr>
            <a:r>
              <a:rPr lang="en-US" sz="1200" b="1" kern="1200" dirty="0">
                <a:solidFill>
                  <a:schemeClr val="tx1"/>
                </a:solidFill>
                <a:effectLst/>
                <a:latin typeface="+mn-lt"/>
                <a:ea typeface="+mn-ea"/>
                <a:cs typeface="+mn-cs"/>
              </a:rPr>
              <a:t>The Church (The Called):</a:t>
            </a:r>
            <a:r>
              <a:rPr lang="en-US" sz="1200" kern="1200" dirty="0">
                <a:solidFill>
                  <a:schemeClr val="tx1"/>
                </a:solidFill>
                <a:effectLst/>
                <a:latin typeface="+mn-lt"/>
                <a:ea typeface="+mn-ea"/>
                <a:cs typeface="+mn-cs"/>
              </a:rPr>
              <a:t> We preach Christ crucified. While the cross is a stumbling block to sign-seekers and foolishness to intellectuals, to those who are called, Christ is the ultimate power and wisdom of God.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Do not look for worldly philosophies or demand flashy signs. True direction is anchored solely in the power of the cross.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4</a:t>
            </a:fld>
            <a:endParaRPr lang="en-US"/>
          </a:p>
        </p:txBody>
      </p:sp>
    </p:spTree>
    <p:extLst>
      <p:ext uri="{BB962C8B-B14F-4D97-AF65-F5344CB8AC3E}">
        <p14:creationId xmlns:p14="http://schemas.microsoft.com/office/powerpoint/2010/main" val="1183297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Illustration:</a:t>
            </a:r>
            <a:r>
              <a:rPr lang="en-US" sz="1200" kern="1200" dirty="0">
                <a:solidFill>
                  <a:schemeClr val="tx1"/>
                </a:solidFill>
                <a:effectLst/>
                <a:latin typeface="+mn-lt"/>
                <a:ea typeface="+mn-ea"/>
                <a:cs typeface="+mn-cs"/>
              </a:rPr>
              <a:t> Most homes have a "junk drawer" in the kitchen or garage. It's filled with miscellaneous odds and ends, yet when something breaks, that drawer is the first place you go to find a solution. </a:t>
            </a:r>
          </a:p>
          <a:p>
            <a:pPr lvl="0"/>
            <a:r>
              <a:rPr lang="en-US" sz="1200" b="1" kern="1200" dirty="0">
                <a:solidFill>
                  <a:schemeClr val="tx1"/>
                </a:solidFill>
                <a:effectLst/>
                <a:latin typeface="+mn-lt"/>
                <a:ea typeface="+mn-ea"/>
                <a:cs typeface="+mn-cs"/>
              </a:rPr>
              <a:t>Core Truth:</a:t>
            </a:r>
            <a:r>
              <a:rPr lang="en-US" sz="1200" kern="1200" dirty="0">
                <a:solidFill>
                  <a:schemeClr val="tx1"/>
                </a:solidFill>
                <a:effectLst/>
                <a:latin typeface="+mn-lt"/>
                <a:ea typeface="+mn-ea"/>
                <a:cs typeface="+mn-cs"/>
              </a:rPr>
              <a:t> You might look at your life and think, </a:t>
            </a:r>
            <a:r>
              <a:rPr lang="en-US" sz="1200" i="1" kern="1200" dirty="0">
                <a:solidFill>
                  <a:schemeClr val="tx1"/>
                </a:solidFill>
                <a:effectLst/>
                <a:latin typeface="+mn-lt"/>
                <a:ea typeface="+mn-ea"/>
                <a:cs typeface="+mn-cs"/>
              </a:rPr>
              <a:t>"I'm just an ordinary paperclip. I don't have major talents or platforms; I'm just waiting around to go to heaven."</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Application:</a:t>
            </a:r>
            <a:r>
              <a:rPr lang="en-US" sz="1200" kern="1200" dirty="0">
                <a:solidFill>
                  <a:schemeClr val="tx1"/>
                </a:solidFill>
                <a:effectLst/>
                <a:latin typeface="+mn-lt"/>
                <a:ea typeface="+mn-ea"/>
                <a:cs typeface="+mn-cs"/>
              </a:rPr>
              <a:t> Never underestimate what God can do with a yielded vessel! A paperclip in the right hands can pick a lock, hold critical items together, or be repurposed for an immediate need. Stop sitting on the sidelines twiddling your thumbs. View yourself as a precise tool in God’s hand, ready to influence those right in front of you.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5</a:t>
            </a:fld>
            <a:endParaRPr lang="en-US"/>
          </a:p>
        </p:txBody>
      </p:sp>
    </p:spTree>
    <p:extLst>
      <p:ext uri="{BB962C8B-B14F-4D97-AF65-F5344CB8AC3E}">
        <p14:creationId xmlns:p14="http://schemas.microsoft.com/office/powerpoint/2010/main" val="2540855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Key Scripture:</a:t>
            </a:r>
            <a:r>
              <a:rPr lang="en-US" sz="1200" kern="1200" dirty="0">
                <a:solidFill>
                  <a:schemeClr val="tx1"/>
                </a:solidFill>
                <a:effectLst/>
                <a:latin typeface="+mn-lt"/>
                <a:ea typeface="+mn-ea"/>
                <a:cs typeface="+mn-cs"/>
              </a:rPr>
              <a:t> Proverbs 3:5 presents a vital spiritual pivot: </a:t>
            </a:r>
            <a:r>
              <a:rPr lang="en-US" sz="1200" i="1" kern="1200" dirty="0">
                <a:solidFill>
                  <a:schemeClr val="tx1"/>
                </a:solidFill>
                <a:effectLst/>
                <a:latin typeface="+mn-lt"/>
                <a:ea typeface="+mn-ea"/>
                <a:cs typeface="+mn-cs"/>
              </a:rPr>
              <a:t>"Trust in the Lord with all your heart, and lean not on your own understanding."</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Deconstructing "Leaning":</a:t>
            </a:r>
            <a:r>
              <a:rPr lang="en-US" sz="1200" kern="1200" dirty="0">
                <a:solidFill>
                  <a:schemeClr val="tx1"/>
                </a:solidFill>
                <a:effectLst/>
                <a:latin typeface="+mn-lt"/>
                <a:ea typeface="+mn-ea"/>
                <a:cs typeface="+mn-cs"/>
              </a:rPr>
              <a:t> Leaning on your own understanding means relying on self-assurance, personal talent, or "licking your finger and holding it up to sample the wind." Human reasoning is dark and limited at best. </a:t>
            </a:r>
          </a:p>
          <a:p>
            <a:pPr lvl="0"/>
            <a:r>
              <a:rPr lang="en-US" sz="1200" b="1" kern="1200" dirty="0">
                <a:solidFill>
                  <a:schemeClr val="tx1"/>
                </a:solidFill>
                <a:effectLst/>
                <a:latin typeface="+mn-lt"/>
                <a:ea typeface="+mn-ea"/>
                <a:cs typeface="+mn-cs"/>
              </a:rPr>
              <a:t>Defining "Trusting":</a:t>
            </a:r>
            <a:r>
              <a:rPr lang="en-US" sz="1200" kern="1200" dirty="0">
                <a:solidFill>
                  <a:schemeClr val="tx1"/>
                </a:solidFill>
                <a:effectLst/>
                <a:latin typeface="+mn-lt"/>
                <a:ea typeface="+mn-ea"/>
                <a:cs typeface="+mn-cs"/>
              </a:rPr>
              <a:t> Trusting means being completely persuaded that God is not a man that He should lie (Numbers 23:19). What He has spoken, He will accomplish. The pivotal choice every day is: Will you lean on your fragile intellect, or will you rest in God's unshakeable character?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6</a:t>
            </a:fld>
            <a:endParaRPr lang="en-US"/>
          </a:p>
        </p:txBody>
      </p:sp>
    </p:spTree>
    <p:extLst>
      <p:ext uri="{BB962C8B-B14F-4D97-AF65-F5344CB8AC3E}">
        <p14:creationId xmlns:p14="http://schemas.microsoft.com/office/powerpoint/2010/main" val="2721168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People often quote the secular saying that "a journey of a thousand miles begins with a single step." But spiritually speaking, that’s incomplete. If your foot is pointing in the wrong direction, taking steps only leads you further off course! </a:t>
            </a:r>
          </a:p>
          <a:p>
            <a:pPr lvl="0"/>
            <a:r>
              <a:rPr lang="en-US" sz="1200" b="1" kern="1200" dirty="0">
                <a:solidFill>
                  <a:schemeClr val="tx1"/>
                </a:solidFill>
                <a:effectLst/>
                <a:latin typeface="+mn-lt"/>
                <a:ea typeface="+mn-ea"/>
                <a:cs typeface="+mn-cs"/>
              </a:rPr>
              <a:t>Path A (The Wanderer):</a:t>
            </a:r>
            <a:r>
              <a:rPr lang="en-US" sz="1200" kern="1200" dirty="0">
                <a:solidFill>
                  <a:schemeClr val="tx1"/>
                </a:solidFill>
                <a:effectLst/>
                <a:latin typeface="+mn-lt"/>
                <a:ea typeface="+mn-ea"/>
                <a:cs typeface="+mn-cs"/>
              </a:rPr>
              <a:t> Many believers spend 40 years as Christians, but only have 1 year of actual spiritual progress repeating 40 times. They wander in circles because they refuse to acknowledge God's direction. </a:t>
            </a:r>
          </a:p>
          <a:p>
            <a:pPr lvl="0"/>
            <a:r>
              <a:rPr lang="en-US" sz="1200" b="1" kern="1200" dirty="0">
                <a:solidFill>
                  <a:schemeClr val="tx1"/>
                </a:solidFill>
                <a:effectLst/>
                <a:latin typeface="+mn-lt"/>
                <a:ea typeface="+mn-ea"/>
                <a:cs typeface="+mn-cs"/>
              </a:rPr>
              <a:t>Path B (The Acknowledger):</a:t>
            </a:r>
            <a:r>
              <a:rPr lang="en-US" sz="1200" kern="1200" dirty="0">
                <a:solidFill>
                  <a:schemeClr val="tx1"/>
                </a:solidFill>
                <a:effectLst/>
                <a:latin typeface="+mn-lt"/>
                <a:ea typeface="+mn-ea"/>
                <a:cs typeface="+mn-cs"/>
              </a:rPr>
              <a:t> Proverbs 3:6 says, </a:t>
            </a:r>
            <a:r>
              <a:rPr lang="en-US" sz="1200" i="1" kern="1200" dirty="0">
                <a:solidFill>
                  <a:schemeClr val="tx1"/>
                </a:solidFill>
                <a:effectLst/>
                <a:latin typeface="+mn-lt"/>
                <a:ea typeface="+mn-ea"/>
                <a:cs typeface="+mn-cs"/>
              </a:rPr>
              <a:t>"In all your ways acknowledge Him."</a:t>
            </a:r>
            <a:r>
              <a:rPr lang="en-US" sz="1200" kern="1200" dirty="0">
                <a:solidFill>
                  <a:schemeClr val="tx1"/>
                </a:solidFill>
                <a:effectLst/>
                <a:latin typeface="+mn-lt"/>
                <a:ea typeface="+mn-ea"/>
                <a:cs typeface="+mn-cs"/>
              </a:rPr>
              <a:t> To "acknowledge" means to aim your foot directly toward the desired end. True spiritual alignment requires pointing your life toward God's target before taking action.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7</a:t>
            </a:fld>
            <a:endParaRPr lang="en-US"/>
          </a:p>
        </p:txBody>
      </p:sp>
    </p:spTree>
    <p:extLst>
      <p:ext uri="{BB962C8B-B14F-4D97-AF65-F5344CB8AC3E}">
        <p14:creationId xmlns:p14="http://schemas.microsoft.com/office/powerpoint/2010/main" val="1127208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err="1">
                <a:solidFill>
                  <a:schemeClr val="tx1"/>
                </a:solidFill>
                <a:effectLst/>
                <a:latin typeface="+mn-lt"/>
                <a:ea typeface="+mn-ea"/>
                <a:cs typeface="+mn-cs"/>
              </a:rPr>
              <a:t>anguage</a:t>
            </a:r>
            <a:r>
              <a:rPr lang="en-US" sz="1200" b="1" kern="1200" dirty="0">
                <a:solidFill>
                  <a:schemeClr val="tx1"/>
                </a:solidFill>
                <a:effectLst/>
                <a:latin typeface="+mn-lt"/>
                <a:ea typeface="+mn-ea"/>
                <a:cs typeface="+mn-cs"/>
              </a:rPr>
              <a:t> Insight:</a:t>
            </a:r>
            <a:r>
              <a:rPr lang="en-US" sz="1200" kern="1200" dirty="0">
                <a:solidFill>
                  <a:schemeClr val="tx1"/>
                </a:solidFill>
                <a:effectLst/>
                <a:latin typeface="+mn-lt"/>
                <a:ea typeface="+mn-ea"/>
                <a:cs typeface="+mn-cs"/>
              </a:rPr>
              <a:t> In Proverbs 3:6, the word translated as "acknowledge" comes from the rich Hebrew root </a:t>
            </a:r>
            <a:r>
              <a:rPr lang="en-US" sz="1200" i="1" kern="1200" dirty="0">
                <a:solidFill>
                  <a:schemeClr val="tx1"/>
                </a:solidFill>
                <a:effectLst/>
                <a:latin typeface="+mn-lt"/>
                <a:ea typeface="+mn-ea"/>
                <a:cs typeface="+mn-cs"/>
              </a:rPr>
              <a:t>Yada</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Definition: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Yada</a:t>
            </a:r>
            <a:r>
              <a:rPr lang="en-US" sz="1200" kern="1200" dirty="0">
                <a:solidFill>
                  <a:schemeClr val="tx1"/>
                </a:solidFill>
                <a:effectLst/>
                <a:latin typeface="+mn-lt"/>
                <a:ea typeface="+mn-ea"/>
                <a:cs typeface="+mn-cs"/>
              </a:rPr>
              <a:t> goes far beyond simple head knowledge; it means "to know through personal discovery." It is discovering God’s active presence in the exact place where you are right now. </a:t>
            </a:r>
          </a:p>
          <a:p>
            <a:pPr lvl="0"/>
            <a:r>
              <a:rPr lang="en-US" sz="1200" b="1" kern="1200" dirty="0">
                <a:solidFill>
                  <a:schemeClr val="tx1"/>
                </a:solidFill>
                <a:effectLst/>
                <a:latin typeface="+mn-lt"/>
                <a:ea typeface="+mn-ea"/>
                <a:cs typeface="+mn-cs"/>
              </a:rPr>
              <a:t>Scriptural Call:</a:t>
            </a:r>
            <a:r>
              <a:rPr lang="en-US" sz="1200" kern="1200" dirty="0">
                <a:solidFill>
                  <a:schemeClr val="tx1"/>
                </a:solidFill>
                <a:effectLst/>
                <a:latin typeface="+mn-lt"/>
                <a:ea typeface="+mn-ea"/>
                <a:cs typeface="+mn-cs"/>
              </a:rPr>
              <a:t> Psalm 46:10 commands: </a:t>
            </a:r>
            <a:r>
              <a:rPr lang="en-US" sz="1200" i="1" kern="1200" dirty="0">
                <a:solidFill>
                  <a:schemeClr val="tx1"/>
                </a:solidFill>
                <a:effectLst/>
                <a:latin typeface="+mn-lt"/>
                <a:ea typeface="+mn-ea"/>
                <a:cs typeface="+mn-cs"/>
              </a:rPr>
              <a:t>"Be still and yada [know/discover] that I am God."</a:t>
            </a:r>
            <a:r>
              <a:rPr lang="en-US" sz="1200" kern="1200" dirty="0">
                <a:solidFill>
                  <a:schemeClr val="tx1"/>
                </a:solidFill>
                <a:effectLst/>
                <a:latin typeface="+mn-lt"/>
                <a:ea typeface="+mn-ea"/>
                <a:cs typeface="+mn-cs"/>
              </a:rPr>
              <a:t> Whether you are in a season of waiting, chaos, or intense struggle, God is already there. You do not need to hunt Him down in a distant place—you simply need to quiet your spirit and discover Him in your current reality.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8</a:t>
            </a:fld>
            <a:endParaRPr lang="en-US"/>
          </a:p>
        </p:txBody>
      </p:sp>
    </p:spTree>
    <p:extLst>
      <p:ext uri="{BB962C8B-B14F-4D97-AF65-F5344CB8AC3E}">
        <p14:creationId xmlns:p14="http://schemas.microsoft.com/office/powerpoint/2010/main" val="2157328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Biblical Case Studies:</a:t>
            </a:r>
            <a:r>
              <a:rPr lang="en-US" sz="1200" kern="1200" dirty="0">
                <a:solidFill>
                  <a:schemeClr val="tx1"/>
                </a:solidFill>
                <a:effectLst/>
                <a:latin typeface="+mn-lt"/>
                <a:ea typeface="+mn-ea"/>
                <a:cs typeface="+mn-cs"/>
              </a:rPr>
              <a:t> Let's look at how </a:t>
            </a:r>
            <a:r>
              <a:rPr lang="en-US" sz="1200" i="1" kern="1200" dirty="0">
                <a:solidFill>
                  <a:schemeClr val="tx1"/>
                </a:solidFill>
                <a:effectLst/>
                <a:latin typeface="+mn-lt"/>
                <a:ea typeface="+mn-ea"/>
                <a:cs typeface="+mn-cs"/>
              </a:rPr>
              <a:t>Yada</a:t>
            </a:r>
            <a:r>
              <a:rPr lang="en-US" sz="1200" kern="1200" dirty="0">
                <a:solidFill>
                  <a:schemeClr val="tx1"/>
                </a:solidFill>
                <a:effectLst/>
                <a:latin typeface="+mn-lt"/>
                <a:ea typeface="+mn-ea"/>
                <a:cs typeface="+mn-cs"/>
              </a:rPr>
              <a:t> works in the absolute extremes of life: </a:t>
            </a:r>
          </a:p>
          <a:p>
            <a:pPr marL="228600" lvl="0" indent="-228600">
              <a:buFont typeface="+mj-lt"/>
              <a:buAutoNum type="arabicPeriod"/>
            </a:pPr>
            <a:r>
              <a:rPr lang="en-US" sz="1200" b="1" kern="1200" dirty="0">
                <a:solidFill>
                  <a:schemeClr val="tx1"/>
                </a:solidFill>
                <a:effectLst/>
                <a:latin typeface="+mn-lt"/>
                <a:ea typeface="+mn-ea"/>
                <a:cs typeface="+mn-cs"/>
              </a:rPr>
              <a:t>Jonah:</a:t>
            </a:r>
            <a:r>
              <a:rPr lang="en-US" sz="1200" kern="1200" dirty="0">
                <a:solidFill>
                  <a:schemeClr val="tx1"/>
                </a:solidFill>
                <a:effectLst/>
                <a:latin typeface="+mn-lt"/>
                <a:ea typeface="+mn-ea"/>
                <a:cs typeface="+mn-cs"/>
              </a:rPr>
              <a:t> Jonah tried to run away from God's assignment. Yet, even when he was thrown into a raging sea and swallowed by a great fish, God was in the storm, in the water, and inside the fish. Jonah discovered God at the bottom of the ocean. </a:t>
            </a:r>
          </a:p>
          <a:p>
            <a:pPr marL="228600" lvl="0" indent="-228600">
              <a:buFont typeface="+mj-lt"/>
              <a:buAutoNum type="arabicPeriod"/>
            </a:pPr>
            <a:r>
              <a:rPr lang="en-US" sz="1200" b="1" kern="1200" dirty="0">
                <a:solidFill>
                  <a:schemeClr val="tx1"/>
                </a:solidFill>
                <a:effectLst/>
                <a:latin typeface="+mn-lt"/>
                <a:ea typeface="+mn-ea"/>
                <a:cs typeface="+mn-cs"/>
              </a:rPr>
              <a:t>Elijah:</a:t>
            </a:r>
            <a:r>
              <a:rPr lang="en-US" sz="1200" kern="1200" dirty="0">
                <a:solidFill>
                  <a:schemeClr val="tx1"/>
                </a:solidFill>
                <a:effectLst/>
                <a:latin typeface="+mn-lt"/>
                <a:ea typeface="+mn-ea"/>
                <a:cs typeface="+mn-cs"/>
              </a:rPr>
              <a:t> Terrified for his life and running from Queen Jezebel, Elijah cowered in a dark cave. Yet God met Elijah right at the mouth of his dark hiding place. </a:t>
            </a:r>
          </a:p>
          <a:p>
            <a:pPr lvl="0"/>
            <a:r>
              <a:rPr lang="en-US" sz="1200" b="1" kern="1200" dirty="0">
                <a:solidFill>
                  <a:schemeClr val="tx1"/>
                </a:solidFill>
                <a:effectLst/>
                <a:latin typeface="+mn-lt"/>
                <a:ea typeface="+mn-ea"/>
                <a:cs typeface="+mn-cs"/>
              </a:rPr>
              <a:t>Encouragement:</a:t>
            </a:r>
            <a:r>
              <a:rPr lang="en-US" sz="1200" kern="1200" dirty="0">
                <a:solidFill>
                  <a:schemeClr val="tx1"/>
                </a:solidFill>
                <a:effectLst/>
                <a:latin typeface="+mn-lt"/>
                <a:ea typeface="+mn-ea"/>
                <a:cs typeface="+mn-cs"/>
              </a:rPr>
              <a:t> There is no hole, no prison, no hospital room, and no heartbreak where God is absent. You cannot exist anywhere outside His omnipresence.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9</a:t>
            </a:fld>
            <a:endParaRPr lang="en-US"/>
          </a:p>
        </p:txBody>
      </p:sp>
    </p:spTree>
    <p:extLst>
      <p:ext uri="{BB962C8B-B14F-4D97-AF65-F5344CB8AC3E}">
        <p14:creationId xmlns:p14="http://schemas.microsoft.com/office/powerpoint/2010/main" val="1755068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Continuing with Elijah’s story in 1 Kings 19, God gave Elijah a powerful demonstration of how He communicates. </a:t>
            </a:r>
          </a:p>
          <a:p>
            <a:pPr lvl="0"/>
            <a:r>
              <a:rPr lang="en-US" sz="1200" b="1" kern="1200" dirty="0">
                <a:solidFill>
                  <a:schemeClr val="tx1"/>
                </a:solidFill>
                <a:effectLst/>
                <a:latin typeface="+mn-lt"/>
                <a:ea typeface="+mn-ea"/>
                <a:cs typeface="+mn-cs"/>
              </a:rPr>
              <a:t>The Noise:</a:t>
            </a:r>
            <a:r>
              <a:rPr lang="en-US" sz="1200" kern="1200" dirty="0">
                <a:solidFill>
                  <a:schemeClr val="tx1"/>
                </a:solidFill>
                <a:effectLst/>
                <a:latin typeface="+mn-lt"/>
                <a:ea typeface="+mn-ea"/>
                <a:cs typeface="+mn-cs"/>
              </a:rPr>
              <a:t> A mountain-shattering wind tore through, but God was not in the wind. A massive earthquake shook the ground, but God was not in the earthquake. A blazing fire swept past, but God was not in the fire.</a:t>
            </a:r>
          </a:p>
          <a:p>
            <a:pPr lvl="0"/>
            <a:r>
              <a:rPr lang="en-US" sz="1200" b="1" kern="1200" dirty="0">
                <a:solidFill>
                  <a:schemeClr val="tx1"/>
                </a:solidFill>
                <a:effectLst/>
                <a:latin typeface="+mn-lt"/>
                <a:ea typeface="+mn-ea"/>
                <a:cs typeface="+mn-cs"/>
              </a:rPr>
              <a:t>The Whisper:</a:t>
            </a:r>
            <a:r>
              <a:rPr lang="en-US" sz="1200" kern="1200" dirty="0">
                <a:solidFill>
                  <a:schemeClr val="tx1"/>
                </a:solidFill>
                <a:effectLst/>
                <a:latin typeface="+mn-lt"/>
                <a:ea typeface="+mn-ea"/>
                <a:cs typeface="+mn-cs"/>
              </a:rPr>
              <a:t> After all the dramatic noise came a "still, small voice"—a quiet whisper. </a:t>
            </a:r>
          </a:p>
          <a:p>
            <a:pPr lvl="0"/>
            <a:r>
              <a:rPr lang="en-US" sz="1200" b="1" kern="1200" dirty="0">
                <a:solidFill>
                  <a:schemeClr val="tx1"/>
                </a:solidFill>
                <a:effectLst/>
                <a:latin typeface="+mn-lt"/>
                <a:ea typeface="+mn-ea"/>
                <a:cs typeface="+mn-cs"/>
              </a:rPr>
              <a:t>Application:</a:t>
            </a:r>
            <a:r>
              <a:rPr lang="en-US" sz="1200" kern="1200" dirty="0">
                <a:solidFill>
                  <a:schemeClr val="tx1"/>
                </a:solidFill>
                <a:effectLst/>
                <a:latin typeface="+mn-lt"/>
                <a:ea typeface="+mn-ea"/>
                <a:cs typeface="+mn-cs"/>
              </a:rPr>
              <a:t> We live in a noisy world and often expect God to lead through dramatic events. But divine guidance usually arrives in quiet stillness. If you don't slow down, quiet your heart, and tune out the chaos, you will miss His direction.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10</a:t>
            </a:fld>
            <a:endParaRPr lang="en-US"/>
          </a:p>
        </p:txBody>
      </p:sp>
    </p:spTree>
    <p:extLst>
      <p:ext uri="{BB962C8B-B14F-4D97-AF65-F5344CB8AC3E}">
        <p14:creationId xmlns:p14="http://schemas.microsoft.com/office/powerpoint/2010/main" val="1280320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Human Reality:</a:t>
            </a:r>
            <a:r>
              <a:rPr lang="en-US" sz="1200" kern="1200" dirty="0">
                <a:solidFill>
                  <a:schemeClr val="tx1"/>
                </a:solidFill>
                <a:effectLst/>
                <a:latin typeface="+mn-lt"/>
                <a:ea typeface="+mn-ea"/>
                <a:cs typeface="+mn-cs"/>
              </a:rPr>
              <a:t> In a fallen world, we encounter heart-wrenching loss, inexplicable tragedies, and sudden disappointments. Naturally, our human perspective cries out, </a:t>
            </a:r>
            <a:r>
              <a:rPr lang="en-US" sz="1200" i="1" kern="1200" dirty="0">
                <a:solidFill>
                  <a:schemeClr val="tx1"/>
                </a:solidFill>
                <a:effectLst/>
                <a:latin typeface="+mn-lt"/>
                <a:ea typeface="+mn-ea"/>
                <a:cs typeface="+mn-cs"/>
              </a:rPr>
              <a:t>"This isn't how things ought to be!"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Danger of Leaning:</a:t>
            </a:r>
            <a:r>
              <a:rPr lang="en-US" sz="1200" kern="1200" dirty="0">
                <a:solidFill>
                  <a:schemeClr val="tx1"/>
                </a:solidFill>
                <a:effectLst/>
                <a:latin typeface="+mn-lt"/>
                <a:ea typeface="+mn-ea"/>
                <a:cs typeface="+mn-cs"/>
              </a:rPr>
              <a:t> If we try to resolve life's deepest painful mysteries strictly through human reasoning, we will crumble into bitterness or despair. </a:t>
            </a:r>
          </a:p>
          <a:p>
            <a:pPr lvl="0"/>
            <a:r>
              <a:rPr lang="en-US" sz="1200" b="1" kern="1200" dirty="0">
                <a:solidFill>
                  <a:schemeClr val="tx1"/>
                </a:solidFill>
                <a:effectLst/>
                <a:latin typeface="+mn-lt"/>
                <a:ea typeface="+mn-ea"/>
                <a:cs typeface="+mn-cs"/>
              </a:rPr>
              <a:t>Divine Perspective:</a:t>
            </a:r>
            <a:r>
              <a:rPr lang="en-US" sz="1200" kern="1200" dirty="0">
                <a:solidFill>
                  <a:schemeClr val="tx1"/>
                </a:solidFill>
                <a:effectLst/>
                <a:latin typeface="+mn-lt"/>
                <a:ea typeface="+mn-ea"/>
                <a:cs typeface="+mn-cs"/>
              </a:rPr>
              <a:t> Directing your paths (Proverbs 3:6) means God makes the journey straight, smooth, and aligned with His eternal plan. Even when we cannot trace His hand or understand the surrounding fog, we can trust the Director's heart.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11</a:t>
            </a:fld>
            <a:endParaRPr lang="en-US"/>
          </a:p>
        </p:txBody>
      </p:sp>
    </p:spTree>
    <p:extLst>
      <p:ext uri="{BB962C8B-B14F-4D97-AF65-F5344CB8AC3E}">
        <p14:creationId xmlns:p14="http://schemas.microsoft.com/office/powerpoint/2010/main" val="3286240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Think about how people plan for a week-long vacation. They request brochures, study maps, check weather reports, and pack their bags months in advance. </a:t>
            </a:r>
          </a:p>
          <a:p>
            <a:pPr lvl="0"/>
            <a:r>
              <a:rPr lang="en-US" sz="1200" b="1" kern="1200" dirty="0">
                <a:solidFill>
                  <a:schemeClr val="tx1"/>
                </a:solidFill>
                <a:effectLst/>
                <a:latin typeface="+mn-lt"/>
                <a:ea typeface="+mn-ea"/>
                <a:cs typeface="+mn-cs"/>
              </a:rPr>
              <a:t>Challenge:</a:t>
            </a:r>
            <a:r>
              <a:rPr lang="en-US" sz="1200" kern="1200" dirty="0">
                <a:solidFill>
                  <a:schemeClr val="tx1"/>
                </a:solidFill>
                <a:effectLst/>
                <a:latin typeface="+mn-lt"/>
                <a:ea typeface="+mn-ea"/>
                <a:cs typeface="+mn-cs"/>
              </a:rPr>
              <a:t> If we invest so much energy preparing for a temporary trip, why do we spend so little time preparing for our eternal home in Heaven? </a:t>
            </a:r>
          </a:p>
          <a:p>
            <a:pPr lvl="0"/>
            <a:r>
              <a:rPr lang="en-US" sz="1200" b="1" kern="1200" dirty="0">
                <a:solidFill>
                  <a:schemeClr val="tx1"/>
                </a:solidFill>
                <a:effectLst/>
                <a:latin typeface="+mn-lt"/>
                <a:ea typeface="+mn-ea"/>
                <a:cs typeface="+mn-cs"/>
              </a:rPr>
              <a:t>Action Item:</a:t>
            </a:r>
            <a:r>
              <a:rPr lang="en-US" sz="1200" kern="1200" dirty="0">
                <a:solidFill>
                  <a:schemeClr val="tx1"/>
                </a:solidFill>
                <a:effectLst/>
                <a:latin typeface="+mn-lt"/>
                <a:ea typeface="+mn-ea"/>
                <a:cs typeface="+mn-cs"/>
              </a:rPr>
              <a:t> As Kingdom influencers, our primary orientation must be Heaven. Pack your bags spiritually! Live every single day in light of eternity, allowing the reality of your ultimate destination to determine how you walk, serve, and speak today.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12</a:t>
            </a:fld>
            <a:endParaRPr lang="en-US"/>
          </a:p>
        </p:txBody>
      </p:sp>
    </p:spTree>
    <p:extLst>
      <p:ext uri="{BB962C8B-B14F-4D97-AF65-F5344CB8AC3E}">
        <p14:creationId xmlns:p14="http://schemas.microsoft.com/office/powerpoint/2010/main" val="4127890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Greek Insight:</a:t>
            </a:r>
            <a:r>
              <a:rPr lang="en-US" sz="1200" kern="1200" dirty="0">
                <a:solidFill>
                  <a:schemeClr val="tx1"/>
                </a:solidFill>
                <a:effectLst/>
                <a:latin typeface="+mn-lt"/>
                <a:ea typeface="+mn-ea"/>
                <a:cs typeface="+mn-cs"/>
              </a:rPr>
              <a:t> Ephesians 2:10 states that we are God's "workmanship." The Greek word used here is </a:t>
            </a:r>
            <a:r>
              <a:rPr lang="en-US" sz="1200" i="1" kern="1200" dirty="0">
                <a:solidFill>
                  <a:schemeClr val="tx1"/>
                </a:solidFill>
                <a:effectLst/>
                <a:latin typeface="+mn-lt"/>
                <a:ea typeface="+mn-ea"/>
                <a:cs typeface="+mn-cs"/>
              </a:rPr>
              <a:t>Poema</a:t>
            </a:r>
            <a:r>
              <a:rPr lang="en-US" sz="1200" kern="1200" dirty="0">
                <a:solidFill>
                  <a:schemeClr val="tx1"/>
                </a:solidFill>
                <a:effectLst/>
                <a:latin typeface="+mn-lt"/>
                <a:ea typeface="+mn-ea"/>
                <a:cs typeface="+mn-cs"/>
              </a:rPr>
              <a:t>, from which we get our word "poem." </a:t>
            </a:r>
          </a:p>
          <a:p>
            <a:pPr lvl="0"/>
            <a:r>
              <a:rPr lang="en-US" sz="1200" b="1" kern="1200" dirty="0">
                <a:solidFill>
                  <a:schemeClr val="tx1"/>
                </a:solidFill>
                <a:effectLst/>
                <a:latin typeface="+mn-lt"/>
                <a:ea typeface="+mn-ea"/>
                <a:cs typeface="+mn-cs"/>
              </a:rPr>
              <a:t>Spiritual Identity:</a:t>
            </a:r>
            <a:r>
              <a:rPr lang="en-US" sz="1200" kern="1200" dirty="0">
                <a:solidFill>
                  <a:schemeClr val="tx1"/>
                </a:solidFill>
                <a:effectLst/>
                <a:latin typeface="+mn-lt"/>
                <a:ea typeface="+mn-ea"/>
                <a:cs typeface="+mn-cs"/>
              </a:rPr>
              <a:t> You are not a random mistake or an accidental collision of atoms. You are a carefully crafted masterpiece—a poem written by the Creator Himself. </a:t>
            </a:r>
          </a:p>
          <a:p>
            <a:pPr lvl="0"/>
            <a:r>
              <a:rPr lang="en-US" sz="1200" b="1" kern="1200" dirty="0">
                <a:solidFill>
                  <a:schemeClr val="tx1"/>
                </a:solidFill>
                <a:effectLst/>
                <a:latin typeface="+mn-lt"/>
                <a:ea typeface="+mn-ea"/>
                <a:cs typeface="+mn-cs"/>
              </a:rPr>
              <a:t>Pre-Established Course:</a:t>
            </a:r>
            <a:r>
              <a:rPr lang="en-US" sz="1200" kern="1200" dirty="0">
                <a:solidFill>
                  <a:schemeClr val="tx1"/>
                </a:solidFill>
                <a:effectLst/>
                <a:latin typeface="+mn-lt"/>
                <a:ea typeface="+mn-ea"/>
                <a:cs typeface="+mn-cs"/>
              </a:rPr>
              <a:t> God has designed good works </a:t>
            </a:r>
            <a:r>
              <a:rPr lang="en-US" sz="1200" i="1" kern="1200" dirty="0">
                <a:solidFill>
                  <a:schemeClr val="tx1"/>
                </a:solidFill>
                <a:effectLst/>
                <a:latin typeface="+mn-lt"/>
                <a:ea typeface="+mn-ea"/>
                <a:cs typeface="+mn-cs"/>
              </a:rPr>
              <a:t>beforehand</a:t>
            </a:r>
            <a:r>
              <a:rPr lang="en-US" sz="1200" kern="1200" dirty="0">
                <a:solidFill>
                  <a:schemeClr val="tx1"/>
                </a:solidFill>
                <a:effectLst/>
                <a:latin typeface="+mn-lt"/>
                <a:ea typeface="+mn-ea"/>
                <a:cs typeface="+mn-cs"/>
              </a:rPr>
              <a:t> specifically for you to walk in. Having a "prophetic vision" for your life simply means discovering and walking in the unique assignments God crafted for you before you were ever born.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13</a:t>
            </a:fld>
            <a:endParaRPr lang="en-US"/>
          </a:p>
        </p:txBody>
      </p:sp>
    </p:spTree>
    <p:extLst>
      <p:ext uri="{BB962C8B-B14F-4D97-AF65-F5344CB8AC3E}">
        <p14:creationId xmlns:p14="http://schemas.microsoft.com/office/powerpoint/2010/main" val="2680916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When God called the young prophet Jeremiah, Jeremiah tried to offer excuses: </a:t>
            </a:r>
            <a:r>
              <a:rPr lang="en-US" sz="1200" i="1" kern="1200" dirty="0">
                <a:solidFill>
                  <a:schemeClr val="tx1"/>
                </a:solidFill>
                <a:effectLst/>
                <a:latin typeface="+mn-lt"/>
                <a:ea typeface="+mn-ea"/>
                <a:cs typeface="+mn-cs"/>
              </a:rPr>
              <a:t>"I can't speak, I'm too young!"</a:t>
            </a:r>
            <a:r>
              <a:rPr lang="en-US" sz="1200" kern="1200" dirty="0">
                <a:solidFill>
                  <a:schemeClr val="tx1"/>
                </a:solidFill>
                <a:effectLst/>
                <a:latin typeface="+mn-lt"/>
                <a:ea typeface="+mn-ea"/>
                <a:cs typeface="+mn-cs"/>
              </a:rPr>
              <a:t> God immediately cut off his excuses.</a:t>
            </a:r>
          </a:p>
          <a:p>
            <a:pPr lvl="0"/>
            <a:r>
              <a:rPr lang="en-US" sz="1200" b="1" kern="1200" dirty="0">
                <a:solidFill>
                  <a:schemeClr val="tx1"/>
                </a:solidFill>
                <a:effectLst/>
                <a:latin typeface="+mn-lt"/>
                <a:ea typeface="+mn-ea"/>
                <a:cs typeface="+mn-cs"/>
              </a:rPr>
              <a:t>The Command:</a:t>
            </a:r>
            <a:r>
              <a:rPr lang="en-US" sz="1200" kern="1200" dirty="0">
                <a:solidFill>
                  <a:schemeClr val="tx1"/>
                </a:solidFill>
                <a:effectLst/>
                <a:latin typeface="+mn-lt"/>
                <a:ea typeface="+mn-ea"/>
                <a:cs typeface="+mn-cs"/>
              </a:rPr>
              <a:t> God commanded Jeremiah in verse 8: </a:t>
            </a:r>
            <a:r>
              <a:rPr lang="en-US" sz="1200" i="1" kern="1200" dirty="0">
                <a:solidFill>
                  <a:schemeClr val="tx1"/>
                </a:solidFill>
                <a:effectLst/>
                <a:latin typeface="+mn-lt"/>
                <a:ea typeface="+mn-ea"/>
                <a:cs typeface="+mn-cs"/>
              </a:rPr>
              <a:t>"Do not be afraid of their faces, for I am with you to deliver you."</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Personal &amp; Practical Application:</a:t>
            </a:r>
            <a:r>
              <a:rPr lang="en-US" sz="1200" kern="1200" dirty="0">
                <a:solidFill>
                  <a:schemeClr val="tx1"/>
                </a:solidFill>
                <a:effectLst/>
                <a:latin typeface="+mn-lt"/>
                <a:ea typeface="+mn-ea"/>
                <a:cs typeface="+mn-cs"/>
              </a:rPr>
              <a:t> Fear of human disapproval, fear of failure, or intimidated reactions from a hostile world keep countless Christians hiding in the corner. God knows your weaknesses, but He doesn't take excuses. When He sends you, He touches your mouth, gives you His words, and guarantees His presence to deliver you.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14</a:t>
            </a:fld>
            <a:endParaRPr lang="en-US"/>
          </a:p>
        </p:txBody>
      </p:sp>
    </p:spTree>
    <p:extLst>
      <p:ext uri="{BB962C8B-B14F-4D97-AF65-F5344CB8AC3E}">
        <p14:creationId xmlns:p14="http://schemas.microsoft.com/office/powerpoint/2010/main" val="253913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Summary Flow:</a:t>
            </a:r>
            <a:r>
              <a:rPr lang="en-US" sz="1200" kern="1200" dirty="0">
                <a:solidFill>
                  <a:schemeClr val="tx1"/>
                </a:solidFill>
                <a:effectLst/>
                <a:latin typeface="+mn-lt"/>
                <a:ea typeface="+mn-ea"/>
                <a:cs typeface="+mn-cs"/>
              </a:rPr>
              <a:t> Let's synthesize the directed path into five actionable steps: </a:t>
            </a:r>
          </a:p>
          <a:p>
            <a:pPr marL="228600" lvl="0" indent="-228600">
              <a:buFont typeface="+mj-lt"/>
              <a:buAutoNum type="arabicPeriod"/>
            </a:pPr>
            <a:r>
              <a:rPr lang="en-US" sz="1200" b="1" kern="1200" dirty="0">
                <a:solidFill>
                  <a:schemeClr val="tx1"/>
                </a:solidFill>
                <a:effectLst/>
                <a:latin typeface="+mn-lt"/>
                <a:ea typeface="+mn-ea"/>
                <a:cs typeface="+mn-cs"/>
              </a:rPr>
              <a:t>Acknowledge Him:</a:t>
            </a:r>
            <a:r>
              <a:rPr lang="en-US" sz="1200" kern="1200" dirty="0">
                <a:solidFill>
                  <a:schemeClr val="tx1"/>
                </a:solidFill>
                <a:effectLst/>
                <a:latin typeface="+mn-lt"/>
                <a:ea typeface="+mn-ea"/>
                <a:cs typeface="+mn-cs"/>
              </a:rPr>
              <a:t> Stop leaning on self-reliance and consult Him in everything. </a:t>
            </a:r>
          </a:p>
          <a:p>
            <a:pPr marL="228600" lvl="0" indent="-228600">
              <a:buFont typeface="+mj-lt"/>
              <a:buAutoNum type="arabicPeriod"/>
            </a:pPr>
            <a:r>
              <a:rPr lang="en-US" sz="1200" b="1" kern="1200" dirty="0">
                <a:solidFill>
                  <a:schemeClr val="tx1"/>
                </a:solidFill>
                <a:effectLst/>
                <a:latin typeface="+mn-lt"/>
                <a:ea typeface="+mn-ea"/>
                <a:cs typeface="+mn-cs"/>
              </a:rPr>
              <a:t>Hear the Still, Small Voice:</a:t>
            </a:r>
            <a:r>
              <a:rPr lang="en-US" sz="1200" kern="1200" dirty="0">
                <a:solidFill>
                  <a:schemeClr val="tx1"/>
                </a:solidFill>
                <a:effectLst/>
                <a:latin typeface="+mn-lt"/>
                <a:ea typeface="+mn-ea"/>
                <a:cs typeface="+mn-cs"/>
              </a:rPr>
              <a:t> Practice inner quietness to discern His gentle whisper. </a:t>
            </a:r>
          </a:p>
          <a:p>
            <a:pPr marL="228600" lvl="0" indent="-228600">
              <a:buFont typeface="+mj-lt"/>
              <a:buAutoNum type="arabicPeriod"/>
            </a:pPr>
            <a:r>
              <a:rPr lang="en-US" sz="1200" b="1" kern="1200" dirty="0">
                <a:solidFill>
                  <a:schemeClr val="tx1"/>
                </a:solidFill>
                <a:effectLst/>
                <a:latin typeface="+mn-lt"/>
                <a:ea typeface="+mn-ea"/>
                <a:cs typeface="+mn-cs"/>
              </a:rPr>
              <a:t>Point the Foot:</a:t>
            </a:r>
            <a:r>
              <a:rPr lang="en-US" sz="1200" kern="1200" dirty="0">
                <a:solidFill>
                  <a:schemeClr val="tx1"/>
                </a:solidFill>
                <a:effectLst/>
                <a:latin typeface="+mn-lt"/>
                <a:ea typeface="+mn-ea"/>
                <a:cs typeface="+mn-cs"/>
              </a:rPr>
              <a:t> Aim your life directly toward His righteousness and eternity before taking a step. </a:t>
            </a:r>
          </a:p>
          <a:p>
            <a:pPr marL="228600" lvl="0" indent="-228600">
              <a:buFont typeface="+mj-lt"/>
              <a:buAutoNum type="arabicPeriod"/>
            </a:pPr>
            <a:r>
              <a:rPr lang="en-US" sz="1200" b="1" kern="1200" dirty="0">
                <a:solidFill>
                  <a:schemeClr val="tx1"/>
                </a:solidFill>
                <a:effectLst/>
                <a:latin typeface="+mn-lt"/>
                <a:ea typeface="+mn-ea"/>
                <a:cs typeface="+mn-cs"/>
              </a:rPr>
              <a:t>Discover "Yada":</a:t>
            </a:r>
            <a:r>
              <a:rPr lang="en-US" sz="1200" kern="1200" dirty="0">
                <a:solidFill>
                  <a:schemeClr val="tx1"/>
                </a:solidFill>
                <a:effectLst/>
                <a:latin typeface="+mn-lt"/>
                <a:ea typeface="+mn-ea"/>
                <a:cs typeface="+mn-cs"/>
              </a:rPr>
              <a:t> Encounter God's living presence right in your current circumstances. </a:t>
            </a:r>
          </a:p>
          <a:p>
            <a:pPr marL="228600" lvl="0" indent="-228600">
              <a:buFont typeface="+mj-lt"/>
              <a:buAutoNum type="arabicPeriod"/>
            </a:pPr>
            <a:r>
              <a:rPr lang="en-US" sz="1200" b="1" kern="1200" dirty="0">
                <a:solidFill>
                  <a:schemeClr val="tx1"/>
                </a:solidFill>
                <a:effectLst/>
                <a:latin typeface="+mn-lt"/>
                <a:ea typeface="+mn-ea"/>
                <a:cs typeface="+mn-cs"/>
              </a:rPr>
              <a:t>Influence the World:</a:t>
            </a:r>
            <a:r>
              <a:rPr lang="en-US" sz="1200" kern="1200" dirty="0">
                <a:solidFill>
                  <a:schemeClr val="tx1"/>
                </a:solidFill>
                <a:effectLst/>
                <a:latin typeface="+mn-lt"/>
                <a:ea typeface="+mn-ea"/>
                <a:cs typeface="+mn-cs"/>
              </a:rPr>
              <a:t> Step out as a yield-vessel </a:t>
            </a:r>
            <a:r>
              <a:rPr lang="en-US" sz="1200" i="1" kern="1200" dirty="0">
                <a:solidFill>
                  <a:schemeClr val="tx1"/>
                </a:solidFill>
                <a:effectLst/>
                <a:latin typeface="+mn-lt"/>
                <a:ea typeface="+mn-ea"/>
                <a:cs typeface="+mn-cs"/>
              </a:rPr>
              <a:t>Martyr</a:t>
            </a:r>
            <a:r>
              <a:rPr lang="en-US" sz="1200" kern="1200" dirty="0">
                <a:solidFill>
                  <a:schemeClr val="tx1"/>
                </a:solidFill>
                <a:effectLst/>
                <a:latin typeface="+mn-lt"/>
                <a:ea typeface="+mn-ea"/>
                <a:cs typeface="+mn-cs"/>
              </a:rPr>
              <a:t> for Christ.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Step out of the comfortable corners of fear and passivity. Point your feet toward Heaven and set your world on fire for Jesus Christ!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15</a:t>
            </a:fld>
            <a:endParaRPr lang="en-US"/>
          </a:p>
        </p:txBody>
      </p:sp>
    </p:spTree>
    <p:extLst>
      <p:ext uri="{BB962C8B-B14F-4D97-AF65-F5344CB8AC3E}">
        <p14:creationId xmlns:p14="http://schemas.microsoft.com/office/powerpoint/2010/main" val="2250107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Overview:</a:t>
            </a:r>
            <a:r>
              <a:rPr lang="en-US" sz="1200" kern="1200" dirty="0">
                <a:solidFill>
                  <a:schemeClr val="tx1"/>
                </a:solidFill>
                <a:effectLst/>
                <a:latin typeface="+mn-lt"/>
                <a:ea typeface="+mn-ea"/>
                <a:cs typeface="+mn-cs"/>
              </a:rPr>
              <a:t> This final synthesis slide brings the entire journey together, dividing divine influence into two core dimensions: </a:t>
            </a:r>
          </a:p>
          <a:p>
            <a:pPr lvl="0"/>
            <a:r>
              <a:rPr lang="en-US" sz="1200" b="1" kern="1200" dirty="0">
                <a:solidFill>
                  <a:schemeClr val="tx1"/>
                </a:solidFill>
                <a:effectLst/>
                <a:latin typeface="+mn-lt"/>
                <a:ea typeface="+mn-ea"/>
                <a:cs typeface="+mn-cs"/>
              </a:rPr>
              <a:t>Internal Alignment (The Heart):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Martyr Mindset:</a:t>
            </a:r>
            <a:r>
              <a:rPr lang="en-US" sz="1200" kern="1200" dirty="0">
                <a:solidFill>
                  <a:schemeClr val="tx1"/>
                </a:solidFill>
                <a:effectLst/>
                <a:latin typeface="+mn-lt"/>
                <a:ea typeface="+mn-ea"/>
                <a:cs typeface="+mn-cs"/>
              </a:rPr>
              <a:t> Dying to self so Christ can increase through you.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Divine Wisdom vs. Human Seeking:</a:t>
            </a:r>
            <a:r>
              <a:rPr lang="en-US" sz="1200" kern="1200" dirty="0">
                <a:solidFill>
                  <a:schemeClr val="tx1"/>
                </a:solidFill>
                <a:effectLst/>
                <a:latin typeface="+mn-lt"/>
                <a:ea typeface="+mn-ea"/>
                <a:cs typeface="+mn-cs"/>
              </a:rPr>
              <a:t> Rejecting sign-seeking and worldly philosophy to rely solely on the power of Christ crucified.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Guard the Heart:</a:t>
            </a:r>
            <a:r>
              <a:rPr lang="en-US" sz="1200" kern="1200" dirty="0">
                <a:solidFill>
                  <a:schemeClr val="tx1"/>
                </a:solidFill>
                <a:effectLst/>
                <a:latin typeface="+mn-lt"/>
                <a:ea typeface="+mn-ea"/>
                <a:cs typeface="+mn-cs"/>
              </a:rPr>
              <a:t> Diligently protecting your heart as the wellspring of life (Proverbs 4:23). </a:t>
            </a:r>
          </a:p>
          <a:p>
            <a:pPr lvl="0"/>
            <a:r>
              <a:rPr lang="en-US" sz="1200" b="1" kern="1200" dirty="0">
                <a:solidFill>
                  <a:schemeClr val="tx1"/>
                </a:solidFill>
                <a:effectLst/>
                <a:latin typeface="+mn-lt"/>
                <a:ea typeface="+mn-ea"/>
                <a:cs typeface="+mn-cs"/>
              </a:rPr>
              <a:t>External Guidance (The Walk):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Practice 'Yadah':</a:t>
            </a:r>
            <a:r>
              <a:rPr lang="en-US" sz="1200" kern="1200" dirty="0">
                <a:solidFill>
                  <a:schemeClr val="tx1"/>
                </a:solidFill>
                <a:effectLst/>
                <a:latin typeface="+mn-lt"/>
                <a:ea typeface="+mn-ea"/>
                <a:cs typeface="+mn-cs"/>
              </a:rPr>
              <a:t> Actively discovering God's presence in your daily struggles.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Aim Your Feet:</a:t>
            </a:r>
            <a:r>
              <a:rPr lang="en-US" sz="1200" kern="1200" dirty="0">
                <a:solidFill>
                  <a:schemeClr val="tx1"/>
                </a:solidFill>
                <a:effectLst/>
                <a:latin typeface="+mn-lt"/>
                <a:ea typeface="+mn-ea"/>
                <a:cs typeface="+mn-cs"/>
              </a:rPr>
              <a:t> Directing your daily steps toward eternal goals.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Smoother/Straight Paths:</a:t>
            </a:r>
            <a:r>
              <a:rPr lang="en-US" sz="1200" kern="1200" dirty="0">
                <a:solidFill>
                  <a:schemeClr val="tx1"/>
                </a:solidFill>
                <a:effectLst/>
                <a:latin typeface="+mn-lt"/>
                <a:ea typeface="+mn-ea"/>
                <a:cs typeface="+mn-cs"/>
              </a:rPr>
              <a:t> Resting in God’s promise that as you acknowledge Him, He will make your path straight and aligned with His glory. </a:t>
            </a:r>
          </a:p>
          <a:p>
            <a:endParaRPr lang="en-US" dirty="0"/>
          </a:p>
        </p:txBody>
      </p:sp>
      <p:sp>
        <p:nvSpPr>
          <p:cNvPr id="4" name="Slide Number Placeholder 3"/>
          <p:cNvSpPr>
            <a:spLocks noGrp="1"/>
          </p:cNvSpPr>
          <p:nvPr>
            <p:ph type="sldNum" sz="quarter" idx="5"/>
          </p:nvPr>
        </p:nvSpPr>
        <p:spPr/>
        <p:txBody>
          <a:bodyPr/>
          <a:lstStyle/>
          <a:p>
            <a:fld id="{D030D8AD-2919-41F7-B42C-6E9FFB169965}" type="slidenum">
              <a:rPr lang="en-US" smtClean="0"/>
              <a:t>16</a:t>
            </a:fld>
            <a:endParaRPr lang="en-US"/>
          </a:p>
        </p:txBody>
      </p:sp>
    </p:spTree>
    <p:extLst>
      <p:ext uri="{BB962C8B-B14F-4D97-AF65-F5344CB8AC3E}">
        <p14:creationId xmlns:p14="http://schemas.microsoft.com/office/powerpoint/2010/main" val="1808934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D47D76-3F6A-6D3E-5678-3BC06D3BC60F}"/>
              </a:ext>
            </a:extLst>
          </p:cNvPr>
          <p:cNvSpPr>
            <a:spLocks noGrp="1"/>
          </p:cNvSpPr>
          <p:nvPr>
            <p:ph type="dt" sz="half" idx="10"/>
          </p:nvPr>
        </p:nvSpPr>
        <p:spPr/>
        <p:txBody>
          <a:bodyPr/>
          <a:lstStyle/>
          <a:p>
            <a:fld id="{53E65849-4285-43C6-A820-C5B49F1D6822}" type="datetimeFigureOut">
              <a:rPr lang="en-US" smtClean="0"/>
              <a:t>10/19/2026</a:t>
            </a:fld>
            <a:endParaRPr lang="en-US"/>
          </a:p>
        </p:txBody>
      </p:sp>
      <p:sp>
        <p:nvSpPr>
          <p:cNvPr id="3" name="Footer Placeholder 2">
            <a:extLst>
              <a:ext uri="{FF2B5EF4-FFF2-40B4-BE49-F238E27FC236}">
                <a16:creationId xmlns:a16="http://schemas.microsoft.com/office/drawing/2014/main" id="{82C9007D-F420-8F7A-4AF5-75CCF48DE3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EF6118-E872-353E-2BB6-FEEC141E7DF0}"/>
              </a:ext>
            </a:extLst>
          </p:cNvPr>
          <p:cNvSpPr>
            <a:spLocks noGrp="1"/>
          </p:cNvSpPr>
          <p:nvPr>
            <p:ph type="sldNum" sz="quarter" idx="12"/>
          </p:nvPr>
        </p:nvSpPr>
        <p:spPr/>
        <p:txBody>
          <a:bodyPr/>
          <a:lstStyle/>
          <a:p>
            <a:fld id="{A32A2799-993E-4A65-939B-0F71A27294AE}" type="slidenum">
              <a:rPr lang="en-US" smtClean="0"/>
              <a:t>‹#›</a:t>
            </a:fld>
            <a:endParaRPr lang="en-US"/>
          </a:p>
        </p:txBody>
      </p:sp>
    </p:spTree>
    <p:extLst>
      <p:ext uri="{BB962C8B-B14F-4D97-AF65-F5344CB8AC3E}">
        <p14:creationId xmlns:p14="http://schemas.microsoft.com/office/powerpoint/2010/main" val="36656046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CB24DE-81BE-A12C-DF88-10029020B9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544A76-75D5-2473-6A8B-56FFDEEAF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C0908-1B3F-9C06-DCE8-DBE220B5AA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E65849-4285-43C6-A820-C5B49F1D6822}" type="datetimeFigureOut">
              <a:rPr lang="en-US" smtClean="0"/>
              <a:t>10/19/2026</a:t>
            </a:fld>
            <a:endParaRPr lang="en-US"/>
          </a:p>
        </p:txBody>
      </p:sp>
      <p:sp>
        <p:nvSpPr>
          <p:cNvPr id="5" name="Footer Placeholder 4">
            <a:extLst>
              <a:ext uri="{FF2B5EF4-FFF2-40B4-BE49-F238E27FC236}">
                <a16:creationId xmlns:a16="http://schemas.microsoft.com/office/drawing/2014/main" id="{14FBD37F-6E31-F294-E50B-26645219CB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0899DD-17C5-E3C3-310C-20BBFE830F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2A2799-993E-4A65-939B-0F71A27294AE}" type="slidenum">
              <a:rPr lang="en-US" smtClean="0"/>
              <a:t>‹#›</a:t>
            </a:fld>
            <a:endParaRPr lang="en-US"/>
          </a:p>
        </p:txBody>
      </p:sp>
    </p:spTree>
    <p:extLst>
      <p:ext uri="{BB962C8B-B14F-4D97-AF65-F5344CB8AC3E}">
        <p14:creationId xmlns:p14="http://schemas.microsoft.com/office/powerpoint/2010/main" val="88210217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46A205-8C30-471C-9D6E-C75CA50312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BD1DCC-365E-5E9A-D4C6-580959CD91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52AFF7-D47F-85A8-0730-81D818DB57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7FB8FF-AA7C-7A39-ED7B-1565044869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375599-E040-FC92-F740-23303BC862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4CE310-A82D-893A-848F-3B8292F3E4A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6CED1B-FB42-5745-FB72-4D20D8DED5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E5C294-782F-EFAC-0CA6-1BB19B5D64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0EF7A3-A4FC-1190-9A0E-C31ECAACE6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F9C2E5-1149-6DAD-738D-7CAB5A6A2E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A6F238-ED49-701D-5073-B03AC066C8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443F2F-BFB9-FEFF-532F-F8423CD6D5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753FBC-94C8-0EA2-98D3-1FE7EF84F6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A33095-BEAB-0154-D053-74A04F85DA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232AA7-D52C-2FBF-427C-955028F88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633201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2123</Words>
  <Application>Microsoft Office PowerPoint</Application>
  <PresentationFormat>寬螢幕</PresentationFormat>
  <Paragraphs>82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2026-08-30T05:46:22Z</dcterms:created>
  <dcterms:modified xsi:type="dcterms:W3CDTF">2026-10-19T15:36:31Z</dcterms:modified>
</cp:coreProperties>
</file>