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F0C7AC-25B7-4799-81B4-49E85DBA69A7}" v="23" dt="2026-08-13T00:02:58.2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5043"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sldOrd">
      <pc:chgData name="Lai, Wilson" userId="2840974a-0d84-4886-90a9-9a3ed79f3a48" providerId="ADAL" clId="{9F23B798-9E84-4552-BA63-E776E805C424}" dt="2026-08-13T00:03:53.941" v="305" actId="166"/>
      <pc:docMkLst>
        <pc:docMk/>
      </pc:docMkLst>
      <pc:sldChg chg="addSp delSp modSp mod modAnim modNotes modNotesTx">
        <pc:chgData name="Lai, Wilson" userId="2840974a-0d84-4886-90a9-9a3ed79f3a48" providerId="ADAL" clId="{9F23B798-9E84-4552-BA63-E776E805C424}" dt="2026-08-13T00:03:53.941" v="305" actId="166"/>
        <pc:sldMkLst>
          <pc:docMk/>
          <pc:sldMk cId="0" sldId="257"/>
        </pc:sldMkLst>
        <pc:spChg chg="add mod">
          <ac:chgData name="Lai, Wilson" userId="2840974a-0d84-4886-90a9-9a3ed79f3a48" providerId="ADAL" clId="{9F23B798-9E84-4552-BA63-E776E805C424}" dt="2026-08-12T11:49:19.855" v="11" actId="164"/>
          <ac:spMkLst>
            <pc:docMk/>
            <pc:sldMk cId="0" sldId="257"/>
            <ac:spMk id="4" creationId="{71AE95B5-32BB-C517-2C72-494CB5494001}"/>
          </ac:spMkLst>
        </pc:spChg>
        <pc:grpChg chg="add mod">
          <ac:chgData name="Lai, Wilson" userId="2840974a-0d84-4886-90a9-9a3ed79f3a48" providerId="ADAL" clId="{9F23B798-9E84-4552-BA63-E776E805C424}" dt="2026-08-12T11:49:19.855" v="11" actId="164"/>
          <ac:grpSpMkLst>
            <pc:docMk/>
            <pc:sldMk cId="0" sldId="257"/>
            <ac:grpSpMk id="6" creationId="{1F8DAEE9-F3F4-155B-592A-93FABCA86F43}"/>
          </ac:grpSpMkLst>
        </pc:grpChg>
        <pc:picChg chg="del mod">
          <ac:chgData name="Lai, Wilson" userId="2840974a-0d84-4886-90a9-9a3ed79f3a48" providerId="ADAL" clId="{9F23B798-9E84-4552-BA63-E776E805C424}" dt="2026-08-12T11:50:41.392" v="12" actId="21"/>
          <ac:picMkLst>
            <pc:docMk/>
            <pc:sldMk cId="0" sldId="257"/>
            <ac:picMk id="2" creationId="{00000000-0000-0000-0000-000000000000}"/>
          </ac:picMkLst>
        </pc:picChg>
        <pc:picChg chg="add mod">
          <ac:chgData name="Lai, Wilson" userId="2840974a-0d84-4886-90a9-9a3ed79f3a48" providerId="ADAL" clId="{9F23B798-9E84-4552-BA63-E776E805C424}" dt="2026-08-12T11:49:19.855" v="11" actId="164"/>
          <ac:picMkLst>
            <pc:docMk/>
            <pc:sldMk cId="0" sldId="257"/>
            <ac:picMk id="5" creationId="{8FF98C5F-44B1-D731-7EBF-4D79C8A0FB8C}"/>
          </ac:picMkLst>
        </pc:picChg>
        <pc:picChg chg="add ord">
          <ac:chgData name="Lai, Wilson" userId="2840974a-0d84-4886-90a9-9a3ed79f3a48" providerId="ADAL" clId="{9F23B798-9E84-4552-BA63-E776E805C424}" dt="2026-08-13T00:03:53.941" v="305" actId="166"/>
          <ac:picMkLst>
            <pc:docMk/>
            <pc:sldMk cId="0" sldId="257"/>
            <ac:picMk id="7" creationId="{C4E33DF6-345F-ECC4-AEF6-D6A92F336C73}"/>
          </ac:picMkLst>
        </pc:picChg>
      </pc:sldChg>
      <pc:sldChg chg="addSp delSp mod ord modNotesTx">
        <pc:chgData name="Lai, Wilson" userId="2840974a-0d84-4886-90a9-9a3ed79f3a48" providerId="ADAL" clId="{9F23B798-9E84-4552-BA63-E776E805C424}" dt="2026-08-13T00:03:17.987" v="296" actId="6549"/>
        <pc:sldMkLst>
          <pc:docMk/>
          <pc:sldMk cId="0" sldId="258"/>
        </pc:sldMkLst>
        <pc:picChg chg="del">
          <ac:chgData name="Lai, Wilson" userId="2840974a-0d84-4886-90a9-9a3ed79f3a48" providerId="ADAL" clId="{9F23B798-9E84-4552-BA63-E776E805C424}" dt="2026-08-12T11:51:06.216" v="15" actId="21"/>
          <ac:picMkLst>
            <pc:docMk/>
            <pc:sldMk cId="0" sldId="258"/>
            <ac:picMk id="2" creationId="{00000000-0000-0000-0000-000000000000}"/>
          </ac:picMkLst>
        </pc:picChg>
        <pc:picChg chg="add">
          <ac:chgData name="Lai, Wilson" userId="2840974a-0d84-4886-90a9-9a3ed79f3a48" providerId="ADAL" clId="{9F23B798-9E84-4552-BA63-E776E805C424}" dt="2026-08-12T11:51:15.778" v="16" actId="22"/>
          <ac:picMkLst>
            <pc:docMk/>
            <pc:sldMk cId="0" sldId="258"/>
            <ac:picMk id="4" creationId="{34C251E6-AA19-CA19-5B85-1B2A9EC86282}"/>
          </ac:picMkLst>
        </pc:picChg>
      </pc:sldChg>
      <pc:sldChg chg="addSp delSp mod modNotes modNotesTx">
        <pc:chgData name="Lai, Wilson" userId="2840974a-0d84-4886-90a9-9a3ed79f3a48" providerId="ADAL" clId="{9F23B798-9E84-4552-BA63-E776E805C424}" dt="2026-08-13T00:03:38.438" v="304" actId="6549"/>
        <pc:sldMkLst>
          <pc:docMk/>
          <pc:sldMk cId="0" sldId="259"/>
        </pc:sldMkLst>
        <pc:picChg chg="del">
          <ac:chgData name="Lai, Wilson" userId="2840974a-0d84-4886-90a9-9a3ed79f3a48" providerId="ADAL" clId="{9F23B798-9E84-4552-BA63-E776E805C424}" dt="2026-08-12T11:51:18.153" v="17" actId="21"/>
          <ac:picMkLst>
            <pc:docMk/>
            <pc:sldMk cId="0" sldId="259"/>
            <ac:picMk id="2" creationId="{00000000-0000-0000-0000-000000000000}"/>
          </ac:picMkLst>
        </pc:picChg>
        <pc:picChg chg="add">
          <ac:chgData name="Lai, Wilson" userId="2840974a-0d84-4886-90a9-9a3ed79f3a48" providerId="ADAL" clId="{9F23B798-9E84-4552-BA63-E776E805C424}" dt="2026-08-12T11:51:26.818" v="18" actId="22"/>
          <ac:picMkLst>
            <pc:docMk/>
            <pc:sldMk cId="0" sldId="259"/>
            <ac:picMk id="4" creationId="{5821F5FD-9F89-505D-9AB7-C3D2D00C7197}"/>
          </ac:picMkLst>
        </pc:picChg>
      </pc:sldChg>
      <pc:sldChg chg="addSp delSp mod modNotes modNotesTx">
        <pc:chgData name="Lai, Wilson" userId="2840974a-0d84-4886-90a9-9a3ed79f3a48" providerId="ADAL" clId="{9F23B798-9E84-4552-BA63-E776E805C424}" dt="2026-08-13T00:03:30.835" v="300" actId="20577"/>
        <pc:sldMkLst>
          <pc:docMk/>
          <pc:sldMk cId="0" sldId="260"/>
        </pc:sldMkLst>
        <pc:picChg chg="del">
          <ac:chgData name="Lai, Wilson" userId="2840974a-0d84-4886-90a9-9a3ed79f3a48" providerId="ADAL" clId="{9F23B798-9E84-4552-BA63-E776E805C424}" dt="2026-08-12T11:51:29.528" v="19" actId="21"/>
          <ac:picMkLst>
            <pc:docMk/>
            <pc:sldMk cId="0" sldId="260"/>
            <ac:picMk id="2" creationId="{00000000-0000-0000-0000-000000000000}"/>
          </ac:picMkLst>
        </pc:picChg>
        <pc:picChg chg="add">
          <ac:chgData name="Lai, Wilson" userId="2840974a-0d84-4886-90a9-9a3ed79f3a48" providerId="ADAL" clId="{9F23B798-9E84-4552-BA63-E776E805C424}" dt="2026-08-12T11:51:40.515" v="20" actId="22"/>
          <ac:picMkLst>
            <pc:docMk/>
            <pc:sldMk cId="0" sldId="260"/>
            <ac:picMk id="4" creationId="{FC7D65D2-C41C-3038-D0F4-B751CB8852E4}"/>
          </ac:picMkLst>
        </pc:picChg>
      </pc:sldChg>
      <pc:sldChg chg="addSp delSp mod modNotes modNotesTx">
        <pc:chgData name="Lai, Wilson" userId="2840974a-0d84-4886-90a9-9a3ed79f3a48" providerId="ADAL" clId="{9F23B798-9E84-4552-BA63-E776E805C424}" dt="2026-08-12T23:59:16.234" v="163" actId="6549"/>
        <pc:sldMkLst>
          <pc:docMk/>
          <pc:sldMk cId="0" sldId="261"/>
        </pc:sldMkLst>
        <pc:picChg chg="del">
          <ac:chgData name="Lai, Wilson" userId="2840974a-0d84-4886-90a9-9a3ed79f3a48" providerId="ADAL" clId="{9F23B798-9E84-4552-BA63-E776E805C424}" dt="2026-08-12T11:51:42.626" v="21" actId="21"/>
          <ac:picMkLst>
            <pc:docMk/>
            <pc:sldMk cId="0" sldId="261"/>
            <ac:picMk id="2" creationId="{00000000-0000-0000-0000-000000000000}"/>
          </ac:picMkLst>
        </pc:picChg>
        <pc:picChg chg="add">
          <ac:chgData name="Lai, Wilson" userId="2840974a-0d84-4886-90a9-9a3ed79f3a48" providerId="ADAL" clId="{9F23B798-9E84-4552-BA63-E776E805C424}" dt="2026-08-12T11:51:50.605" v="22" actId="22"/>
          <ac:picMkLst>
            <pc:docMk/>
            <pc:sldMk cId="0" sldId="261"/>
            <ac:picMk id="4" creationId="{A2D6EF5D-ADEC-B004-8D20-FE31EA8308A7}"/>
          </ac:picMkLst>
        </pc:picChg>
      </pc:sldChg>
      <pc:sldChg chg="addSp delSp mod modNotes modNotesTx">
        <pc:chgData name="Lai, Wilson" userId="2840974a-0d84-4886-90a9-9a3ed79f3a48" providerId="ADAL" clId="{9F23B798-9E84-4552-BA63-E776E805C424}" dt="2026-08-12T23:59:51.525" v="182" actId="20577"/>
        <pc:sldMkLst>
          <pc:docMk/>
          <pc:sldMk cId="0" sldId="262"/>
        </pc:sldMkLst>
        <pc:picChg chg="del">
          <ac:chgData name="Lai, Wilson" userId="2840974a-0d84-4886-90a9-9a3ed79f3a48" providerId="ADAL" clId="{9F23B798-9E84-4552-BA63-E776E805C424}" dt="2026-08-12T11:51:52.243" v="23" actId="21"/>
          <ac:picMkLst>
            <pc:docMk/>
            <pc:sldMk cId="0" sldId="262"/>
            <ac:picMk id="2" creationId="{00000000-0000-0000-0000-000000000000}"/>
          </ac:picMkLst>
        </pc:picChg>
        <pc:picChg chg="add">
          <ac:chgData name="Lai, Wilson" userId="2840974a-0d84-4886-90a9-9a3ed79f3a48" providerId="ADAL" clId="{9F23B798-9E84-4552-BA63-E776E805C424}" dt="2026-08-12T11:52:00.657" v="24" actId="22"/>
          <ac:picMkLst>
            <pc:docMk/>
            <pc:sldMk cId="0" sldId="262"/>
            <ac:picMk id="4" creationId="{A8B5B39C-8372-2FE5-B1C7-37480291BA46}"/>
          </ac:picMkLst>
        </pc:picChg>
      </pc:sldChg>
      <pc:sldChg chg="addSp delSp mod modNotes modNotesTx">
        <pc:chgData name="Lai, Wilson" userId="2840974a-0d84-4886-90a9-9a3ed79f3a48" providerId="ADAL" clId="{9F23B798-9E84-4552-BA63-E776E805C424}" dt="2026-08-13T00:00:19.536" v="195" actId="20577"/>
        <pc:sldMkLst>
          <pc:docMk/>
          <pc:sldMk cId="0" sldId="263"/>
        </pc:sldMkLst>
        <pc:picChg chg="del">
          <ac:chgData name="Lai, Wilson" userId="2840974a-0d84-4886-90a9-9a3ed79f3a48" providerId="ADAL" clId="{9F23B798-9E84-4552-BA63-E776E805C424}" dt="2026-08-12T11:52:02.744" v="25" actId="21"/>
          <ac:picMkLst>
            <pc:docMk/>
            <pc:sldMk cId="0" sldId="263"/>
            <ac:picMk id="2" creationId="{00000000-0000-0000-0000-000000000000}"/>
          </ac:picMkLst>
        </pc:picChg>
        <pc:picChg chg="add">
          <ac:chgData name="Lai, Wilson" userId="2840974a-0d84-4886-90a9-9a3ed79f3a48" providerId="ADAL" clId="{9F23B798-9E84-4552-BA63-E776E805C424}" dt="2026-08-12T11:52:11.155" v="26" actId="22"/>
          <ac:picMkLst>
            <pc:docMk/>
            <pc:sldMk cId="0" sldId="263"/>
            <ac:picMk id="4" creationId="{9C108AB7-E856-B0F6-D0E3-1DC62D87B990}"/>
          </ac:picMkLst>
        </pc:picChg>
      </pc:sldChg>
      <pc:sldChg chg="addSp delSp mod modNotes modNotesTx">
        <pc:chgData name="Lai, Wilson" userId="2840974a-0d84-4886-90a9-9a3ed79f3a48" providerId="ADAL" clId="{9F23B798-9E84-4552-BA63-E776E805C424}" dt="2026-08-13T00:00:49.435" v="211" actId="6549"/>
        <pc:sldMkLst>
          <pc:docMk/>
          <pc:sldMk cId="0" sldId="264"/>
        </pc:sldMkLst>
        <pc:picChg chg="del">
          <ac:chgData name="Lai, Wilson" userId="2840974a-0d84-4886-90a9-9a3ed79f3a48" providerId="ADAL" clId="{9F23B798-9E84-4552-BA63-E776E805C424}" dt="2026-08-12T11:52:13.146" v="27" actId="21"/>
          <ac:picMkLst>
            <pc:docMk/>
            <pc:sldMk cId="0" sldId="264"/>
            <ac:picMk id="2" creationId="{00000000-0000-0000-0000-000000000000}"/>
          </ac:picMkLst>
        </pc:picChg>
        <pc:picChg chg="add">
          <ac:chgData name="Lai, Wilson" userId="2840974a-0d84-4886-90a9-9a3ed79f3a48" providerId="ADAL" clId="{9F23B798-9E84-4552-BA63-E776E805C424}" dt="2026-08-12T11:52:21.851" v="28" actId="22"/>
          <ac:picMkLst>
            <pc:docMk/>
            <pc:sldMk cId="0" sldId="264"/>
            <ac:picMk id="4" creationId="{D4EFDF53-C499-6B7B-508D-C3C0BC4312BF}"/>
          </ac:picMkLst>
        </pc:picChg>
      </pc:sldChg>
      <pc:sldChg chg="addSp delSp mod modNotes modNotesTx">
        <pc:chgData name="Lai, Wilson" userId="2840974a-0d84-4886-90a9-9a3ed79f3a48" providerId="ADAL" clId="{9F23B798-9E84-4552-BA63-E776E805C424}" dt="2026-08-13T00:01:23.896" v="257" actId="20577"/>
        <pc:sldMkLst>
          <pc:docMk/>
          <pc:sldMk cId="0" sldId="265"/>
        </pc:sldMkLst>
        <pc:picChg chg="del">
          <ac:chgData name="Lai, Wilson" userId="2840974a-0d84-4886-90a9-9a3ed79f3a48" providerId="ADAL" clId="{9F23B798-9E84-4552-BA63-E776E805C424}" dt="2026-08-12T11:52:23.830" v="29" actId="21"/>
          <ac:picMkLst>
            <pc:docMk/>
            <pc:sldMk cId="0" sldId="265"/>
            <ac:picMk id="2" creationId="{00000000-0000-0000-0000-000000000000}"/>
          </ac:picMkLst>
        </pc:picChg>
        <pc:picChg chg="add">
          <ac:chgData name="Lai, Wilson" userId="2840974a-0d84-4886-90a9-9a3ed79f3a48" providerId="ADAL" clId="{9F23B798-9E84-4552-BA63-E776E805C424}" dt="2026-08-12T11:52:39.143" v="30" actId="22"/>
          <ac:picMkLst>
            <pc:docMk/>
            <pc:sldMk cId="0" sldId="265"/>
            <ac:picMk id="4" creationId="{FB686440-839E-F592-1531-767DE743298E}"/>
          </ac:picMkLst>
        </pc:picChg>
      </pc:sldChg>
      <pc:sldChg chg="addSp delSp mod ord modNotes modNotesTx">
        <pc:chgData name="Lai, Wilson" userId="2840974a-0d84-4886-90a9-9a3ed79f3a48" providerId="ADAL" clId="{9F23B798-9E84-4552-BA63-E776E805C424}" dt="2026-08-13T00:02:58.298" v="292"/>
        <pc:sldMkLst>
          <pc:docMk/>
          <pc:sldMk cId="0" sldId="266"/>
        </pc:sldMkLst>
        <pc:picChg chg="del">
          <ac:chgData name="Lai, Wilson" userId="2840974a-0d84-4886-90a9-9a3ed79f3a48" providerId="ADAL" clId="{9F23B798-9E84-4552-BA63-E776E805C424}" dt="2026-08-12T11:52:43.679" v="31" actId="21"/>
          <ac:picMkLst>
            <pc:docMk/>
            <pc:sldMk cId="0" sldId="266"/>
            <ac:picMk id="2" creationId="{00000000-0000-0000-0000-000000000000}"/>
          </ac:picMkLst>
        </pc:picChg>
        <pc:picChg chg="add">
          <ac:chgData name="Lai, Wilson" userId="2840974a-0d84-4886-90a9-9a3ed79f3a48" providerId="ADAL" clId="{9F23B798-9E84-4552-BA63-E776E805C424}" dt="2026-08-12T11:52:54.969" v="32" actId="22"/>
          <ac:picMkLst>
            <pc:docMk/>
            <pc:sldMk cId="0" sldId="266"/>
            <ac:picMk id="4" creationId="{F846B608-5105-68B0-D0A1-C3B3A0794978}"/>
          </ac:picMkLst>
        </pc:picChg>
        <pc:picChg chg="add">
          <ac:chgData name="Lai, Wilson" userId="2840974a-0d84-4886-90a9-9a3ed79f3a48" providerId="ADAL" clId="{9F23B798-9E84-4552-BA63-E776E805C424}" dt="2026-08-12T11:55:17.355" v="46" actId="22"/>
          <ac:picMkLst>
            <pc:docMk/>
            <pc:sldMk cId="0" sldId="266"/>
            <ac:picMk id="6" creationId="{C16D1B27-D178-20A0-9F52-7A9F1D081356}"/>
          </ac:picMkLst>
        </pc:picChg>
      </pc:sldChg>
      <pc:sldChg chg="addSp delSp modSp mod modNotes modNotesTx">
        <pc:chgData name="Lai, Wilson" userId="2840974a-0d84-4886-90a9-9a3ed79f3a48" providerId="ADAL" clId="{9F23B798-9E84-4552-BA63-E776E805C424}" dt="2026-08-13T00:02:58.298" v="292"/>
        <pc:sldMkLst>
          <pc:docMk/>
          <pc:sldMk cId="0" sldId="267"/>
        </pc:sldMkLst>
        <pc:picChg chg="del mod">
          <ac:chgData name="Lai, Wilson" userId="2840974a-0d84-4886-90a9-9a3ed79f3a48" providerId="ADAL" clId="{9F23B798-9E84-4552-BA63-E776E805C424}" dt="2026-08-12T11:52:57.850" v="34" actId="21"/>
          <ac:picMkLst>
            <pc:docMk/>
            <pc:sldMk cId="0" sldId="267"/>
            <ac:picMk id="2" creationId="{00000000-0000-0000-0000-000000000000}"/>
          </ac:picMkLst>
        </pc:picChg>
        <pc:picChg chg="add">
          <ac:chgData name="Lai, Wilson" userId="2840974a-0d84-4886-90a9-9a3ed79f3a48" providerId="ADAL" clId="{9F23B798-9E84-4552-BA63-E776E805C424}" dt="2026-08-12T11:53:05.961" v="35" actId="22"/>
          <ac:picMkLst>
            <pc:docMk/>
            <pc:sldMk cId="0" sldId="267"/>
            <ac:picMk id="4" creationId="{898ED543-CBB2-C8EB-053C-AAAD6CE89B05}"/>
          </ac:picMkLst>
        </pc:picChg>
      </pc:sldChg>
      <pc:sldChg chg="addSp delSp mod modNotes modNotesTx">
        <pc:chgData name="Lai, Wilson" userId="2840974a-0d84-4886-90a9-9a3ed79f3a48" providerId="ADAL" clId="{9F23B798-9E84-4552-BA63-E776E805C424}" dt="2026-08-13T00:02:58.298" v="292"/>
        <pc:sldMkLst>
          <pc:docMk/>
          <pc:sldMk cId="0" sldId="268"/>
        </pc:sldMkLst>
        <pc:picChg chg="del">
          <ac:chgData name="Lai, Wilson" userId="2840974a-0d84-4886-90a9-9a3ed79f3a48" providerId="ADAL" clId="{9F23B798-9E84-4552-BA63-E776E805C424}" dt="2026-08-12T11:53:07.410" v="36" actId="21"/>
          <ac:picMkLst>
            <pc:docMk/>
            <pc:sldMk cId="0" sldId="268"/>
            <ac:picMk id="2" creationId="{00000000-0000-0000-0000-000000000000}"/>
          </ac:picMkLst>
        </pc:picChg>
        <pc:picChg chg="add">
          <ac:chgData name="Lai, Wilson" userId="2840974a-0d84-4886-90a9-9a3ed79f3a48" providerId="ADAL" clId="{9F23B798-9E84-4552-BA63-E776E805C424}" dt="2026-08-12T11:53:18.265" v="37" actId="22"/>
          <ac:picMkLst>
            <pc:docMk/>
            <pc:sldMk cId="0" sldId="268"/>
            <ac:picMk id="4" creationId="{D30A124A-D84A-1A06-33EA-5FC72D194D59}"/>
          </ac:picMkLst>
        </pc:picChg>
      </pc:sldChg>
      <pc:sldChg chg="addSp delSp mod modNotes modNotesTx">
        <pc:chgData name="Lai, Wilson" userId="2840974a-0d84-4886-90a9-9a3ed79f3a48" providerId="ADAL" clId="{9F23B798-9E84-4552-BA63-E776E805C424}" dt="2026-08-13T00:02:58.298" v="292"/>
        <pc:sldMkLst>
          <pc:docMk/>
          <pc:sldMk cId="0" sldId="269"/>
        </pc:sldMkLst>
        <pc:picChg chg="del">
          <ac:chgData name="Lai, Wilson" userId="2840974a-0d84-4886-90a9-9a3ed79f3a48" providerId="ADAL" clId="{9F23B798-9E84-4552-BA63-E776E805C424}" dt="2026-08-12T11:53:20.263" v="38" actId="21"/>
          <ac:picMkLst>
            <pc:docMk/>
            <pc:sldMk cId="0" sldId="269"/>
            <ac:picMk id="2" creationId="{00000000-0000-0000-0000-000000000000}"/>
          </ac:picMkLst>
        </pc:picChg>
        <pc:picChg chg="add">
          <ac:chgData name="Lai, Wilson" userId="2840974a-0d84-4886-90a9-9a3ed79f3a48" providerId="ADAL" clId="{9F23B798-9E84-4552-BA63-E776E805C424}" dt="2026-08-12T11:53:30.201" v="39" actId="22"/>
          <ac:picMkLst>
            <pc:docMk/>
            <pc:sldMk cId="0" sldId="269"/>
            <ac:picMk id="4" creationId="{918A45BC-A8DD-2AA9-733C-D93B94573E2C}"/>
          </ac:picMkLst>
        </pc:picChg>
      </pc:sldChg>
      <pc:sldChg chg="addSp delSp mod ord modNotes modNotesTx">
        <pc:chgData name="Lai, Wilson" userId="2840974a-0d84-4886-90a9-9a3ed79f3a48" providerId="ADAL" clId="{9F23B798-9E84-4552-BA63-E776E805C424}" dt="2026-08-13T00:02:58.298" v="292"/>
        <pc:sldMkLst>
          <pc:docMk/>
          <pc:sldMk cId="0" sldId="270"/>
        </pc:sldMkLst>
        <pc:picChg chg="del">
          <ac:chgData name="Lai, Wilson" userId="2840974a-0d84-4886-90a9-9a3ed79f3a48" providerId="ADAL" clId="{9F23B798-9E84-4552-BA63-E776E805C424}" dt="2026-08-12T11:53:32.072" v="40" actId="21"/>
          <ac:picMkLst>
            <pc:docMk/>
            <pc:sldMk cId="0" sldId="270"/>
            <ac:picMk id="2" creationId="{00000000-0000-0000-0000-000000000000}"/>
          </ac:picMkLst>
        </pc:picChg>
        <pc:picChg chg="add">
          <ac:chgData name="Lai, Wilson" userId="2840974a-0d84-4886-90a9-9a3ed79f3a48" providerId="ADAL" clId="{9F23B798-9E84-4552-BA63-E776E805C424}" dt="2026-08-12T11:53:46.238" v="41" actId="22"/>
          <ac:picMkLst>
            <pc:docMk/>
            <pc:sldMk cId="0" sldId="270"/>
            <ac:picMk id="4" creationId="{B62AA6A4-1AE3-24F9-F3D4-823E3F4D4000}"/>
          </ac:picMkLst>
        </pc:picChg>
      </pc:sldChg>
      <pc:sldChg chg="addSp delSp mod modNotes modNotesTx">
        <pc:chgData name="Lai, Wilson" userId="2840974a-0d84-4886-90a9-9a3ed79f3a48" providerId="ADAL" clId="{9F23B798-9E84-4552-BA63-E776E805C424}" dt="2026-08-13T00:02:58.298" v="292"/>
        <pc:sldMkLst>
          <pc:docMk/>
          <pc:sldMk cId="0" sldId="271"/>
        </pc:sldMkLst>
        <pc:picChg chg="del">
          <ac:chgData name="Lai, Wilson" userId="2840974a-0d84-4886-90a9-9a3ed79f3a48" providerId="ADAL" clId="{9F23B798-9E84-4552-BA63-E776E805C424}" dt="2026-08-12T11:53:47.830" v="42" actId="21"/>
          <ac:picMkLst>
            <pc:docMk/>
            <pc:sldMk cId="0" sldId="271"/>
            <ac:picMk id="2" creationId="{00000000-0000-0000-0000-000000000000}"/>
          </ac:picMkLst>
        </pc:picChg>
        <pc:picChg chg="add">
          <ac:chgData name="Lai, Wilson" userId="2840974a-0d84-4886-90a9-9a3ed79f3a48" providerId="ADAL" clId="{9F23B798-9E84-4552-BA63-E776E805C424}" dt="2026-08-12T11:53:55.463" v="43" actId="22"/>
          <ac:picMkLst>
            <pc:docMk/>
            <pc:sldMk cId="0" sldId="271"/>
            <ac:picMk id="4" creationId="{7DF9FCBA-FABC-A820-430B-7E87F1AE7E5C}"/>
          </ac:picMkLst>
        </pc:picChg>
      </pc:sldChg>
      <pc:sldChg chg="addSp delSp mod modNotes modNotesTx">
        <pc:chgData name="Lai, Wilson" userId="2840974a-0d84-4886-90a9-9a3ed79f3a48" providerId="ADAL" clId="{9F23B798-9E84-4552-BA63-E776E805C424}" dt="2026-08-12T23:57:13.095" v="105" actId="20577"/>
        <pc:sldMkLst>
          <pc:docMk/>
          <pc:sldMk cId="2059338830" sldId="272"/>
        </pc:sldMkLst>
        <pc:picChg chg="del">
          <ac:chgData name="Lai, Wilson" userId="2840974a-0d84-4886-90a9-9a3ed79f3a48" providerId="ADAL" clId="{9F23B798-9E84-4552-BA63-E776E805C424}" dt="2026-08-12T11:53:57.965" v="44" actId="21"/>
          <ac:picMkLst>
            <pc:docMk/>
            <pc:sldMk cId="2059338830" sldId="272"/>
            <ac:picMk id="3" creationId="{341CD526-37F9-F0E1-E5B3-7D6B7BDE2FD9}"/>
          </ac:picMkLst>
        </pc:picChg>
        <pc:picChg chg="add">
          <ac:chgData name="Lai, Wilson" userId="2840974a-0d84-4886-90a9-9a3ed79f3a48" providerId="ADAL" clId="{9F23B798-9E84-4552-BA63-E776E805C424}" dt="2026-08-12T11:54:07.059" v="45" actId="22"/>
          <ac:picMkLst>
            <pc:docMk/>
            <pc:sldMk cId="2059338830" sldId="272"/>
            <ac:picMk id="4" creationId="{D49EF39D-5A5B-51BF-21EB-E87EA4C55D3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7190F8-AF65-4E65-9887-556E144DF8A0}"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D2F710-8223-4581-9A49-79776E49A38C}" type="slidenum">
              <a:rPr lang="en-US" smtClean="0"/>
              <a:t>‹#›</a:t>
            </a:fld>
            <a:endParaRPr lang="en-US"/>
          </a:p>
        </p:txBody>
      </p:sp>
    </p:spTree>
    <p:extLst>
      <p:ext uri="{BB962C8B-B14F-4D97-AF65-F5344CB8AC3E}">
        <p14:creationId xmlns:p14="http://schemas.microsoft.com/office/powerpoint/2010/main" val="4022951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 are exploring 'The Architecture of Sense-Making'—a framework for navigating discourse and truth in an era of collapsing institutions and extreme cultural polarization. </a:t>
            </a:r>
          </a:p>
          <a:p>
            <a:r>
              <a:rPr lang="en-US" sz="1200" kern="1200" dirty="0">
                <a:solidFill>
                  <a:schemeClr val="tx1"/>
                </a:solidFill>
                <a:effectLst/>
                <a:latin typeface="+mn-lt"/>
                <a:ea typeface="+mn-ea"/>
                <a:cs typeface="+mn-cs"/>
              </a:rPr>
              <a:t>When we examine modern public discourse, we see a fractured landscape. On one side, institutions and economic structures are failing or turning pathological. On the other side, individuals feel atomized, anxious, and helpless. </a:t>
            </a:r>
          </a:p>
          <a:p>
            <a:r>
              <a:rPr lang="en-US" sz="1200" kern="1200" dirty="0">
                <a:solidFill>
                  <a:schemeClr val="tx1"/>
                </a:solidFill>
                <a:effectLst/>
                <a:latin typeface="+mn-lt"/>
                <a:ea typeface="+mn-ea"/>
                <a:cs typeface="+mn-cs"/>
              </a:rPr>
              <a:t>In this presentation, we will synthesize two seemingly contradictory perspectives: the necessity of radical personal responsibility and the undeniable reality of broken macroeconomic systems. By combining rigorous individual virtue with sharp systemic critique, we can construct an elegant debate framework to make sense of our world.</a:t>
            </a:r>
          </a:p>
          <a:p>
            <a:endParaRPr lang="en-US" dirty="0"/>
          </a:p>
          <a:p>
            <a:endParaRPr lang="en-US" dirty="0"/>
          </a:p>
          <a:p>
            <a:r>
              <a:rPr lang="en-US" dirty="0"/>
              <a:t>https://www.youtube.com/watch?v=OQnyhTsmH5w</a:t>
            </a:r>
          </a:p>
        </p:txBody>
      </p:sp>
      <p:sp>
        <p:nvSpPr>
          <p:cNvPr id="4" name="Slide Number Placeholder 3"/>
          <p:cNvSpPr>
            <a:spLocks noGrp="1"/>
          </p:cNvSpPr>
          <p:nvPr>
            <p:ph type="sldNum" sz="quarter" idx="5"/>
          </p:nvPr>
        </p:nvSpPr>
        <p:spPr/>
        <p:txBody>
          <a:bodyPr/>
          <a:lstStyle/>
          <a:p>
            <a:fld id="{23D2F710-8223-4581-9A49-79776E49A38C}" type="slidenum">
              <a:rPr lang="en-US" smtClean="0"/>
              <a:t>1</a:t>
            </a:fld>
            <a:endParaRPr lang="en-US"/>
          </a:p>
        </p:txBody>
      </p:sp>
    </p:spTree>
    <p:extLst>
      <p:ext uri="{BB962C8B-B14F-4D97-AF65-F5344CB8AC3E}">
        <p14:creationId xmlns:p14="http://schemas.microsoft.com/office/powerpoint/2010/main" val="37749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Most modern political debate takes place in what we call the 'Low-Resolution Bunker'. In this space, discourse is reduced to declaring who is right and who is wrong, often flattening complex issues into tribal soundbites. As Ben Shapiro and Jordan Peterson note, people hunker down in their political bunkers where everything revolves around rigid low-resolution certainties </a:t>
            </a:r>
          </a:p>
          <a:p>
            <a:r>
              <a:rPr lang="en-US" sz="1200" kern="1200" dirty="0">
                <a:solidFill>
                  <a:schemeClr val="tx1"/>
                </a:solidFill>
                <a:effectLst/>
                <a:latin typeface="+mn-lt"/>
                <a:ea typeface="+mn-ea"/>
                <a:cs typeface="+mn-cs"/>
              </a:rPr>
              <a:t>To leave this bunker, we need what Eric Weinstein calls a 'Generous Spirit'—a fundamental faith in rationality. This means operating under the assumption that if reasoning is done correctly, engaging with ideas won't lead to chaos </a:t>
            </a:r>
          </a:p>
          <a:p>
            <a:r>
              <a:rPr lang="en-US" sz="1200" kern="1200" dirty="0">
                <a:solidFill>
                  <a:schemeClr val="tx1"/>
                </a:solidFill>
                <a:effectLst/>
                <a:latin typeface="+mn-lt"/>
                <a:ea typeface="+mn-ea"/>
                <a:cs typeface="+mn-cs"/>
              </a:rPr>
              <a:t>Furthermore, as Ben Shapiro highlights, productive discourse requires seeking out the most sophisticated version of an opponent's argument—'steel-manning' it rather than knocking down the weakest, caricatured version on social media. Engaging with superior arguments hones the mind and expands our worldview.</a:t>
            </a:r>
          </a:p>
          <a:p>
            <a:endParaRPr lang="en-US" dirty="0"/>
          </a:p>
        </p:txBody>
      </p:sp>
      <p:sp>
        <p:nvSpPr>
          <p:cNvPr id="4" name="Slide Number Placeholder 3"/>
          <p:cNvSpPr>
            <a:spLocks noGrp="1"/>
          </p:cNvSpPr>
          <p:nvPr>
            <p:ph type="sldNum" sz="quarter" idx="5"/>
          </p:nvPr>
        </p:nvSpPr>
        <p:spPr/>
        <p:txBody>
          <a:bodyPr/>
          <a:lstStyle/>
          <a:p>
            <a:fld id="{23D2F710-8223-4581-9A49-79776E49A38C}" type="slidenum">
              <a:rPr lang="en-US" smtClean="0"/>
              <a:t>2</a:t>
            </a:fld>
            <a:endParaRPr lang="en-US"/>
          </a:p>
        </p:txBody>
      </p:sp>
    </p:spTree>
    <p:extLst>
      <p:ext uri="{BB962C8B-B14F-4D97-AF65-F5344CB8AC3E}">
        <p14:creationId xmlns:p14="http://schemas.microsoft.com/office/powerpoint/2010/main" val="13766548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hear the word 'diversity' constantly, but Eric Weinstein makes a crucial distinction between 'Good Diversity' and 'Bad Diversity'.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Good Diversity</a:t>
            </a:r>
            <a:r>
              <a:rPr lang="en-US" sz="1200" kern="1200" dirty="0">
                <a:solidFill>
                  <a:schemeClr val="tx1"/>
                </a:solidFill>
                <a:effectLst/>
                <a:latin typeface="+mn-lt"/>
                <a:ea typeface="+mn-ea"/>
                <a:cs typeface="+mn-cs"/>
              </a:rPr>
              <a:t> occurs when individuals with different vantage points walk around a complex problem together. They check each other’s blind spots and build a higher structural truth. For example, when two theologians and two astrophysicists discuss deep questions within a shared commitment to truth, they construct a higher framework.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Bad Diversity</a:t>
            </a:r>
            <a:r>
              <a:rPr lang="en-US" sz="1200" kern="1200" dirty="0">
                <a:solidFill>
                  <a:schemeClr val="tx1"/>
                </a:solidFill>
                <a:effectLst/>
                <a:latin typeface="+mn-lt"/>
                <a:ea typeface="+mn-ea"/>
                <a:cs typeface="+mn-cs"/>
              </a:rPr>
              <a:t>, on the other hand, is like putting drivers who drive on the left side of the road with drivers who drive on the right side on the same highway without a shared rulebook. When participants clash on incompatible starting assumptions without a shared framework for truth, you get eight hours of tearing each other down—an intellectual auto accident with zero achievement</a:t>
            </a:r>
          </a:p>
          <a:p>
            <a:endParaRPr lang="en-US" dirty="0"/>
          </a:p>
        </p:txBody>
      </p:sp>
      <p:sp>
        <p:nvSpPr>
          <p:cNvPr id="4" name="Slide Number Placeholder 3"/>
          <p:cNvSpPr>
            <a:spLocks noGrp="1"/>
          </p:cNvSpPr>
          <p:nvPr>
            <p:ph type="sldNum" sz="quarter" idx="5"/>
          </p:nvPr>
        </p:nvSpPr>
        <p:spPr/>
        <p:txBody>
          <a:bodyPr/>
          <a:lstStyle/>
          <a:p>
            <a:fld id="{23D2F710-8223-4581-9A49-79776E49A38C}" type="slidenum">
              <a:rPr lang="en-US" smtClean="0"/>
              <a:t>3</a:t>
            </a:fld>
            <a:endParaRPr lang="en-US"/>
          </a:p>
        </p:txBody>
      </p:sp>
    </p:spTree>
    <p:extLst>
      <p:ext uri="{BB962C8B-B14F-4D97-AF65-F5344CB8AC3E}">
        <p14:creationId xmlns:p14="http://schemas.microsoft.com/office/powerpoint/2010/main" val="1512538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 we internalize new ideas without letting our egos get in the way? We use the 'Cognitive Lego' framework. </a:t>
            </a:r>
          </a:p>
          <a:p>
            <a:r>
              <a:rPr lang="en-US" sz="1200" b="1" kern="1200" dirty="0">
                <a:solidFill>
                  <a:schemeClr val="tx1"/>
                </a:solidFill>
                <a:effectLst/>
                <a:latin typeface="+mn-lt"/>
                <a:ea typeface="+mn-ea"/>
                <a:cs typeface="+mn-cs"/>
              </a:rPr>
              <a:t>Step 1:</a:t>
            </a:r>
            <a:r>
              <a:rPr lang="en-US" sz="1200" kern="1200" dirty="0">
                <a:solidFill>
                  <a:schemeClr val="tx1"/>
                </a:solidFill>
                <a:effectLst/>
                <a:latin typeface="+mn-lt"/>
                <a:ea typeface="+mn-ea"/>
                <a:cs typeface="+mn-cs"/>
              </a:rPr>
              <a:t> An opponent identifies a flaw in your argument or presents unassailable facts that don't fit your model. </a:t>
            </a:r>
          </a:p>
          <a:p>
            <a:r>
              <a:rPr lang="en-US" sz="1200" b="1" kern="1200" dirty="0">
                <a:solidFill>
                  <a:schemeClr val="tx1"/>
                </a:solidFill>
                <a:effectLst/>
                <a:latin typeface="+mn-lt"/>
                <a:ea typeface="+mn-ea"/>
                <a:cs typeface="+mn-cs"/>
              </a:rPr>
              <a:t>Step 2:</a:t>
            </a:r>
            <a:r>
              <a:rPr lang="en-US" sz="1200" kern="1200" dirty="0">
                <a:solidFill>
                  <a:schemeClr val="tx1"/>
                </a:solidFill>
                <a:effectLst/>
                <a:latin typeface="+mn-lt"/>
                <a:ea typeface="+mn-ea"/>
                <a:cs typeface="+mn-cs"/>
              </a:rPr>
              <a:t> Instead of getting angry or defensive, you smile. You perform a non-egoic swap, immediately trading out the weak premise for a sharper, more sophisticated idea. </a:t>
            </a:r>
          </a:p>
          <a:p>
            <a:r>
              <a:rPr lang="en-US" sz="1200" b="1" kern="1200" dirty="0">
                <a:solidFill>
                  <a:schemeClr val="tx1"/>
                </a:solidFill>
                <a:effectLst/>
                <a:latin typeface="+mn-lt"/>
                <a:ea typeface="+mn-ea"/>
                <a:cs typeface="+mn-cs"/>
              </a:rPr>
              <a:t>Step 3:</a:t>
            </a:r>
            <a:r>
              <a:rPr lang="en-US" sz="1200" kern="1200" dirty="0">
                <a:solidFill>
                  <a:schemeClr val="tx1"/>
                </a:solidFill>
                <a:effectLst/>
                <a:latin typeface="+mn-lt"/>
                <a:ea typeface="+mn-ea"/>
                <a:cs typeface="+mn-cs"/>
              </a:rPr>
              <a:t> As Jordan Peterson explains, arguments are not abstract trophies; they are operational tools in your cognitive toolbox. Stealing superior ideas from your opponents sharpens your toolkit, allowing you to operate far more effectively and resiliently in the world. </a:t>
            </a:r>
          </a:p>
          <a:p>
            <a:endParaRPr lang="en-US" dirty="0"/>
          </a:p>
        </p:txBody>
      </p:sp>
      <p:sp>
        <p:nvSpPr>
          <p:cNvPr id="4" name="Slide Number Placeholder 3"/>
          <p:cNvSpPr>
            <a:spLocks noGrp="1"/>
          </p:cNvSpPr>
          <p:nvPr>
            <p:ph type="sldNum" sz="quarter" idx="5"/>
          </p:nvPr>
        </p:nvSpPr>
        <p:spPr/>
        <p:txBody>
          <a:bodyPr/>
          <a:lstStyle/>
          <a:p>
            <a:fld id="{23D2F710-8223-4581-9A49-79776E49A38C}" type="slidenum">
              <a:rPr lang="en-US" smtClean="0"/>
              <a:t>4</a:t>
            </a:fld>
            <a:endParaRPr lang="en-US"/>
          </a:p>
        </p:txBody>
      </p:sp>
    </p:spTree>
    <p:extLst>
      <p:ext uri="{BB962C8B-B14F-4D97-AF65-F5344CB8AC3E}">
        <p14:creationId xmlns:p14="http://schemas.microsoft.com/office/powerpoint/2010/main" val="28313389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we arrive at the primary tension of modern discourse: </a:t>
            </a:r>
            <a:r>
              <a:rPr lang="en-US" sz="1200" b="1" kern="1200" dirty="0">
                <a:solidFill>
                  <a:schemeClr val="tx1"/>
                </a:solidFill>
                <a:effectLst/>
                <a:latin typeface="+mn-lt"/>
                <a:ea typeface="+mn-ea"/>
                <a:cs typeface="+mn-cs"/>
              </a:rPr>
              <a:t>Individual Agency vs. Systemic Structure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On one hand, thinkers like Ben Shapiro and Jordan Peterson champion the 'Sovereign Individual'. They emphasize cognitive behavioral therapy at scale, personal virtue, local control, and solving your own problems.</a:t>
            </a:r>
          </a:p>
          <a:p>
            <a:r>
              <a:rPr lang="en-US" sz="1200" kern="1200" dirty="0">
                <a:solidFill>
                  <a:schemeClr val="tx1"/>
                </a:solidFill>
                <a:effectLst/>
                <a:latin typeface="+mn-lt"/>
                <a:ea typeface="+mn-ea"/>
                <a:cs typeface="+mn-cs"/>
              </a:rPr>
              <a:t>On the other hand, thinkers like Eric Weinstein point to 'Institutional Betrayal'—macroeconomic shifts, structural deception, and systemic failures that individuals cannot simply 'bootstrap' their way out of. </a:t>
            </a:r>
          </a:p>
          <a:p>
            <a:r>
              <a:rPr lang="en-US" sz="1200" kern="1200" dirty="0">
                <a:solidFill>
                  <a:schemeClr val="tx1"/>
                </a:solidFill>
                <a:effectLst/>
                <a:latin typeface="+mn-lt"/>
                <a:ea typeface="+mn-ea"/>
                <a:cs typeface="+mn-cs"/>
              </a:rPr>
              <a:t>To properly diagnose societal decay, we must hold two contradictory truths at once: </a:t>
            </a:r>
            <a:r>
              <a:rPr lang="en-US" sz="1200" b="1" kern="1200" dirty="0">
                <a:solidFill>
                  <a:schemeClr val="tx1"/>
                </a:solidFill>
                <a:effectLst/>
                <a:latin typeface="+mn-lt"/>
                <a:ea typeface="+mn-ea"/>
                <a:cs typeface="+mn-cs"/>
              </a:rPr>
              <a:t>absolute personal responsibility is necessary, but broken economic machines are a stark reality</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23D2F710-8223-4581-9A49-79776E49A38C}" type="slidenum">
              <a:rPr lang="en-US" smtClean="0"/>
              <a:t>5</a:t>
            </a:fld>
            <a:endParaRPr lang="en-US"/>
          </a:p>
        </p:txBody>
      </p:sp>
    </p:spTree>
    <p:extLst>
      <p:ext uri="{BB962C8B-B14F-4D97-AF65-F5344CB8AC3E}">
        <p14:creationId xmlns:p14="http://schemas.microsoft.com/office/powerpoint/2010/main" val="3772248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Look at base reality: compared to 1930, we live in an era of unprecedented physical luxury, yet subjective depression, anxiety, and the urge to burn down the system are rampant. </a:t>
            </a:r>
          </a:p>
          <a:p>
            <a:r>
              <a:rPr lang="en-US" sz="1200" kern="1200" dirty="0">
                <a:solidFill>
                  <a:schemeClr val="tx1"/>
                </a:solidFill>
                <a:effectLst/>
                <a:latin typeface="+mn-lt"/>
                <a:ea typeface="+mn-ea"/>
                <a:cs typeface="+mn-cs"/>
              </a:rPr>
              <a:t>How do we fix this? Through incremental compounding: </a:t>
            </a:r>
          </a:p>
          <a:p>
            <a:pPr marL="228600" indent="-228600">
              <a:buFont typeface="+mj-lt"/>
              <a:buAutoNum type="arabicPeriod"/>
            </a:pPr>
            <a:r>
              <a:rPr lang="en-US" sz="1200" b="1" kern="1200" dirty="0">
                <a:solidFill>
                  <a:schemeClr val="tx1"/>
                </a:solidFill>
                <a:effectLst/>
                <a:latin typeface="+mn-lt"/>
                <a:ea typeface="+mn-ea"/>
                <a:cs typeface="+mn-cs"/>
              </a:rPr>
              <a:t>Delineate the Controllable:</a:t>
            </a:r>
            <a:r>
              <a:rPr lang="en-US" sz="1200" kern="1200" dirty="0">
                <a:solidFill>
                  <a:schemeClr val="tx1"/>
                </a:solidFill>
                <a:effectLst/>
                <a:latin typeface="+mn-lt"/>
                <a:ea typeface="+mn-ea"/>
                <a:cs typeface="+mn-cs"/>
              </a:rPr>
              <a:t> Identify the exact portion of your problems that falls strictly within your personal agency. </a:t>
            </a:r>
          </a:p>
          <a:p>
            <a:pPr marL="228600" indent="-228600">
              <a:buFont typeface="+mj-lt"/>
              <a:buAutoNum type="arabicPeriod"/>
            </a:pPr>
            <a:r>
              <a:rPr lang="en-US" sz="1200" b="1" kern="1200" dirty="0">
                <a:solidFill>
                  <a:schemeClr val="tx1"/>
                </a:solidFill>
                <a:effectLst/>
                <a:latin typeface="+mn-lt"/>
                <a:ea typeface="+mn-ea"/>
                <a:cs typeface="+mn-cs"/>
              </a:rPr>
              <a:t>Implement Radical Virtue:</a:t>
            </a:r>
            <a:r>
              <a:rPr lang="en-US" sz="1200" kern="1200" dirty="0">
                <a:solidFill>
                  <a:schemeClr val="tx1"/>
                </a:solidFill>
                <a:effectLst/>
                <a:latin typeface="+mn-lt"/>
                <a:ea typeface="+mn-ea"/>
                <a:cs typeface="+mn-cs"/>
              </a:rPr>
              <a:t> Put your own life in order, clean your room, take on responsibility, and speak your partial truth. Stop getting bitter over a neighbor's comparative success. </a:t>
            </a:r>
          </a:p>
          <a:p>
            <a:pPr marL="228600" indent="-228600">
              <a:buFont typeface="+mj-lt"/>
              <a:buAutoNum type="arabicPeriod"/>
            </a:pPr>
            <a:r>
              <a:rPr lang="en-US" sz="1200" b="1" kern="1200" dirty="0">
                <a:solidFill>
                  <a:schemeClr val="tx1"/>
                </a:solidFill>
                <a:effectLst/>
                <a:latin typeface="+mn-lt"/>
                <a:ea typeface="+mn-ea"/>
                <a:cs typeface="+mn-cs"/>
              </a:rPr>
              <a:t>Compound Returns:</a:t>
            </a:r>
            <a:r>
              <a:rPr lang="en-US" sz="1200" kern="1200" dirty="0">
                <a:solidFill>
                  <a:schemeClr val="tx1"/>
                </a:solidFill>
                <a:effectLst/>
                <a:latin typeface="+mn-lt"/>
                <a:ea typeface="+mn-ea"/>
                <a:cs typeface="+mn-cs"/>
              </a:rPr>
              <a:t> Small, localized improvements stave off chaotic descents into the abyss and create a solid buffer against unavoidable macroeconomic volatility.</a:t>
            </a:r>
          </a:p>
          <a:p>
            <a:endParaRPr lang="en-US" dirty="0"/>
          </a:p>
        </p:txBody>
      </p:sp>
      <p:sp>
        <p:nvSpPr>
          <p:cNvPr id="4" name="Slide Number Placeholder 3"/>
          <p:cNvSpPr>
            <a:spLocks noGrp="1"/>
          </p:cNvSpPr>
          <p:nvPr>
            <p:ph type="sldNum" sz="quarter" idx="5"/>
          </p:nvPr>
        </p:nvSpPr>
        <p:spPr/>
        <p:txBody>
          <a:bodyPr/>
          <a:lstStyle/>
          <a:p>
            <a:fld id="{23D2F710-8223-4581-9A49-79776E49A38C}" type="slidenum">
              <a:rPr lang="en-US" smtClean="0"/>
              <a:t>6</a:t>
            </a:fld>
            <a:endParaRPr lang="en-US"/>
          </a:p>
        </p:txBody>
      </p:sp>
    </p:spTree>
    <p:extLst>
      <p:ext uri="{BB962C8B-B14F-4D97-AF65-F5344CB8AC3E}">
        <p14:creationId xmlns:p14="http://schemas.microsoft.com/office/powerpoint/2010/main" val="3124464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why people are angry, we must look at economic structure. </a:t>
            </a:r>
          </a:p>
          <a:p>
            <a:r>
              <a:rPr lang="en-US" sz="1200" kern="1200" dirty="0">
                <a:solidFill>
                  <a:schemeClr val="tx1"/>
                </a:solidFill>
                <a:effectLst/>
                <a:latin typeface="+mn-lt"/>
                <a:ea typeface="+mn-ea"/>
                <a:cs typeface="+mn-cs"/>
              </a:rPr>
              <a:t>From 1945 to 1970, the West enjoyed 'Anthropic Capitalism'—a period where GDP growth and median male income tracked together. Hard work reliably yielded a low-variance, stable 30-year life plan. </a:t>
            </a:r>
          </a:p>
          <a:p>
            <a:r>
              <a:rPr lang="en-US" sz="1200" kern="1200" dirty="0">
                <a:solidFill>
                  <a:schemeClr val="tx1"/>
                </a:solidFill>
                <a:effectLst/>
                <a:latin typeface="+mn-lt"/>
                <a:ea typeface="+mn-ea"/>
                <a:cs typeface="+mn-cs"/>
              </a:rPr>
              <a:t>Around 1970, a major phase change occurred: GDP/productivity continued to climb, while median wages flatlined. Since then, growth has often been masked by the 'Gimmick Economy'—offshoring, tech poaching, financial engineering, and market manipulation that disguise local stagnation in the West </a:t>
            </a:r>
          </a:p>
          <a:p>
            <a:endParaRPr lang="en-US" dirty="0"/>
          </a:p>
        </p:txBody>
      </p:sp>
      <p:sp>
        <p:nvSpPr>
          <p:cNvPr id="4" name="Slide Number Placeholder 3"/>
          <p:cNvSpPr>
            <a:spLocks noGrp="1"/>
          </p:cNvSpPr>
          <p:nvPr>
            <p:ph type="sldNum" sz="quarter" idx="5"/>
          </p:nvPr>
        </p:nvSpPr>
        <p:spPr/>
        <p:txBody>
          <a:bodyPr/>
          <a:lstStyle/>
          <a:p>
            <a:fld id="{23D2F710-8223-4581-9A49-79776E49A38C}" type="slidenum">
              <a:rPr lang="en-US" smtClean="0"/>
              <a:t>7</a:t>
            </a:fld>
            <a:endParaRPr lang="en-US"/>
          </a:p>
        </p:txBody>
      </p:sp>
    </p:spTree>
    <p:extLst>
      <p:ext uri="{BB962C8B-B14F-4D97-AF65-F5344CB8AC3E}">
        <p14:creationId xmlns:p14="http://schemas.microsoft.com/office/powerpoint/2010/main" val="23033118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Why do institutions lie to us? Eric Weinstein explains this via the 'Embedded Growth Obligation' (EGO). </a:t>
            </a:r>
          </a:p>
          <a:p>
            <a:r>
              <a:rPr lang="en-US" sz="1200" b="1" kern="1200" dirty="0">
                <a:solidFill>
                  <a:schemeClr val="tx1"/>
                </a:solidFill>
                <a:effectLst/>
                <a:latin typeface="+mn-lt"/>
                <a:ea typeface="+mn-ea"/>
                <a:cs typeface="+mn-cs"/>
              </a:rPr>
              <a:t>Phase 1 &amp; 2:</a:t>
            </a:r>
            <a:r>
              <a:rPr lang="en-US" sz="1200" kern="1200" dirty="0">
                <a:solidFill>
                  <a:schemeClr val="tx1"/>
                </a:solidFill>
                <a:effectLst/>
                <a:latin typeface="+mn-lt"/>
                <a:ea typeface="+mn-ea"/>
                <a:cs typeface="+mn-cs"/>
              </a:rPr>
              <a:t> Post-WWII institutions were designed assuming infinite exponential growth. But Price's Law dictates that exponential trends in closed systems eventually hit a wall—you cannot have exponentially more PhDs per child. </a:t>
            </a:r>
          </a:p>
          <a:p>
            <a:r>
              <a:rPr lang="en-US" sz="1200" b="1" kern="1200" dirty="0">
                <a:solidFill>
                  <a:schemeClr val="tx1"/>
                </a:solidFill>
                <a:effectLst/>
                <a:latin typeface="+mn-lt"/>
                <a:ea typeface="+mn-ea"/>
                <a:cs typeface="+mn-cs"/>
              </a:rPr>
              <a:t>Phase 3 &amp; 4:</a:t>
            </a:r>
            <a:r>
              <a:rPr lang="en-US" sz="1200" kern="1200" dirty="0">
                <a:solidFill>
                  <a:schemeClr val="tx1"/>
                </a:solidFill>
                <a:effectLst/>
                <a:latin typeface="+mn-lt"/>
                <a:ea typeface="+mn-ea"/>
                <a:cs typeface="+mn-cs"/>
              </a:rPr>
              <a:t> When natural growth stopped after 1970, institutional infrastructure still demanded growth to survive. The institution turned pathological. Experts were forced to lie and create hidden pyramid schemes—such as promising professorships to 20 PhD students when only one slot exists—just to keep institutions afloat. </a:t>
            </a:r>
          </a:p>
          <a:p>
            <a:endParaRPr lang="en-US" dirty="0"/>
          </a:p>
        </p:txBody>
      </p:sp>
      <p:sp>
        <p:nvSpPr>
          <p:cNvPr id="4" name="Slide Number Placeholder 3"/>
          <p:cNvSpPr>
            <a:spLocks noGrp="1"/>
          </p:cNvSpPr>
          <p:nvPr>
            <p:ph type="sldNum" sz="quarter" idx="5"/>
          </p:nvPr>
        </p:nvSpPr>
        <p:spPr/>
        <p:txBody>
          <a:bodyPr/>
          <a:lstStyle/>
          <a:p>
            <a:fld id="{23D2F710-8223-4581-9A49-79776E49A38C}" type="slidenum">
              <a:rPr lang="en-US" smtClean="0"/>
              <a:t>8</a:t>
            </a:fld>
            <a:endParaRPr lang="en-US"/>
          </a:p>
        </p:txBody>
      </p:sp>
    </p:spTree>
    <p:extLst>
      <p:ext uri="{BB962C8B-B14F-4D97-AF65-F5344CB8AC3E}">
        <p14:creationId xmlns:p14="http://schemas.microsoft.com/office/powerpoint/2010/main" val="30872435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While personal responsibility is vital, relying solely on a 'bootstrap narrative' ignores key realities: </a:t>
            </a:r>
          </a:p>
          <a:p>
            <a:r>
              <a:rPr lang="en-US" sz="1200" b="1" kern="1200" dirty="0">
                <a:solidFill>
                  <a:schemeClr val="tx1"/>
                </a:solidFill>
                <a:effectLst/>
                <a:latin typeface="+mn-lt"/>
                <a:ea typeface="+mn-ea"/>
                <a:cs typeface="+mn-cs"/>
              </a:rPr>
              <a:t>Model A (Market Meddling):</a:t>
            </a:r>
            <a:r>
              <a:rPr lang="en-US" sz="1200" kern="1200" dirty="0">
                <a:solidFill>
                  <a:schemeClr val="tx1"/>
                </a:solidFill>
                <a:effectLst/>
                <a:latin typeface="+mn-lt"/>
                <a:ea typeface="+mn-ea"/>
                <a:cs typeface="+mn-cs"/>
              </a:rPr>
              <a:t> Institutions actively collude to suppress wages. Weinstein cites how the National Academy of Sciences artificially suppressed elite STEM wages in the 1990s, leaving brilliant PhD grads with $14k/year offers. Individual hard work cannot easily overcome systemic cartels. </a:t>
            </a:r>
          </a:p>
          <a:p>
            <a:r>
              <a:rPr lang="en-US" sz="1200" b="1" kern="1200" dirty="0">
                <a:solidFill>
                  <a:schemeClr val="tx1"/>
                </a:solidFill>
                <a:effectLst/>
                <a:latin typeface="+mn-lt"/>
                <a:ea typeface="+mn-ea"/>
                <a:cs typeface="+mn-cs"/>
              </a:rPr>
              <a:t>Model B (IQ Distribution):</a:t>
            </a:r>
            <a:r>
              <a:rPr lang="en-US" sz="1200" kern="1200" dirty="0">
                <a:solidFill>
                  <a:schemeClr val="tx1"/>
                </a:solidFill>
                <a:effectLst/>
                <a:latin typeface="+mn-lt"/>
                <a:ea typeface="+mn-ea"/>
                <a:cs typeface="+mn-cs"/>
              </a:rPr>
              <a:t> Jordan Peterson points out that cognitive ability follows a distribution. In a complex, highly cognitive meritocracy, roughly 15–20% of the population has an IQ below 90. Both the right (assuming hard work solves all) and the left (assuming removing barriers creates equality) ignore these biological realities. </a:t>
            </a:r>
          </a:p>
          <a:p>
            <a:endParaRPr lang="en-US" dirty="0"/>
          </a:p>
        </p:txBody>
      </p:sp>
      <p:sp>
        <p:nvSpPr>
          <p:cNvPr id="4" name="Slide Number Placeholder 3"/>
          <p:cNvSpPr>
            <a:spLocks noGrp="1"/>
          </p:cNvSpPr>
          <p:nvPr>
            <p:ph type="sldNum" sz="quarter" idx="5"/>
          </p:nvPr>
        </p:nvSpPr>
        <p:spPr/>
        <p:txBody>
          <a:bodyPr/>
          <a:lstStyle/>
          <a:p>
            <a:fld id="{23D2F710-8223-4581-9A49-79776E49A38C}" type="slidenum">
              <a:rPr lang="en-US" smtClean="0"/>
              <a:t>9</a:t>
            </a:fld>
            <a:endParaRPr lang="en-US"/>
          </a:p>
        </p:txBody>
      </p:sp>
    </p:spTree>
    <p:extLst>
      <p:ext uri="{BB962C8B-B14F-4D97-AF65-F5344CB8AC3E}">
        <p14:creationId xmlns:p14="http://schemas.microsoft.com/office/powerpoint/2010/main" val="23271347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table synthesizes our diagnosis of the modern condition: </a:t>
            </a:r>
          </a:p>
          <a:p>
            <a:r>
              <a:rPr lang="en-US" sz="1200" b="1" kern="1200" dirty="0">
                <a:solidFill>
                  <a:schemeClr val="tx1"/>
                </a:solidFill>
                <a:effectLst/>
                <a:latin typeface="+mn-lt"/>
                <a:ea typeface="+mn-ea"/>
                <a:cs typeface="+mn-cs"/>
              </a:rPr>
              <a:t>Stagnation:</a:t>
            </a:r>
            <a:r>
              <a:rPr lang="en-US" sz="1200" kern="1200" dirty="0">
                <a:solidFill>
                  <a:schemeClr val="tx1"/>
                </a:solidFill>
                <a:effectLst/>
                <a:latin typeface="+mn-lt"/>
                <a:ea typeface="+mn-ea"/>
                <a:cs typeface="+mn-cs"/>
              </a:rPr>
              <a:t> Is it caused by a loss of individual morality and chaotic self-inflicted choices? Or by the collapse of mid-century growth regimes? </a:t>
            </a:r>
          </a:p>
          <a:p>
            <a:r>
              <a:rPr lang="en-US" sz="1200" b="1" kern="1200" dirty="0">
                <a:solidFill>
                  <a:schemeClr val="tx1"/>
                </a:solidFill>
                <a:effectLst/>
                <a:latin typeface="+mn-lt"/>
                <a:ea typeface="+mn-ea"/>
                <a:cs typeface="+mn-cs"/>
              </a:rPr>
              <a:t>Inequality:</a:t>
            </a:r>
            <a:r>
              <a:rPr lang="en-US" sz="1200" kern="1200" dirty="0">
                <a:solidFill>
                  <a:schemeClr val="tx1"/>
                </a:solidFill>
                <a:effectLst/>
                <a:latin typeface="+mn-lt"/>
                <a:ea typeface="+mn-ea"/>
                <a:cs typeface="+mn-cs"/>
              </a:rPr>
              <a:t> Is it the natural variance of human ability? Or the outcome of rigged markets and lost 30-year life plans,? </a:t>
            </a:r>
          </a:p>
          <a:p>
            <a:r>
              <a:rPr lang="en-US" sz="1200" b="1" kern="1200" dirty="0">
                <a:solidFill>
                  <a:schemeClr val="tx1"/>
                </a:solidFill>
                <a:effectLst/>
                <a:latin typeface="+mn-lt"/>
                <a:ea typeface="+mn-ea"/>
                <a:cs typeface="+mn-cs"/>
              </a:rPr>
              <a:t>Locus of Control:</a:t>
            </a:r>
            <a:r>
              <a:rPr lang="en-US" sz="1200" kern="1200" dirty="0">
                <a:solidFill>
                  <a:schemeClr val="tx1"/>
                </a:solidFill>
                <a:effectLst/>
                <a:latin typeface="+mn-lt"/>
                <a:ea typeface="+mn-ea"/>
                <a:cs typeface="+mn-cs"/>
              </a:rPr>
              <a:t> Self advocates maintain an internal focus—you control your reaction to volatility,. System advocates note an external reality—some institutions are too pathological to outmaneuver alone. </a:t>
            </a:r>
          </a:p>
          <a:p>
            <a:r>
              <a:rPr lang="en-US" sz="1200" kern="1200" dirty="0">
                <a:solidFill>
                  <a:schemeClr val="tx1"/>
                </a:solidFill>
                <a:effectLst/>
                <a:latin typeface="+mn-lt"/>
                <a:ea typeface="+mn-ea"/>
                <a:cs typeface="+mn-cs"/>
              </a:rPr>
              <a:t>Understanding both sides allows us to bridge political divides effectively. </a:t>
            </a:r>
          </a:p>
          <a:p>
            <a:endParaRPr lang="en-US" dirty="0"/>
          </a:p>
        </p:txBody>
      </p:sp>
      <p:sp>
        <p:nvSpPr>
          <p:cNvPr id="4" name="Slide Number Placeholder 3"/>
          <p:cNvSpPr>
            <a:spLocks noGrp="1"/>
          </p:cNvSpPr>
          <p:nvPr>
            <p:ph type="sldNum" sz="quarter" idx="5"/>
          </p:nvPr>
        </p:nvSpPr>
        <p:spPr/>
        <p:txBody>
          <a:bodyPr/>
          <a:lstStyle/>
          <a:p>
            <a:fld id="{23D2F710-8223-4581-9A49-79776E49A38C}" type="slidenum">
              <a:rPr lang="en-US" smtClean="0"/>
              <a:t>10</a:t>
            </a:fld>
            <a:endParaRPr lang="en-US"/>
          </a:p>
        </p:txBody>
      </p:sp>
    </p:spTree>
    <p:extLst>
      <p:ext uri="{BB962C8B-B14F-4D97-AF65-F5344CB8AC3E}">
        <p14:creationId xmlns:p14="http://schemas.microsoft.com/office/powerpoint/2010/main" val="30595760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 we link the Individual and the System? Through the concept of the </a:t>
            </a:r>
            <a:r>
              <a:rPr lang="en-US" sz="1200" b="1" kern="1200" dirty="0">
                <a:solidFill>
                  <a:schemeClr val="tx1"/>
                </a:solidFill>
                <a:effectLst/>
                <a:latin typeface="+mn-lt"/>
                <a:ea typeface="+mn-ea"/>
                <a:cs typeface="+mn-cs"/>
              </a:rPr>
              <a:t>Co-Pay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Personal responsibility is your required entry fee for societal critique. You must pay the 'co-pay' of putting your local life in maximum order first. </a:t>
            </a:r>
          </a:p>
          <a:p>
            <a:r>
              <a:rPr lang="en-US" sz="1200" kern="1200" dirty="0">
                <a:solidFill>
                  <a:schemeClr val="tx1"/>
                </a:solidFill>
                <a:effectLst/>
                <a:latin typeface="+mn-lt"/>
                <a:ea typeface="+mn-ea"/>
                <a:cs typeface="+mn-cs"/>
              </a:rPr>
              <a:t>Once your life is ordered, two things happen: </a:t>
            </a:r>
          </a:p>
          <a:p>
            <a:pPr marL="228600" indent="-228600">
              <a:buFont typeface="+mj-lt"/>
              <a:buAutoNum type="arabicPeriod"/>
            </a:pPr>
            <a:r>
              <a:rPr lang="en-US" sz="1200" kern="1200" dirty="0">
                <a:solidFill>
                  <a:schemeClr val="tx1"/>
                </a:solidFill>
                <a:effectLst/>
                <a:latin typeface="+mn-lt"/>
                <a:ea typeface="+mn-ea"/>
                <a:cs typeface="+mn-cs"/>
              </a:rPr>
              <a:t>You eliminate self-inflicted chaos. </a:t>
            </a:r>
          </a:p>
          <a:p>
            <a:pPr marL="228600" indent="-228600">
              <a:buFont typeface="+mj-lt"/>
              <a:buAutoNum type="arabicPeriod"/>
            </a:pPr>
            <a:r>
              <a:rPr lang="en-US" sz="1200" kern="1200" dirty="0">
                <a:solidFill>
                  <a:schemeClr val="tx1"/>
                </a:solidFill>
                <a:effectLst/>
                <a:latin typeface="+mn-lt"/>
                <a:ea typeface="+mn-ea"/>
                <a:cs typeface="+mn-cs"/>
              </a:rPr>
              <a:t>Any remaining failures can be definitively attributed to unreasonable systemic impediments. This gives you the moral authority and precision needed to challenge corrupt institutions. </a:t>
            </a:r>
          </a:p>
          <a:p>
            <a:endParaRPr lang="en-US" dirty="0"/>
          </a:p>
        </p:txBody>
      </p:sp>
      <p:sp>
        <p:nvSpPr>
          <p:cNvPr id="4" name="Slide Number Placeholder 3"/>
          <p:cNvSpPr>
            <a:spLocks noGrp="1"/>
          </p:cNvSpPr>
          <p:nvPr>
            <p:ph type="sldNum" sz="quarter" idx="5"/>
          </p:nvPr>
        </p:nvSpPr>
        <p:spPr/>
        <p:txBody>
          <a:bodyPr/>
          <a:lstStyle/>
          <a:p>
            <a:fld id="{23D2F710-8223-4581-9A49-79776E49A38C}" type="slidenum">
              <a:rPr lang="en-US" smtClean="0"/>
              <a:t>11</a:t>
            </a:fld>
            <a:endParaRPr lang="en-US"/>
          </a:p>
        </p:txBody>
      </p:sp>
    </p:spTree>
    <p:extLst>
      <p:ext uri="{BB962C8B-B14F-4D97-AF65-F5344CB8AC3E}">
        <p14:creationId xmlns:p14="http://schemas.microsoft.com/office/powerpoint/2010/main" val="23244699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Top-down government utopias carry immense catastrophic risks,. Real reform happens through </a:t>
            </a:r>
            <a:r>
              <a:rPr lang="en-US" sz="1200" b="1" kern="1200" dirty="0">
                <a:solidFill>
                  <a:schemeClr val="tx1"/>
                </a:solidFill>
                <a:effectLst/>
                <a:latin typeface="+mn-lt"/>
                <a:ea typeface="+mn-ea"/>
                <a:cs typeface="+mn-cs"/>
              </a:rPr>
              <a:t>Cognitive Behavioral Therapy (CBT) at scale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By encouraging individuals to reject victimhood and take control of their thoughts and actions, we mass-produce ethical, resilient 'Sovereign Citizens',. </a:t>
            </a:r>
          </a:p>
          <a:p>
            <a:r>
              <a:rPr lang="en-US" sz="1200" kern="1200" dirty="0">
                <a:solidFill>
                  <a:schemeClr val="tx1"/>
                </a:solidFill>
                <a:effectLst/>
                <a:latin typeface="+mn-lt"/>
                <a:ea typeface="+mn-ea"/>
                <a:cs typeface="+mn-cs"/>
              </a:rPr>
              <a:t>When citizens become hyper-responsible, they refuse to participate in institutional deceptions or hidden pyramid schemes. This forces complex institutions to self-correct from the bottom up.</a:t>
            </a:r>
          </a:p>
          <a:p>
            <a:endParaRPr lang="en-US" dirty="0"/>
          </a:p>
        </p:txBody>
      </p:sp>
      <p:sp>
        <p:nvSpPr>
          <p:cNvPr id="4" name="Slide Number Placeholder 3"/>
          <p:cNvSpPr>
            <a:spLocks noGrp="1"/>
          </p:cNvSpPr>
          <p:nvPr>
            <p:ph type="sldNum" sz="quarter" idx="5"/>
          </p:nvPr>
        </p:nvSpPr>
        <p:spPr/>
        <p:txBody>
          <a:bodyPr/>
          <a:lstStyle/>
          <a:p>
            <a:fld id="{23D2F710-8223-4581-9A49-79776E49A38C}" type="slidenum">
              <a:rPr lang="en-US" smtClean="0"/>
              <a:t>12</a:t>
            </a:fld>
            <a:endParaRPr lang="en-US"/>
          </a:p>
        </p:txBody>
      </p:sp>
    </p:spTree>
    <p:extLst>
      <p:ext uri="{BB962C8B-B14F-4D97-AF65-F5344CB8AC3E}">
        <p14:creationId xmlns:p14="http://schemas.microsoft.com/office/powerpoint/2010/main" val="27517255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Moving from low-resolution slogans to high-resolution truth comes at a high psychological cost: </a:t>
            </a:r>
          </a:p>
          <a:p>
            <a:r>
              <a:rPr lang="en-US" sz="1200" b="1" kern="1200" dirty="0">
                <a:solidFill>
                  <a:schemeClr val="tx1"/>
                </a:solidFill>
                <a:effectLst/>
                <a:latin typeface="+mn-lt"/>
                <a:ea typeface="+mn-ea"/>
                <a:cs typeface="+mn-cs"/>
              </a:rPr>
              <a:t>The Burden of the Void:</a:t>
            </a:r>
            <a:r>
              <a:rPr lang="en-US" sz="1200" kern="1200" dirty="0">
                <a:solidFill>
                  <a:schemeClr val="tx1"/>
                </a:solidFill>
                <a:effectLst/>
                <a:latin typeface="+mn-lt"/>
                <a:ea typeface="+mn-ea"/>
                <a:cs typeface="+mn-cs"/>
              </a:rPr>
              <a:t> As Jordan Peterson notes, stepping out of ideological comfort exposes the vastness of what you do not know in economics, history, and science. Real inquiry is terrifying. </a:t>
            </a:r>
          </a:p>
          <a:p>
            <a:r>
              <a:rPr lang="en-US" sz="1200" b="1" kern="1200" dirty="0">
                <a:solidFill>
                  <a:schemeClr val="tx1"/>
                </a:solidFill>
                <a:effectLst/>
                <a:latin typeface="+mn-lt"/>
                <a:ea typeface="+mn-ea"/>
                <a:cs typeface="+mn-cs"/>
              </a:rPr>
              <a:t>The Weight of the Watchers:</a:t>
            </a:r>
            <a:r>
              <a:rPr lang="en-US" sz="1200" kern="1200" dirty="0">
                <a:solidFill>
                  <a:schemeClr val="tx1"/>
                </a:solidFill>
                <a:effectLst/>
                <a:latin typeface="+mn-lt"/>
                <a:ea typeface="+mn-ea"/>
                <a:cs typeface="+mn-cs"/>
              </a:rPr>
              <a:t> Ben Shapiro emphasizes that public intellectual honesty brings intense scrutiny and stress. You live with constant self-doubt, double-checking your premises. </a:t>
            </a:r>
          </a:p>
          <a:p>
            <a:r>
              <a:rPr lang="en-US" sz="1200" kern="1200" dirty="0">
                <a:solidFill>
                  <a:schemeClr val="tx1"/>
                </a:solidFill>
                <a:effectLst/>
                <a:latin typeface="+mn-lt"/>
                <a:ea typeface="+mn-ea"/>
                <a:cs typeface="+mn-cs"/>
              </a:rPr>
              <a:t>True intellectual exploration is not a victory lap; it is an anxiety-inducing recognition of human limitations </a:t>
            </a:r>
          </a:p>
          <a:p>
            <a:endParaRPr lang="en-US" dirty="0"/>
          </a:p>
        </p:txBody>
      </p:sp>
      <p:sp>
        <p:nvSpPr>
          <p:cNvPr id="4" name="Slide Number Placeholder 3"/>
          <p:cNvSpPr>
            <a:spLocks noGrp="1"/>
          </p:cNvSpPr>
          <p:nvPr>
            <p:ph type="sldNum" sz="quarter" idx="5"/>
          </p:nvPr>
        </p:nvSpPr>
        <p:spPr/>
        <p:txBody>
          <a:bodyPr/>
          <a:lstStyle/>
          <a:p>
            <a:fld id="{23D2F710-8223-4581-9A49-79776E49A38C}" type="slidenum">
              <a:rPr lang="en-US" smtClean="0"/>
              <a:t>13</a:t>
            </a:fld>
            <a:endParaRPr lang="en-US"/>
          </a:p>
        </p:txBody>
      </p:sp>
    </p:spTree>
    <p:extLst>
      <p:ext uri="{BB962C8B-B14F-4D97-AF65-F5344CB8AC3E}">
        <p14:creationId xmlns:p14="http://schemas.microsoft.com/office/powerpoint/2010/main" val="23213831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major trap for intellectual combatants is the </a:t>
            </a:r>
            <a:r>
              <a:rPr lang="en-US" sz="1200" b="1" kern="1200" dirty="0">
                <a:solidFill>
                  <a:schemeClr val="tx1"/>
                </a:solidFill>
                <a:effectLst/>
                <a:latin typeface="+mn-lt"/>
                <a:ea typeface="+mn-ea"/>
                <a:cs typeface="+mn-cs"/>
              </a:rPr>
              <a:t>Empathy Blind Spot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When you constantly fight bad-faith actors who use weaponized empathy to stifle debate, you develop defensive psychological armor. Dave Rubin and Eric Weinstein call this 'PTSD from the left'. </a:t>
            </a:r>
          </a:p>
          <a:p>
            <a:r>
              <a:rPr lang="en-US" sz="1200" kern="1200" dirty="0">
                <a:solidFill>
                  <a:schemeClr val="tx1"/>
                </a:solidFill>
                <a:effectLst/>
                <a:latin typeface="+mn-lt"/>
                <a:ea typeface="+mn-ea"/>
                <a:cs typeface="+mn-cs"/>
              </a:rPr>
              <a:t>The danger is that this armor deadens your genuine empathy for the truly dispossessed—the exact people bad actors claim to represent. </a:t>
            </a:r>
          </a:p>
          <a:p>
            <a:r>
              <a:rPr lang="en-US" sz="1200" kern="1200" dirty="0">
                <a:solidFill>
                  <a:schemeClr val="tx1"/>
                </a:solidFill>
                <a:effectLst/>
                <a:latin typeface="+mn-lt"/>
                <a:ea typeface="+mn-ea"/>
                <a:cs typeface="+mn-cs"/>
              </a:rPr>
              <a:t>The antidote is to deliberately 'steel-man' the emotional and economic realities of systemic oppression, ensuring your battle against manipulative tactics does not destroy your capacity for human compassion</a:t>
            </a:r>
          </a:p>
          <a:p>
            <a:endParaRPr lang="en-US" dirty="0"/>
          </a:p>
        </p:txBody>
      </p:sp>
      <p:sp>
        <p:nvSpPr>
          <p:cNvPr id="4" name="Slide Number Placeholder 3"/>
          <p:cNvSpPr>
            <a:spLocks noGrp="1"/>
          </p:cNvSpPr>
          <p:nvPr>
            <p:ph type="sldNum" sz="quarter" idx="5"/>
          </p:nvPr>
        </p:nvSpPr>
        <p:spPr/>
        <p:txBody>
          <a:bodyPr/>
          <a:lstStyle/>
          <a:p>
            <a:fld id="{23D2F710-8223-4581-9A49-79776E49A38C}" type="slidenum">
              <a:rPr lang="en-US" smtClean="0"/>
              <a:t>14</a:t>
            </a:fld>
            <a:endParaRPr lang="en-US"/>
          </a:p>
        </p:txBody>
      </p:sp>
    </p:spTree>
    <p:extLst>
      <p:ext uri="{BB962C8B-B14F-4D97-AF65-F5344CB8AC3E}">
        <p14:creationId xmlns:p14="http://schemas.microsoft.com/office/powerpoint/2010/main" val="28100060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Initial unity in alternative intellectual spaces was forged by tearing down bad ideas. But critique alone is insufficient; we must build positive alternatives. </a:t>
            </a:r>
          </a:p>
          <a:p>
            <a:r>
              <a:rPr lang="en-US" sz="1200" b="1" kern="1200" dirty="0">
                <a:solidFill>
                  <a:schemeClr val="tx1"/>
                </a:solidFill>
                <a:effectLst/>
                <a:latin typeface="+mn-lt"/>
                <a:ea typeface="+mn-ea"/>
                <a:cs typeface="+mn-cs"/>
              </a:rPr>
              <a:t>Minimum Necessary Force:</a:t>
            </a:r>
            <a:r>
              <a:rPr lang="en-US" sz="1200" kern="1200" dirty="0">
                <a:solidFill>
                  <a:schemeClr val="tx1"/>
                </a:solidFill>
                <a:effectLst/>
                <a:latin typeface="+mn-lt"/>
                <a:ea typeface="+mn-ea"/>
                <a:cs typeface="+mn-cs"/>
              </a:rPr>
              <a:t> Jordan Peterson advises applying only the exact amount of force needed to call out ideological extremes. Wasting energy on constant attacks yields diminishing returns and turns discourse into caricature. </a:t>
            </a:r>
          </a:p>
          <a:p>
            <a:r>
              <a:rPr lang="en-US" sz="1200" b="1" kern="1200" dirty="0">
                <a:solidFill>
                  <a:schemeClr val="tx1"/>
                </a:solidFill>
                <a:effectLst/>
                <a:latin typeface="+mn-lt"/>
                <a:ea typeface="+mn-ea"/>
                <a:cs typeface="+mn-cs"/>
              </a:rPr>
              <a:t>Journey over Destination:</a:t>
            </a:r>
            <a:r>
              <a:rPr lang="en-US" sz="1200" kern="1200" dirty="0">
                <a:solidFill>
                  <a:schemeClr val="tx1"/>
                </a:solidFill>
                <a:effectLst/>
                <a:latin typeface="+mn-lt"/>
                <a:ea typeface="+mn-ea"/>
                <a:cs typeface="+mn-cs"/>
              </a:rPr>
              <a:t> The ultimate goal is not total ideological consensus. It is enjoying and refining the collective journey of reason </a:t>
            </a:r>
          </a:p>
          <a:p>
            <a:endParaRPr lang="en-US" dirty="0"/>
          </a:p>
        </p:txBody>
      </p:sp>
      <p:sp>
        <p:nvSpPr>
          <p:cNvPr id="4" name="Slide Number Placeholder 3"/>
          <p:cNvSpPr>
            <a:spLocks noGrp="1"/>
          </p:cNvSpPr>
          <p:nvPr>
            <p:ph type="sldNum" sz="quarter" idx="5"/>
          </p:nvPr>
        </p:nvSpPr>
        <p:spPr/>
        <p:txBody>
          <a:bodyPr/>
          <a:lstStyle/>
          <a:p>
            <a:fld id="{23D2F710-8223-4581-9A49-79776E49A38C}" type="slidenum">
              <a:rPr lang="en-US" smtClean="0"/>
              <a:t>15</a:t>
            </a:fld>
            <a:endParaRPr lang="en-US"/>
          </a:p>
        </p:txBody>
      </p:sp>
    </p:spTree>
    <p:extLst>
      <p:ext uri="{BB962C8B-B14F-4D97-AF65-F5344CB8AC3E}">
        <p14:creationId xmlns:p14="http://schemas.microsoft.com/office/powerpoint/2010/main" val="42824255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this diagram summarizes our master blueprint for sense-making: </a:t>
            </a:r>
          </a:p>
          <a:p>
            <a:r>
              <a:rPr lang="en-US" sz="1200" b="1" i="1" kern="1200" dirty="0">
                <a:solidFill>
                  <a:schemeClr val="tx1"/>
                </a:solidFill>
                <a:effectLst/>
                <a:latin typeface="+mn-lt"/>
                <a:ea typeface="+mn-ea"/>
                <a:cs typeface="+mn-cs"/>
              </a:rPr>
              <a:t>1. Personal Agency vs. Systemic Reality:</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Identify Embedded Growth Obligations and institutional deceptions.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Pay your individual 'co-payment' of personal virtue before demanding structural reform. </a:t>
            </a:r>
          </a:p>
          <a:p>
            <a:r>
              <a:rPr lang="en-US" sz="1200" b="1" i="1" kern="1200" dirty="0">
                <a:solidFill>
                  <a:schemeClr val="tx1"/>
                </a:solidFill>
                <a:effectLst/>
                <a:latin typeface="+mn-lt"/>
                <a:ea typeface="+mn-ea"/>
                <a:cs typeface="+mn-cs"/>
              </a:rPr>
              <a:t>2. The Ethics of Productive Discourse:</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Steel-man your opponent's position.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Build a dynamic cognitive toolkit.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Prioritize the journey of reason over dogmatic outcomes.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Embrace blind-spot humility, viewing exposed logical flaws as opportunities for growth. </a:t>
            </a:r>
          </a:p>
          <a:p>
            <a:r>
              <a:rPr lang="en-US" sz="1200" i="1" kern="1200" dirty="0">
                <a:solidFill>
                  <a:schemeClr val="tx1"/>
                </a:solidFill>
                <a:effectLst/>
                <a:latin typeface="+mn-lt"/>
                <a:ea typeface="+mn-ea"/>
                <a:cs typeface="+mn-cs"/>
              </a:rPr>
              <a:t>Thank you.</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23D2F710-8223-4581-9A49-79776E49A38C}" type="slidenum">
              <a:rPr lang="en-US" smtClean="0"/>
              <a:t>16</a:t>
            </a:fld>
            <a:endParaRPr lang="en-US"/>
          </a:p>
        </p:txBody>
      </p:sp>
    </p:spTree>
    <p:extLst>
      <p:ext uri="{BB962C8B-B14F-4D97-AF65-F5344CB8AC3E}">
        <p14:creationId xmlns:p14="http://schemas.microsoft.com/office/powerpoint/2010/main" val="662938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FD4745-7146-D4BA-56AA-6BE872A7F389}"/>
              </a:ext>
            </a:extLst>
          </p:cNvPr>
          <p:cNvSpPr>
            <a:spLocks noGrp="1"/>
          </p:cNvSpPr>
          <p:nvPr>
            <p:ph type="dt" sz="half" idx="10"/>
          </p:nvPr>
        </p:nvSpPr>
        <p:spPr/>
        <p:txBody>
          <a:bodyPr/>
          <a:lstStyle/>
          <a:p>
            <a:fld id="{6E8ACBEE-08D0-4F41-82AA-ADCA1C2CC28B}" type="datetimeFigureOut">
              <a:rPr lang="en-US" smtClean="0"/>
              <a:t>10/19/2026</a:t>
            </a:fld>
            <a:endParaRPr lang="en-US"/>
          </a:p>
        </p:txBody>
      </p:sp>
      <p:sp>
        <p:nvSpPr>
          <p:cNvPr id="3" name="Footer Placeholder 2">
            <a:extLst>
              <a:ext uri="{FF2B5EF4-FFF2-40B4-BE49-F238E27FC236}">
                <a16:creationId xmlns:a16="http://schemas.microsoft.com/office/drawing/2014/main" id="{11E212CB-33CB-0F28-816A-CF5F40C174E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6A59BF-D2A5-CABE-D66D-0BBAD8A5D700}"/>
              </a:ext>
            </a:extLst>
          </p:cNvPr>
          <p:cNvSpPr>
            <a:spLocks noGrp="1"/>
          </p:cNvSpPr>
          <p:nvPr>
            <p:ph type="sldNum" sz="quarter" idx="12"/>
          </p:nvPr>
        </p:nvSpPr>
        <p:spPr/>
        <p:txBody>
          <a:bodyPr/>
          <a:lstStyle/>
          <a:p>
            <a:fld id="{8F97F161-4A2C-45F3-8F20-D36CFBCB6867}" type="slidenum">
              <a:rPr lang="en-US" smtClean="0"/>
              <a:t>‹#›</a:t>
            </a:fld>
            <a:endParaRPr lang="en-US"/>
          </a:p>
        </p:txBody>
      </p:sp>
    </p:spTree>
    <p:extLst>
      <p:ext uri="{BB962C8B-B14F-4D97-AF65-F5344CB8AC3E}">
        <p14:creationId xmlns:p14="http://schemas.microsoft.com/office/powerpoint/2010/main" val="416089355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080CD0-93D1-CAF9-03A8-1644DB6DE9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D74708F-D800-4264-C5CE-F694AD7187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3E28CA-28DC-B990-D29D-64A74EE624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E8ACBEE-08D0-4F41-82AA-ADCA1C2CC28B}" type="datetimeFigureOut">
              <a:rPr lang="en-US" smtClean="0"/>
              <a:t>10/19/2026</a:t>
            </a:fld>
            <a:endParaRPr lang="en-US"/>
          </a:p>
        </p:txBody>
      </p:sp>
      <p:sp>
        <p:nvSpPr>
          <p:cNvPr id="5" name="Footer Placeholder 4">
            <a:extLst>
              <a:ext uri="{FF2B5EF4-FFF2-40B4-BE49-F238E27FC236}">
                <a16:creationId xmlns:a16="http://schemas.microsoft.com/office/drawing/2014/main" id="{FF6BAFC3-ECCC-A41F-A8D7-DF14F9AD0F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8232132-358F-248D-A240-36B90C89C2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F97F161-4A2C-45F3-8F20-D36CFBCB6867}" type="slidenum">
              <a:rPr lang="en-US" smtClean="0"/>
              <a:t>‹#›</a:t>
            </a:fld>
            <a:endParaRPr lang="en-US"/>
          </a:p>
        </p:txBody>
      </p:sp>
    </p:spTree>
    <p:extLst>
      <p:ext uri="{BB962C8B-B14F-4D97-AF65-F5344CB8AC3E}">
        <p14:creationId xmlns:p14="http://schemas.microsoft.com/office/powerpoint/2010/main" val="3380130323"/>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4E33DF6-345F-ECC4-AEF6-D6A92F336C7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4C251E6-AA19-CA19-5B85-1B2A9EC8628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21F5FD-9F89-505D-9AB7-C3D2D00C719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C7D65D2-C41C-3038-D0F4-B751CB8852E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D6EF5D-ADEC-B004-8D20-FE31EA8308A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8B5B39C-8372-2FE5-B1C7-37480291BA4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C108AB7-E856-B0F6-D0E3-1DC62D87B99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4EFDF53-C499-6B7B-508D-C3C0BC4312B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B686440-839E-F592-1531-767DE743298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846B608-5105-68B0-D0A1-C3B3A0794978}"/>
              </a:ext>
            </a:extLst>
          </p:cNvPr>
          <p:cNvPicPr>
            <a:picLocks noChangeAspect="1"/>
          </p:cNvPicPr>
          <p:nvPr/>
        </p:nvPicPr>
        <p:blipFill>
          <a:blip r:embed="rId3"/>
          <a:stretch>
            <a:fillRect/>
          </a:stretch>
        </p:blipFill>
        <p:spPr>
          <a:xfrm>
            <a:off x="0" y="28575"/>
            <a:ext cx="12192000" cy="6800850"/>
          </a:xfrm>
          <a:prstGeom prst="rect">
            <a:avLst/>
          </a:prstGeom>
        </p:spPr>
      </p:pic>
      <p:pic>
        <p:nvPicPr>
          <p:cNvPr id="6" name="Picture 5">
            <a:extLst>
              <a:ext uri="{FF2B5EF4-FFF2-40B4-BE49-F238E27FC236}">
                <a16:creationId xmlns:a16="http://schemas.microsoft.com/office/drawing/2014/main" id="{C16D1B27-D178-20A0-9F52-7A9F1D081356}"/>
              </a:ext>
            </a:extLst>
          </p:cNvPr>
          <p:cNvPicPr>
            <a:picLocks noChangeAspect="1"/>
          </p:cNvPicPr>
          <p:nvPr/>
        </p:nvPicPr>
        <p:blipFill>
          <a:blip r:embed="rId4"/>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8ED543-CBB2-C8EB-053C-AAAD6CE89B0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30A124A-D84A-1A06-33EA-5FC72D194D5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8A45BC-A8DD-2AA9-733C-D93B94573E2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62AA6A4-1AE3-24F9-F3D4-823E3F4D400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F9FCBA-FABC-A820-430B-7E87F1AE7E5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49EF39D-5A5B-51BF-21EB-E87EA4C55D3A}"/>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0593388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1784</Words>
  <Application>Microsoft Office PowerPoint</Application>
  <PresentationFormat>寬螢幕</PresentationFormat>
  <Paragraphs>84</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2026-08-12T10:20:42Z</dcterms:created>
  <dcterms:modified xsi:type="dcterms:W3CDTF">2026-10-19T15:38:12Z</dcterms:modified>
</cp:coreProperties>
</file>