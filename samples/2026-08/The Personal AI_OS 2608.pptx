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D7D6DE5-2ACD-4FB0-8848-F1F6BD11D251}" v="19" dt="2026-08-05T03:22:35.60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06" autoAdjust="0"/>
    <p:restoredTop sz="92582" autoAdjust="0"/>
  </p:normalViewPr>
  <p:slideViewPr>
    <p:cSldViewPr snapToGrid="0">
      <p:cViewPr varScale="1">
        <p:scale>
          <a:sx n="74" d="100"/>
          <a:sy n="74" d="100"/>
        </p:scale>
        <p:origin x="78" y="3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custSel modSld">
      <pc:chgData name="Lai, Wilson" userId="2840974a-0d84-4886-90a9-9a3ed79f3a48" providerId="ADAL" clId="{9F23B798-9E84-4552-BA63-E776E805C424}" dt="2026-08-05T03:23:38.499" v="53" actId="166"/>
      <pc:docMkLst>
        <pc:docMk/>
      </pc:docMkLst>
      <pc:sldChg chg="addSp delSp modSp mod modNotesTx">
        <pc:chgData name="Lai, Wilson" userId="2840974a-0d84-4886-90a9-9a3ed79f3a48" providerId="ADAL" clId="{9F23B798-9E84-4552-BA63-E776E805C424}" dt="2026-08-05T03:23:38.499" v="53" actId="166"/>
        <pc:sldMkLst>
          <pc:docMk/>
          <pc:sldMk cId="0" sldId="257"/>
        </pc:sldMkLst>
        <pc:picChg chg="del">
          <ac:chgData name="Lai, Wilson" userId="2840974a-0d84-4886-90a9-9a3ed79f3a48" providerId="ADAL" clId="{9F23B798-9E84-4552-BA63-E776E805C424}" dt="2026-08-05T01:51:34.271" v="0" actId="21"/>
          <ac:picMkLst>
            <pc:docMk/>
            <pc:sldMk cId="0" sldId="257"/>
            <ac:picMk id="2" creationId="{00000000-0000-0000-0000-000000000000}"/>
          </ac:picMkLst>
        </pc:picChg>
        <pc:picChg chg="add mod ord">
          <ac:chgData name="Lai, Wilson" userId="2840974a-0d84-4886-90a9-9a3ed79f3a48" providerId="ADAL" clId="{9F23B798-9E84-4552-BA63-E776E805C424}" dt="2026-08-05T03:23:38.499" v="53" actId="166"/>
          <ac:picMkLst>
            <pc:docMk/>
            <pc:sldMk cId="0" sldId="257"/>
            <ac:picMk id="7" creationId="{28E6013C-2258-615E-1D22-22D8F81FE1BB}"/>
          </ac:picMkLst>
        </pc:picChg>
      </pc:sldChg>
      <pc:sldChg chg="addSp delSp mod">
        <pc:chgData name="Lai, Wilson" userId="2840974a-0d84-4886-90a9-9a3ed79f3a48" providerId="ADAL" clId="{9F23B798-9E84-4552-BA63-E776E805C424}" dt="2026-08-05T01:53:27.037" v="3" actId="22"/>
        <pc:sldMkLst>
          <pc:docMk/>
          <pc:sldMk cId="0" sldId="258"/>
        </pc:sldMkLst>
        <pc:picChg chg="del">
          <ac:chgData name="Lai, Wilson" userId="2840974a-0d84-4886-90a9-9a3ed79f3a48" providerId="ADAL" clId="{9F23B798-9E84-4552-BA63-E776E805C424}" dt="2026-08-05T01:51:53.124" v="2" actId="21"/>
          <ac:picMkLst>
            <pc:docMk/>
            <pc:sldMk cId="0" sldId="258"/>
            <ac:picMk id="2" creationId="{00000000-0000-0000-0000-000000000000}"/>
          </ac:picMkLst>
        </pc:picChg>
        <pc:picChg chg="add">
          <ac:chgData name="Lai, Wilson" userId="2840974a-0d84-4886-90a9-9a3ed79f3a48" providerId="ADAL" clId="{9F23B798-9E84-4552-BA63-E776E805C424}" dt="2026-08-05T01:53:27.037" v="3" actId="22"/>
          <ac:picMkLst>
            <pc:docMk/>
            <pc:sldMk cId="0" sldId="258"/>
            <ac:picMk id="4" creationId="{D2A74908-BFCA-5670-7BD6-027E0DE9DC57}"/>
          </ac:picMkLst>
        </pc:picChg>
      </pc:sldChg>
      <pc:sldChg chg="addSp delSp mod modNotesTx">
        <pc:chgData name="Lai, Wilson" userId="2840974a-0d84-4886-90a9-9a3ed79f3a48" providerId="ADAL" clId="{9F23B798-9E84-4552-BA63-E776E805C424}" dt="2026-08-05T03:18:59.411" v="36" actId="12"/>
        <pc:sldMkLst>
          <pc:docMk/>
          <pc:sldMk cId="0" sldId="259"/>
        </pc:sldMkLst>
        <pc:picChg chg="del">
          <ac:chgData name="Lai, Wilson" userId="2840974a-0d84-4886-90a9-9a3ed79f3a48" providerId="ADAL" clId="{9F23B798-9E84-4552-BA63-E776E805C424}" dt="2026-08-05T01:53:32.844" v="4" actId="21"/>
          <ac:picMkLst>
            <pc:docMk/>
            <pc:sldMk cId="0" sldId="259"/>
            <ac:picMk id="2" creationId="{00000000-0000-0000-0000-000000000000}"/>
          </ac:picMkLst>
        </pc:picChg>
        <pc:picChg chg="add">
          <ac:chgData name="Lai, Wilson" userId="2840974a-0d84-4886-90a9-9a3ed79f3a48" providerId="ADAL" clId="{9F23B798-9E84-4552-BA63-E776E805C424}" dt="2026-08-05T01:53:40.371" v="5" actId="22"/>
          <ac:picMkLst>
            <pc:docMk/>
            <pc:sldMk cId="0" sldId="259"/>
            <ac:picMk id="4" creationId="{7BAD569F-6568-F061-47BF-975E73489FDB}"/>
          </ac:picMkLst>
        </pc:picChg>
      </pc:sldChg>
      <pc:sldChg chg="addSp delSp mod modNotesTx">
        <pc:chgData name="Lai, Wilson" userId="2840974a-0d84-4886-90a9-9a3ed79f3a48" providerId="ADAL" clId="{9F23B798-9E84-4552-BA63-E776E805C424}" dt="2026-08-05T03:19:12.472" v="37" actId="12"/>
        <pc:sldMkLst>
          <pc:docMk/>
          <pc:sldMk cId="0" sldId="260"/>
        </pc:sldMkLst>
        <pc:picChg chg="del">
          <ac:chgData name="Lai, Wilson" userId="2840974a-0d84-4886-90a9-9a3ed79f3a48" providerId="ADAL" clId="{9F23B798-9E84-4552-BA63-E776E805C424}" dt="2026-08-05T01:53:43.690" v="6" actId="21"/>
          <ac:picMkLst>
            <pc:docMk/>
            <pc:sldMk cId="0" sldId="260"/>
            <ac:picMk id="2" creationId="{00000000-0000-0000-0000-000000000000}"/>
          </ac:picMkLst>
        </pc:picChg>
        <pc:picChg chg="add">
          <ac:chgData name="Lai, Wilson" userId="2840974a-0d84-4886-90a9-9a3ed79f3a48" providerId="ADAL" clId="{9F23B798-9E84-4552-BA63-E776E805C424}" dt="2026-08-05T01:54:57.052" v="7" actId="22"/>
          <ac:picMkLst>
            <pc:docMk/>
            <pc:sldMk cId="0" sldId="260"/>
            <ac:picMk id="4" creationId="{DDB6793F-E99B-6A51-87F4-8B9365AC59C7}"/>
          </ac:picMkLst>
        </pc:picChg>
      </pc:sldChg>
      <pc:sldChg chg="addSp delSp mod modNotesTx">
        <pc:chgData name="Lai, Wilson" userId="2840974a-0d84-4886-90a9-9a3ed79f3a48" providerId="ADAL" clId="{9F23B798-9E84-4552-BA63-E776E805C424}" dt="2026-08-05T03:19:23.350" v="39" actId="20577"/>
        <pc:sldMkLst>
          <pc:docMk/>
          <pc:sldMk cId="0" sldId="261"/>
        </pc:sldMkLst>
        <pc:picChg chg="del">
          <ac:chgData name="Lai, Wilson" userId="2840974a-0d84-4886-90a9-9a3ed79f3a48" providerId="ADAL" clId="{9F23B798-9E84-4552-BA63-E776E805C424}" dt="2026-08-05T01:55:00.941" v="8" actId="21"/>
          <ac:picMkLst>
            <pc:docMk/>
            <pc:sldMk cId="0" sldId="261"/>
            <ac:picMk id="2" creationId="{00000000-0000-0000-0000-000000000000}"/>
          </ac:picMkLst>
        </pc:picChg>
        <pc:picChg chg="add">
          <ac:chgData name="Lai, Wilson" userId="2840974a-0d84-4886-90a9-9a3ed79f3a48" providerId="ADAL" clId="{9F23B798-9E84-4552-BA63-E776E805C424}" dt="2026-08-05T01:55:30.091" v="9" actId="22"/>
          <ac:picMkLst>
            <pc:docMk/>
            <pc:sldMk cId="0" sldId="261"/>
            <ac:picMk id="4" creationId="{C68E5623-E465-2FB6-6855-D43A8A818F44}"/>
          </ac:picMkLst>
        </pc:picChg>
      </pc:sldChg>
      <pc:sldChg chg="addSp delSp mod modNotesTx">
        <pc:chgData name="Lai, Wilson" userId="2840974a-0d84-4886-90a9-9a3ed79f3a48" providerId="ADAL" clId="{9F23B798-9E84-4552-BA63-E776E805C424}" dt="2026-08-05T03:19:41.863" v="40" actId="12"/>
        <pc:sldMkLst>
          <pc:docMk/>
          <pc:sldMk cId="0" sldId="262"/>
        </pc:sldMkLst>
        <pc:picChg chg="del">
          <ac:chgData name="Lai, Wilson" userId="2840974a-0d84-4886-90a9-9a3ed79f3a48" providerId="ADAL" clId="{9F23B798-9E84-4552-BA63-E776E805C424}" dt="2026-08-05T01:55:34.994" v="10" actId="21"/>
          <ac:picMkLst>
            <pc:docMk/>
            <pc:sldMk cId="0" sldId="262"/>
            <ac:picMk id="2" creationId="{00000000-0000-0000-0000-000000000000}"/>
          </ac:picMkLst>
        </pc:picChg>
        <pc:picChg chg="add">
          <ac:chgData name="Lai, Wilson" userId="2840974a-0d84-4886-90a9-9a3ed79f3a48" providerId="ADAL" clId="{9F23B798-9E84-4552-BA63-E776E805C424}" dt="2026-08-05T01:56:04.198" v="11" actId="22"/>
          <ac:picMkLst>
            <pc:docMk/>
            <pc:sldMk cId="0" sldId="262"/>
            <ac:picMk id="4" creationId="{D360587A-F632-B439-B35B-551CEDCADEC5}"/>
          </ac:picMkLst>
        </pc:picChg>
      </pc:sldChg>
      <pc:sldChg chg="addSp delSp mod">
        <pc:chgData name="Lai, Wilson" userId="2840974a-0d84-4886-90a9-9a3ed79f3a48" providerId="ADAL" clId="{9F23B798-9E84-4552-BA63-E776E805C424}" dt="2026-08-05T01:56:31.580" v="13" actId="22"/>
        <pc:sldMkLst>
          <pc:docMk/>
          <pc:sldMk cId="0" sldId="263"/>
        </pc:sldMkLst>
        <pc:picChg chg="del">
          <ac:chgData name="Lai, Wilson" userId="2840974a-0d84-4886-90a9-9a3ed79f3a48" providerId="ADAL" clId="{9F23B798-9E84-4552-BA63-E776E805C424}" dt="2026-08-05T01:56:06.767" v="12" actId="21"/>
          <ac:picMkLst>
            <pc:docMk/>
            <pc:sldMk cId="0" sldId="263"/>
            <ac:picMk id="2" creationId="{00000000-0000-0000-0000-000000000000}"/>
          </ac:picMkLst>
        </pc:picChg>
        <pc:picChg chg="add">
          <ac:chgData name="Lai, Wilson" userId="2840974a-0d84-4886-90a9-9a3ed79f3a48" providerId="ADAL" clId="{9F23B798-9E84-4552-BA63-E776E805C424}" dt="2026-08-05T01:56:31.580" v="13" actId="22"/>
          <ac:picMkLst>
            <pc:docMk/>
            <pc:sldMk cId="0" sldId="263"/>
            <ac:picMk id="4" creationId="{14884E52-9CF3-3A39-9A45-1D20FFB8302D}"/>
          </ac:picMkLst>
        </pc:picChg>
      </pc:sldChg>
      <pc:sldChg chg="addSp delSp mod modNotesTx">
        <pc:chgData name="Lai, Wilson" userId="2840974a-0d84-4886-90a9-9a3ed79f3a48" providerId="ADAL" clId="{9F23B798-9E84-4552-BA63-E776E805C424}" dt="2026-08-05T03:20:09.186" v="42" actId="20577"/>
        <pc:sldMkLst>
          <pc:docMk/>
          <pc:sldMk cId="0" sldId="264"/>
        </pc:sldMkLst>
        <pc:picChg chg="del">
          <ac:chgData name="Lai, Wilson" userId="2840974a-0d84-4886-90a9-9a3ed79f3a48" providerId="ADAL" clId="{9F23B798-9E84-4552-BA63-E776E805C424}" dt="2026-08-05T01:56:33.688" v="14" actId="21"/>
          <ac:picMkLst>
            <pc:docMk/>
            <pc:sldMk cId="0" sldId="264"/>
            <ac:picMk id="2" creationId="{00000000-0000-0000-0000-000000000000}"/>
          </ac:picMkLst>
        </pc:picChg>
        <pc:picChg chg="add">
          <ac:chgData name="Lai, Wilson" userId="2840974a-0d84-4886-90a9-9a3ed79f3a48" providerId="ADAL" clId="{9F23B798-9E84-4552-BA63-E776E805C424}" dt="2026-08-05T01:56:41.356" v="15" actId="22"/>
          <ac:picMkLst>
            <pc:docMk/>
            <pc:sldMk cId="0" sldId="264"/>
            <ac:picMk id="4" creationId="{014F99BB-5860-9ED7-5582-ED02DB778BC8}"/>
          </ac:picMkLst>
        </pc:picChg>
      </pc:sldChg>
      <pc:sldChg chg="addSp delSp mod">
        <pc:chgData name="Lai, Wilson" userId="2840974a-0d84-4886-90a9-9a3ed79f3a48" providerId="ADAL" clId="{9F23B798-9E84-4552-BA63-E776E805C424}" dt="2026-08-05T01:57:18.922" v="17" actId="22"/>
        <pc:sldMkLst>
          <pc:docMk/>
          <pc:sldMk cId="0" sldId="265"/>
        </pc:sldMkLst>
        <pc:picChg chg="del">
          <ac:chgData name="Lai, Wilson" userId="2840974a-0d84-4886-90a9-9a3ed79f3a48" providerId="ADAL" clId="{9F23B798-9E84-4552-BA63-E776E805C424}" dt="2026-08-05T01:56:43.963" v="16" actId="21"/>
          <ac:picMkLst>
            <pc:docMk/>
            <pc:sldMk cId="0" sldId="265"/>
            <ac:picMk id="2" creationId="{00000000-0000-0000-0000-000000000000}"/>
          </ac:picMkLst>
        </pc:picChg>
        <pc:picChg chg="add">
          <ac:chgData name="Lai, Wilson" userId="2840974a-0d84-4886-90a9-9a3ed79f3a48" providerId="ADAL" clId="{9F23B798-9E84-4552-BA63-E776E805C424}" dt="2026-08-05T01:57:18.922" v="17" actId="22"/>
          <ac:picMkLst>
            <pc:docMk/>
            <pc:sldMk cId="0" sldId="265"/>
            <ac:picMk id="4" creationId="{464FC147-03E7-FADB-6B85-927AB4FAF243}"/>
          </ac:picMkLst>
        </pc:picChg>
      </pc:sldChg>
      <pc:sldChg chg="addSp delSp mod modNotesTx">
        <pc:chgData name="Lai, Wilson" userId="2840974a-0d84-4886-90a9-9a3ed79f3a48" providerId="ADAL" clId="{9F23B798-9E84-4552-BA63-E776E805C424}" dt="2026-08-05T03:20:37.504" v="43" actId="12"/>
        <pc:sldMkLst>
          <pc:docMk/>
          <pc:sldMk cId="0" sldId="266"/>
        </pc:sldMkLst>
        <pc:picChg chg="del">
          <ac:chgData name="Lai, Wilson" userId="2840974a-0d84-4886-90a9-9a3ed79f3a48" providerId="ADAL" clId="{9F23B798-9E84-4552-BA63-E776E805C424}" dt="2026-08-05T01:57:20.918" v="18" actId="21"/>
          <ac:picMkLst>
            <pc:docMk/>
            <pc:sldMk cId="0" sldId="266"/>
            <ac:picMk id="2" creationId="{00000000-0000-0000-0000-000000000000}"/>
          </ac:picMkLst>
        </pc:picChg>
        <pc:picChg chg="add">
          <ac:chgData name="Lai, Wilson" userId="2840974a-0d84-4886-90a9-9a3ed79f3a48" providerId="ADAL" clId="{9F23B798-9E84-4552-BA63-E776E805C424}" dt="2026-08-05T01:57:32.914" v="19" actId="22"/>
          <ac:picMkLst>
            <pc:docMk/>
            <pc:sldMk cId="0" sldId="266"/>
            <ac:picMk id="4" creationId="{ABCDF29E-AC2F-322F-F048-682FC28B1A08}"/>
          </ac:picMkLst>
        </pc:picChg>
      </pc:sldChg>
      <pc:sldChg chg="addSp delSp mod modNotesTx">
        <pc:chgData name="Lai, Wilson" userId="2840974a-0d84-4886-90a9-9a3ed79f3a48" providerId="ADAL" clId="{9F23B798-9E84-4552-BA63-E776E805C424}" dt="2026-08-05T03:20:52.738" v="44" actId="12"/>
        <pc:sldMkLst>
          <pc:docMk/>
          <pc:sldMk cId="0" sldId="267"/>
        </pc:sldMkLst>
        <pc:picChg chg="del">
          <ac:chgData name="Lai, Wilson" userId="2840974a-0d84-4886-90a9-9a3ed79f3a48" providerId="ADAL" clId="{9F23B798-9E84-4552-BA63-E776E805C424}" dt="2026-08-05T01:57:37.769" v="20" actId="21"/>
          <ac:picMkLst>
            <pc:docMk/>
            <pc:sldMk cId="0" sldId="267"/>
            <ac:picMk id="2" creationId="{00000000-0000-0000-0000-000000000000}"/>
          </ac:picMkLst>
        </pc:picChg>
        <pc:picChg chg="add">
          <ac:chgData name="Lai, Wilson" userId="2840974a-0d84-4886-90a9-9a3ed79f3a48" providerId="ADAL" clId="{9F23B798-9E84-4552-BA63-E776E805C424}" dt="2026-08-05T01:57:47.739" v="21" actId="22"/>
          <ac:picMkLst>
            <pc:docMk/>
            <pc:sldMk cId="0" sldId="267"/>
            <ac:picMk id="4" creationId="{0B1A5EAA-73C7-1305-8AB2-D5F8D3E2A133}"/>
          </ac:picMkLst>
        </pc:picChg>
      </pc:sldChg>
      <pc:sldChg chg="addSp delSp mod">
        <pc:chgData name="Lai, Wilson" userId="2840974a-0d84-4886-90a9-9a3ed79f3a48" providerId="ADAL" clId="{9F23B798-9E84-4552-BA63-E776E805C424}" dt="2026-08-05T01:57:56.411" v="23" actId="22"/>
        <pc:sldMkLst>
          <pc:docMk/>
          <pc:sldMk cId="0" sldId="268"/>
        </pc:sldMkLst>
        <pc:picChg chg="del">
          <ac:chgData name="Lai, Wilson" userId="2840974a-0d84-4886-90a9-9a3ed79f3a48" providerId="ADAL" clId="{9F23B798-9E84-4552-BA63-E776E805C424}" dt="2026-08-05T01:57:49.491" v="22" actId="21"/>
          <ac:picMkLst>
            <pc:docMk/>
            <pc:sldMk cId="0" sldId="268"/>
            <ac:picMk id="2" creationId="{00000000-0000-0000-0000-000000000000}"/>
          </ac:picMkLst>
        </pc:picChg>
        <pc:picChg chg="add">
          <ac:chgData name="Lai, Wilson" userId="2840974a-0d84-4886-90a9-9a3ed79f3a48" providerId="ADAL" clId="{9F23B798-9E84-4552-BA63-E776E805C424}" dt="2026-08-05T01:57:56.411" v="23" actId="22"/>
          <ac:picMkLst>
            <pc:docMk/>
            <pc:sldMk cId="0" sldId="268"/>
            <ac:picMk id="4" creationId="{5C9D770B-303A-2F18-5A00-5194938492E2}"/>
          </ac:picMkLst>
        </pc:picChg>
      </pc:sldChg>
      <pc:sldChg chg="addSp delSp mod">
        <pc:chgData name="Lai, Wilson" userId="2840974a-0d84-4886-90a9-9a3ed79f3a48" providerId="ADAL" clId="{9F23B798-9E84-4552-BA63-E776E805C424}" dt="2026-08-05T01:58:07.376" v="25" actId="22"/>
        <pc:sldMkLst>
          <pc:docMk/>
          <pc:sldMk cId="0" sldId="269"/>
        </pc:sldMkLst>
        <pc:picChg chg="del">
          <ac:chgData name="Lai, Wilson" userId="2840974a-0d84-4886-90a9-9a3ed79f3a48" providerId="ADAL" clId="{9F23B798-9E84-4552-BA63-E776E805C424}" dt="2026-08-05T01:57:57.983" v="24" actId="21"/>
          <ac:picMkLst>
            <pc:docMk/>
            <pc:sldMk cId="0" sldId="269"/>
            <ac:picMk id="2" creationId="{00000000-0000-0000-0000-000000000000}"/>
          </ac:picMkLst>
        </pc:picChg>
        <pc:picChg chg="add">
          <ac:chgData name="Lai, Wilson" userId="2840974a-0d84-4886-90a9-9a3ed79f3a48" providerId="ADAL" clId="{9F23B798-9E84-4552-BA63-E776E805C424}" dt="2026-08-05T01:58:07.376" v="25" actId="22"/>
          <ac:picMkLst>
            <pc:docMk/>
            <pc:sldMk cId="0" sldId="269"/>
            <ac:picMk id="4" creationId="{E8742626-8B9D-A341-BB11-6235ABACADF7}"/>
          </ac:picMkLst>
        </pc:picChg>
      </pc:sldChg>
      <pc:sldChg chg="addSp delSp mod modNotesTx">
        <pc:chgData name="Lai, Wilson" userId="2840974a-0d84-4886-90a9-9a3ed79f3a48" providerId="ADAL" clId="{9F23B798-9E84-4552-BA63-E776E805C424}" dt="2026-08-05T03:22:19.089" v="47" actId="20577"/>
        <pc:sldMkLst>
          <pc:docMk/>
          <pc:sldMk cId="0" sldId="270"/>
        </pc:sldMkLst>
        <pc:picChg chg="del">
          <ac:chgData name="Lai, Wilson" userId="2840974a-0d84-4886-90a9-9a3ed79f3a48" providerId="ADAL" clId="{9F23B798-9E84-4552-BA63-E776E805C424}" dt="2026-08-05T01:58:09.011" v="26" actId="21"/>
          <ac:picMkLst>
            <pc:docMk/>
            <pc:sldMk cId="0" sldId="270"/>
            <ac:picMk id="2" creationId="{00000000-0000-0000-0000-000000000000}"/>
          </ac:picMkLst>
        </pc:picChg>
        <pc:picChg chg="add">
          <ac:chgData name="Lai, Wilson" userId="2840974a-0d84-4886-90a9-9a3ed79f3a48" providerId="ADAL" clId="{9F23B798-9E84-4552-BA63-E776E805C424}" dt="2026-08-05T01:58:15.896" v="27" actId="22"/>
          <ac:picMkLst>
            <pc:docMk/>
            <pc:sldMk cId="0" sldId="270"/>
            <ac:picMk id="4" creationId="{2910561F-267D-0B34-9FE6-B8A594157E15}"/>
          </ac:picMkLst>
        </pc:picChg>
      </pc:sldChg>
      <pc:sldChg chg="addSp delSp mod modNotesTx">
        <pc:chgData name="Lai, Wilson" userId="2840974a-0d84-4886-90a9-9a3ed79f3a48" providerId="ADAL" clId="{9F23B798-9E84-4552-BA63-E776E805C424}" dt="2026-08-05T03:22:42.373" v="48" actId="12"/>
        <pc:sldMkLst>
          <pc:docMk/>
          <pc:sldMk cId="1219486121" sldId="271"/>
        </pc:sldMkLst>
        <pc:picChg chg="del">
          <ac:chgData name="Lai, Wilson" userId="2840974a-0d84-4886-90a9-9a3ed79f3a48" providerId="ADAL" clId="{9F23B798-9E84-4552-BA63-E776E805C424}" dt="2026-08-05T01:58:19.146" v="28" actId="21"/>
          <ac:picMkLst>
            <pc:docMk/>
            <pc:sldMk cId="1219486121" sldId="271"/>
            <ac:picMk id="3" creationId="{253D3756-09D3-6FA1-A4FD-72D40B692A56}"/>
          </ac:picMkLst>
        </pc:picChg>
        <pc:picChg chg="add">
          <ac:chgData name="Lai, Wilson" userId="2840974a-0d84-4886-90a9-9a3ed79f3a48" providerId="ADAL" clId="{9F23B798-9E84-4552-BA63-E776E805C424}" dt="2026-08-05T01:58:29.084" v="29" actId="22"/>
          <ac:picMkLst>
            <pc:docMk/>
            <pc:sldMk cId="1219486121" sldId="271"/>
            <ac:picMk id="4" creationId="{0B74ACA6-3000-3BBE-8ACB-A078C09555F7}"/>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302DA9A-5026-48D1-A4A7-02A0EBC64EA4}" type="datetimeFigureOut">
              <a:rPr lang="en-US" smtClean="0"/>
              <a:t>10/19/2026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3BB3748-2F2E-443A-868A-3EEA18ED1610}" type="slidenum">
              <a:rPr lang="en-US" smtClean="0"/>
              <a:t>‹#›</a:t>
            </a:fld>
            <a:endParaRPr lang="en-US"/>
          </a:p>
        </p:txBody>
      </p:sp>
    </p:spTree>
    <p:extLst>
      <p:ext uri="{BB962C8B-B14F-4D97-AF65-F5344CB8AC3E}">
        <p14:creationId xmlns:p14="http://schemas.microsoft.com/office/powerpoint/2010/main" val="36612735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https://www.youtube.com/watch?v=5p-sq8v3OXw</a:t>
            </a:r>
          </a:p>
          <a:p>
            <a:endParaRPr lang="en-US" dirty="0"/>
          </a:p>
          <a:p>
            <a:r>
              <a:rPr lang="en-US" sz="1200" kern="1200" dirty="0">
                <a:solidFill>
                  <a:schemeClr val="tx1"/>
                </a:solidFill>
                <a:effectLst/>
                <a:latin typeface="+mn-lt"/>
                <a:ea typeface="+mn-ea"/>
                <a:cs typeface="+mn-cs"/>
              </a:rPr>
              <a:t>Welcome, everyone. Today, we’re stepping out of the early era of artificial intelligence and into the future of operational leverage. Most people are still using AI like a glorified search bar or typing prompts to get quick text snippets. But today, we are going to talk about how to build your </a:t>
            </a:r>
            <a:r>
              <a:rPr lang="en-US" sz="1200" b="1" kern="1200" dirty="0">
                <a:solidFill>
                  <a:schemeClr val="tx1"/>
                </a:solidFill>
                <a:effectLst/>
                <a:latin typeface="+mn-lt"/>
                <a:ea typeface="+mn-ea"/>
                <a:cs typeface="+mn-cs"/>
              </a:rPr>
              <a:t>Personal AI Operating System</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My goal for you today is simple: by the end of this presentation, you will understand how to transform AI from a casual chat companion into an autonomous, end-to-end digital workforce. We are moving away from spending hours copying and pasting prompts to becoming an orchestrator of systems—what I call the </a:t>
            </a:r>
            <a:r>
              <a:rPr lang="en-US" sz="1200" b="1" kern="1200" dirty="0">
                <a:solidFill>
                  <a:schemeClr val="tx1"/>
                </a:solidFill>
                <a:effectLst/>
                <a:latin typeface="+mn-lt"/>
                <a:ea typeface="+mn-ea"/>
                <a:cs typeface="+mn-cs"/>
              </a:rPr>
              <a:t>100x Operator</a:t>
            </a:r>
            <a:r>
              <a:rPr lang="en-US" sz="1200" kern="1200" dirty="0">
                <a:solidFill>
                  <a:schemeClr val="tx1"/>
                </a:solidFill>
                <a:effectLst/>
                <a:latin typeface="+mn-lt"/>
                <a:ea typeface="+mn-ea"/>
                <a:cs typeface="+mn-cs"/>
              </a:rPr>
              <a:t>. Let’s dive in.</a:t>
            </a:r>
          </a:p>
          <a:p>
            <a:endParaRPr lang="en-US" dirty="0"/>
          </a:p>
        </p:txBody>
      </p:sp>
      <p:sp>
        <p:nvSpPr>
          <p:cNvPr id="4" name="Slide Number Placeholder 3"/>
          <p:cNvSpPr>
            <a:spLocks noGrp="1"/>
          </p:cNvSpPr>
          <p:nvPr>
            <p:ph type="sldNum" sz="quarter" idx="5"/>
          </p:nvPr>
        </p:nvSpPr>
        <p:spPr/>
        <p:txBody>
          <a:bodyPr/>
          <a:lstStyle/>
          <a:p>
            <a:fld id="{73BB3748-2F2E-443A-868A-3EEA18ED1610}" type="slidenum">
              <a:rPr lang="en-US" smtClean="0"/>
              <a:t>1</a:t>
            </a:fld>
            <a:endParaRPr lang="en-US"/>
          </a:p>
        </p:txBody>
      </p:sp>
    </p:spTree>
    <p:extLst>
      <p:ext uri="{BB962C8B-B14F-4D97-AF65-F5344CB8AC3E}">
        <p14:creationId xmlns:p14="http://schemas.microsoft.com/office/powerpoint/2010/main" val="31377933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understand where we are going, we first need to look at where AI usage currently sits. </a:t>
            </a:r>
          </a:p>
          <a:p>
            <a:r>
              <a:rPr lang="en-US" sz="1200" b="1" kern="1200" dirty="0">
                <a:solidFill>
                  <a:schemeClr val="tx1"/>
                </a:solidFill>
                <a:effectLst/>
                <a:latin typeface="+mn-lt"/>
                <a:ea typeface="+mn-ea"/>
                <a:cs typeface="+mn-cs"/>
              </a:rPr>
              <a:t>Stage 1 is the Chat Paradigm</a:t>
            </a:r>
            <a:r>
              <a:rPr lang="en-US" sz="1200" kern="1200" dirty="0">
                <a:solidFill>
                  <a:schemeClr val="tx1"/>
                </a:solidFill>
                <a:effectLst/>
                <a:latin typeface="+mn-lt"/>
                <a:ea typeface="+mn-ea"/>
                <a:cs typeface="+mn-cs"/>
              </a:rPr>
              <a:t>. Think ChatGPT or Claude Chat in a standard browser. It operates on a </a:t>
            </a:r>
            <a:r>
              <a:rPr lang="en-US" sz="1200" b="1" kern="1200" dirty="0">
                <a:solidFill>
                  <a:schemeClr val="tx1"/>
                </a:solidFill>
                <a:effectLst/>
                <a:latin typeface="+mn-lt"/>
                <a:ea typeface="+mn-ea"/>
                <a:cs typeface="+mn-cs"/>
              </a:rPr>
              <a:t>Question $\</a:t>
            </a:r>
            <a:r>
              <a:rPr lang="en-US" sz="1200" b="1" kern="1200" dirty="0" err="1">
                <a:solidFill>
                  <a:schemeClr val="tx1"/>
                </a:solidFill>
                <a:effectLst/>
                <a:latin typeface="+mn-lt"/>
                <a:ea typeface="+mn-ea"/>
                <a:cs typeface="+mn-cs"/>
              </a:rPr>
              <a:t>rightarrow</a:t>
            </a:r>
            <a:r>
              <a:rPr lang="en-US" sz="1200" b="1" kern="1200" dirty="0">
                <a:solidFill>
                  <a:schemeClr val="tx1"/>
                </a:solidFill>
                <a:effectLst/>
                <a:latin typeface="+mn-lt"/>
                <a:ea typeface="+mn-ea"/>
                <a:cs typeface="+mn-cs"/>
              </a:rPr>
              <a:t>$ Answer</a:t>
            </a:r>
            <a:r>
              <a:rPr lang="en-US" sz="1200" kern="1200" dirty="0">
                <a:solidFill>
                  <a:schemeClr val="tx1"/>
                </a:solidFill>
                <a:effectLst/>
                <a:latin typeface="+mn-lt"/>
                <a:ea typeface="+mn-ea"/>
                <a:cs typeface="+mn-cs"/>
              </a:rPr>
              <a:t> model. In this stage, AI acts as a brilliant external consultant. You ask a question, it gives you advice, but </a:t>
            </a:r>
            <a:r>
              <a:rPr lang="en-US" sz="1200" i="1" kern="1200" dirty="0">
                <a:solidFill>
                  <a:schemeClr val="tx1"/>
                </a:solidFill>
                <a:effectLst/>
                <a:latin typeface="+mn-lt"/>
                <a:ea typeface="+mn-ea"/>
                <a:cs typeface="+mn-cs"/>
              </a:rPr>
              <a:t>you</a:t>
            </a:r>
            <a:r>
              <a:rPr lang="en-US" sz="1200" kern="1200" dirty="0">
                <a:solidFill>
                  <a:schemeClr val="tx1"/>
                </a:solidFill>
                <a:effectLst/>
                <a:latin typeface="+mn-lt"/>
                <a:ea typeface="+mn-ea"/>
                <a:cs typeface="+mn-cs"/>
              </a:rPr>
              <a:t> have to do all the heavy lifting. You copy text from ChatGPT, paste it into an email, jump into Notion, manually upload assets, and switch between 5 different tools. The result? Minor daily time savings, but high friction and context switching. </a:t>
            </a:r>
          </a:p>
          <a:p>
            <a:r>
              <a:rPr lang="en-US" sz="1200" b="1" kern="1200" dirty="0">
                <a:solidFill>
                  <a:schemeClr val="tx1"/>
                </a:solidFill>
                <a:effectLst/>
                <a:latin typeface="+mn-lt"/>
                <a:ea typeface="+mn-ea"/>
                <a:cs typeface="+mn-cs"/>
              </a:rPr>
              <a:t>Stage 2 is the Agent Paradigm</a:t>
            </a:r>
            <a:r>
              <a:rPr lang="en-US" sz="1200" kern="1200" dirty="0">
                <a:solidFill>
                  <a:schemeClr val="tx1"/>
                </a:solidFill>
                <a:effectLst/>
                <a:latin typeface="+mn-lt"/>
                <a:ea typeface="+mn-ea"/>
                <a:cs typeface="+mn-cs"/>
              </a:rPr>
              <a:t>. Here, the core mechanism shifts from Question $\</a:t>
            </a:r>
            <a:r>
              <a:rPr lang="en-US" sz="1200" kern="1200" dirty="0" err="1">
                <a:solidFill>
                  <a:schemeClr val="tx1"/>
                </a:solidFill>
                <a:effectLst/>
                <a:latin typeface="+mn-lt"/>
                <a:ea typeface="+mn-ea"/>
                <a:cs typeface="+mn-cs"/>
              </a:rPr>
              <a:t>rightarrow</a:t>
            </a:r>
            <a:r>
              <a:rPr lang="en-US" sz="1200" kern="1200" dirty="0">
                <a:solidFill>
                  <a:schemeClr val="tx1"/>
                </a:solidFill>
                <a:effectLst/>
                <a:latin typeface="+mn-lt"/>
                <a:ea typeface="+mn-ea"/>
                <a:cs typeface="+mn-cs"/>
              </a:rPr>
              <a:t>$ Answer to </a:t>
            </a:r>
            <a:r>
              <a:rPr lang="en-US" sz="1200" b="1" kern="1200" dirty="0">
                <a:solidFill>
                  <a:schemeClr val="tx1"/>
                </a:solidFill>
                <a:effectLst/>
                <a:latin typeface="+mn-lt"/>
                <a:ea typeface="+mn-ea"/>
                <a:cs typeface="+mn-cs"/>
              </a:rPr>
              <a:t>Goal $\</a:t>
            </a:r>
            <a:r>
              <a:rPr lang="en-US" sz="1200" b="1" kern="1200" dirty="0" err="1">
                <a:solidFill>
                  <a:schemeClr val="tx1"/>
                </a:solidFill>
                <a:effectLst/>
                <a:latin typeface="+mn-lt"/>
                <a:ea typeface="+mn-ea"/>
                <a:cs typeface="+mn-cs"/>
              </a:rPr>
              <a:t>rightarrow</a:t>
            </a:r>
            <a:r>
              <a:rPr lang="en-US" sz="1200" b="1" kern="1200" dirty="0">
                <a:solidFill>
                  <a:schemeClr val="tx1"/>
                </a:solidFill>
                <a:effectLst/>
                <a:latin typeface="+mn-lt"/>
                <a:ea typeface="+mn-ea"/>
                <a:cs typeface="+mn-cs"/>
              </a:rPr>
              <a:t>$ Result</a:t>
            </a:r>
            <a:r>
              <a:rPr lang="en-US" sz="1200" kern="1200" dirty="0">
                <a:solidFill>
                  <a:schemeClr val="tx1"/>
                </a:solidFill>
                <a:effectLst/>
                <a:latin typeface="+mn-lt"/>
                <a:ea typeface="+mn-ea"/>
                <a:cs typeface="+mn-cs"/>
              </a:rPr>
              <a:t>. Instead of an external consultant, the agent acts like an end-to-end in-house employee. You give it a high-level goal—for example, 'Launch our holiday promo campaign'—and through zero-shot automation, it observes, thinks, and acts natively across your platforms. This is where companies and individuals unlock a </a:t>
            </a:r>
            <a:r>
              <a:rPr lang="en-US" sz="1200" b="1" kern="1200" dirty="0">
                <a:solidFill>
                  <a:schemeClr val="tx1"/>
                </a:solidFill>
                <a:effectLst/>
                <a:latin typeface="+mn-lt"/>
                <a:ea typeface="+mn-ea"/>
                <a:cs typeface="+mn-cs"/>
              </a:rPr>
              <a:t>5x to 10x Operational Expenditure Multiplier</a:t>
            </a:r>
            <a:r>
              <a:rPr lang="en-US" sz="1200" kern="1200" dirty="0">
                <a:solidFill>
                  <a:schemeClr val="tx1"/>
                </a:solidFill>
                <a:effectLst/>
                <a:latin typeface="+mn-lt"/>
                <a:ea typeface="+mn-ea"/>
                <a:cs typeface="+mn-cs"/>
              </a:rPr>
              <a:t>.</a:t>
            </a:r>
          </a:p>
          <a:p>
            <a:endParaRPr lang="en-US" dirty="0"/>
          </a:p>
        </p:txBody>
      </p:sp>
      <p:sp>
        <p:nvSpPr>
          <p:cNvPr id="4" name="Slide Number Placeholder 3"/>
          <p:cNvSpPr>
            <a:spLocks noGrp="1"/>
          </p:cNvSpPr>
          <p:nvPr>
            <p:ph type="sldNum" sz="quarter" idx="5"/>
          </p:nvPr>
        </p:nvSpPr>
        <p:spPr/>
        <p:txBody>
          <a:bodyPr/>
          <a:lstStyle/>
          <a:p>
            <a:fld id="{73BB3748-2F2E-443A-868A-3EEA18ED1610}" type="slidenum">
              <a:rPr lang="en-US" smtClean="0"/>
              <a:t>2</a:t>
            </a:fld>
            <a:endParaRPr lang="en-US"/>
          </a:p>
        </p:txBody>
      </p:sp>
    </p:spTree>
    <p:extLst>
      <p:ext uri="{BB962C8B-B14F-4D97-AF65-F5344CB8AC3E}">
        <p14:creationId xmlns:p14="http://schemas.microsoft.com/office/powerpoint/2010/main" val="6367628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How does an AI agent actually work under the hood without getting stuck? It runs on an iterative loop: </a:t>
            </a:r>
            <a:r>
              <a:rPr lang="en-US" sz="1200" b="1" kern="1200" dirty="0">
                <a:solidFill>
                  <a:schemeClr val="tx1"/>
                </a:solidFill>
                <a:effectLst/>
                <a:latin typeface="+mn-lt"/>
                <a:ea typeface="+mn-ea"/>
                <a:cs typeface="+mn-cs"/>
              </a:rPr>
              <a:t>Observe, Think, Act</a:t>
            </a:r>
            <a:r>
              <a:rPr lang="en-US" sz="1200" kern="1200" dirty="0">
                <a:solidFill>
                  <a:schemeClr val="tx1"/>
                </a:solidFill>
                <a:effectLst/>
                <a:latin typeface="+mn-lt"/>
                <a:ea typeface="+mn-ea"/>
                <a:cs typeface="+mn-cs"/>
              </a:rPr>
              <a:t>. </a:t>
            </a:r>
          </a:p>
          <a:p>
            <a:pPr marL="228600" indent="-228600">
              <a:buFont typeface="+mj-lt"/>
              <a:buAutoNum type="arabicPeriod"/>
            </a:pPr>
            <a:r>
              <a:rPr lang="en-US" sz="1200" b="1" kern="1200" dirty="0">
                <a:solidFill>
                  <a:schemeClr val="tx1"/>
                </a:solidFill>
                <a:effectLst/>
                <a:latin typeface="+mn-lt"/>
                <a:ea typeface="+mn-ea"/>
                <a:cs typeface="+mn-cs"/>
              </a:rPr>
              <a:t>Observe:</a:t>
            </a:r>
            <a:r>
              <a:rPr lang="en-US" sz="1200" kern="1200" dirty="0">
                <a:solidFill>
                  <a:schemeClr val="tx1"/>
                </a:solidFill>
                <a:effectLst/>
                <a:latin typeface="+mn-lt"/>
                <a:ea typeface="+mn-ea"/>
                <a:cs typeface="+mn-cs"/>
              </a:rPr>
              <a:t> The agent scans the current environment. It looks at the files in your project, reads recent emails, or checks API responses. </a:t>
            </a:r>
          </a:p>
          <a:p>
            <a:pPr marL="228600" indent="-228600">
              <a:buFont typeface="+mj-lt"/>
              <a:buAutoNum type="arabicPeriod"/>
            </a:pPr>
            <a:r>
              <a:rPr lang="en-US" sz="1200" b="1" kern="1200" dirty="0">
                <a:solidFill>
                  <a:schemeClr val="tx1"/>
                </a:solidFill>
                <a:effectLst/>
                <a:latin typeface="+mn-lt"/>
                <a:ea typeface="+mn-ea"/>
                <a:cs typeface="+mn-cs"/>
              </a:rPr>
              <a:t>Think:</a:t>
            </a:r>
            <a:r>
              <a:rPr lang="en-US" sz="1200" kern="1200" dirty="0">
                <a:solidFill>
                  <a:schemeClr val="tx1"/>
                </a:solidFill>
                <a:effectLst/>
                <a:latin typeface="+mn-lt"/>
                <a:ea typeface="+mn-ea"/>
                <a:cs typeface="+mn-cs"/>
              </a:rPr>
              <a:t> Using the Large Language Model brain, it determines the next single logical step required to get closer to the final goal. </a:t>
            </a:r>
          </a:p>
          <a:p>
            <a:pPr marL="228600" indent="-228600">
              <a:buFont typeface="+mj-lt"/>
              <a:buAutoNum type="arabicPeriod"/>
            </a:pPr>
            <a:r>
              <a:rPr lang="en-US" sz="1200" b="1" kern="1200" dirty="0">
                <a:solidFill>
                  <a:schemeClr val="tx1"/>
                </a:solidFill>
                <a:effectLst/>
                <a:latin typeface="+mn-lt"/>
                <a:ea typeface="+mn-ea"/>
                <a:cs typeface="+mn-cs"/>
              </a:rPr>
              <a:t>Act:</a:t>
            </a:r>
            <a:r>
              <a:rPr lang="en-US" sz="1200" kern="1200" dirty="0">
                <a:solidFill>
                  <a:schemeClr val="tx1"/>
                </a:solidFill>
                <a:effectLst/>
                <a:latin typeface="+mn-lt"/>
                <a:ea typeface="+mn-ea"/>
                <a:cs typeface="+mn-cs"/>
              </a:rPr>
              <a:t> It executes that action using connected external tools—whether that's drafting an email, updating a database, or pulling web analytics. </a:t>
            </a:r>
          </a:p>
          <a:p>
            <a:r>
              <a:rPr lang="en-US" sz="1200" kern="1200" dirty="0">
                <a:solidFill>
                  <a:schemeClr val="tx1"/>
                </a:solidFill>
                <a:effectLst/>
                <a:latin typeface="+mn-lt"/>
                <a:ea typeface="+mn-ea"/>
                <a:cs typeface="+mn-cs"/>
              </a:rPr>
              <a:t>The magic of an agent is that it doesn't stop after generating one piece of text. It evaluates the new situation after taking an action and repeats this loop continuously until the exact definition of 'done' is achieved. An agent can run quietly in the background for 20 minutes, performing dozens of sequential micro-tasks, and only ping you when the final deliverable is ready.</a:t>
            </a:r>
          </a:p>
          <a:p>
            <a:endParaRPr lang="en-US" dirty="0"/>
          </a:p>
        </p:txBody>
      </p:sp>
      <p:sp>
        <p:nvSpPr>
          <p:cNvPr id="4" name="Slide Number Placeholder 3"/>
          <p:cNvSpPr>
            <a:spLocks noGrp="1"/>
          </p:cNvSpPr>
          <p:nvPr>
            <p:ph type="sldNum" sz="quarter" idx="5"/>
          </p:nvPr>
        </p:nvSpPr>
        <p:spPr/>
        <p:txBody>
          <a:bodyPr/>
          <a:lstStyle/>
          <a:p>
            <a:fld id="{73BB3748-2F2E-443A-868A-3EEA18ED1610}" type="slidenum">
              <a:rPr lang="en-US" smtClean="0"/>
              <a:t>3</a:t>
            </a:fld>
            <a:endParaRPr lang="en-US"/>
          </a:p>
        </p:txBody>
      </p:sp>
    </p:spTree>
    <p:extLst>
      <p:ext uri="{BB962C8B-B14F-4D97-AF65-F5344CB8AC3E}">
        <p14:creationId xmlns:p14="http://schemas.microsoft.com/office/powerpoint/2010/main" val="31105000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When you open a brand-new AI agent out of the box, it is super-intelligent, but it suffers from severe 'business amnesia'. The mental model you should use is: </a:t>
            </a:r>
            <a:r>
              <a:rPr lang="en-US" sz="1200" b="1" kern="1200" dirty="0">
                <a:solidFill>
                  <a:schemeClr val="tx1"/>
                </a:solidFill>
                <a:effectLst/>
                <a:latin typeface="+mn-lt"/>
                <a:ea typeface="+mn-ea"/>
                <a:cs typeface="+mn-cs"/>
              </a:rPr>
              <a:t>Treat setting up an AI agent like onboarding a highly capable new employee</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Imagine hiring a top-tier executive assistant for $1,200 a year who has infinite bandwidth, but knows absolutely nothing about your company culture, products, or guidelines. You wouldn't just tell them 'run my marketing' on day one without training them. You would give them three key things: </a:t>
            </a:r>
          </a:p>
          <a:p>
            <a:pPr marL="228600" indent="-228600">
              <a:buFont typeface="+mj-lt"/>
              <a:buAutoNum type="arabicPeriod"/>
            </a:pPr>
            <a:r>
              <a:rPr lang="en-US" sz="1200" b="1" kern="1200" dirty="0">
                <a:solidFill>
                  <a:schemeClr val="tx1"/>
                </a:solidFill>
                <a:effectLst/>
                <a:latin typeface="+mn-lt"/>
                <a:ea typeface="+mn-ea"/>
                <a:cs typeface="+mn-cs"/>
              </a:rPr>
              <a:t>Context:</a:t>
            </a:r>
            <a:r>
              <a:rPr lang="en-US" sz="1200" kern="1200" dirty="0">
                <a:solidFill>
                  <a:schemeClr val="tx1"/>
                </a:solidFill>
                <a:effectLst/>
                <a:latin typeface="+mn-lt"/>
                <a:ea typeface="+mn-ea"/>
                <a:cs typeface="+mn-cs"/>
              </a:rPr>
              <a:t> The company handbooks and brand documentation (stored as Markdown .md files). </a:t>
            </a:r>
          </a:p>
          <a:p>
            <a:pPr marL="228600" indent="-228600">
              <a:buFont typeface="+mj-lt"/>
              <a:buAutoNum type="arabicPeriod"/>
            </a:pPr>
            <a:r>
              <a:rPr lang="en-US" sz="1200" b="1" kern="1200" dirty="0">
                <a:solidFill>
                  <a:schemeClr val="tx1"/>
                </a:solidFill>
                <a:effectLst/>
                <a:latin typeface="+mn-lt"/>
                <a:ea typeface="+mn-ea"/>
                <a:cs typeface="+mn-cs"/>
              </a:rPr>
              <a:t>Tools:</a:t>
            </a:r>
            <a:r>
              <a:rPr lang="en-US" sz="1200" kern="1200" dirty="0">
                <a:solidFill>
                  <a:schemeClr val="tx1"/>
                </a:solidFill>
                <a:effectLst/>
                <a:latin typeface="+mn-lt"/>
                <a:ea typeface="+mn-ea"/>
                <a:cs typeface="+mn-cs"/>
              </a:rPr>
              <a:t> Software access, credentials, and API connections (Model Context Protocols / MCPs). </a:t>
            </a:r>
          </a:p>
          <a:p>
            <a:pPr marL="228600" indent="-228600">
              <a:buFont typeface="+mj-lt"/>
              <a:buAutoNum type="arabicPeriod"/>
            </a:pPr>
            <a:r>
              <a:rPr lang="en-US" sz="1200" b="1" kern="1200" dirty="0">
                <a:solidFill>
                  <a:schemeClr val="tx1"/>
                </a:solidFill>
                <a:effectLst/>
                <a:latin typeface="+mn-lt"/>
                <a:ea typeface="+mn-ea"/>
                <a:cs typeface="+mn-cs"/>
              </a:rPr>
              <a:t>Skills:</a:t>
            </a:r>
            <a:r>
              <a:rPr lang="en-US" sz="1200" kern="1200" dirty="0">
                <a:solidFill>
                  <a:schemeClr val="tx1"/>
                </a:solidFill>
                <a:effectLst/>
                <a:latin typeface="+mn-lt"/>
                <a:ea typeface="+mn-ea"/>
                <a:cs typeface="+mn-cs"/>
              </a:rPr>
              <a:t> Your Standard Operating Procedures (SOPs) detailing step-by-step execution workflows.</a:t>
            </a:r>
          </a:p>
          <a:p>
            <a:endParaRPr lang="en-US" dirty="0"/>
          </a:p>
        </p:txBody>
      </p:sp>
      <p:sp>
        <p:nvSpPr>
          <p:cNvPr id="4" name="Slide Number Placeholder 3"/>
          <p:cNvSpPr>
            <a:spLocks noGrp="1"/>
          </p:cNvSpPr>
          <p:nvPr>
            <p:ph type="sldNum" sz="quarter" idx="5"/>
          </p:nvPr>
        </p:nvSpPr>
        <p:spPr/>
        <p:txBody>
          <a:bodyPr/>
          <a:lstStyle/>
          <a:p>
            <a:fld id="{73BB3748-2F2E-443A-868A-3EEA18ED1610}" type="slidenum">
              <a:rPr lang="en-US" smtClean="0"/>
              <a:t>4</a:t>
            </a:fld>
            <a:endParaRPr lang="en-US"/>
          </a:p>
        </p:txBody>
      </p:sp>
    </p:spTree>
    <p:extLst>
      <p:ext uri="{BB962C8B-B14F-4D97-AF65-F5344CB8AC3E}">
        <p14:creationId xmlns:p14="http://schemas.microsoft.com/office/powerpoint/2010/main" val="30622299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Let me introduce you to the first pillar: </a:t>
            </a:r>
            <a:r>
              <a:rPr lang="en-US" sz="1200" b="1" kern="1200" dirty="0">
                <a:solidFill>
                  <a:schemeClr val="tx1"/>
                </a:solidFill>
                <a:effectLst/>
                <a:latin typeface="+mn-lt"/>
                <a:ea typeface="+mn-ea"/>
                <a:cs typeface="+mn-cs"/>
              </a:rPr>
              <a:t>Context</a:t>
            </a:r>
            <a:r>
              <a:rPr lang="en-US" sz="1200" kern="1200" dirty="0">
                <a:solidFill>
                  <a:schemeClr val="tx1"/>
                </a:solidFill>
                <a:effectLst/>
                <a:latin typeface="+mn-lt"/>
                <a:ea typeface="+mn-ea"/>
                <a:cs typeface="+mn-cs"/>
              </a:rPr>
              <a:t>, and a critical issue called </a:t>
            </a:r>
            <a:r>
              <a:rPr lang="en-US" sz="1200" b="1" kern="1200" dirty="0">
                <a:solidFill>
                  <a:schemeClr val="tx1"/>
                </a:solidFill>
                <a:effectLst/>
                <a:latin typeface="+mn-lt"/>
                <a:ea typeface="+mn-ea"/>
                <a:cs typeface="+mn-cs"/>
              </a:rPr>
              <a:t>Context Rot</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Every AI agent session has a finite processing window—often called its context window. A common mistake is uploading bloated 50-page PDFs or heavily formatted Word documents. The LLM spends a massive portion of its processing energy just parsing headers, formatting, and useless visual noise, leaving very little room for actual reasoning. This degrades the AI's intelligence mid-task. </a:t>
            </a:r>
          </a:p>
          <a:p>
            <a:r>
              <a:rPr lang="en-US" sz="1200" kern="1200" dirty="0">
                <a:solidFill>
                  <a:schemeClr val="tx1"/>
                </a:solidFill>
                <a:effectLst/>
                <a:latin typeface="+mn-lt"/>
                <a:ea typeface="+mn-ea"/>
                <a:cs typeface="+mn-cs"/>
              </a:rPr>
              <a:t>The solution is </a:t>
            </a:r>
            <a:r>
              <a:rPr lang="en-US" sz="1200" b="1" kern="1200" dirty="0">
                <a:solidFill>
                  <a:schemeClr val="tx1"/>
                </a:solidFill>
                <a:effectLst/>
                <a:latin typeface="+mn-lt"/>
                <a:ea typeface="+mn-ea"/>
                <a:cs typeface="+mn-cs"/>
              </a:rPr>
              <a:t>Lean Optimization using Markdown (.md) files</a:t>
            </a:r>
            <a:r>
              <a:rPr lang="en-US" sz="1200" kern="1200" dirty="0">
                <a:solidFill>
                  <a:schemeClr val="tx1"/>
                </a:solidFill>
                <a:effectLst/>
                <a:latin typeface="+mn-lt"/>
                <a:ea typeface="+mn-ea"/>
                <a:cs typeface="+mn-cs"/>
              </a:rPr>
              <a:t>. Markdown is clean, plain-text structured data. It requires zero unpacking and consumes minimal token space, leaving a massive processing runway for the AI brain. Your core company assets—like your Ideal Customer Profile (ICP.md), Brand Voice (brand_voice.md), and Offer Catalog (offers.md)—should all live as concise Markdown files.</a:t>
            </a:r>
          </a:p>
        </p:txBody>
      </p:sp>
      <p:sp>
        <p:nvSpPr>
          <p:cNvPr id="4" name="Slide Number Placeholder 3"/>
          <p:cNvSpPr>
            <a:spLocks noGrp="1"/>
          </p:cNvSpPr>
          <p:nvPr>
            <p:ph type="sldNum" sz="quarter" idx="5"/>
          </p:nvPr>
        </p:nvSpPr>
        <p:spPr/>
        <p:txBody>
          <a:bodyPr/>
          <a:lstStyle/>
          <a:p>
            <a:fld id="{73BB3748-2F2E-443A-868A-3EEA18ED1610}" type="slidenum">
              <a:rPr lang="en-US" smtClean="0"/>
              <a:t>5</a:t>
            </a:fld>
            <a:endParaRPr lang="en-US"/>
          </a:p>
        </p:txBody>
      </p:sp>
    </p:spTree>
    <p:extLst>
      <p:ext uri="{BB962C8B-B14F-4D97-AF65-F5344CB8AC3E}">
        <p14:creationId xmlns:p14="http://schemas.microsoft.com/office/powerpoint/2010/main" val="31226157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keep your agent aligned across sessions without repeating yourself, you need two fundamental files: </a:t>
            </a:r>
          </a:p>
          <a:p>
            <a:pPr marL="228600" indent="-228600">
              <a:buFont typeface="+mj-lt"/>
              <a:buAutoNum type="arabicPeriod"/>
            </a:pPr>
            <a:r>
              <a:rPr lang="en-US" sz="1200" kern="1200" dirty="0">
                <a:solidFill>
                  <a:schemeClr val="tx1"/>
                </a:solidFill>
                <a:effectLst/>
                <a:latin typeface="+mn-lt"/>
                <a:ea typeface="+mn-ea"/>
                <a:cs typeface="+mn-cs"/>
              </a:rPr>
              <a:t>claude.md (or your root configuration file): This is the </a:t>
            </a:r>
            <a:r>
              <a:rPr lang="en-US" sz="1200" b="1" kern="1200" dirty="0">
                <a:solidFill>
                  <a:schemeClr val="tx1"/>
                </a:solidFill>
                <a:effectLst/>
                <a:latin typeface="+mn-lt"/>
                <a:ea typeface="+mn-ea"/>
                <a:cs typeface="+mn-cs"/>
              </a:rPr>
              <a:t>North Star file</a:t>
            </a:r>
            <a:r>
              <a:rPr lang="en-US" sz="1200" kern="1200" dirty="0">
                <a:solidFill>
                  <a:schemeClr val="tx1"/>
                </a:solidFill>
                <a:effectLst/>
                <a:latin typeface="+mn-lt"/>
                <a:ea typeface="+mn-ea"/>
                <a:cs typeface="+mn-cs"/>
              </a:rPr>
              <a:t>. Automatically loaded at the start of every session, it outlines your core principles, global rules, and directory paths. </a:t>
            </a:r>
          </a:p>
          <a:p>
            <a:pPr marL="228600" indent="-228600">
              <a:buFont typeface="+mj-lt"/>
              <a:buAutoNum type="arabicPeriod"/>
            </a:pPr>
            <a:r>
              <a:rPr lang="en-US" sz="1200" kern="1200" dirty="0">
                <a:solidFill>
                  <a:schemeClr val="tx1"/>
                </a:solidFill>
                <a:effectLst/>
                <a:latin typeface="+mn-lt"/>
                <a:ea typeface="+mn-ea"/>
                <a:cs typeface="+mn-cs"/>
              </a:rPr>
              <a:t>memory.md: This is your </a:t>
            </a:r>
            <a:r>
              <a:rPr lang="en-US" sz="1200" b="1" kern="1200" dirty="0">
                <a:solidFill>
                  <a:schemeClr val="tx1"/>
                </a:solidFill>
                <a:effectLst/>
                <a:latin typeface="+mn-lt"/>
                <a:ea typeface="+mn-ea"/>
                <a:cs typeface="+mn-cs"/>
              </a:rPr>
              <a:t>dynamic ledger</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Look at the </a:t>
            </a:r>
            <a:r>
              <a:rPr lang="en-US" sz="1200" b="1" kern="1200" dirty="0">
                <a:solidFill>
                  <a:schemeClr val="tx1"/>
                </a:solidFill>
                <a:effectLst/>
                <a:latin typeface="+mn-lt"/>
                <a:ea typeface="+mn-ea"/>
                <a:cs typeface="+mn-cs"/>
              </a:rPr>
              <a:t>Self-Healing Memory Loop</a:t>
            </a:r>
            <a:r>
              <a:rPr lang="en-US" sz="1200" kern="1200" dirty="0">
                <a:solidFill>
                  <a:schemeClr val="tx1"/>
                </a:solidFill>
                <a:effectLst/>
                <a:latin typeface="+mn-lt"/>
                <a:ea typeface="+mn-ea"/>
                <a:cs typeface="+mn-cs"/>
              </a:rPr>
              <a:t> on this slide. When the agent generates a draft output and you correct it—saying, for example, 'Never use bright blue backgrounds, always use Dark Mode'—the agent doesn't just apply it to that single prompt. It autonomously appends that rule directly into memory.md. The next time a new session starts, that preference is permanently loaded. You never have to explain your preferences twice.</a:t>
            </a:r>
          </a:p>
          <a:p>
            <a:endParaRPr lang="en-US" dirty="0"/>
          </a:p>
        </p:txBody>
      </p:sp>
      <p:sp>
        <p:nvSpPr>
          <p:cNvPr id="4" name="Slide Number Placeholder 3"/>
          <p:cNvSpPr>
            <a:spLocks noGrp="1"/>
          </p:cNvSpPr>
          <p:nvPr>
            <p:ph type="sldNum" sz="quarter" idx="5"/>
          </p:nvPr>
        </p:nvSpPr>
        <p:spPr/>
        <p:txBody>
          <a:bodyPr/>
          <a:lstStyle/>
          <a:p>
            <a:fld id="{73BB3748-2F2E-443A-868A-3EEA18ED1610}" type="slidenum">
              <a:rPr lang="en-US" smtClean="0"/>
              <a:t>6</a:t>
            </a:fld>
            <a:endParaRPr lang="en-US"/>
          </a:p>
        </p:txBody>
      </p:sp>
    </p:spTree>
    <p:extLst>
      <p:ext uri="{BB962C8B-B14F-4D97-AF65-F5344CB8AC3E}">
        <p14:creationId xmlns:p14="http://schemas.microsoft.com/office/powerpoint/2010/main" val="17080558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Context gives the AI a brain, but </a:t>
            </a:r>
            <a:r>
              <a:rPr lang="en-US" sz="1200" b="1" kern="1200" dirty="0">
                <a:solidFill>
                  <a:schemeClr val="tx1"/>
                </a:solidFill>
                <a:effectLst/>
                <a:latin typeface="+mn-lt"/>
                <a:ea typeface="+mn-ea"/>
                <a:cs typeface="+mn-cs"/>
              </a:rPr>
              <a:t>Model Context Protocol (MCP)</a:t>
            </a:r>
            <a:r>
              <a:rPr lang="en-US" sz="1200" kern="1200" dirty="0">
                <a:solidFill>
                  <a:schemeClr val="tx1"/>
                </a:solidFill>
                <a:effectLst/>
                <a:latin typeface="+mn-lt"/>
                <a:ea typeface="+mn-ea"/>
                <a:cs typeface="+mn-cs"/>
              </a:rPr>
              <a:t> gives the agent hands. </a:t>
            </a:r>
          </a:p>
          <a:p>
            <a:r>
              <a:rPr lang="en-US" sz="1200" kern="1200" dirty="0">
                <a:solidFill>
                  <a:schemeClr val="tx1"/>
                </a:solidFill>
                <a:effectLst/>
                <a:latin typeface="+mn-lt"/>
                <a:ea typeface="+mn-ea"/>
                <a:cs typeface="+mn-cs"/>
              </a:rPr>
              <a:t>An LLM intrinsically speaks 'natural language'. Software applications like Slack, Gmail, or Stripe speak structured API code. In the past, you needed custom code or complex Zapier webhooks to bridge this gap. </a:t>
            </a:r>
          </a:p>
          <a:p>
            <a:r>
              <a:rPr lang="en-US" sz="1200" kern="1200" dirty="0">
                <a:solidFill>
                  <a:schemeClr val="tx1"/>
                </a:solidFill>
                <a:effectLst/>
                <a:latin typeface="+mn-lt"/>
                <a:ea typeface="+mn-ea"/>
                <a:cs typeface="+mn-cs"/>
              </a:rPr>
              <a:t>MCP acts as an open-standard universal translator. The AI expresses its intention in natural language to the MCP, and the MCP translates that instruction directly into actions inside third-party applications. The agent can directly query your Stripe account to check yesterday's refunds, send a structured Slack alert, or draft a client email without you touching a single interface.</a:t>
            </a:r>
          </a:p>
          <a:p>
            <a:endParaRPr lang="en-US" dirty="0"/>
          </a:p>
        </p:txBody>
      </p:sp>
      <p:sp>
        <p:nvSpPr>
          <p:cNvPr id="4" name="Slide Number Placeholder 3"/>
          <p:cNvSpPr>
            <a:spLocks noGrp="1"/>
          </p:cNvSpPr>
          <p:nvPr>
            <p:ph type="sldNum" sz="quarter" idx="5"/>
          </p:nvPr>
        </p:nvSpPr>
        <p:spPr/>
        <p:txBody>
          <a:bodyPr/>
          <a:lstStyle/>
          <a:p>
            <a:fld id="{73BB3748-2F2E-443A-868A-3EEA18ED1610}" type="slidenum">
              <a:rPr lang="en-US" smtClean="0"/>
              <a:t>7</a:t>
            </a:fld>
            <a:endParaRPr lang="en-US"/>
          </a:p>
        </p:txBody>
      </p:sp>
    </p:spTree>
    <p:extLst>
      <p:ext uri="{BB962C8B-B14F-4D97-AF65-F5344CB8AC3E}">
        <p14:creationId xmlns:p14="http://schemas.microsoft.com/office/powerpoint/2010/main" val="41237330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build a high-performing agent, you need a specialized stack of tool connectors: </a:t>
            </a:r>
          </a:p>
          <a:p>
            <a:pPr marL="171450" indent="-171450">
              <a:buFont typeface="Arial" panose="020B0604020202020204" pitchFamily="34" charset="0"/>
              <a:buChar char="•"/>
            </a:pPr>
            <a:r>
              <a:rPr lang="en-US" sz="1200" b="1" kern="1200" dirty="0" err="1">
                <a:solidFill>
                  <a:schemeClr val="tx1"/>
                </a:solidFill>
                <a:effectLst/>
                <a:latin typeface="+mn-lt"/>
                <a:ea typeface="+mn-ea"/>
                <a:cs typeface="+mn-cs"/>
              </a:rPr>
              <a:t>Composio</a:t>
            </a:r>
            <a:r>
              <a:rPr lang="en-US" sz="1200" b="1" kern="1200" dirty="0">
                <a:solidFill>
                  <a:schemeClr val="tx1"/>
                </a:solidFill>
                <a:effectLst/>
                <a:latin typeface="+mn-lt"/>
                <a:ea typeface="+mn-ea"/>
                <a:cs typeface="+mn-cs"/>
              </a:rPr>
              <a:t> (The Ultimate Bridge):</a:t>
            </a:r>
            <a:r>
              <a:rPr lang="en-US" sz="1200" kern="1200" dirty="0">
                <a:solidFill>
                  <a:schemeClr val="tx1"/>
                </a:solidFill>
                <a:effectLst/>
                <a:latin typeface="+mn-lt"/>
                <a:ea typeface="+mn-ea"/>
                <a:cs typeface="+mn-cs"/>
              </a:rPr>
              <a:t> Think of </a:t>
            </a:r>
            <a:r>
              <a:rPr lang="en-US" sz="1200" kern="1200" dirty="0" err="1">
                <a:solidFill>
                  <a:schemeClr val="tx1"/>
                </a:solidFill>
                <a:effectLst/>
                <a:latin typeface="+mn-lt"/>
                <a:ea typeface="+mn-ea"/>
                <a:cs typeface="+mn-cs"/>
              </a:rPr>
              <a:t>Composio</a:t>
            </a:r>
            <a:r>
              <a:rPr lang="en-US" sz="1200" kern="1200" dirty="0">
                <a:solidFill>
                  <a:schemeClr val="tx1"/>
                </a:solidFill>
                <a:effectLst/>
                <a:latin typeface="+mn-lt"/>
                <a:ea typeface="+mn-ea"/>
                <a:cs typeface="+mn-cs"/>
              </a:rPr>
              <a:t> as an 'MCP for MCPs'. It bridges your AI directly to thousands of apps like Gmail, GitHub, and Notion through a unified authentication layer. </a:t>
            </a:r>
          </a:p>
          <a:p>
            <a:pPr marL="171450" indent="-171450">
              <a:buFont typeface="Arial" panose="020B0604020202020204" pitchFamily="34" charset="0"/>
              <a:buChar char="•"/>
            </a:pPr>
            <a:r>
              <a:rPr lang="en-US" sz="1200" b="1" kern="1200" dirty="0" err="1">
                <a:solidFill>
                  <a:schemeClr val="tx1"/>
                </a:solidFill>
                <a:effectLst/>
                <a:latin typeface="+mn-lt"/>
                <a:ea typeface="+mn-ea"/>
                <a:cs typeface="+mn-cs"/>
              </a:rPr>
              <a:t>Appify</a:t>
            </a:r>
            <a:r>
              <a:rPr lang="en-US" sz="1200" b="1" kern="1200" dirty="0">
                <a:solidFill>
                  <a:schemeClr val="tx1"/>
                </a:solidFill>
                <a:effectLst/>
                <a:latin typeface="+mn-lt"/>
                <a:ea typeface="+mn-ea"/>
                <a:cs typeface="+mn-cs"/>
              </a:rPr>
              <a:t> (The Extractor):</a:t>
            </a:r>
            <a:r>
              <a:rPr lang="en-US" sz="1200" kern="1200" dirty="0">
                <a:solidFill>
                  <a:schemeClr val="tx1"/>
                </a:solidFill>
                <a:effectLst/>
                <a:latin typeface="+mn-lt"/>
                <a:ea typeface="+mn-ea"/>
                <a:cs typeface="+mn-cs"/>
              </a:rPr>
              <a:t> A specialized collection of scrapers that pull structured data from platforms like LinkedIn, Instagram, or Google Maps directly into your agent's working context. </a:t>
            </a:r>
          </a:p>
          <a:p>
            <a:pPr marL="171450" indent="-171450">
              <a:buFont typeface="Arial" panose="020B0604020202020204" pitchFamily="34" charset="0"/>
              <a:buChar char="•"/>
            </a:pPr>
            <a:r>
              <a:rPr lang="en-US" sz="1200" b="1" kern="1200" dirty="0" err="1">
                <a:solidFill>
                  <a:schemeClr val="tx1"/>
                </a:solidFill>
                <a:effectLst/>
                <a:latin typeface="+mn-lt"/>
                <a:ea typeface="+mn-ea"/>
                <a:cs typeface="+mn-cs"/>
              </a:rPr>
              <a:t>Firecrawl</a:t>
            </a:r>
            <a:r>
              <a:rPr lang="en-US" sz="1200" b="1" kern="1200" dirty="0">
                <a:solidFill>
                  <a:schemeClr val="tx1"/>
                </a:solidFill>
                <a:effectLst/>
                <a:latin typeface="+mn-lt"/>
                <a:ea typeface="+mn-ea"/>
                <a:cs typeface="+mn-cs"/>
              </a:rPr>
              <a:t> (The Reader):</a:t>
            </a:r>
            <a:r>
              <a:rPr lang="en-US" sz="1200" kern="1200" dirty="0">
                <a:solidFill>
                  <a:schemeClr val="tx1"/>
                </a:solidFill>
                <a:effectLst/>
                <a:latin typeface="+mn-lt"/>
                <a:ea typeface="+mn-ea"/>
                <a:cs typeface="+mn-cs"/>
              </a:rPr>
              <a:t> Upgrades standard search by reading full web pages cleanly in Markdown format. Your agent can audit website UI, read full blog posts, or extract competitor landing page copy.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Chrome </a:t>
            </a:r>
            <a:r>
              <a:rPr lang="en-US" sz="1200" b="1" kern="1200" dirty="0" err="1">
                <a:solidFill>
                  <a:schemeClr val="tx1"/>
                </a:solidFill>
                <a:effectLst/>
                <a:latin typeface="+mn-lt"/>
                <a:ea typeface="+mn-ea"/>
                <a:cs typeface="+mn-cs"/>
              </a:rPr>
              <a:t>DevTools</a:t>
            </a:r>
            <a:r>
              <a:rPr lang="en-US" sz="1200" b="1" kern="1200" dirty="0">
                <a:solidFill>
                  <a:schemeClr val="tx1"/>
                </a:solidFill>
                <a:effectLst/>
                <a:latin typeface="+mn-lt"/>
                <a:ea typeface="+mn-ea"/>
                <a:cs typeface="+mn-cs"/>
              </a:rPr>
              <a:t> (The Checker):</a:t>
            </a:r>
            <a:r>
              <a:rPr lang="en-US" sz="1200" kern="1200" dirty="0">
                <a:solidFill>
                  <a:schemeClr val="tx1"/>
                </a:solidFill>
                <a:effectLst/>
                <a:latin typeface="+mn-lt"/>
                <a:ea typeface="+mn-ea"/>
                <a:cs typeface="+mn-cs"/>
              </a:rPr>
              <a:t> Launches a sandboxed headless browser. The agent can visually inspect web layouts, test buttons, or complete multi-page web forms autonomously.</a:t>
            </a:r>
          </a:p>
          <a:p>
            <a:endParaRPr lang="en-US" dirty="0"/>
          </a:p>
        </p:txBody>
      </p:sp>
      <p:sp>
        <p:nvSpPr>
          <p:cNvPr id="4" name="Slide Number Placeholder 3"/>
          <p:cNvSpPr>
            <a:spLocks noGrp="1"/>
          </p:cNvSpPr>
          <p:nvPr>
            <p:ph type="sldNum" sz="quarter" idx="5"/>
          </p:nvPr>
        </p:nvSpPr>
        <p:spPr/>
        <p:txBody>
          <a:bodyPr/>
          <a:lstStyle/>
          <a:p>
            <a:fld id="{73BB3748-2F2E-443A-868A-3EEA18ED1610}" type="slidenum">
              <a:rPr lang="en-US" smtClean="0"/>
              <a:t>8</a:t>
            </a:fld>
            <a:endParaRPr lang="en-US"/>
          </a:p>
        </p:txBody>
      </p:sp>
    </p:spTree>
    <p:extLst>
      <p:ext uri="{BB962C8B-B14F-4D97-AF65-F5344CB8AC3E}">
        <p14:creationId xmlns:p14="http://schemas.microsoft.com/office/powerpoint/2010/main" val="31711708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Our third pillar is </a:t>
            </a:r>
            <a:r>
              <a:rPr lang="en-US" sz="1200" b="1" kern="1200" dirty="0">
                <a:solidFill>
                  <a:schemeClr val="tx1"/>
                </a:solidFill>
                <a:effectLst/>
                <a:latin typeface="+mn-lt"/>
                <a:ea typeface="+mn-ea"/>
                <a:cs typeface="+mn-cs"/>
              </a:rPr>
              <a:t>Skills</a:t>
            </a:r>
            <a:r>
              <a:rPr lang="en-US" sz="1200" kern="1200" dirty="0">
                <a:solidFill>
                  <a:schemeClr val="tx1"/>
                </a:solidFill>
                <a:effectLst/>
                <a:latin typeface="+mn-lt"/>
                <a:ea typeface="+mn-ea"/>
                <a:cs typeface="+mn-cs"/>
              </a:rPr>
              <a:t>. Skills are your proprietary Standard Operating Procedures (SOPs) written in Markdown. They codify your specific business processes, taste, and standards. </a:t>
            </a:r>
          </a:p>
          <a:p>
            <a:r>
              <a:rPr lang="en-US" sz="1200" kern="1200" dirty="0">
                <a:solidFill>
                  <a:schemeClr val="tx1"/>
                </a:solidFill>
                <a:effectLst/>
                <a:latin typeface="+mn-lt"/>
                <a:ea typeface="+mn-ea"/>
                <a:cs typeface="+mn-cs"/>
              </a:rPr>
              <a:t>However, if you load 50 detailed SOP files into the context window at once, you’ll trigger context rot. This is where </a:t>
            </a:r>
            <a:r>
              <a:rPr lang="en-US" sz="1200" b="1" kern="1200" dirty="0">
                <a:solidFill>
                  <a:schemeClr val="tx1"/>
                </a:solidFill>
                <a:effectLst/>
                <a:latin typeface="+mn-lt"/>
                <a:ea typeface="+mn-ea"/>
                <a:cs typeface="+mn-cs"/>
              </a:rPr>
              <a:t>Progressive Disclosure</a:t>
            </a:r>
            <a:r>
              <a:rPr lang="en-US" sz="1200" kern="1200" dirty="0">
                <a:solidFill>
                  <a:schemeClr val="tx1"/>
                </a:solidFill>
                <a:effectLst/>
                <a:latin typeface="+mn-lt"/>
                <a:ea typeface="+mn-ea"/>
                <a:cs typeface="+mn-cs"/>
              </a:rPr>
              <a:t> comes in. </a:t>
            </a:r>
          </a:p>
          <a:p>
            <a:r>
              <a:rPr lang="en-US" sz="1200" kern="1200" dirty="0">
                <a:solidFill>
                  <a:schemeClr val="tx1"/>
                </a:solidFill>
                <a:effectLst/>
                <a:latin typeface="+mn-lt"/>
                <a:ea typeface="+mn-ea"/>
                <a:cs typeface="+mn-cs"/>
              </a:rPr>
              <a:t>Think of a bookshelf. When a session starts, the agent only reads the 'spines' of the books—meaning just the skill name and short description. Only when a specific user request matches that skill description does the agent pull that specific book off the shelf and read the full step-by-step instructions. This keeps context usage lean while maintaining access to dozens of automated workflows.</a:t>
            </a:r>
          </a:p>
          <a:p>
            <a:endParaRPr lang="en-US" dirty="0"/>
          </a:p>
        </p:txBody>
      </p:sp>
      <p:sp>
        <p:nvSpPr>
          <p:cNvPr id="4" name="Slide Number Placeholder 3"/>
          <p:cNvSpPr>
            <a:spLocks noGrp="1"/>
          </p:cNvSpPr>
          <p:nvPr>
            <p:ph type="sldNum" sz="quarter" idx="5"/>
          </p:nvPr>
        </p:nvSpPr>
        <p:spPr/>
        <p:txBody>
          <a:bodyPr/>
          <a:lstStyle/>
          <a:p>
            <a:fld id="{73BB3748-2F2E-443A-868A-3EEA18ED1610}" type="slidenum">
              <a:rPr lang="en-US" smtClean="0"/>
              <a:t>9</a:t>
            </a:fld>
            <a:endParaRPr lang="en-US"/>
          </a:p>
        </p:txBody>
      </p:sp>
    </p:spTree>
    <p:extLst>
      <p:ext uri="{BB962C8B-B14F-4D97-AF65-F5344CB8AC3E}">
        <p14:creationId xmlns:p14="http://schemas.microsoft.com/office/powerpoint/2010/main" val="10484982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Let's break down how a skill file is structured. A well-crafted skill .md file contains three core sections: </a:t>
            </a:r>
          </a:p>
          <a:p>
            <a:pPr marL="228600" indent="-228600">
              <a:buFont typeface="+mj-lt"/>
              <a:buAutoNum type="arabicPeriod"/>
            </a:pPr>
            <a:r>
              <a:rPr lang="en-US" sz="1200" b="1" kern="1200" dirty="0">
                <a:solidFill>
                  <a:schemeClr val="tx1"/>
                </a:solidFill>
                <a:effectLst/>
                <a:latin typeface="+mn-lt"/>
                <a:ea typeface="+mn-ea"/>
                <a:cs typeface="+mn-cs"/>
              </a:rPr>
              <a:t>The Name:</a:t>
            </a:r>
            <a:r>
              <a:rPr lang="en-US" sz="1200" kern="1200" dirty="0">
                <a:solidFill>
                  <a:schemeClr val="tx1"/>
                </a:solidFill>
                <a:effectLst/>
                <a:latin typeface="+mn-lt"/>
                <a:ea typeface="+mn-ea"/>
                <a:cs typeface="+mn-cs"/>
              </a:rPr>
              <a:t> The trigger header (e.g., # Ads Analyst). </a:t>
            </a:r>
          </a:p>
          <a:p>
            <a:pPr marL="228600" indent="-228600">
              <a:buFont typeface="+mj-lt"/>
              <a:buAutoNum type="arabicPeriod"/>
            </a:pPr>
            <a:r>
              <a:rPr lang="en-US" sz="1200" b="1" kern="1200" dirty="0">
                <a:solidFill>
                  <a:schemeClr val="tx1"/>
                </a:solidFill>
                <a:effectLst/>
                <a:latin typeface="+mn-lt"/>
                <a:ea typeface="+mn-ea"/>
                <a:cs typeface="+mn-cs"/>
              </a:rPr>
              <a:t>The Description:</a:t>
            </a:r>
            <a:r>
              <a:rPr lang="en-US" sz="1200" kern="1200" dirty="0">
                <a:solidFill>
                  <a:schemeClr val="tx1"/>
                </a:solidFill>
                <a:effectLst/>
                <a:latin typeface="+mn-lt"/>
                <a:ea typeface="+mn-ea"/>
                <a:cs typeface="+mn-cs"/>
              </a:rPr>
              <a:t> This is the metadata read during startup. For example: *Use when the user provides a Meta Ads Library URL*. This tells the AI </a:t>
            </a:r>
            <a:r>
              <a:rPr lang="en-US" sz="1200" i="1" kern="1200" dirty="0">
                <a:solidFill>
                  <a:schemeClr val="tx1"/>
                </a:solidFill>
                <a:effectLst/>
                <a:latin typeface="+mn-lt"/>
                <a:ea typeface="+mn-ea"/>
                <a:cs typeface="+mn-cs"/>
              </a:rPr>
              <a:t>when</a:t>
            </a:r>
            <a:r>
              <a:rPr lang="en-US" sz="1200" kern="1200" dirty="0">
                <a:solidFill>
                  <a:schemeClr val="tx1"/>
                </a:solidFill>
                <a:effectLst/>
                <a:latin typeface="+mn-lt"/>
                <a:ea typeface="+mn-ea"/>
                <a:cs typeface="+mn-cs"/>
              </a:rPr>
              <a:t> to execute the workflow. </a:t>
            </a:r>
          </a:p>
          <a:p>
            <a:pPr marL="228600" indent="-228600">
              <a:buFont typeface="+mj-lt"/>
              <a:buAutoNum type="arabicPeriod"/>
            </a:pPr>
            <a:r>
              <a:rPr lang="en-US" sz="1200" b="1" kern="1200" dirty="0">
                <a:solidFill>
                  <a:schemeClr val="tx1"/>
                </a:solidFill>
                <a:effectLst/>
                <a:latin typeface="+mn-lt"/>
                <a:ea typeface="+mn-ea"/>
                <a:cs typeface="+mn-cs"/>
              </a:rPr>
              <a:t>The Contents:</a:t>
            </a:r>
            <a:r>
              <a:rPr lang="en-US" sz="1200" kern="1200" dirty="0">
                <a:solidFill>
                  <a:schemeClr val="tx1"/>
                </a:solidFill>
                <a:effectLst/>
                <a:latin typeface="+mn-lt"/>
                <a:ea typeface="+mn-ea"/>
                <a:cs typeface="+mn-cs"/>
              </a:rPr>
              <a:t> The strict, sequential steps the agent must execute. (e.g., Step 1: Scrape page with </a:t>
            </a:r>
            <a:r>
              <a:rPr lang="en-US" sz="1200" kern="1200" dirty="0" err="1">
                <a:solidFill>
                  <a:schemeClr val="tx1"/>
                </a:solidFill>
                <a:effectLst/>
                <a:latin typeface="+mn-lt"/>
                <a:ea typeface="+mn-ea"/>
                <a:cs typeface="+mn-cs"/>
              </a:rPr>
              <a:t>Firecrawl</a:t>
            </a:r>
            <a:r>
              <a:rPr lang="en-US" sz="1200" kern="1200" dirty="0">
                <a:solidFill>
                  <a:schemeClr val="tx1"/>
                </a:solidFill>
                <a:effectLst/>
                <a:latin typeface="+mn-lt"/>
                <a:ea typeface="+mn-ea"/>
                <a:cs typeface="+mn-cs"/>
              </a:rPr>
              <a:t>; Step 2: Extract ad metrics; Step 3: Format HTML report). </a:t>
            </a:r>
          </a:p>
          <a:p>
            <a:r>
              <a:rPr lang="en-US" sz="1200" kern="1200" dirty="0">
                <a:solidFill>
                  <a:schemeClr val="tx1"/>
                </a:solidFill>
                <a:effectLst/>
                <a:latin typeface="+mn-lt"/>
                <a:ea typeface="+mn-ea"/>
                <a:cs typeface="+mn-cs"/>
              </a:rPr>
              <a:t>You can also create </a:t>
            </a:r>
            <a:r>
              <a:rPr lang="en-US" sz="1200" b="1" kern="1200" dirty="0">
                <a:solidFill>
                  <a:schemeClr val="tx1"/>
                </a:solidFill>
                <a:effectLst/>
                <a:latin typeface="+mn-lt"/>
                <a:ea typeface="+mn-ea"/>
                <a:cs typeface="+mn-cs"/>
              </a:rPr>
              <a:t>Orchestrator Skills</a:t>
            </a:r>
            <a:r>
              <a:rPr lang="en-US" sz="1200" kern="1200" dirty="0">
                <a:solidFill>
                  <a:schemeClr val="tx1"/>
                </a:solidFill>
                <a:effectLst/>
                <a:latin typeface="+mn-lt"/>
                <a:ea typeface="+mn-ea"/>
                <a:cs typeface="+mn-cs"/>
              </a:rPr>
              <a:t>—master skills that control other skills in sequence. For instance, a master skill could instruct the agent: 'First run the Ad Scraper skill, then pass those results into the Copywriter skill'.</a:t>
            </a:r>
          </a:p>
          <a:p>
            <a:endParaRPr lang="en-US" dirty="0"/>
          </a:p>
        </p:txBody>
      </p:sp>
      <p:sp>
        <p:nvSpPr>
          <p:cNvPr id="4" name="Slide Number Placeholder 3"/>
          <p:cNvSpPr>
            <a:spLocks noGrp="1"/>
          </p:cNvSpPr>
          <p:nvPr>
            <p:ph type="sldNum" sz="quarter" idx="5"/>
          </p:nvPr>
        </p:nvSpPr>
        <p:spPr/>
        <p:txBody>
          <a:bodyPr/>
          <a:lstStyle/>
          <a:p>
            <a:fld id="{73BB3748-2F2E-443A-868A-3EEA18ED1610}" type="slidenum">
              <a:rPr lang="en-US" smtClean="0"/>
              <a:t>10</a:t>
            </a:fld>
            <a:endParaRPr lang="en-US"/>
          </a:p>
        </p:txBody>
      </p:sp>
    </p:spTree>
    <p:extLst>
      <p:ext uri="{BB962C8B-B14F-4D97-AF65-F5344CB8AC3E}">
        <p14:creationId xmlns:p14="http://schemas.microsoft.com/office/powerpoint/2010/main" val="39157417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As your personal AI OS grows, structure becomes critical. You should organize your file system using a </a:t>
            </a:r>
            <a:r>
              <a:rPr lang="en-US" sz="1200" b="1" kern="1200" dirty="0">
                <a:solidFill>
                  <a:schemeClr val="tx1"/>
                </a:solidFill>
                <a:effectLst/>
                <a:latin typeface="+mn-lt"/>
                <a:ea typeface="+mn-ea"/>
                <a:cs typeface="+mn-cs"/>
              </a:rPr>
              <a:t>Global vs. Local hierarchy</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Think of this like a Holding Company and its Subsidiaries: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Global Level (</a:t>
            </a:r>
            <a:r>
              <a:rPr lang="en-US" sz="1200" b="1" kern="1200" dirty="0" err="1">
                <a:solidFill>
                  <a:schemeClr val="tx1"/>
                </a:solidFill>
                <a:effectLst/>
                <a:latin typeface="+mn-lt"/>
                <a:ea typeface="+mn-ea"/>
                <a:cs typeface="+mn-cs"/>
              </a:rPr>
              <a:t>OS_Root</a:t>
            </a:r>
            <a:r>
              <a:rPr lang="en-US" sz="1200" b="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Houses universal preferences, master values, and global tools in a root claude.md file. This context applies to everything you do.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Project Level (</a:t>
            </a:r>
            <a:r>
              <a:rPr lang="en-US" sz="1200" b="1" kern="1200" dirty="0" err="1">
                <a:solidFill>
                  <a:schemeClr val="tx1"/>
                </a:solidFill>
                <a:effectLst/>
                <a:latin typeface="+mn-lt"/>
                <a:ea typeface="+mn-ea"/>
                <a:cs typeface="+mn-cs"/>
              </a:rPr>
              <a:t>OS_Root</a:t>
            </a:r>
            <a:r>
              <a:rPr lang="en-US" sz="1200" b="1" kern="1200" dirty="0">
                <a:solidFill>
                  <a:schemeClr val="tx1"/>
                </a:solidFill>
                <a:effectLst/>
                <a:latin typeface="+mn-lt"/>
                <a:ea typeface="+mn-ea"/>
                <a:cs typeface="+mn-cs"/>
              </a:rPr>
              <a:t>/Podcasts/):</a:t>
            </a:r>
            <a:r>
              <a:rPr lang="en-US" sz="1200" kern="1200" dirty="0">
                <a:solidFill>
                  <a:schemeClr val="tx1"/>
                </a:solidFill>
                <a:effectLst/>
                <a:latin typeface="+mn-lt"/>
                <a:ea typeface="+mn-ea"/>
                <a:cs typeface="+mn-cs"/>
              </a:rPr>
              <a:t> Contains localized claude.md files and context specific </a:t>
            </a:r>
            <a:r>
              <a:rPr lang="en-US" sz="1200" i="1" kern="1200" dirty="0">
                <a:solidFill>
                  <a:schemeClr val="tx1"/>
                </a:solidFill>
                <a:effectLst/>
                <a:latin typeface="+mn-lt"/>
                <a:ea typeface="+mn-ea"/>
                <a:cs typeface="+mn-cs"/>
              </a:rPr>
              <a:t>only</a:t>
            </a:r>
            <a:r>
              <a:rPr lang="en-US" sz="1200" kern="1200" dirty="0">
                <a:solidFill>
                  <a:schemeClr val="tx1"/>
                </a:solidFill>
                <a:effectLst/>
                <a:latin typeface="+mn-lt"/>
                <a:ea typeface="+mn-ea"/>
                <a:cs typeface="+mn-cs"/>
              </a:rPr>
              <a:t> to that venture. </a:t>
            </a:r>
          </a:p>
          <a:p>
            <a:r>
              <a:rPr lang="en-US" sz="1200" kern="1200" dirty="0">
                <a:solidFill>
                  <a:schemeClr val="tx1"/>
                </a:solidFill>
                <a:effectLst/>
                <a:latin typeface="+mn-lt"/>
                <a:ea typeface="+mn-ea"/>
                <a:cs typeface="+mn-cs"/>
              </a:rPr>
              <a:t>When you work inside a project folder, the AI natively stacks the local project context on top of your global context. This keeps project data completely isolated while preserving your global operator preferences.</a:t>
            </a:r>
          </a:p>
          <a:p>
            <a:endParaRPr lang="en-US" dirty="0"/>
          </a:p>
        </p:txBody>
      </p:sp>
      <p:sp>
        <p:nvSpPr>
          <p:cNvPr id="4" name="Slide Number Placeholder 3"/>
          <p:cNvSpPr>
            <a:spLocks noGrp="1"/>
          </p:cNvSpPr>
          <p:nvPr>
            <p:ph type="sldNum" sz="quarter" idx="5"/>
          </p:nvPr>
        </p:nvSpPr>
        <p:spPr/>
        <p:txBody>
          <a:bodyPr/>
          <a:lstStyle/>
          <a:p>
            <a:fld id="{73BB3748-2F2E-443A-868A-3EEA18ED1610}" type="slidenum">
              <a:rPr lang="en-US" smtClean="0"/>
              <a:t>11</a:t>
            </a:fld>
            <a:endParaRPr lang="en-US"/>
          </a:p>
        </p:txBody>
      </p:sp>
    </p:spTree>
    <p:extLst>
      <p:ext uri="{BB962C8B-B14F-4D97-AF65-F5344CB8AC3E}">
        <p14:creationId xmlns:p14="http://schemas.microsoft.com/office/powerpoint/2010/main" val="6960322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Here on Slide 12 is the complete blueprint of your Personal AI Operating System. </a:t>
            </a:r>
          </a:p>
          <a:p>
            <a:r>
              <a:rPr lang="en-US" sz="1200" kern="1200" dirty="0">
                <a:solidFill>
                  <a:schemeClr val="tx1"/>
                </a:solidFill>
                <a:effectLst/>
                <a:latin typeface="+mn-lt"/>
                <a:ea typeface="+mn-ea"/>
                <a:cs typeface="+mn-cs"/>
              </a:rPr>
              <a:t>At the top level, you have your root directory containing claude.md for overarching rules and memory.md for live updating preferences. </a:t>
            </a:r>
          </a:p>
          <a:p>
            <a:r>
              <a:rPr lang="en-US" sz="1200" kern="1200" dirty="0">
                <a:solidFill>
                  <a:schemeClr val="tx1"/>
                </a:solidFill>
                <a:effectLst/>
                <a:latin typeface="+mn-lt"/>
                <a:ea typeface="+mn-ea"/>
                <a:cs typeface="+mn-cs"/>
              </a:rPr>
              <a:t>Under .</a:t>
            </a:r>
            <a:r>
              <a:rPr lang="en-US" sz="1200" kern="1200" dirty="0" err="1">
                <a:solidFill>
                  <a:schemeClr val="tx1"/>
                </a:solidFill>
                <a:effectLst/>
                <a:latin typeface="+mn-lt"/>
                <a:ea typeface="+mn-ea"/>
                <a:cs typeface="+mn-cs"/>
              </a:rPr>
              <a:t>claude</a:t>
            </a:r>
            <a:r>
              <a:rPr lang="en-US" sz="1200" kern="1200" dirty="0">
                <a:solidFill>
                  <a:schemeClr val="tx1"/>
                </a:solidFill>
                <a:effectLst/>
                <a:latin typeface="+mn-lt"/>
                <a:ea typeface="+mn-ea"/>
                <a:cs typeface="+mn-cs"/>
              </a:rPr>
              <a:t>/skills/, you store modular workflows like ads_analyst.md and youtube_titles.md. Connectors like </a:t>
            </a:r>
            <a:r>
              <a:rPr lang="en-US" sz="1200" kern="1200" dirty="0" err="1">
                <a:solidFill>
                  <a:schemeClr val="tx1"/>
                </a:solidFill>
                <a:effectLst/>
                <a:latin typeface="+mn-lt"/>
                <a:ea typeface="+mn-ea"/>
                <a:cs typeface="+mn-cs"/>
              </a:rPr>
              <a:t>Composio</a:t>
            </a:r>
            <a:r>
              <a:rPr lang="en-US" sz="1200" kern="1200" dirty="0">
                <a:solidFill>
                  <a:schemeClr val="tx1"/>
                </a:solidFill>
                <a:effectLst/>
                <a:latin typeface="+mn-lt"/>
                <a:ea typeface="+mn-ea"/>
                <a:cs typeface="+mn-cs"/>
              </a:rPr>
              <a:t> bridge the local OS to external APIs like Gmail, Slack, and Stripe. Finally, isolated sub-directories under </a:t>
            </a:r>
            <a:r>
              <a:rPr lang="en-US" sz="1200" kern="1200" dirty="0" err="1">
                <a:solidFill>
                  <a:schemeClr val="tx1"/>
                </a:solidFill>
                <a:effectLst/>
                <a:latin typeface="+mn-lt"/>
                <a:ea typeface="+mn-ea"/>
                <a:cs typeface="+mn-cs"/>
              </a:rPr>
              <a:t>Active_Projects</a:t>
            </a:r>
            <a:r>
              <a:rPr lang="en-US" sz="1200" kern="1200" dirty="0">
                <a:solidFill>
                  <a:schemeClr val="tx1"/>
                </a:solidFill>
                <a:effectLst/>
                <a:latin typeface="+mn-lt"/>
                <a:ea typeface="+mn-ea"/>
                <a:cs typeface="+mn-cs"/>
              </a:rPr>
              <a:t>/ handle individual domain tasks. </a:t>
            </a:r>
          </a:p>
          <a:p>
            <a:r>
              <a:rPr lang="en-US" sz="1200" kern="1200" dirty="0">
                <a:solidFill>
                  <a:schemeClr val="tx1"/>
                </a:solidFill>
                <a:effectLst/>
                <a:latin typeface="+mn-lt"/>
                <a:ea typeface="+mn-ea"/>
                <a:cs typeface="+mn-cs"/>
              </a:rPr>
              <a:t>Once set up, working with AI is no longer about typing isolated prompts into a web box; it’s about operating within an integrated environment.</a:t>
            </a:r>
          </a:p>
          <a:p>
            <a:endParaRPr lang="en-US" dirty="0"/>
          </a:p>
        </p:txBody>
      </p:sp>
      <p:sp>
        <p:nvSpPr>
          <p:cNvPr id="4" name="Slide Number Placeholder 3"/>
          <p:cNvSpPr>
            <a:spLocks noGrp="1"/>
          </p:cNvSpPr>
          <p:nvPr>
            <p:ph type="sldNum" sz="quarter" idx="5"/>
          </p:nvPr>
        </p:nvSpPr>
        <p:spPr/>
        <p:txBody>
          <a:bodyPr/>
          <a:lstStyle/>
          <a:p>
            <a:fld id="{73BB3748-2F2E-443A-868A-3EEA18ED1610}" type="slidenum">
              <a:rPr lang="en-US" smtClean="0"/>
              <a:t>12</a:t>
            </a:fld>
            <a:endParaRPr lang="en-US"/>
          </a:p>
        </p:txBody>
      </p:sp>
    </p:spTree>
    <p:extLst>
      <p:ext uri="{BB962C8B-B14F-4D97-AF65-F5344CB8AC3E}">
        <p14:creationId xmlns:p14="http://schemas.microsoft.com/office/powerpoint/2010/main" val="18531420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If you manage a business or team, pay close attention to this slide. Most organizations fail at AI integration because they use a </a:t>
            </a:r>
            <a:r>
              <a:rPr lang="en-US" sz="1200" b="1" kern="1200" dirty="0">
                <a:solidFill>
                  <a:schemeClr val="tx1"/>
                </a:solidFill>
                <a:effectLst/>
                <a:latin typeface="+mn-lt"/>
                <a:ea typeface="+mn-ea"/>
                <a:cs typeface="+mn-cs"/>
              </a:rPr>
              <a:t>Top-Down Deployment</a:t>
            </a:r>
            <a:r>
              <a:rPr lang="en-US" sz="1200" kern="1200" dirty="0">
                <a:solidFill>
                  <a:schemeClr val="tx1"/>
                </a:solidFill>
                <a:effectLst/>
                <a:latin typeface="+mn-lt"/>
                <a:ea typeface="+mn-ea"/>
                <a:cs typeface="+mn-cs"/>
              </a:rPr>
              <a:t> model. They hire expensive external AI consultants to build rigid, generic tools top-down. These consultants don't know the daily micro-edge cases, leading to low employee adoption and friction. </a:t>
            </a:r>
          </a:p>
          <a:p>
            <a:r>
              <a:rPr lang="en-US" sz="1200" kern="1200" dirty="0">
                <a:solidFill>
                  <a:schemeClr val="tx1"/>
                </a:solidFill>
                <a:effectLst/>
                <a:latin typeface="+mn-lt"/>
                <a:ea typeface="+mn-ea"/>
                <a:cs typeface="+mn-cs"/>
              </a:rPr>
              <a:t>The winning strategy is </a:t>
            </a:r>
            <a:r>
              <a:rPr lang="en-US" sz="1200" b="1" kern="1200" dirty="0">
                <a:solidFill>
                  <a:schemeClr val="tx1"/>
                </a:solidFill>
                <a:effectLst/>
                <a:latin typeface="+mn-lt"/>
                <a:ea typeface="+mn-ea"/>
                <a:cs typeface="+mn-cs"/>
              </a:rPr>
              <a:t>Bottom-Up Deployment</a:t>
            </a:r>
            <a:r>
              <a:rPr lang="en-US" sz="1200" kern="1200" dirty="0">
                <a:solidFill>
                  <a:schemeClr val="tx1"/>
                </a:solidFill>
                <a:effectLst/>
                <a:latin typeface="+mn-lt"/>
                <a:ea typeface="+mn-ea"/>
                <a:cs typeface="+mn-cs"/>
              </a:rPr>
              <a:t>. Train your current team in basic AI literacy and give them the mandate to build their own local skills (.md SOPs) for their daily workflows. </a:t>
            </a:r>
          </a:p>
          <a:p>
            <a:r>
              <a:rPr lang="en-US" sz="1200" kern="1200" dirty="0">
                <a:solidFill>
                  <a:schemeClr val="tx1"/>
                </a:solidFill>
                <a:effectLst/>
                <a:latin typeface="+mn-lt"/>
                <a:ea typeface="+mn-ea"/>
                <a:cs typeface="+mn-cs"/>
              </a:rPr>
              <a:t>Your team members know their jobs better than anyone else. When they turn their personal SOPs into AI skills, operational output scales exponentially without requiring headcount expansion.</a:t>
            </a:r>
          </a:p>
          <a:p>
            <a:endParaRPr lang="en-US" dirty="0"/>
          </a:p>
        </p:txBody>
      </p:sp>
      <p:sp>
        <p:nvSpPr>
          <p:cNvPr id="4" name="Slide Number Placeholder 3"/>
          <p:cNvSpPr>
            <a:spLocks noGrp="1"/>
          </p:cNvSpPr>
          <p:nvPr>
            <p:ph type="sldNum" sz="quarter" idx="5"/>
          </p:nvPr>
        </p:nvSpPr>
        <p:spPr/>
        <p:txBody>
          <a:bodyPr/>
          <a:lstStyle/>
          <a:p>
            <a:fld id="{73BB3748-2F2E-443A-868A-3EEA18ED1610}" type="slidenum">
              <a:rPr lang="en-US" smtClean="0"/>
              <a:t>13</a:t>
            </a:fld>
            <a:endParaRPr lang="en-US"/>
          </a:p>
        </p:txBody>
      </p:sp>
    </p:spTree>
    <p:extLst>
      <p:ext uri="{BB962C8B-B14F-4D97-AF65-F5344CB8AC3E}">
        <p14:creationId xmlns:p14="http://schemas.microsoft.com/office/powerpoint/2010/main" val="22338186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We are entering the era of the </a:t>
            </a:r>
            <a:r>
              <a:rPr lang="en-US" sz="1200" b="1" kern="1200" dirty="0">
                <a:solidFill>
                  <a:schemeClr val="tx1"/>
                </a:solidFill>
                <a:effectLst/>
                <a:latin typeface="+mn-lt"/>
                <a:ea typeface="+mn-ea"/>
                <a:cs typeface="+mn-cs"/>
              </a:rPr>
              <a:t>100x Operator</a:t>
            </a:r>
            <a:r>
              <a:rPr lang="en-US" sz="1200" kern="1200" dirty="0">
                <a:solidFill>
                  <a:schemeClr val="tx1"/>
                </a:solidFill>
                <a:effectLst/>
                <a:latin typeface="+mn-lt"/>
                <a:ea typeface="+mn-ea"/>
                <a:cs typeface="+mn-cs"/>
              </a:rPr>
              <a:t>. We will soon see one-to-three-person holding companies generating tens or hundreds of millions in revenue. </a:t>
            </a:r>
          </a:p>
          <a:p>
            <a:r>
              <a:rPr lang="en-US" sz="1200" kern="1200" dirty="0">
                <a:solidFill>
                  <a:schemeClr val="tx1"/>
                </a:solidFill>
                <a:effectLst/>
                <a:latin typeface="+mn-lt"/>
                <a:ea typeface="+mn-ea"/>
                <a:cs typeface="+mn-cs"/>
              </a:rPr>
              <a:t>The bottleneck is no longer how many hours you can sit at a keyboard executing manual tasks. The bottleneck is your ability to translate your judgment, taste, and operational standards into an AI-readable architecture. </a:t>
            </a:r>
          </a:p>
          <a:p>
            <a:r>
              <a:rPr lang="en-US" sz="1200" kern="1200" dirty="0">
                <a:solidFill>
                  <a:schemeClr val="tx1"/>
                </a:solidFill>
                <a:effectLst/>
                <a:latin typeface="+mn-lt"/>
                <a:ea typeface="+mn-ea"/>
                <a:cs typeface="+mn-cs"/>
              </a:rPr>
              <a:t>Stop drowning in execution. Stop spending your day chatting back and forth with AI. Start building your system.</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To summarize our journey today: </a:t>
            </a:r>
          </a:p>
          <a:p>
            <a:r>
              <a:rPr lang="en-US" sz="1200" kern="1200" dirty="0">
                <a:solidFill>
                  <a:schemeClr val="tx1"/>
                </a:solidFill>
                <a:effectLst/>
                <a:latin typeface="+mn-lt"/>
                <a:ea typeface="+mn-ea"/>
                <a:cs typeface="+mn-cs"/>
              </a:rPr>
              <a:t>We move from </a:t>
            </a:r>
            <a:r>
              <a:rPr lang="en-US" sz="1200" b="1" kern="1200" dirty="0">
                <a:solidFill>
                  <a:schemeClr val="tx1"/>
                </a:solidFill>
                <a:effectLst/>
                <a:latin typeface="+mn-lt"/>
                <a:ea typeface="+mn-ea"/>
                <a:cs typeface="+mn-cs"/>
              </a:rPr>
              <a:t>Stage 1 (Chat)</a:t>
            </a:r>
            <a:r>
              <a:rPr lang="en-US" sz="1200" kern="1200" dirty="0">
                <a:solidFill>
                  <a:schemeClr val="tx1"/>
                </a:solidFill>
                <a:effectLst/>
                <a:latin typeface="+mn-lt"/>
                <a:ea typeface="+mn-ea"/>
                <a:cs typeface="+mn-cs"/>
              </a:rPr>
              <a:t>—where we ask simple questions to get answers—to </a:t>
            </a:r>
            <a:r>
              <a:rPr lang="en-US" sz="1200" b="1" kern="1200" dirty="0">
                <a:solidFill>
                  <a:schemeClr val="tx1"/>
                </a:solidFill>
                <a:effectLst/>
                <a:latin typeface="+mn-lt"/>
                <a:ea typeface="+mn-ea"/>
                <a:cs typeface="+mn-cs"/>
              </a:rPr>
              <a:t>Stage 2 (Agents)</a:t>
            </a:r>
            <a:r>
              <a:rPr lang="en-US" sz="1200" kern="1200" dirty="0">
                <a:solidFill>
                  <a:schemeClr val="tx1"/>
                </a:solidFill>
                <a:effectLst/>
                <a:latin typeface="+mn-lt"/>
                <a:ea typeface="+mn-ea"/>
                <a:cs typeface="+mn-cs"/>
              </a:rPr>
              <a:t>—where we assign high-level goals to receive complete executed results. </a:t>
            </a:r>
          </a:p>
          <a:p>
            <a:r>
              <a:rPr lang="en-US" sz="1200" kern="1200" dirty="0">
                <a:solidFill>
                  <a:schemeClr val="tx1"/>
                </a:solidFill>
                <a:effectLst/>
                <a:latin typeface="+mn-lt"/>
                <a:ea typeface="+mn-ea"/>
                <a:cs typeface="+mn-cs"/>
              </a:rPr>
              <a:t>We drive this transformation through the </a:t>
            </a:r>
            <a:r>
              <a:rPr lang="en-US" sz="1200" b="1" kern="1200" dirty="0">
                <a:solidFill>
                  <a:schemeClr val="tx1"/>
                </a:solidFill>
                <a:effectLst/>
                <a:latin typeface="+mn-lt"/>
                <a:ea typeface="+mn-ea"/>
                <a:cs typeface="+mn-cs"/>
              </a:rPr>
              <a:t>Observe, Think, Act</a:t>
            </a:r>
            <a:r>
              <a:rPr lang="en-US" sz="1200" kern="1200" dirty="0">
                <a:solidFill>
                  <a:schemeClr val="tx1"/>
                </a:solidFill>
                <a:effectLst/>
                <a:latin typeface="+mn-lt"/>
                <a:ea typeface="+mn-ea"/>
                <a:cs typeface="+mn-cs"/>
              </a:rPr>
              <a:t> execution loop, supported by our three onboarding pillars: </a:t>
            </a:r>
          </a:p>
          <a:p>
            <a:pPr marL="228600" indent="-228600">
              <a:buFont typeface="+mj-lt"/>
              <a:buAutoNum type="arabicPeriod"/>
            </a:pPr>
            <a:r>
              <a:rPr lang="en-US" sz="1200" b="1" kern="1200" dirty="0">
                <a:solidFill>
                  <a:schemeClr val="tx1"/>
                </a:solidFill>
                <a:effectLst/>
                <a:latin typeface="+mn-lt"/>
                <a:ea typeface="+mn-ea"/>
                <a:cs typeface="+mn-cs"/>
              </a:rPr>
              <a:t>Context</a:t>
            </a:r>
            <a:r>
              <a:rPr lang="en-US" sz="1200" kern="1200" dirty="0">
                <a:solidFill>
                  <a:schemeClr val="tx1"/>
                </a:solidFill>
                <a:effectLst/>
                <a:latin typeface="+mn-lt"/>
                <a:ea typeface="+mn-ea"/>
                <a:cs typeface="+mn-cs"/>
              </a:rPr>
              <a:t> via Markdown files </a:t>
            </a:r>
          </a:p>
          <a:p>
            <a:pPr marL="228600" indent="-228600">
              <a:buFont typeface="+mj-lt"/>
              <a:buAutoNum type="arabicPeriod"/>
            </a:pPr>
            <a:r>
              <a:rPr lang="en-US" sz="1200" b="1" kern="1200" dirty="0">
                <a:solidFill>
                  <a:schemeClr val="tx1"/>
                </a:solidFill>
                <a:effectLst/>
                <a:latin typeface="+mn-lt"/>
                <a:ea typeface="+mn-ea"/>
                <a:cs typeface="+mn-cs"/>
              </a:rPr>
              <a:t>Tools</a:t>
            </a:r>
            <a:r>
              <a:rPr lang="en-US" sz="1200" kern="1200" dirty="0">
                <a:solidFill>
                  <a:schemeClr val="tx1"/>
                </a:solidFill>
                <a:effectLst/>
                <a:latin typeface="+mn-lt"/>
                <a:ea typeface="+mn-ea"/>
                <a:cs typeface="+mn-cs"/>
              </a:rPr>
              <a:t> via MCP connectors like </a:t>
            </a:r>
            <a:r>
              <a:rPr lang="en-US" sz="1200" kern="1200" dirty="0" err="1">
                <a:solidFill>
                  <a:schemeClr val="tx1"/>
                </a:solidFill>
                <a:effectLst/>
                <a:latin typeface="+mn-lt"/>
                <a:ea typeface="+mn-ea"/>
                <a:cs typeface="+mn-cs"/>
              </a:rPr>
              <a:t>Composio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Firecrawl</a:t>
            </a:r>
            <a:r>
              <a:rPr lang="en-US" sz="1200" kern="1200" dirty="0">
                <a:solidFill>
                  <a:schemeClr val="tx1"/>
                </a:solidFill>
                <a:effectLst/>
                <a:latin typeface="+mn-lt"/>
                <a:ea typeface="+mn-ea"/>
                <a:cs typeface="+mn-cs"/>
              </a:rPr>
              <a:t>, and </a:t>
            </a:r>
            <a:r>
              <a:rPr lang="en-US" sz="1200" kern="1200" dirty="0" err="1">
                <a:solidFill>
                  <a:schemeClr val="tx1"/>
                </a:solidFill>
                <a:effectLst/>
                <a:latin typeface="+mn-lt"/>
                <a:ea typeface="+mn-ea"/>
                <a:cs typeface="+mn-cs"/>
              </a:rPr>
              <a:t>Appify</a:t>
            </a:r>
            <a:r>
              <a:rPr lang="en-US" sz="1200" kern="1200" dirty="0">
                <a:solidFill>
                  <a:schemeClr val="tx1"/>
                </a:solidFill>
                <a:effectLst/>
                <a:latin typeface="+mn-lt"/>
                <a:ea typeface="+mn-ea"/>
                <a:cs typeface="+mn-cs"/>
              </a:rPr>
              <a:t> </a:t>
            </a:r>
          </a:p>
          <a:p>
            <a:pPr marL="228600" indent="-228600">
              <a:buFont typeface="+mj-lt"/>
              <a:buAutoNum type="arabicPeriod"/>
            </a:pPr>
            <a:r>
              <a:rPr lang="en-US" sz="1200" b="1" kern="1200" dirty="0">
                <a:solidFill>
                  <a:schemeClr val="tx1"/>
                </a:solidFill>
                <a:effectLst/>
                <a:latin typeface="+mn-lt"/>
                <a:ea typeface="+mn-ea"/>
                <a:cs typeface="+mn-cs"/>
              </a:rPr>
              <a:t>Skills</a:t>
            </a:r>
            <a:r>
              <a:rPr lang="en-US" sz="1200" kern="1200" dirty="0">
                <a:solidFill>
                  <a:schemeClr val="tx1"/>
                </a:solidFill>
                <a:effectLst/>
                <a:latin typeface="+mn-lt"/>
                <a:ea typeface="+mn-ea"/>
                <a:cs typeface="+mn-cs"/>
              </a:rPr>
              <a:t> via modular SOPs </a:t>
            </a:r>
          </a:p>
          <a:p>
            <a:r>
              <a:rPr lang="en-US" sz="1200" kern="1200" dirty="0">
                <a:solidFill>
                  <a:schemeClr val="tx1"/>
                </a:solidFill>
                <a:effectLst/>
                <a:latin typeface="+mn-lt"/>
                <a:ea typeface="+mn-ea"/>
                <a:cs typeface="+mn-cs"/>
              </a:rPr>
              <a:t>When you put these pieces together, a single operator can achieve what used to require an entire team, multiplying productivity several times over.</a:t>
            </a:r>
          </a:p>
          <a:p>
            <a:endParaRPr lang="en-US" dirty="0"/>
          </a:p>
          <a:p>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73BB3748-2F2E-443A-868A-3EEA18ED1610}" type="slidenum">
              <a:rPr lang="en-US" smtClean="0"/>
              <a:t>14</a:t>
            </a:fld>
            <a:endParaRPr lang="en-US"/>
          </a:p>
        </p:txBody>
      </p:sp>
    </p:spTree>
    <p:extLst>
      <p:ext uri="{BB962C8B-B14F-4D97-AF65-F5344CB8AC3E}">
        <p14:creationId xmlns:p14="http://schemas.microsoft.com/office/powerpoint/2010/main" val="35402616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Here is your homework to get started today: </a:t>
            </a:r>
          </a:p>
          <a:p>
            <a:pPr marL="228600" indent="-228600">
              <a:buFont typeface="+mj-lt"/>
              <a:buAutoNum type="arabicPeriod"/>
            </a:pPr>
            <a:r>
              <a:rPr lang="en-US" sz="1200" b="1" kern="1200" dirty="0">
                <a:solidFill>
                  <a:schemeClr val="tx1"/>
                </a:solidFill>
                <a:effectLst/>
                <a:latin typeface="+mn-lt"/>
                <a:ea typeface="+mn-ea"/>
                <a:cs typeface="+mn-cs"/>
              </a:rPr>
              <a:t>Build your context folder:</a:t>
            </a:r>
            <a:r>
              <a:rPr lang="en-US" sz="1200" kern="1200" dirty="0">
                <a:solidFill>
                  <a:schemeClr val="tx1"/>
                </a:solidFill>
                <a:effectLst/>
                <a:latin typeface="+mn-lt"/>
                <a:ea typeface="+mn-ea"/>
                <a:cs typeface="+mn-cs"/>
              </a:rPr>
              <a:t> Create a directory with simple .md files defining your core brand voice, target audience, and preferences. </a:t>
            </a:r>
          </a:p>
          <a:p>
            <a:pPr marL="228600" indent="-228600">
              <a:buFont typeface="+mj-lt"/>
              <a:buAutoNum type="arabicPeriod"/>
            </a:pPr>
            <a:r>
              <a:rPr lang="en-US" sz="1200" b="1" kern="1200" dirty="0">
                <a:solidFill>
                  <a:schemeClr val="tx1"/>
                </a:solidFill>
                <a:effectLst/>
                <a:latin typeface="+mn-lt"/>
                <a:ea typeface="+mn-ea"/>
                <a:cs typeface="+mn-cs"/>
              </a:rPr>
              <a:t>Connect your core tools:</a:t>
            </a:r>
            <a:r>
              <a:rPr lang="en-US" sz="1200" kern="1200" dirty="0">
                <a:solidFill>
                  <a:schemeClr val="tx1"/>
                </a:solidFill>
                <a:effectLst/>
                <a:latin typeface="+mn-lt"/>
                <a:ea typeface="+mn-ea"/>
                <a:cs typeface="+mn-cs"/>
              </a:rPr>
              <a:t> Hook up an MCP bridge like </a:t>
            </a:r>
            <a:r>
              <a:rPr lang="en-US" sz="1200" kern="1200" dirty="0" err="1">
                <a:solidFill>
                  <a:schemeClr val="tx1"/>
                </a:solidFill>
                <a:effectLst/>
                <a:latin typeface="+mn-lt"/>
                <a:ea typeface="+mn-ea"/>
                <a:cs typeface="+mn-cs"/>
              </a:rPr>
              <a:t>Composio</a:t>
            </a:r>
            <a:r>
              <a:rPr lang="en-US" sz="1200" kern="1200" dirty="0">
                <a:solidFill>
                  <a:schemeClr val="tx1"/>
                </a:solidFill>
                <a:effectLst/>
                <a:latin typeface="+mn-lt"/>
                <a:ea typeface="+mn-ea"/>
                <a:cs typeface="+mn-cs"/>
              </a:rPr>
              <a:t> to give your agent access to your primary workplace tools (Slack, Email, Drive). </a:t>
            </a:r>
          </a:p>
          <a:p>
            <a:pPr marL="228600" indent="-228600">
              <a:buFont typeface="+mj-lt"/>
              <a:buAutoNum type="arabicPeriod"/>
            </a:pPr>
            <a:r>
              <a:rPr lang="en-US" sz="1200" b="1" kern="1200" dirty="0">
                <a:solidFill>
                  <a:schemeClr val="tx1"/>
                </a:solidFill>
                <a:effectLst/>
                <a:latin typeface="+mn-lt"/>
                <a:ea typeface="+mn-ea"/>
                <a:cs typeface="+mn-cs"/>
              </a:rPr>
              <a:t>Complete one full workday inside your agent environment:</a:t>
            </a:r>
            <a:r>
              <a:rPr lang="en-US" sz="1200" kern="1200" dirty="0">
                <a:solidFill>
                  <a:schemeClr val="tx1"/>
                </a:solidFill>
                <a:effectLst/>
                <a:latin typeface="+mn-lt"/>
                <a:ea typeface="+mn-ea"/>
                <a:cs typeface="+mn-cs"/>
              </a:rPr>
              <a:t> The next time you perform a repetitive task, don't just do it manually. Work alongside your agent and have it compile the process into a permanent .md skill file. </a:t>
            </a:r>
          </a:p>
          <a:p>
            <a:r>
              <a:rPr lang="en-US" sz="1200" kern="1200" dirty="0">
                <a:solidFill>
                  <a:schemeClr val="tx1"/>
                </a:solidFill>
                <a:effectLst/>
                <a:latin typeface="+mn-lt"/>
                <a:ea typeface="+mn-ea"/>
                <a:cs typeface="+mn-cs"/>
              </a:rPr>
              <a:t>Start small, build your foundational files, and expand your operating system step by step. Thank you!</a:t>
            </a:r>
          </a:p>
          <a:p>
            <a:endParaRPr lang="en-US" dirty="0"/>
          </a:p>
        </p:txBody>
      </p:sp>
      <p:sp>
        <p:nvSpPr>
          <p:cNvPr id="4" name="Slide Number Placeholder 3"/>
          <p:cNvSpPr>
            <a:spLocks noGrp="1"/>
          </p:cNvSpPr>
          <p:nvPr>
            <p:ph type="sldNum" sz="quarter" idx="5"/>
          </p:nvPr>
        </p:nvSpPr>
        <p:spPr/>
        <p:txBody>
          <a:bodyPr/>
          <a:lstStyle/>
          <a:p>
            <a:fld id="{73BB3748-2F2E-443A-868A-3EEA18ED1610}" type="slidenum">
              <a:rPr lang="en-US" smtClean="0"/>
              <a:t>15</a:t>
            </a:fld>
            <a:endParaRPr lang="en-US"/>
          </a:p>
        </p:txBody>
      </p:sp>
    </p:spTree>
    <p:extLst>
      <p:ext uri="{BB962C8B-B14F-4D97-AF65-F5344CB8AC3E}">
        <p14:creationId xmlns:p14="http://schemas.microsoft.com/office/powerpoint/2010/main" val="16378567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66A95A4-ED44-7801-37CD-B4922C539E10}"/>
              </a:ext>
            </a:extLst>
          </p:cNvPr>
          <p:cNvSpPr>
            <a:spLocks noGrp="1"/>
          </p:cNvSpPr>
          <p:nvPr>
            <p:ph type="dt" sz="half" idx="10"/>
          </p:nvPr>
        </p:nvSpPr>
        <p:spPr/>
        <p:txBody>
          <a:bodyPr/>
          <a:lstStyle/>
          <a:p>
            <a:fld id="{CF4F58A3-B8F6-4E9D-B3DC-87D5E86E2215}" type="datetimeFigureOut">
              <a:rPr lang="en-US" smtClean="0"/>
              <a:t>10/19/2026</a:t>
            </a:fld>
            <a:endParaRPr lang="en-US"/>
          </a:p>
        </p:txBody>
      </p:sp>
      <p:sp>
        <p:nvSpPr>
          <p:cNvPr id="3" name="Footer Placeholder 2">
            <a:extLst>
              <a:ext uri="{FF2B5EF4-FFF2-40B4-BE49-F238E27FC236}">
                <a16:creationId xmlns:a16="http://schemas.microsoft.com/office/drawing/2014/main" id="{7BC7CC9C-9453-9A9B-DEEC-153B13A84FB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F700F34-9776-DBE6-24BB-DCC844DB6A56}"/>
              </a:ext>
            </a:extLst>
          </p:cNvPr>
          <p:cNvSpPr>
            <a:spLocks noGrp="1"/>
          </p:cNvSpPr>
          <p:nvPr>
            <p:ph type="sldNum" sz="quarter" idx="12"/>
          </p:nvPr>
        </p:nvSpPr>
        <p:spPr/>
        <p:txBody>
          <a:bodyPr/>
          <a:lstStyle/>
          <a:p>
            <a:fld id="{6ACA6DED-DADA-4328-8677-E8E5DB2FB293}" type="slidenum">
              <a:rPr lang="en-US" smtClean="0"/>
              <a:t>‹#›</a:t>
            </a:fld>
            <a:endParaRPr lang="en-US"/>
          </a:p>
        </p:txBody>
      </p:sp>
    </p:spTree>
    <p:extLst>
      <p:ext uri="{BB962C8B-B14F-4D97-AF65-F5344CB8AC3E}">
        <p14:creationId xmlns:p14="http://schemas.microsoft.com/office/powerpoint/2010/main" val="3882008512"/>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6DBBB7A-1582-4405-B2F2-D0324804F14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6B662E1-996B-FCC8-37DE-1A2F351D71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B18D24A-C4EA-5CEA-5D48-CC8F6CC2DE7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F4F58A3-B8F6-4E9D-B3DC-87D5E86E2215}" type="datetimeFigureOut">
              <a:rPr lang="en-US" smtClean="0"/>
              <a:t>10/19/2026</a:t>
            </a:fld>
            <a:endParaRPr lang="en-US"/>
          </a:p>
        </p:txBody>
      </p:sp>
      <p:sp>
        <p:nvSpPr>
          <p:cNvPr id="5" name="Footer Placeholder 4">
            <a:extLst>
              <a:ext uri="{FF2B5EF4-FFF2-40B4-BE49-F238E27FC236}">
                <a16:creationId xmlns:a16="http://schemas.microsoft.com/office/drawing/2014/main" id="{6C846C65-CE3A-9E54-BF3E-A29D48CE4B2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A016908-22DD-05E1-78E9-50100ACE764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ACA6DED-DADA-4328-8677-E8E5DB2FB293}" type="slidenum">
              <a:rPr lang="en-US" smtClean="0"/>
              <a:t>‹#›</a:t>
            </a:fld>
            <a:endParaRPr lang="en-US"/>
          </a:p>
        </p:txBody>
      </p:sp>
    </p:spTree>
    <p:extLst>
      <p:ext uri="{BB962C8B-B14F-4D97-AF65-F5344CB8AC3E}">
        <p14:creationId xmlns:p14="http://schemas.microsoft.com/office/powerpoint/2010/main" val="2453159431"/>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8E6013C-2258-615E-1D22-22D8F81FE1BB}"/>
              </a:ext>
            </a:extLst>
          </p:cNvPr>
          <p:cNvPicPr>
            <a:picLocks noGrp="1" noRot="1" noChangeAspect="1" noMove="1" noResize="1" noEditPoints="1" noAdjustHandles="1" noChangeArrowheads="1" noChangeShapeType="1" noCrop="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2A74908-BFCA-5670-7BD6-027E0DE9DC5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BAD569F-6568-F061-47BF-975E73489FD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DB6793F-E99B-6A51-87F4-8B9365AC59C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68E5623-E465-2FB6-6855-D43A8A818F4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360587A-F632-B439-B35B-551CEDCADEC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4884E52-9CF3-3A39-9A45-1D20FFB8302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14F99BB-5860-9ED7-5582-ED02DB778BC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64FC147-03E7-FADB-6B85-927AB4FAF24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BCDF29E-AC2F-322F-F048-682FC28B1A0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B1A5EAA-73C7-1305-8AB2-D5F8D3E2A13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C9D770B-303A-2F18-5A00-5194938492E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8742626-8B9D-A341-BB11-6235ABACADF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910561F-267D-0B34-9FE6-B8A594157E1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B74ACA6-3000-3BBE-8ACB-A078C09555F7}"/>
              </a:ext>
            </a:extLst>
          </p:cNvPr>
          <p:cNvPicPr>
            <a:picLocks noChangeAspect="1"/>
          </p:cNvPicPr>
          <p:nvPr/>
        </p:nvPicPr>
        <p:blipFill>
          <a:blip r:embed="rId3"/>
          <a:stretch>
            <a:fillRect/>
          </a:stretch>
        </p:blipFill>
        <p:spPr>
          <a:xfrm>
            <a:off x="0" y="28575"/>
            <a:ext cx="12192000" cy="6800850"/>
          </a:xfrm>
          <a:prstGeom prst="rect">
            <a:avLst/>
          </a:prstGeom>
        </p:spPr>
      </p:pic>
    </p:spTree>
    <p:extLst>
      <p:ext uri="{BB962C8B-B14F-4D97-AF65-F5344CB8AC3E}">
        <p14:creationId xmlns:p14="http://schemas.microsoft.com/office/powerpoint/2010/main" val="12194861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TotalTime>
  <Words>2250</Words>
  <Application>Microsoft Office PowerPoint</Application>
  <PresentationFormat>寬螢幕</PresentationFormat>
  <Paragraphs>84</Paragraphs>
  <Slides>15</Slides>
  <Notes>15</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15</vt:i4>
      </vt:variant>
    </vt:vector>
  </HeadingPairs>
  <TitlesOfParts>
    <vt:vector size="19"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2026-08-05T01:06:46Z</dcterms:created>
  <dcterms:modified xsi:type="dcterms:W3CDTF">2026-10-19T15:44:47Z</dcterms:modified>
</cp:coreProperties>
</file>