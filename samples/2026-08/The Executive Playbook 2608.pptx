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0ED8EA-3741-4041-A0F4-7BB2BCF49E4F}" v="19" dt="2026-08-03T13:38:23.4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90" autoAdjust="0"/>
    <p:restoredTop sz="91738" autoAdjust="0"/>
  </p:normalViewPr>
  <p:slideViewPr>
    <p:cSldViewPr snapToGrid="0">
      <p:cViewPr varScale="1">
        <p:scale>
          <a:sx n="75" d="100"/>
          <a:sy n="75" d="100"/>
        </p:scale>
        <p:origin x="78"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03T13:39:15.504" v="88" actId="166"/>
      <pc:docMkLst>
        <pc:docMk/>
      </pc:docMkLst>
      <pc:sldChg chg="addSp delSp modSp mod modAnim modNotesTx">
        <pc:chgData name="Lai, Wilson" userId="2840974a-0d84-4886-90a9-9a3ed79f3a48" providerId="ADAL" clId="{9F23B798-9E84-4552-BA63-E776E805C424}" dt="2026-08-03T13:39:15.504" v="88" actId="166"/>
        <pc:sldMkLst>
          <pc:docMk/>
          <pc:sldMk cId="0" sldId="257"/>
        </pc:sldMkLst>
        <pc:spChg chg="add mod">
          <ac:chgData name="Lai, Wilson" userId="2840974a-0d84-4886-90a9-9a3ed79f3a48" providerId="ADAL" clId="{9F23B798-9E84-4552-BA63-E776E805C424}" dt="2026-08-03T11:43:26.158" v="9" actId="164"/>
          <ac:spMkLst>
            <pc:docMk/>
            <pc:sldMk cId="0" sldId="257"/>
            <ac:spMk id="5" creationId="{1D339F1E-D021-53DD-E773-0CC097D42CA7}"/>
          </ac:spMkLst>
        </pc:spChg>
        <pc:grpChg chg="add mod">
          <ac:chgData name="Lai, Wilson" userId="2840974a-0d84-4886-90a9-9a3ed79f3a48" providerId="ADAL" clId="{9F23B798-9E84-4552-BA63-E776E805C424}" dt="2026-08-03T13:08:16.213" v="45" actId="1076"/>
          <ac:grpSpMkLst>
            <pc:docMk/>
            <pc:sldMk cId="0" sldId="257"/>
            <ac:grpSpMk id="6" creationId="{4F2A3415-C402-A7F7-AA09-480B63A8D9A1}"/>
          </ac:grpSpMkLst>
        </pc:grpChg>
        <pc:picChg chg="del">
          <ac:chgData name="Lai, Wilson" userId="2840974a-0d84-4886-90a9-9a3ed79f3a48" providerId="ADAL" clId="{9F23B798-9E84-4552-BA63-E776E805C424}" dt="2026-08-03T13:01:43.509" v="12" actId="478"/>
          <ac:picMkLst>
            <pc:docMk/>
            <pc:sldMk cId="0" sldId="257"/>
            <ac:picMk id="2" creationId="{00000000-0000-0000-0000-000000000000}"/>
          </ac:picMkLst>
        </pc:picChg>
        <pc:picChg chg="add mod">
          <ac:chgData name="Lai, Wilson" userId="2840974a-0d84-4886-90a9-9a3ed79f3a48" providerId="ADAL" clId="{9F23B798-9E84-4552-BA63-E776E805C424}" dt="2026-08-03T11:43:26.158" v="9" actId="164"/>
          <ac:picMkLst>
            <pc:docMk/>
            <pc:sldMk cId="0" sldId="257"/>
            <ac:picMk id="3" creationId="{A9609CCD-A1DE-9466-4503-B3E105D5AC8B}"/>
          </ac:picMkLst>
        </pc:picChg>
        <pc:picChg chg="add del">
          <ac:chgData name="Lai, Wilson" userId="2840974a-0d84-4886-90a9-9a3ed79f3a48" providerId="ADAL" clId="{9F23B798-9E84-4552-BA63-E776E805C424}" dt="2026-08-03T13:01:40.997" v="11" actId="478"/>
          <ac:picMkLst>
            <pc:docMk/>
            <pc:sldMk cId="0" sldId="257"/>
            <ac:picMk id="7" creationId="{35158BE6-5C63-5704-B92F-B4E10A4EA8E8}"/>
          </ac:picMkLst>
        </pc:picChg>
        <pc:picChg chg="add ord">
          <ac:chgData name="Lai, Wilson" userId="2840974a-0d84-4886-90a9-9a3ed79f3a48" providerId="ADAL" clId="{9F23B798-9E84-4552-BA63-E776E805C424}" dt="2026-08-03T13:39:15.504" v="88" actId="166"/>
          <ac:picMkLst>
            <pc:docMk/>
            <pc:sldMk cId="0" sldId="257"/>
            <ac:picMk id="9" creationId="{F135F71C-56A9-F4B0-CB79-56C74CF48AD1}"/>
          </ac:picMkLst>
        </pc:picChg>
      </pc:sldChg>
      <pc:sldChg chg="addSp delSp modSp mod modNotesTx">
        <pc:chgData name="Lai, Wilson" userId="2840974a-0d84-4886-90a9-9a3ed79f3a48" providerId="ADAL" clId="{9F23B798-9E84-4552-BA63-E776E805C424}" dt="2026-08-03T13:35:18.666" v="60" actId="12"/>
        <pc:sldMkLst>
          <pc:docMk/>
          <pc:sldMk cId="0" sldId="258"/>
        </pc:sldMkLst>
        <pc:spChg chg="add del">
          <ac:chgData name="Lai, Wilson" userId="2840974a-0d84-4886-90a9-9a3ed79f3a48" providerId="ADAL" clId="{9F23B798-9E84-4552-BA63-E776E805C424}" dt="2026-08-03T13:35:16.330" v="59" actId="22"/>
          <ac:spMkLst>
            <pc:docMk/>
            <pc:sldMk cId="0" sldId="258"/>
            <ac:spMk id="3" creationId="{CE5EB0F4-9DAE-A64F-9208-559EC45F3584}"/>
          </ac:spMkLst>
        </pc:spChg>
        <pc:picChg chg="del">
          <ac:chgData name="Lai, Wilson" userId="2840974a-0d84-4886-90a9-9a3ed79f3a48" providerId="ADAL" clId="{9F23B798-9E84-4552-BA63-E776E805C424}" dt="2026-08-03T13:01:54.247" v="15" actId="21"/>
          <ac:picMkLst>
            <pc:docMk/>
            <pc:sldMk cId="0" sldId="258"/>
            <ac:picMk id="2" creationId="{00000000-0000-0000-0000-000000000000}"/>
          </ac:picMkLst>
        </pc:picChg>
        <pc:picChg chg="add">
          <ac:chgData name="Lai, Wilson" userId="2840974a-0d84-4886-90a9-9a3ed79f3a48" providerId="ADAL" clId="{9F23B798-9E84-4552-BA63-E776E805C424}" dt="2026-08-03T13:02:05.003" v="16" actId="22"/>
          <ac:picMkLst>
            <pc:docMk/>
            <pc:sldMk cId="0" sldId="258"/>
            <ac:picMk id="4" creationId="{4468F141-4013-1FD2-7BC3-62B1CEEB5B3E}"/>
          </ac:picMkLst>
        </pc:picChg>
      </pc:sldChg>
      <pc:sldChg chg="addSp delSp mod modNotesTx">
        <pc:chgData name="Lai, Wilson" userId="2840974a-0d84-4886-90a9-9a3ed79f3a48" providerId="ADAL" clId="{9F23B798-9E84-4552-BA63-E776E805C424}" dt="2026-08-03T13:35:33.846" v="63" actId="15"/>
        <pc:sldMkLst>
          <pc:docMk/>
          <pc:sldMk cId="0" sldId="259"/>
        </pc:sldMkLst>
        <pc:picChg chg="del">
          <ac:chgData name="Lai, Wilson" userId="2840974a-0d84-4886-90a9-9a3ed79f3a48" providerId="ADAL" clId="{9F23B798-9E84-4552-BA63-E776E805C424}" dt="2026-08-03T13:02:08.584" v="17" actId="21"/>
          <ac:picMkLst>
            <pc:docMk/>
            <pc:sldMk cId="0" sldId="259"/>
            <ac:picMk id="2" creationId="{00000000-0000-0000-0000-000000000000}"/>
          </ac:picMkLst>
        </pc:picChg>
        <pc:picChg chg="add">
          <ac:chgData name="Lai, Wilson" userId="2840974a-0d84-4886-90a9-9a3ed79f3a48" providerId="ADAL" clId="{9F23B798-9E84-4552-BA63-E776E805C424}" dt="2026-08-03T13:03:11.248" v="18" actId="22"/>
          <ac:picMkLst>
            <pc:docMk/>
            <pc:sldMk cId="0" sldId="259"/>
            <ac:picMk id="4" creationId="{1BE7CEF9-312B-8CD4-5E28-08C525934C1E}"/>
          </ac:picMkLst>
        </pc:picChg>
      </pc:sldChg>
      <pc:sldChg chg="addSp delSp mod modNotesTx">
        <pc:chgData name="Lai, Wilson" userId="2840974a-0d84-4886-90a9-9a3ed79f3a48" providerId="ADAL" clId="{9F23B798-9E84-4552-BA63-E776E805C424}" dt="2026-08-03T13:35:53.654" v="65" actId="15"/>
        <pc:sldMkLst>
          <pc:docMk/>
          <pc:sldMk cId="0" sldId="260"/>
        </pc:sldMkLst>
        <pc:picChg chg="del">
          <ac:chgData name="Lai, Wilson" userId="2840974a-0d84-4886-90a9-9a3ed79f3a48" providerId="ADAL" clId="{9F23B798-9E84-4552-BA63-E776E805C424}" dt="2026-08-03T13:03:14.297" v="19" actId="21"/>
          <ac:picMkLst>
            <pc:docMk/>
            <pc:sldMk cId="0" sldId="260"/>
            <ac:picMk id="2" creationId="{00000000-0000-0000-0000-000000000000}"/>
          </ac:picMkLst>
        </pc:picChg>
        <pc:picChg chg="add">
          <ac:chgData name="Lai, Wilson" userId="2840974a-0d84-4886-90a9-9a3ed79f3a48" providerId="ADAL" clId="{9F23B798-9E84-4552-BA63-E776E805C424}" dt="2026-08-03T13:03:22.825" v="20" actId="22"/>
          <ac:picMkLst>
            <pc:docMk/>
            <pc:sldMk cId="0" sldId="260"/>
            <ac:picMk id="4" creationId="{0506F748-353A-CEB3-F999-6B5D8F8A8282}"/>
          </ac:picMkLst>
        </pc:picChg>
      </pc:sldChg>
      <pc:sldChg chg="addSp delSp mod modNotesTx">
        <pc:chgData name="Lai, Wilson" userId="2840974a-0d84-4886-90a9-9a3ed79f3a48" providerId="ADAL" clId="{9F23B798-9E84-4552-BA63-E776E805C424}" dt="2026-08-03T13:36:01.439" v="66" actId="12"/>
        <pc:sldMkLst>
          <pc:docMk/>
          <pc:sldMk cId="0" sldId="261"/>
        </pc:sldMkLst>
        <pc:picChg chg="del">
          <ac:chgData name="Lai, Wilson" userId="2840974a-0d84-4886-90a9-9a3ed79f3a48" providerId="ADAL" clId="{9F23B798-9E84-4552-BA63-E776E805C424}" dt="2026-08-03T13:03:24.910" v="21" actId="21"/>
          <ac:picMkLst>
            <pc:docMk/>
            <pc:sldMk cId="0" sldId="261"/>
            <ac:picMk id="2" creationId="{00000000-0000-0000-0000-000000000000}"/>
          </ac:picMkLst>
        </pc:picChg>
        <pc:picChg chg="add">
          <ac:chgData name="Lai, Wilson" userId="2840974a-0d84-4886-90a9-9a3ed79f3a48" providerId="ADAL" clId="{9F23B798-9E84-4552-BA63-E776E805C424}" dt="2026-08-03T13:03:32.035" v="22" actId="22"/>
          <ac:picMkLst>
            <pc:docMk/>
            <pc:sldMk cId="0" sldId="261"/>
            <ac:picMk id="4" creationId="{902F14F6-6EBC-39A8-F68A-2A6482B67B68}"/>
          </ac:picMkLst>
        </pc:picChg>
      </pc:sldChg>
      <pc:sldChg chg="addSp delSp mod modNotesTx">
        <pc:chgData name="Lai, Wilson" userId="2840974a-0d84-4886-90a9-9a3ed79f3a48" providerId="ADAL" clId="{9F23B798-9E84-4552-BA63-E776E805C424}" dt="2026-08-03T13:36:14.963" v="69" actId="12"/>
        <pc:sldMkLst>
          <pc:docMk/>
          <pc:sldMk cId="0" sldId="262"/>
        </pc:sldMkLst>
        <pc:picChg chg="del">
          <ac:chgData name="Lai, Wilson" userId="2840974a-0d84-4886-90a9-9a3ed79f3a48" providerId="ADAL" clId="{9F23B798-9E84-4552-BA63-E776E805C424}" dt="2026-08-03T13:03:37.445" v="23" actId="21"/>
          <ac:picMkLst>
            <pc:docMk/>
            <pc:sldMk cId="0" sldId="262"/>
            <ac:picMk id="2" creationId="{00000000-0000-0000-0000-000000000000}"/>
          </ac:picMkLst>
        </pc:picChg>
        <pc:picChg chg="add">
          <ac:chgData name="Lai, Wilson" userId="2840974a-0d84-4886-90a9-9a3ed79f3a48" providerId="ADAL" clId="{9F23B798-9E84-4552-BA63-E776E805C424}" dt="2026-08-03T13:03:48.449" v="24" actId="22"/>
          <ac:picMkLst>
            <pc:docMk/>
            <pc:sldMk cId="0" sldId="262"/>
            <ac:picMk id="4" creationId="{58C98C1E-CD4A-A489-488F-B3F22703D20A}"/>
          </ac:picMkLst>
        </pc:picChg>
      </pc:sldChg>
      <pc:sldChg chg="addSp delSp mod modNotesTx">
        <pc:chgData name="Lai, Wilson" userId="2840974a-0d84-4886-90a9-9a3ed79f3a48" providerId="ADAL" clId="{9F23B798-9E84-4552-BA63-E776E805C424}" dt="2026-08-03T13:36:28.456" v="70" actId="12"/>
        <pc:sldMkLst>
          <pc:docMk/>
          <pc:sldMk cId="0" sldId="263"/>
        </pc:sldMkLst>
        <pc:picChg chg="del">
          <ac:chgData name="Lai, Wilson" userId="2840974a-0d84-4886-90a9-9a3ed79f3a48" providerId="ADAL" clId="{9F23B798-9E84-4552-BA63-E776E805C424}" dt="2026-08-03T13:03:50.398" v="25" actId="21"/>
          <ac:picMkLst>
            <pc:docMk/>
            <pc:sldMk cId="0" sldId="263"/>
            <ac:picMk id="2" creationId="{00000000-0000-0000-0000-000000000000}"/>
          </ac:picMkLst>
        </pc:picChg>
        <pc:picChg chg="add">
          <ac:chgData name="Lai, Wilson" userId="2840974a-0d84-4886-90a9-9a3ed79f3a48" providerId="ADAL" clId="{9F23B798-9E84-4552-BA63-E776E805C424}" dt="2026-08-03T13:03:58.087" v="26" actId="22"/>
          <ac:picMkLst>
            <pc:docMk/>
            <pc:sldMk cId="0" sldId="263"/>
            <ac:picMk id="4" creationId="{15179539-3AE2-AE26-A822-9FEAD1A65333}"/>
          </ac:picMkLst>
        </pc:picChg>
      </pc:sldChg>
      <pc:sldChg chg="addSp delSp mod modNotesTx">
        <pc:chgData name="Lai, Wilson" userId="2840974a-0d84-4886-90a9-9a3ed79f3a48" providerId="ADAL" clId="{9F23B798-9E84-4552-BA63-E776E805C424}" dt="2026-08-03T13:36:45.980" v="73" actId="14"/>
        <pc:sldMkLst>
          <pc:docMk/>
          <pc:sldMk cId="0" sldId="264"/>
        </pc:sldMkLst>
        <pc:picChg chg="del">
          <ac:chgData name="Lai, Wilson" userId="2840974a-0d84-4886-90a9-9a3ed79f3a48" providerId="ADAL" clId="{9F23B798-9E84-4552-BA63-E776E805C424}" dt="2026-08-03T13:03:59.964" v="27" actId="21"/>
          <ac:picMkLst>
            <pc:docMk/>
            <pc:sldMk cId="0" sldId="264"/>
            <ac:picMk id="2" creationId="{00000000-0000-0000-0000-000000000000}"/>
          </ac:picMkLst>
        </pc:picChg>
        <pc:picChg chg="add">
          <ac:chgData name="Lai, Wilson" userId="2840974a-0d84-4886-90a9-9a3ed79f3a48" providerId="ADAL" clId="{9F23B798-9E84-4552-BA63-E776E805C424}" dt="2026-08-03T13:04:11.244" v="28" actId="22"/>
          <ac:picMkLst>
            <pc:docMk/>
            <pc:sldMk cId="0" sldId="264"/>
            <ac:picMk id="4" creationId="{3A0669BD-7520-3CC8-43C9-3CEA7FFF9842}"/>
          </ac:picMkLst>
        </pc:picChg>
      </pc:sldChg>
      <pc:sldChg chg="addSp delSp mod modNotesTx">
        <pc:chgData name="Lai, Wilson" userId="2840974a-0d84-4886-90a9-9a3ed79f3a48" providerId="ADAL" clId="{9F23B798-9E84-4552-BA63-E776E805C424}" dt="2026-08-03T13:36:57.812" v="76" actId="12"/>
        <pc:sldMkLst>
          <pc:docMk/>
          <pc:sldMk cId="0" sldId="265"/>
        </pc:sldMkLst>
        <pc:picChg chg="del">
          <ac:chgData name="Lai, Wilson" userId="2840974a-0d84-4886-90a9-9a3ed79f3a48" providerId="ADAL" clId="{9F23B798-9E84-4552-BA63-E776E805C424}" dt="2026-08-03T13:04:17.812" v="29" actId="21"/>
          <ac:picMkLst>
            <pc:docMk/>
            <pc:sldMk cId="0" sldId="265"/>
            <ac:picMk id="2" creationId="{00000000-0000-0000-0000-000000000000}"/>
          </ac:picMkLst>
        </pc:picChg>
        <pc:picChg chg="add">
          <ac:chgData name="Lai, Wilson" userId="2840974a-0d84-4886-90a9-9a3ed79f3a48" providerId="ADAL" clId="{9F23B798-9E84-4552-BA63-E776E805C424}" dt="2026-08-03T13:04:26.118" v="30" actId="22"/>
          <ac:picMkLst>
            <pc:docMk/>
            <pc:sldMk cId="0" sldId="265"/>
            <ac:picMk id="4" creationId="{3E864A3D-B0C2-1A33-9C4A-7105D19E353E}"/>
          </ac:picMkLst>
        </pc:picChg>
      </pc:sldChg>
      <pc:sldChg chg="addSp delSp mod modNotesTx">
        <pc:chgData name="Lai, Wilson" userId="2840974a-0d84-4886-90a9-9a3ed79f3a48" providerId="ADAL" clId="{9F23B798-9E84-4552-BA63-E776E805C424}" dt="2026-08-03T13:37:15.256" v="78" actId="15"/>
        <pc:sldMkLst>
          <pc:docMk/>
          <pc:sldMk cId="0" sldId="266"/>
        </pc:sldMkLst>
        <pc:picChg chg="del">
          <ac:chgData name="Lai, Wilson" userId="2840974a-0d84-4886-90a9-9a3ed79f3a48" providerId="ADAL" clId="{9F23B798-9E84-4552-BA63-E776E805C424}" dt="2026-08-03T13:04:28.368" v="31" actId="21"/>
          <ac:picMkLst>
            <pc:docMk/>
            <pc:sldMk cId="0" sldId="266"/>
            <ac:picMk id="2" creationId="{00000000-0000-0000-0000-000000000000}"/>
          </ac:picMkLst>
        </pc:picChg>
        <pc:picChg chg="add">
          <ac:chgData name="Lai, Wilson" userId="2840974a-0d84-4886-90a9-9a3ed79f3a48" providerId="ADAL" clId="{9F23B798-9E84-4552-BA63-E776E805C424}" dt="2026-08-03T13:04:35.784" v="32" actId="22"/>
          <ac:picMkLst>
            <pc:docMk/>
            <pc:sldMk cId="0" sldId="266"/>
            <ac:picMk id="4" creationId="{5C9FB593-A9F8-1951-1BD4-F6A5DD287ED9}"/>
          </ac:picMkLst>
        </pc:picChg>
      </pc:sldChg>
      <pc:sldChg chg="addSp delSp mod modNotesTx">
        <pc:chgData name="Lai, Wilson" userId="2840974a-0d84-4886-90a9-9a3ed79f3a48" providerId="ADAL" clId="{9F23B798-9E84-4552-BA63-E776E805C424}" dt="2026-08-03T13:37:27.912" v="80" actId="15"/>
        <pc:sldMkLst>
          <pc:docMk/>
          <pc:sldMk cId="0" sldId="267"/>
        </pc:sldMkLst>
        <pc:picChg chg="del">
          <ac:chgData name="Lai, Wilson" userId="2840974a-0d84-4886-90a9-9a3ed79f3a48" providerId="ADAL" clId="{9F23B798-9E84-4552-BA63-E776E805C424}" dt="2026-08-03T13:04:37.399" v="33" actId="21"/>
          <ac:picMkLst>
            <pc:docMk/>
            <pc:sldMk cId="0" sldId="267"/>
            <ac:picMk id="2" creationId="{00000000-0000-0000-0000-000000000000}"/>
          </ac:picMkLst>
        </pc:picChg>
        <pc:picChg chg="add">
          <ac:chgData name="Lai, Wilson" userId="2840974a-0d84-4886-90a9-9a3ed79f3a48" providerId="ADAL" clId="{9F23B798-9E84-4552-BA63-E776E805C424}" dt="2026-08-03T13:06:32.261" v="34" actId="22"/>
          <ac:picMkLst>
            <pc:docMk/>
            <pc:sldMk cId="0" sldId="267"/>
            <ac:picMk id="4" creationId="{1D35453A-FE4F-9365-A86E-9E90A597CF2C}"/>
          </ac:picMkLst>
        </pc:picChg>
      </pc:sldChg>
      <pc:sldChg chg="addSp delSp mod modNotesTx">
        <pc:chgData name="Lai, Wilson" userId="2840974a-0d84-4886-90a9-9a3ed79f3a48" providerId="ADAL" clId="{9F23B798-9E84-4552-BA63-E776E805C424}" dt="2026-08-03T13:37:42.792" v="82" actId="15"/>
        <pc:sldMkLst>
          <pc:docMk/>
          <pc:sldMk cId="0" sldId="268"/>
        </pc:sldMkLst>
        <pc:picChg chg="del">
          <ac:chgData name="Lai, Wilson" userId="2840974a-0d84-4886-90a9-9a3ed79f3a48" providerId="ADAL" clId="{9F23B798-9E84-4552-BA63-E776E805C424}" dt="2026-08-03T13:06:34.667" v="35" actId="21"/>
          <ac:picMkLst>
            <pc:docMk/>
            <pc:sldMk cId="0" sldId="268"/>
            <ac:picMk id="2" creationId="{00000000-0000-0000-0000-000000000000}"/>
          </ac:picMkLst>
        </pc:picChg>
        <pc:picChg chg="add">
          <ac:chgData name="Lai, Wilson" userId="2840974a-0d84-4886-90a9-9a3ed79f3a48" providerId="ADAL" clId="{9F23B798-9E84-4552-BA63-E776E805C424}" dt="2026-08-03T13:06:45.090" v="36" actId="22"/>
          <ac:picMkLst>
            <pc:docMk/>
            <pc:sldMk cId="0" sldId="268"/>
            <ac:picMk id="4" creationId="{66AC5247-EEF3-FE5C-15C2-25315289BA8F}"/>
          </ac:picMkLst>
        </pc:picChg>
      </pc:sldChg>
      <pc:sldChg chg="addSp delSp mod modNotesTx">
        <pc:chgData name="Lai, Wilson" userId="2840974a-0d84-4886-90a9-9a3ed79f3a48" providerId="ADAL" clId="{9F23B798-9E84-4552-BA63-E776E805C424}" dt="2026-08-03T13:37:52.129" v="83" actId="12"/>
        <pc:sldMkLst>
          <pc:docMk/>
          <pc:sldMk cId="0" sldId="269"/>
        </pc:sldMkLst>
        <pc:picChg chg="del">
          <ac:chgData name="Lai, Wilson" userId="2840974a-0d84-4886-90a9-9a3ed79f3a48" providerId="ADAL" clId="{9F23B798-9E84-4552-BA63-E776E805C424}" dt="2026-08-03T13:06:47.373" v="37" actId="21"/>
          <ac:picMkLst>
            <pc:docMk/>
            <pc:sldMk cId="0" sldId="269"/>
            <ac:picMk id="2" creationId="{00000000-0000-0000-0000-000000000000}"/>
          </ac:picMkLst>
        </pc:picChg>
        <pc:picChg chg="add">
          <ac:chgData name="Lai, Wilson" userId="2840974a-0d84-4886-90a9-9a3ed79f3a48" providerId="ADAL" clId="{9F23B798-9E84-4552-BA63-E776E805C424}" dt="2026-08-03T13:06:54.738" v="38" actId="22"/>
          <ac:picMkLst>
            <pc:docMk/>
            <pc:sldMk cId="0" sldId="269"/>
            <ac:picMk id="4" creationId="{B32025C8-227B-EF4A-9E67-2620DC527824}"/>
          </ac:picMkLst>
        </pc:picChg>
      </pc:sldChg>
      <pc:sldChg chg="addSp delSp mod modNotesTx">
        <pc:chgData name="Lai, Wilson" userId="2840974a-0d84-4886-90a9-9a3ed79f3a48" providerId="ADAL" clId="{9F23B798-9E84-4552-BA63-E776E805C424}" dt="2026-08-03T13:38:03.755" v="84" actId="12"/>
        <pc:sldMkLst>
          <pc:docMk/>
          <pc:sldMk cId="0" sldId="270"/>
        </pc:sldMkLst>
        <pc:picChg chg="del">
          <ac:chgData name="Lai, Wilson" userId="2840974a-0d84-4886-90a9-9a3ed79f3a48" providerId="ADAL" clId="{9F23B798-9E84-4552-BA63-E776E805C424}" dt="2026-08-03T13:06:57.364" v="39" actId="21"/>
          <ac:picMkLst>
            <pc:docMk/>
            <pc:sldMk cId="0" sldId="270"/>
            <ac:picMk id="2" creationId="{00000000-0000-0000-0000-000000000000}"/>
          </ac:picMkLst>
        </pc:picChg>
        <pc:picChg chg="add">
          <ac:chgData name="Lai, Wilson" userId="2840974a-0d84-4886-90a9-9a3ed79f3a48" providerId="ADAL" clId="{9F23B798-9E84-4552-BA63-E776E805C424}" dt="2026-08-03T13:07:05.960" v="40" actId="22"/>
          <ac:picMkLst>
            <pc:docMk/>
            <pc:sldMk cId="0" sldId="270"/>
            <ac:picMk id="4" creationId="{9825B24E-6A41-C11D-5677-BCA166604708}"/>
          </ac:picMkLst>
        </pc:picChg>
      </pc:sldChg>
      <pc:sldChg chg="addSp delSp mod modNotesTx">
        <pc:chgData name="Lai, Wilson" userId="2840974a-0d84-4886-90a9-9a3ed79f3a48" providerId="ADAL" clId="{9F23B798-9E84-4552-BA63-E776E805C424}" dt="2026-08-03T13:38:15.076" v="86" actId="15"/>
        <pc:sldMkLst>
          <pc:docMk/>
          <pc:sldMk cId="0" sldId="271"/>
        </pc:sldMkLst>
        <pc:picChg chg="del">
          <ac:chgData name="Lai, Wilson" userId="2840974a-0d84-4886-90a9-9a3ed79f3a48" providerId="ADAL" clId="{9F23B798-9E84-4552-BA63-E776E805C424}" dt="2026-08-03T13:07:07.587" v="41" actId="21"/>
          <ac:picMkLst>
            <pc:docMk/>
            <pc:sldMk cId="0" sldId="271"/>
            <ac:picMk id="2" creationId="{00000000-0000-0000-0000-000000000000}"/>
          </ac:picMkLst>
        </pc:picChg>
        <pc:picChg chg="add">
          <ac:chgData name="Lai, Wilson" userId="2840974a-0d84-4886-90a9-9a3ed79f3a48" providerId="ADAL" clId="{9F23B798-9E84-4552-BA63-E776E805C424}" dt="2026-08-03T13:07:17.783" v="42" actId="22"/>
          <ac:picMkLst>
            <pc:docMk/>
            <pc:sldMk cId="0" sldId="271"/>
            <ac:picMk id="4" creationId="{0FF0477F-9A34-F151-7197-590A8C9212BB}"/>
          </ac:picMkLst>
        </pc:picChg>
      </pc:sldChg>
      <pc:sldChg chg="addSp delSp mod modNotesTx">
        <pc:chgData name="Lai, Wilson" userId="2840974a-0d84-4886-90a9-9a3ed79f3a48" providerId="ADAL" clId="{9F23B798-9E84-4552-BA63-E776E805C424}" dt="2026-08-03T13:38:24.899" v="87" actId="12"/>
        <pc:sldMkLst>
          <pc:docMk/>
          <pc:sldMk cId="1505219899" sldId="272"/>
        </pc:sldMkLst>
        <pc:picChg chg="del">
          <ac:chgData name="Lai, Wilson" userId="2840974a-0d84-4886-90a9-9a3ed79f3a48" providerId="ADAL" clId="{9F23B798-9E84-4552-BA63-E776E805C424}" dt="2026-08-03T13:07:20.261" v="43" actId="21"/>
          <ac:picMkLst>
            <pc:docMk/>
            <pc:sldMk cId="1505219899" sldId="272"/>
            <ac:picMk id="3" creationId="{333AD421-501F-65C2-80D5-556ECE229F0D}"/>
          </ac:picMkLst>
        </pc:picChg>
        <pc:picChg chg="add">
          <ac:chgData name="Lai, Wilson" userId="2840974a-0d84-4886-90a9-9a3ed79f3a48" providerId="ADAL" clId="{9F23B798-9E84-4552-BA63-E776E805C424}" dt="2026-08-03T13:07:31.224" v="44" actId="22"/>
          <ac:picMkLst>
            <pc:docMk/>
            <pc:sldMk cId="1505219899" sldId="272"/>
            <ac:picMk id="4" creationId="{A71A6EEA-1246-98AB-3C04-8E866AC9F28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783D4B-AF04-4AC4-83C7-57D4246B153D}"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5B7BE6-E19F-4432-8539-DFF96F885905}" type="slidenum">
              <a:rPr lang="en-US" smtClean="0"/>
              <a:t>‹#›</a:t>
            </a:fld>
            <a:endParaRPr lang="en-US"/>
          </a:p>
        </p:txBody>
      </p:sp>
    </p:spTree>
    <p:extLst>
      <p:ext uri="{BB962C8B-B14F-4D97-AF65-F5344CB8AC3E}">
        <p14:creationId xmlns:p14="http://schemas.microsoft.com/office/powerpoint/2010/main" val="2952301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https://youtube.com/watch?v=r9eOy5riCxU</a:t>
            </a:r>
          </a:p>
          <a:p>
            <a:endParaRPr lang="en-US" dirty="0"/>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Opening Hook:</a:t>
            </a:r>
            <a:r>
              <a:rPr lang="en-US" sz="1200" kern="1200" dirty="0">
                <a:solidFill>
                  <a:schemeClr val="tx1"/>
                </a:solidFill>
                <a:effectLst/>
                <a:latin typeface="+mn-lt"/>
                <a:ea typeface="+mn-ea"/>
                <a:cs typeface="+mn-cs"/>
              </a:rPr>
              <a:t> "Welcome, everyone. Today, we aren't just discussing management theory—we are looking at the culmination of a century’s worth of practical leadership wisdom distilled from three titan figures: Dave Ramsey, John C. Maxwell, and Patrick Lencioni."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Core Theme:</a:t>
            </a:r>
            <a:r>
              <a:rPr lang="en-US" sz="1200" kern="1200" dirty="0">
                <a:solidFill>
                  <a:schemeClr val="tx1"/>
                </a:solidFill>
                <a:effectLst/>
                <a:latin typeface="+mn-lt"/>
                <a:ea typeface="+mn-ea"/>
                <a:cs typeface="+mn-cs"/>
              </a:rPr>
              <a:t> "At the executive level, leadership is rarely a technical challenge; it is a human and strategic one. This masterclass centers on three pillars: </a:t>
            </a:r>
            <a:r>
              <a:rPr lang="en-US" sz="1200" b="1" kern="1200" dirty="0">
                <a:solidFill>
                  <a:schemeClr val="tx1"/>
                </a:solidFill>
                <a:effectLst/>
                <a:latin typeface="+mn-lt"/>
                <a:ea typeface="+mn-ea"/>
                <a:cs typeface="+mn-cs"/>
              </a:rPr>
              <a:t>Motive, Trust, and Resilience</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"By the end of this session, you will have actionable mental models to transform how you lead your executive teams, evaluate potential, and handle conflict." </a:t>
            </a:r>
          </a:p>
          <a:p>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1</a:t>
            </a:fld>
            <a:endParaRPr lang="en-US"/>
          </a:p>
        </p:txBody>
      </p:sp>
    </p:spTree>
    <p:extLst>
      <p:ext uri="{BB962C8B-B14F-4D97-AF65-F5344CB8AC3E}">
        <p14:creationId xmlns:p14="http://schemas.microsoft.com/office/powerpoint/2010/main" val="1776413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Paradigm Shift:</a:t>
            </a:r>
            <a:r>
              <a:rPr lang="en-US" sz="1200" kern="1200" dirty="0">
                <a:solidFill>
                  <a:schemeClr val="tx1"/>
                </a:solidFill>
                <a:effectLst/>
                <a:latin typeface="+mn-lt"/>
                <a:ea typeface="+mn-ea"/>
                <a:cs typeface="+mn-cs"/>
              </a:rPr>
              <a:t> "Look at this inverted pyramid. Traditional management views leadership as a pedestal—where status, compensation, and credit flow up to the leader. Real leadership flips the pyramid upside down."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Absorbing Pressure:</a:t>
            </a:r>
            <a:r>
              <a:rPr lang="en-US" sz="1200" kern="1200" dirty="0">
                <a:solidFill>
                  <a:schemeClr val="tx1"/>
                </a:solidFill>
                <a:effectLst/>
                <a:latin typeface="+mn-lt"/>
                <a:ea typeface="+mn-ea"/>
                <a:cs typeface="+mn-cs"/>
              </a:rPr>
              <a:t> "As an executive, your role is to absorb organizational pressure and suffer first so your team can perform freely. When things go right, the credit goes up to the team. When things go wrong, the burden stays at the bottom with you."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Core Rule:</a:t>
            </a:r>
            <a:r>
              <a:rPr lang="en-US" sz="1200" kern="1200" dirty="0">
                <a:solidFill>
                  <a:schemeClr val="tx1"/>
                </a:solidFill>
                <a:effectLst/>
                <a:latin typeface="+mn-lt"/>
                <a:ea typeface="+mn-ea"/>
                <a:cs typeface="+mn-cs"/>
              </a:rPr>
              <a:t> "You must choose to win </a:t>
            </a:r>
            <a:r>
              <a:rPr lang="en-US" sz="1200" i="1" kern="1200" dirty="0">
                <a:solidFill>
                  <a:schemeClr val="tx1"/>
                </a:solidFill>
                <a:effectLst/>
                <a:latin typeface="+mn-lt"/>
                <a:ea typeface="+mn-ea"/>
                <a:cs typeface="+mn-cs"/>
              </a:rPr>
              <a:t>for</a:t>
            </a:r>
            <a:r>
              <a:rPr lang="en-US" sz="1200" kern="1200" dirty="0">
                <a:solidFill>
                  <a:schemeClr val="tx1"/>
                </a:solidFill>
                <a:effectLst/>
                <a:latin typeface="+mn-lt"/>
                <a:ea typeface="+mn-ea"/>
                <a:cs typeface="+mn-cs"/>
              </a:rPr>
              <a:t> your team, not </a:t>
            </a:r>
            <a:r>
              <a:rPr lang="en-US" sz="1200" i="1" kern="1200" dirty="0">
                <a:solidFill>
                  <a:schemeClr val="tx1"/>
                </a:solidFill>
                <a:effectLst/>
                <a:latin typeface="+mn-lt"/>
                <a:ea typeface="+mn-ea"/>
                <a:cs typeface="+mn-cs"/>
              </a:rPr>
              <a:t>from</a:t>
            </a:r>
            <a:r>
              <a:rPr lang="en-US" sz="1200" kern="1200" dirty="0">
                <a:solidFill>
                  <a:schemeClr val="tx1"/>
                </a:solidFill>
                <a:effectLst/>
                <a:latin typeface="+mn-lt"/>
                <a:ea typeface="+mn-ea"/>
                <a:cs typeface="+mn-cs"/>
              </a:rPr>
              <a:t> them. If you view leadership as a vehicle for personal gain, the personal economics of leadership are fundamentally flawed."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2</a:t>
            </a:fld>
            <a:endParaRPr lang="en-US"/>
          </a:p>
        </p:txBody>
      </p:sp>
    </p:spTree>
    <p:extLst>
      <p:ext uri="{BB962C8B-B14F-4D97-AF65-F5344CB8AC3E}">
        <p14:creationId xmlns:p14="http://schemas.microsoft.com/office/powerpoint/2010/main" val="1538807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Debunking the Myth:</a:t>
            </a:r>
            <a:r>
              <a:rPr lang="en-US" sz="1200" kern="1200" dirty="0">
                <a:solidFill>
                  <a:schemeClr val="tx1"/>
                </a:solidFill>
                <a:effectLst/>
                <a:latin typeface="+mn-lt"/>
                <a:ea typeface="+mn-ea"/>
                <a:cs typeface="+mn-cs"/>
              </a:rPr>
              <a:t> "We’ve all heard the advice 'follow your passion.' But passion without talent is a trap."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quadrant breakdown:</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High Talent + Low Passion:</a:t>
            </a:r>
            <a:r>
              <a:rPr lang="en-US" sz="1200" kern="1200" dirty="0">
                <a:solidFill>
                  <a:schemeClr val="tx1"/>
                </a:solidFill>
                <a:effectLst/>
                <a:latin typeface="+mn-lt"/>
                <a:ea typeface="+mn-ea"/>
                <a:cs typeface="+mn-cs"/>
              </a:rPr>
              <a:t> Leads to boredom and eventual burnout.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High Passion + Low Talent:</a:t>
            </a:r>
            <a:r>
              <a:rPr lang="en-US" sz="1200" kern="1200" dirty="0">
                <a:solidFill>
                  <a:schemeClr val="tx1"/>
                </a:solidFill>
                <a:effectLst/>
                <a:latin typeface="+mn-lt"/>
                <a:ea typeface="+mn-ea"/>
                <a:cs typeface="+mn-cs"/>
              </a:rPr>
              <a:t> That's a hobby. 'I love golf, but I'm terrible at it.' Don't make a career out of a hobby.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High Passion + High Talent:</a:t>
            </a:r>
            <a:r>
              <a:rPr lang="en-US" sz="1200" kern="1200" dirty="0">
                <a:solidFill>
                  <a:schemeClr val="tx1"/>
                </a:solidFill>
                <a:effectLst/>
                <a:latin typeface="+mn-lt"/>
                <a:ea typeface="+mn-ea"/>
                <a:cs typeface="+mn-cs"/>
              </a:rPr>
              <a:t> The Sweet Spot.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Executive Insight:</a:t>
            </a:r>
            <a:r>
              <a:rPr lang="en-US" sz="1200" kern="1200" dirty="0">
                <a:solidFill>
                  <a:schemeClr val="tx1"/>
                </a:solidFill>
                <a:effectLst/>
                <a:latin typeface="+mn-lt"/>
                <a:ea typeface="+mn-ea"/>
                <a:cs typeface="+mn-cs"/>
              </a:rPr>
              <a:t> "It is impossible to be great at something you hate, but it is equally dangerous to build an enterprise or promote someone based purely on enthusiasm without verified competency." </a:t>
            </a:r>
          </a:p>
          <a:p>
            <a:pPr marL="171450" indent="-171450">
              <a:buFont typeface="Arial" panose="020B0604020202020204" pitchFamily="34" charset="0"/>
              <a:buChar char="•"/>
            </a:pPr>
            <a:endParaRPr lang="en-US" b="1" dirty="0"/>
          </a:p>
        </p:txBody>
      </p:sp>
      <p:sp>
        <p:nvSpPr>
          <p:cNvPr id="4" name="Slide Number Placeholder 3"/>
          <p:cNvSpPr>
            <a:spLocks noGrp="1"/>
          </p:cNvSpPr>
          <p:nvPr>
            <p:ph type="sldNum" sz="quarter" idx="5"/>
          </p:nvPr>
        </p:nvSpPr>
        <p:spPr/>
        <p:txBody>
          <a:bodyPr/>
          <a:lstStyle/>
          <a:p>
            <a:fld id="{A55B7BE6-E19F-4432-8539-DFF96F885905}" type="slidenum">
              <a:rPr lang="en-US" smtClean="0"/>
              <a:t>3</a:t>
            </a:fld>
            <a:endParaRPr lang="en-US"/>
          </a:p>
        </p:txBody>
      </p:sp>
    </p:spTree>
    <p:extLst>
      <p:ext uri="{BB962C8B-B14F-4D97-AF65-F5344CB8AC3E}">
        <p14:creationId xmlns:p14="http://schemas.microsoft.com/office/powerpoint/2010/main" val="2736673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"One of the most common organizational mistakes is promoting your top individual performer—like your #1 salesperson—into management, only to lose a great producer and gain a miserable manager."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Distinction:</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High Performers:</a:t>
            </a:r>
            <a:r>
              <a:rPr lang="en-US" sz="1200" kern="1200" dirty="0">
                <a:solidFill>
                  <a:schemeClr val="tx1"/>
                </a:solidFill>
                <a:effectLst/>
                <a:latin typeface="+mn-lt"/>
                <a:ea typeface="+mn-ea"/>
                <a:cs typeface="+mn-cs"/>
              </a:rPr>
              <a:t> Focused on individual metrics, personal mastery, and individual wins.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High Leaders:</a:t>
            </a:r>
            <a:r>
              <a:rPr lang="en-US" sz="1200" kern="1200" dirty="0">
                <a:solidFill>
                  <a:schemeClr val="tx1"/>
                </a:solidFill>
                <a:effectLst/>
                <a:latin typeface="+mn-lt"/>
                <a:ea typeface="+mn-ea"/>
                <a:cs typeface="+mn-cs"/>
              </a:rPr>
              <a:t> Focused on coaching, eliminating organizational friction, and building team wins.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Diagnostic Tool:</a:t>
            </a:r>
            <a:r>
              <a:rPr lang="en-US" sz="1200" kern="1200" dirty="0">
                <a:solidFill>
                  <a:schemeClr val="tx1"/>
                </a:solidFill>
                <a:effectLst/>
                <a:latin typeface="+mn-lt"/>
                <a:ea typeface="+mn-ea"/>
                <a:cs typeface="+mn-cs"/>
              </a:rPr>
              <a:t> "Ask yourself before every promotion: </a:t>
            </a:r>
            <a:r>
              <a:rPr lang="en-US" sz="1200" i="1" kern="1200" dirty="0">
                <a:solidFill>
                  <a:schemeClr val="tx1"/>
                </a:solidFill>
                <a:effectLst/>
                <a:latin typeface="+mn-lt"/>
                <a:ea typeface="+mn-ea"/>
                <a:cs typeface="+mn-cs"/>
              </a:rPr>
              <a:t>Do they actually want the job of managing people, or do they just want the title, status, and money?</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4</a:t>
            </a:fld>
            <a:endParaRPr lang="en-US"/>
          </a:p>
        </p:txBody>
      </p:sp>
    </p:spTree>
    <p:extLst>
      <p:ext uri="{BB962C8B-B14F-4D97-AF65-F5344CB8AC3E}">
        <p14:creationId xmlns:p14="http://schemas.microsoft.com/office/powerpoint/2010/main" val="595893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Rule:</a:t>
            </a:r>
            <a:r>
              <a:rPr lang="en-US" sz="1200" kern="1200" dirty="0">
                <a:solidFill>
                  <a:schemeClr val="tx1"/>
                </a:solidFill>
                <a:effectLst/>
                <a:latin typeface="+mn-lt"/>
                <a:ea typeface="+mn-ea"/>
                <a:cs typeface="+mn-cs"/>
              </a:rPr>
              <a:t> "You cannot advance if you are irreplaceable in your current seat—because replacing you would break the operational chain."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Gatekeeper Mechanism:</a:t>
            </a:r>
            <a:r>
              <a:rPr lang="en-US" sz="1200" kern="1200" dirty="0">
                <a:solidFill>
                  <a:schemeClr val="tx1"/>
                </a:solidFill>
                <a:effectLst/>
                <a:latin typeface="+mn-lt"/>
                <a:ea typeface="+mn-ea"/>
                <a:cs typeface="+mn-cs"/>
              </a:rPr>
              <a:t> "The ultimate prerequisite for promotion is training your replacement. If 'Gate = Yes' (they have mentored and equipped a successor), the promotion gate unlocks."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"A leader's primary evidence of capacity is not their own output, but their ability to successfully develop at least one other person to take their place."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5</a:t>
            </a:fld>
            <a:endParaRPr lang="en-US"/>
          </a:p>
        </p:txBody>
      </p:sp>
    </p:spTree>
    <p:extLst>
      <p:ext uri="{BB962C8B-B14F-4D97-AF65-F5344CB8AC3E}">
        <p14:creationId xmlns:p14="http://schemas.microsoft.com/office/powerpoint/2010/main" val="3005418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Psychological Hierarchy:</a:t>
            </a:r>
            <a:r>
              <a:rPr lang="en-US" sz="1200" kern="1200" dirty="0">
                <a:solidFill>
                  <a:schemeClr val="tx1"/>
                </a:solidFill>
                <a:effectLst/>
                <a:latin typeface="+mn-lt"/>
                <a:ea typeface="+mn-ea"/>
                <a:cs typeface="+mn-cs"/>
              </a:rPr>
              <a:t> "Every team member is constantly running a subconscious evaluation of their leader across three core questions:" </a:t>
            </a:r>
          </a:p>
          <a:p>
            <a:pPr marL="685800" lvl="1" indent="-228600">
              <a:buFont typeface="+mj-lt"/>
              <a:buAutoNum type="arabicPeriod"/>
            </a:pPr>
            <a:r>
              <a:rPr lang="en-US" sz="1200" i="1" kern="1200" dirty="0">
                <a:solidFill>
                  <a:schemeClr val="tx1"/>
                </a:solidFill>
                <a:effectLst/>
                <a:latin typeface="+mn-lt"/>
                <a:ea typeface="+mn-ea"/>
                <a:cs typeface="+mn-cs"/>
              </a:rPr>
              <a:t>Do you like me?</a:t>
            </a:r>
            <a:r>
              <a:rPr lang="en-US" sz="1200" kern="1200" dirty="0">
                <a:solidFill>
                  <a:schemeClr val="tx1"/>
                </a:solidFill>
                <a:effectLst/>
                <a:latin typeface="+mn-lt"/>
                <a:ea typeface="+mn-ea"/>
                <a:cs typeface="+mn-cs"/>
              </a:rPr>
              <a:t> (Prerequisite for influence—people must feel valued). </a:t>
            </a:r>
          </a:p>
          <a:p>
            <a:pPr marL="685800" lvl="1" indent="-228600">
              <a:buFont typeface="+mj-lt"/>
              <a:buAutoNum type="arabicPeriod"/>
            </a:pPr>
            <a:r>
              <a:rPr lang="en-US" sz="1200" i="1" kern="1200" dirty="0">
                <a:solidFill>
                  <a:schemeClr val="tx1"/>
                </a:solidFill>
                <a:effectLst/>
                <a:latin typeface="+mn-lt"/>
                <a:ea typeface="+mn-ea"/>
                <a:cs typeface="+mn-cs"/>
              </a:rPr>
              <a:t>Can you help me?</a:t>
            </a:r>
            <a:r>
              <a:rPr lang="en-US" sz="1200" kern="1200" dirty="0">
                <a:solidFill>
                  <a:schemeClr val="tx1"/>
                </a:solidFill>
                <a:effectLst/>
                <a:latin typeface="+mn-lt"/>
                <a:ea typeface="+mn-ea"/>
                <a:cs typeface="+mn-cs"/>
              </a:rPr>
              <a:t> (Competency and capability to guide them). </a:t>
            </a:r>
          </a:p>
          <a:p>
            <a:pPr marL="685800" lvl="1" indent="-228600">
              <a:buFont typeface="+mj-lt"/>
              <a:buAutoNum type="arabicPeriod"/>
            </a:pPr>
            <a:r>
              <a:rPr lang="en-US" sz="1200" i="1" kern="1200" dirty="0">
                <a:solidFill>
                  <a:schemeClr val="tx1"/>
                </a:solidFill>
                <a:effectLst/>
                <a:latin typeface="+mn-lt"/>
                <a:ea typeface="+mn-ea"/>
                <a:cs typeface="+mn-cs"/>
              </a:rPr>
              <a:t>Can I trust you?</a:t>
            </a:r>
            <a:r>
              <a:rPr lang="en-US" sz="1200" kern="1200" dirty="0">
                <a:solidFill>
                  <a:schemeClr val="tx1"/>
                </a:solidFill>
                <a:effectLst/>
                <a:latin typeface="+mn-lt"/>
                <a:ea typeface="+mn-ea"/>
                <a:cs typeface="+mn-cs"/>
              </a:rPr>
              <a:t> (The apex—fundamental character and alignment).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Executive Reality:</a:t>
            </a:r>
            <a:r>
              <a:rPr lang="en-US" sz="1200" kern="1200" dirty="0">
                <a:solidFill>
                  <a:schemeClr val="tx1"/>
                </a:solidFill>
                <a:effectLst/>
                <a:latin typeface="+mn-lt"/>
                <a:ea typeface="+mn-ea"/>
                <a:cs typeface="+mn-cs"/>
              </a:rPr>
              <a:t> "Trust is the ultimate capital a leader can hold, but it is earned last and must be continuously tested to remain valid."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6</a:t>
            </a:fld>
            <a:endParaRPr lang="en-US"/>
          </a:p>
        </p:txBody>
      </p:sp>
    </p:spTree>
    <p:extLst>
      <p:ext uri="{BB962C8B-B14F-4D97-AF65-F5344CB8AC3E}">
        <p14:creationId xmlns:p14="http://schemas.microsoft.com/office/powerpoint/2010/main" val="3292994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Graph:</a:t>
            </a:r>
            <a:r>
              <a:rPr lang="en-US" sz="1200" kern="1200" dirty="0">
                <a:solidFill>
                  <a:schemeClr val="tx1"/>
                </a:solidFill>
                <a:effectLst/>
                <a:latin typeface="+mn-lt"/>
                <a:ea typeface="+mn-ea"/>
                <a:cs typeface="+mn-cs"/>
              </a:rPr>
              <a:t> "When you take on a leadership position or announce a strategic shift, your words and promises carry high initial credit. But look at Month 6."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Tipping Point:</a:t>
            </a:r>
            <a:r>
              <a:rPr lang="en-US" sz="1200" kern="1200" dirty="0">
                <a:solidFill>
                  <a:schemeClr val="tx1"/>
                </a:solidFill>
                <a:effectLst/>
                <a:latin typeface="+mn-lt"/>
                <a:ea typeface="+mn-ea"/>
                <a:cs typeface="+mn-cs"/>
              </a:rPr>
              <a:t> "At the six-month mark, the weight of words plummets to zero if not backed by consistent behavior. Actions and tangible results take over completely."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Principle:</a:t>
            </a:r>
            <a:r>
              <a:rPr lang="en-US" sz="1200" kern="1200" dirty="0">
                <a:solidFill>
                  <a:schemeClr val="tx1"/>
                </a:solidFill>
                <a:effectLst/>
                <a:latin typeface="+mn-lt"/>
                <a:ea typeface="+mn-ea"/>
                <a:cs typeface="+mn-cs"/>
              </a:rPr>
              <a:t> "People don't do what they hear; they do what they see. Your words buy you six months; your actions define your legacy."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7</a:t>
            </a:fld>
            <a:endParaRPr lang="en-US"/>
          </a:p>
        </p:txBody>
      </p:sp>
    </p:spTree>
    <p:extLst>
      <p:ext uri="{BB962C8B-B14F-4D97-AF65-F5344CB8AC3E}">
        <p14:creationId xmlns:p14="http://schemas.microsoft.com/office/powerpoint/2010/main" val="2092507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Matrix Axes:</a:t>
            </a:r>
            <a:r>
              <a:rPr lang="en-US" sz="1200" kern="1200" dirty="0">
                <a:solidFill>
                  <a:schemeClr val="tx1"/>
                </a:solidFill>
                <a:effectLst/>
                <a:latin typeface="+mn-lt"/>
                <a:ea typeface="+mn-ea"/>
                <a:cs typeface="+mn-cs"/>
              </a:rPr>
              <a:t> "Effective executive communication requires balancing two dimensions: Grace (Care for the person) and Truth (Clarity of the issue)."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4 Quadrants: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Low Grace / Low Truth:</a:t>
            </a:r>
            <a:r>
              <a:rPr lang="en-US" sz="1200" kern="1200" dirty="0">
                <a:solidFill>
                  <a:schemeClr val="tx1"/>
                </a:solidFill>
                <a:effectLst/>
                <a:latin typeface="+mn-lt"/>
                <a:ea typeface="+mn-ea"/>
                <a:cs typeface="+mn-cs"/>
              </a:rPr>
              <a:t> Apathy.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Low Grace / High Truth:</a:t>
            </a:r>
            <a:r>
              <a:rPr lang="en-US" sz="1200" kern="1200" dirty="0">
                <a:solidFill>
                  <a:schemeClr val="tx1"/>
                </a:solidFill>
                <a:effectLst/>
                <a:latin typeface="+mn-lt"/>
                <a:ea typeface="+mn-ea"/>
                <a:cs typeface="+mn-cs"/>
              </a:rPr>
              <a:t> Cruelty—dropping facts like weapons without empathy.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High Grace / Low Truth:</a:t>
            </a:r>
            <a:r>
              <a:rPr lang="en-US" sz="1200" kern="1200" dirty="0">
                <a:solidFill>
                  <a:schemeClr val="tx1"/>
                </a:solidFill>
                <a:effectLst/>
                <a:latin typeface="+mn-lt"/>
                <a:ea typeface="+mn-ea"/>
                <a:cs typeface="+mn-cs"/>
              </a:rPr>
              <a:t> Enabling &amp; Passive Aggressiveness—'Sweet tea cowardice' where you sugarcoat issues to avoid discomfort.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High Grace / High Truth:</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True Kindness.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Mantra:</a:t>
            </a:r>
            <a:r>
              <a:rPr lang="en-US" sz="1200" kern="1200" dirty="0">
                <a:solidFill>
                  <a:schemeClr val="tx1"/>
                </a:solidFill>
                <a:effectLst/>
                <a:latin typeface="+mn-lt"/>
                <a:ea typeface="+mn-ea"/>
                <a:cs typeface="+mn-cs"/>
              </a:rPr>
              <a:t> "To be unclear is to be unkind. Have the uncomfortable 35-second conversation today to protect their long-term future."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8</a:t>
            </a:fld>
            <a:endParaRPr lang="en-US"/>
          </a:p>
        </p:txBody>
      </p:sp>
    </p:spTree>
    <p:extLst>
      <p:ext uri="{BB962C8B-B14F-4D97-AF65-F5344CB8AC3E}">
        <p14:creationId xmlns:p14="http://schemas.microsoft.com/office/powerpoint/2010/main" val="258871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Process Flow:</a:t>
            </a:r>
            <a:r>
              <a:rPr lang="en-US" sz="1200" kern="1200" dirty="0">
                <a:solidFill>
                  <a:schemeClr val="tx1"/>
                </a:solidFill>
                <a:effectLst/>
                <a:latin typeface="+mn-lt"/>
                <a:ea typeface="+mn-ea"/>
                <a:cs typeface="+mn-cs"/>
              </a:rPr>
              <a:t> "To deliver messages that move teams into action, follow this four-stage DNA sequence:" </a:t>
            </a:r>
          </a:p>
          <a:p>
            <a:pPr marL="685800" lvl="1" indent="-228600">
              <a:buFont typeface="+mj-lt"/>
              <a:buAutoNum type="arabicPeriod"/>
            </a:pPr>
            <a:r>
              <a:rPr lang="en-US" sz="1200" i="1" kern="1200" dirty="0">
                <a:solidFill>
                  <a:schemeClr val="tx1"/>
                </a:solidFill>
                <a:effectLst/>
                <a:latin typeface="+mn-lt"/>
                <a:ea typeface="+mn-ea"/>
                <a:cs typeface="+mn-cs"/>
              </a:rPr>
              <a:t>See Possibilities:</a:t>
            </a:r>
            <a:r>
              <a:rPr lang="en-US" sz="1200" kern="1200" dirty="0">
                <a:solidFill>
                  <a:schemeClr val="tx1"/>
                </a:solidFill>
                <a:effectLst/>
                <a:latin typeface="+mn-lt"/>
                <a:ea typeface="+mn-ea"/>
                <a:cs typeface="+mn-cs"/>
              </a:rPr>
              <a:t> Expand their vision beyond their current self-imposed limits. </a:t>
            </a:r>
          </a:p>
          <a:p>
            <a:pPr marL="685800" lvl="1" indent="-228600">
              <a:buFont typeface="+mj-lt"/>
              <a:buAutoNum type="arabicPeriod"/>
            </a:pPr>
            <a:r>
              <a:rPr lang="en-US" sz="1200" i="1" kern="1200" dirty="0">
                <a:solidFill>
                  <a:schemeClr val="tx1"/>
                </a:solidFill>
                <a:effectLst/>
                <a:latin typeface="+mn-lt"/>
                <a:ea typeface="+mn-ea"/>
                <a:cs typeface="+mn-cs"/>
              </a:rPr>
              <a:t>Know Their Value:</a:t>
            </a:r>
            <a:r>
              <a:rPr lang="en-US" sz="1200" kern="1200" dirty="0">
                <a:solidFill>
                  <a:schemeClr val="tx1"/>
                </a:solidFill>
                <a:effectLst/>
                <a:latin typeface="+mn-lt"/>
                <a:ea typeface="+mn-ea"/>
                <a:cs typeface="+mn-cs"/>
              </a:rPr>
              <a:t> Communicate their inherent worth to the team. </a:t>
            </a:r>
          </a:p>
          <a:p>
            <a:pPr marL="685800" lvl="1" indent="-228600">
              <a:buFont typeface="+mj-lt"/>
              <a:buAutoNum type="arabicPeriod"/>
            </a:pPr>
            <a:r>
              <a:rPr lang="en-US" sz="1200" i="1" kern="1200" dirty="0">
                <a:solidFill>
                  <a:schemeClr val="tx1"/>
                </a:solidFill>
                <a:effectLst/>
                <a:latin typeface="+mn-lt"/>
                <a:ea typeface="+mn-ea"/>
                <a:cs typeface="+mn-cs"/>
              </a:rPr>
              <a:t>Feel Empowered:</a:t>
            </a:r>
            <a:r>
              <a:rPr lang="en-US" sz="1200" kern="1200" dirty="0">
                <a:solidFill>
                  <a:schemeClr val="tx1"/>
                </a:solidFill>
                <a:effectLst/>
                <a:latin typeface="+mn-lt"/>
                <a:ea typeface="+mn-ea"/>
                <a:cs typeface="+mn-cs"/>
              </a:rPr>
              <a:t> Ensure they believe </a:t>
            </a:r>
            <a:r>
              <a:rPr lang="en-US" sz="1200" i="1" kern="1200" dirty="0">
                <a:solidFill>
                  <a:schemeClr val="tx1"/>
                </a:solidFill>
                <a:effectLst/>
                <a:latin typeface="+mn-lt"/>
                <a:ea typeface="+mn-ea"/>
                <a:cs typeface="+mn-cs"/>
              </a:rPr>
              <a:t>they</a:t>
            </a:r>
            <a:r>
              <a:rPr lang="en-US" sz="1200" kern="1200" dirty="0">
                <a:solidFill>
                  <a:schemeClr val="tx1"/>
                </a:solidFill>
                <a:effectLst/>
                <a:latin typeface="+mn-lt"/>
                <a:ea typeface="+mn-ea"/>
                <a:cs typeface="+mn-cs"/>
              </a:rPr>
              <a:t> can achieve it, rather than just admiring your ability. </a:t>
            </a:r>
          </a:p>
          <a:p>
            <a:pPr marL="685800" lvl="1" indent="-228600">
              <a:buFont typeface="+mj-lt"/>
              <a:buAutoNum type="arabicPeriod"/>
            </a:pPr>
            <a:r>
              <a:rPr lang="en-US" sz="1200" i="1" kern="1200" dirty="0">
                <a:solidFill>
                  <a:schemeClr val="tx1"/>
                </a:solidFill>
                <a:effectLst/>
                <a:latin typeface="+mn-lt"/>
                <a:ea typeface="+mn-ea"/>
                <a:cs typeface="+mn-cs"/>
              </a:rPr>
              <a:t>Apply &amp; Multiply:</a:t>
            </a:r>
            <a:r>
              <a:rPr lang="en-US" sz="1200" kern="1200" dirty="0">
                <a:solidFill>
                  <a:schemeClr val="tx1"/>
                </a:solidFill>
                <a:effectLst/>
                <a:latin typeface="+mn-lt"/>
                <a:ea typeface="+mn-ea"/>
                <a:cs typeface="+mn-cs"/>
              </a:rPr>
              <a:t> Provide actionable steps so they can pass leadership skills on to others.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9</a:t>
            </a:fld>
            <a:endParaRPr lang="en-US"/>
          </a:p>
        </p:txBody>
      </p:sp>
    </p:spTree>
    <p:extLst>
      <p:ext uri="{BB962C8B-B14F-4D97-AF65-F5344CB8AC3E}">
        <p14:creationId xmlns:p14="http://schemas.microsoft.com/office/powerpoint/2010/main" val="2971163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Protocol:</a:t>
            </a:r>
            <a:r>
              <a:rPr lang="en-US" sz="1200" kern="1200" dirty="0">
                <a:solidFill>
                  <a:schemeClr val="tx1"/>
                </a:solidFill>
                <a:effectLst/>
                <a:latin typeface="+mn-lt"/>
                <a:ea typeface="+mn-ea"/>
                <a:cs typeface="+mn-cs"/>
              </a:rPr>
              <a:t> "When anger, frustration, or fear spikes after a major mistake or breach:"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Recognize the trigger.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Apply a mandatory 24-hour hold. Do not fire, discipline, or send impassioned emails.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Step 3:</a:t>
            </a:r>
            <a:r>
              <a:rPr lang="en-US" sz="1200" kern="1200" dirty="0">
                <a:solidFill>
                  <a:schemeClr val="tx1"/>
                </a:solidFill>
                <a:effectLst/>
                <a:latin typeface="+mn-lt"/>
                <a:ea typeface="+mn-ea"/>
                <a:cs typeface="+mn-cs"/>
              </a:rPr>
              <a:t> Execute clear action only after emotional emotion has dissipated.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Metric:</a:t>
            </a:r>
            <a:r>
              <a:rPr lang="en-US" sz="1200" kern="1200" dirty="0">
                <a:solidFill>
                  <a:schemeClr val="tx1"/>
                </a:solidFill>
                <a:effectLst/>
                <a:latin typeface="+mn-lt"/>
                <a:ea typeface="+mn-ea"/>
                <a:cs typeface="+mn-cs"/>
              </a:rPr>
              <a:t> "In top-tier organizations built on trust, out of thousands of employees over decades, </a:t>
            </a:r>
            <a:r>
              <a:rPr lang="en-US" sz="1200" b="1" kern="1200" dirty="0">
                <a:solidFill>
                  <a:schemeClr val="tx1"/>
                </a:solidFill>
                <a:effectLst/>
                <a:latin typeface="+mn-lt"/>
                <a:ea typeface="+mn-ea"/>
                <a:cs typeface="+mn-cs"/>
              </a:rPr>
              <a:t>0 out of 2,000</a:t>
            </a:r>
            <a:r>
              <a:rPr lang="en-US" sz="1200" kern="1200" dirty="0">
                <a:solidFill>
                  <a:schemeClr val="tx1"/>
                </a:solidFill>
                <a:effectLst/>
                <a:latin typeface="+mn-lt"/>
                <a:ea typeface="+mn-ea"/>
                <a:cs typeface="+mn-cs"/>
              </a:rPr>
              <a:t> were ever disciplined or terminated while the leader was actively angry."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10</a:t>
            </a:fld>
            <a:endParaRPr lang="en-US"/>
          </a:p>
        </p:txBody>
      </p:sp>
    </p:spTree>
    <p:extLst>
      <p:ext uri="{BB962C8B-B14F-4D97-AF65-F5344CB8AC3E}">
        <p14:creationId xmlns:p14="http://schemas.microsoft.com/office/powerpoint/2010/main" val="1861340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Boss vs. Leader:</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The Boss:</a:t>
            </a:r>
            <a:r>
              <a:rPr lang="en-US" sz="1200" kern="1200" dirty="0">
                <a:solidFill>
                  <a:schemeClr val="tx1"/>
                </a:solidFill>
                <a:effectLst/>
                <a:latin typeface="+mn-lt"/>
                <a:ea typeface="+mn-ea"/>
                <a:cs typeface="+mn-cs"/>
              </a:rPr>
              <a:t> Pushes, makes blunt statements, uses false choices/manipulation, and ignores underlying fears.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The Leader:</a:t>
            </a:r>
            <a:r>
              <a:rPr lang="en-US" sz="1200" kern="1200" dirty="0">
                <a:solidFill>
                  <a:schemeClr val="tx1"/>
                </a:solidFill>
                <a:effectLst/>
                <a:latin typeface="+mn-lt"/>
                <a:ea typeface="+mn-ea"/>
                <a:cs typeface="+mn-cs"/>
              </a:rPr>
              <a:t> Pulls by asking genuine questions, seeks root causes ('What is really going on here?'), and proactively speaks to unstated fears.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Actionable Advice:</a:t>
            </a:r>
            <a:r>
              <a:rPr lang="en-US" sz="1200" kern="1200" dirty="0">
                <a:solidFill>
                  <a:schemeClr val="tx1"/>
                </a:solidFill>
                <a:effectLst/>
                <a:latin typeface="+mn-lt"/>
                <a:ea typeface="+mn-ea"/>
                <a:cs typeface="+mn-cs"/>
              </a:rPr>
              <a:t> "You cannot lead someone until you meet them where they actually are. Pre-empt their concerns by saying: </a:t>
            </a:r>
            <a:r>
              <a:rPr lang="en-US" sz="1200" i="1" kern="1200" dirty="0">
                <a:solidFill>
                  <a:schemeClr val="tx1"/>
                </a:solidFill>
                <a:effectLst/>
                <a:latin typeface="+mn-lt"/>
                <a:ea typeface="+mn-ea"/>
                <a:cs typeface="+mn-cs"/>
              </a:rPr>
              <a:t>'If I were in your shoes, I might be worried about X...'</a:t>
            </a:r>
            <a:r>
              <a:rPr lang="en-US" sz="1200" kern="1200" dirty="0">
                <a:solidFill>
                  <a:schemeClr val="tx1"/>
                </a:solidFill>
                <a:effectLst/>
                <a:latin typeface="+mn-lt"/>
                <a:ea typeface="+mn-ea"/>
                <a:cs typeface="+mn-cs"/>
              </a:rPr>
              <a:t> Hand them the ball so they feel understood."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11</a:t>
            </a:fld>
            <a:endParaRPr lang="en-US"/>
          </a:p>
        </p:txBody>
      </p:sp>
    </p:spTree>
    <p:extLst>
      <p:ext uri="{BB962C8B-B14F-4D97-AF65-F5344CB8AC3E}">
        <p14:creationId xmlns:p14="http://schemas.microsoft.com/office/powerpoint/2010/main" val="2988789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Fork in the Road:</a:t>
            </a:r>
            <a:r>
              <a:rPr lang="en-US" sz="1200" kern="1200" dirty="0">
                <a:solidFill>
                  <a:schemeClr val="tx1"/>
                </a:solidFill>
                <a:effectLst/>
                <a:latin typeface="+mn-lt"/>
                <a:ea typeface="+mn-ea"/>
                <a:cs typeface="+mn-cs"/>
              </a:rPr>
              <a:t> "When a miss or mistake occurs, organizations split into two paths:"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The Good Miss:</a:t>
            </a:r>
            <a:r>
              <a:rPr lang="en-US" sz="1200" kern="1200" dirty="0">
                <a:solidFill>
                  <a:schemeClr val="tx1"/>
                </a:solidFill>
                <a:effectLst/>
                <a:latin typeface="+mn-lt"/>
                <a:ea typeface="+mn-ea"/>
                <a:cs typeface="+mn-cs"/>
              </a:rPr>
              <a:t> Conduct an objective autopsy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Make data-backed adjustments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Achieve long-term success.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The Bad Miss:</a:t>
            </a:r>
            <a:r>
              <a:rPr lang="en-US" sz="1200" kern="1200" dirty="0">
                <a:solidFill>
                  <a:schemeClr val="tx1"/>
                </a:solidFill>
                <a:effectLst/>
                <a:latin typeface="+mn-lt"/>
                <a:ea typeface="+mn-ea"/>
                <a:cs typeface="+mn-cs"/>
              </a:rPr>
              <a:t> Blame others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Make excuses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Hit an organizational dead end.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Golden Rule:</a:t>
            </a:r>
            <a:r>
              <a:rPr lang="en-US" sz="1200" kern="1200" dirty="0">
                <a:solidFill>
                  <a:schemeClr val="tx1"/>
                </a:solidFill>
                <a:effectLst/>
                <a:latin typeface="+mn-lt"/>
                <a:ea typeface="+mn-ea"/>
                <a:cs typeface="+mn-cs"/>
              </a:rPr>
              <a:t> "You can go from failure to success, but you can </a:t>
            </a:r>
            <a:r>
              <a:rPr lang="en-US" sz="1200" i="1" kern="1200" dirty="0">
                <a:solidFill>
                  <a:schemeClr val="tx1"/>
                </a:solidFill>
                <a:effectLst/>
                <a:latin typeface="+mn-lt"/>
                <a:ea typeface="+mn-ea"/>
                <a:cs typeface="+mn-cs"/>
              </a:rPr>
              <a:t>never</a:t>
            </a:r>
            <a:r>
              <a:rPr lang="en-US" sz="1200" kern="1200" dirty="0">
                <a:solidFill>
                  <a:schemeClr val="tx1"/>
                </a:solidFill>
                <a:effectLst/>
                <a:latin typeface="+mn-lt"/>
                <a:ea typeface="+mn-ea"/>
                <a:cs typeface="+mn-cs"/>
              </a:rPr>
              <a:t> go from excuses to success."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12</a:t>
            </a:fld>
            <a:endParaRPr lang="en-US"/>
          </a:p>
        </p:txBody>
      </p:sp>
    </p:spTree>
    <p:extLst>
      <p:ext uri="{BB962C8B-B14F-4D97-AF65-F5344CB8AC3E}">
        <p14:creationId xmlns:p14="http://schemas.microsoft.com/office/powerpoint/2010/main" val="15788027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Speaker Script &amp; Key Talking Points</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Equational Thinking:</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$\text{SUCCESS} + \text{FAILURE} = \</a:t>
            </a:r>
            <a:r>
              <a:rPr lang="en-US" sz="1200" kern="1200" dirty="0" err="1">
                <a:solidFill>
                  <a:schemeClr val="tx1"/>
                </a:solidFill>
                <a:effectLst/>
                <a:latin typeface="+mn-lt"/>
                <a:ea typeface="+mn-ea"/>
                <a:cs typeface="+mn-cs"/>
              </a:rPr>
              <a:t>textbf</a:t>
            </a:r>
            <a:r>
              <a:rPr lang="en-US" sz="1200" kern="1200" dirty="0">
                <a:solidFill>
                  <a:schemeClr val="tx1"/>
                </a:solidFill>
                <a:effectLst/>
                <a:latin typeface="+mn-lt"/>
                <a:ea typeface="+mn-ea"/>
                <a:cs typeface="+mn-cs"/>
              </a:rPr>
              <a:t>{HUMILITY}$</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$\text{FAILURE} + \text{SUCCESS} = \</a:t>
            </a:r>
            <a:r>
              <a:rPr lang="en-US" sz="1200" kern="1200" dirty="0" err="1">
                <a:solidFill>
                  <a:schemeClr val="tx1"/>
                </a:solidFill>
                <a:effectLst/>
                <a:latin typeface="+mn-lt"/>
                <a:ea typeface="+mn-ea"/>
                <a:cs typeface="+mn-cs"/>
              </a:rPr>
              <a:t>textbf</a:t>
            </a:r>
            <a:r>
              <a:rPr lang="en-US" sz="1200" kern="1200" dirty="0">
                <a:solidFill>
                  <a:schemeClr val="tx1"/>
                </a:solidFill>
                <a:effectLst/>
                <a:latin typeface="+mn-lt"/>
                <a:ea typeface="+mn-ea"/>
                <a:cs typeface="+mn-cs"/>
              </a:rPr>
              <a:t>{RESILIENCY}$</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Core Meaning:</a:t>
            </a:r>
            <a:r>
              <a:rPr lang="en-US" sz="1200" kern="1200" dirty="0">
                <a:solidFill>
                  <a:schemeClr val="tx1"/>
                </a:solidFill>
                <a:effectLst/>
                <a:latin typeface="+mn-lt"/>
                <a:ea typeface="+mn-ea"/>
                <a:cs typeface="+mn-cs"/>
              </a:rPr>
              <a:t> "Success paired with awareness of potential failure prevents ego and the illusion of the 'Midas touch.' Failure paired with past success provides the hope needed to get back up."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Insight:</a:t>
            </a:r>
            <a:r>
              <a:rPr lang="en-US" sz="1200" kern="1200" dirty="0">
                <a:solidFill>
                  <a:schemeClr val="tx1"/>
                </a:solidFill>
                <a:effectLst/>
                <a:latin typeface="+mn-lt"/>
                <a:ea typeface="+mn-ea"/>
                <a:cs typeface="+mn-cs"/>
              </a:rPr>
              <a:t> "Corporate culture tries to separate success and failure into opposing poles. High-performing leaders keep them side-by-side."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13</a:t>
            </a:fld>
            <a:endParaRPr lang="en-US"/>
          </a:p>
        </p:txBody>
      </p:sp>
    </p:spTree>
    <p:extLst>
      <p:ext uri="{BB962C8B-B14F-4D97-AF65-F5344CB8AC3E}">
        <p14:creationId xmlns:p14="http://schemas.microsoft.com/office/powerpoint/2010/main" val="3380941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Metric of Character:</a:t>
            </a:r>
            <a:r>
              <a:rPr lang="en-US" sz="1200" kern="1200" dirty="0">
                <a:solidFill>
                  <a:schemeClr val="tx1"/>
                </a:solidFill>
                <a:effectLst/>
                <a:latin typeface="+mn-lt"/>
                <a:ea typeface="+mn-ea"/>
                <a:cs typeface="+mn-cs"/>
              </a:rPr>
              <a:t> "The ultimate benchmark of executive success is simple: </a:t>
            </a:r>
            <a:r>
              <a:rPr lang="en-US" sz="1200" i="1" kern="1200" dirty="0">
                <a:solidFill>
                  <a:schemeClr val="tx1"/>
                </a:solidFill>
                <a:effectLst/>
                <a:latin typeface="+mn-lt"/>
                <a:ea typeface="+mn-ea"/>
                <a:cs typeface="+mn-cs"/>
              </a:rPr>
              <a:t>Those who know me the best, love and respect me the most.</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Warning:</a:t>
            </a:r>
            <a:r>
              <a:rPr lang="en-US" sz="1200" kern="1200" dirty="0">
                <a:solidFill>
                  <a:schemeClr val="tx1"/>
                </a:solidFill>
                <a:effectLst/>
                <a:latin typeface="+mn-lt"/>
                <a:ea typeface="+mn-ea"/>
                <a:cs typeface="+mn-cs"/>
              </a:rPr>
              <a:t> "If the public, board, or casual acquaintances admire you more than your immediate team, family, and direct reports, your leadership is built on a facade."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Reflection:</a:t>
            </a:r>
            <a:r>
              <a:rPr lang="en-US" sz="1200" kern="1200" dirty="0">
                <a:solidFill>
                  <a:schemeClr val="tx1"/>
                </a:solidFill>
                <a:effectLst/>
                <a:latin typeface="+mn-lt"/>
                <a:ea typeface="+mn-ea"/>
                <a:cs typeface="+mn-cs"/>
              </a:rPr>
              <a:t> "Internal character must always outweigh external reputation."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14</a:t>
            </a:fld>
            <a:endParaRPr lang="en-US"/>
          </a:p>
        </p:txBody>
      </p:sp>
    </p:spTree>
    <p:extLst>
      <p:ext uri="{BB962C8B-B14F-4D97-AF65-F5344CB8AC3E}">
        <p14:creationId xmlns:p14="http://schemas.microsoft.com/office/powerpoint/2010/main" val="9288523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Summary of Core Pillars: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1. The Motive:</a:t>
            </a:r>
            <a:r>
              <a:rPr lang="en-US" sz="1200" kern="1200" dirty="0">
                <a:solidFill>
                  <a:schemeClr val="tx1"/>
                </a:solidFill>
                <a:effectLst/>
                <a:latin typeface="+mn-lt"/>
                <a:ea typeface="+mn-ea"/>
                <a:cs typeface="+mn-cs"/>
              </a:rPr>
              <a:t> Serve the team, absorb pressure, and enforce 'reproduce before promote.'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2. The Trust:</a:t>
            </a:r>
            <a:r>
              <a:rPr lang="en-US" sz="1200" kern="1200" dirty="0">
                <a:solidFill>
                  <a:schemeClr val="tx1"/>
                </a:solidFill>
                <a:effectLst/>
                <a:latin typeface="+mn-lt"/>
                <a:ea typeface="+mn-ea"/>
                <a:cs typeface="+mn-cs"/>
              </a:rPr>
              <a:t> Match words with execution before the 6-month credibility clock runs out.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3. The Communication:</a:t>
            </a:r>
            <a:r>
              <a:rPr lang="en-US" sz="1200" kern="1200" dirty="0">
                <a:solidFill>
                  <a:schemeClr val="tx1"/>
                </a:solidFill>
                <a:effectLst/>
                <a:latin typeface="+mn-lt"/>
                <a:ea typeface="+mn-ea"/>
                <a:cs typeface="+mn-cs"/>
              </a:rPr>
              <a:t> High Truth + High Grace. Enforce the 24-hour emotional restraint rule.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4. The Resilience:</a:t>
            </a:r>
            <a:r>
              <a:rPr lang="en-US" sz="1200" kern="1200" dirty="0">
                <a:solidFill>
                  <a:schemeClr val="tx1"/>
                </a:solidFill>
                <a:effectLst/>
                <a:latin typeface="+mn-lt"/>
                <a:ea typeface="+mn-ea"/>
                <a:cs typeface="+mn-cs"/>
              </a:rPr>
              <a:t> Treat mistakes as autopsies, reject excuses, and anchor character internally.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15</a:t>
            </a:fld>
            <a:endParaRPr lang="en-US"/>
          </a:p>
        </p:txBody>
      </p:sp>
    </p:spTree>
    <p:extLst>
      <p:ext uri="{BB962C8B-B14F-4D97-AF65-F5344CB8AC3E}">
        <p14:creationId xmlns:p14="http://schemas.microsoft.com/office/powerpoint/2010/main" val="2430024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Closing Synthesis:</a:t>
            </a:r>
            <a:r>
              <a:rPr lang="en-US" sz="1200" kern="1200" dirty="0">
                <a:solidFill>
                  <a:schemeClr val="tx1"/>
                </a:solidFill>
                <a:effectLst/>
                <a:latin typeface="+mn-lt"/>
                <a:ea typeface="+mn-ea"/>
                <a:cs typeface="+mn-cs"/>
              </a:rPr>
              <a:t> "This visual map brings our entire framework together—uniting character foundation on the left with tactical execution on the right."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Final Call to Action:</a:t>
            </a:r>
            <a:r>
              <a:rPr lang="en-US" sz="1200" kern="1200" dirty="0">
                <a:solidFill>
                  <a:schemeClr val="tx1"/>
                </a:solidFill>
                <a:effectLst/>
                <a:latin typeface="+mn-lt"/>
                <a:ea typeface="+mn-ea"/>
                <a:cs typeface="+mn-cs"/>
              </a:rPr>
              <a:t> "As executive leaders, leadership is an act of stewardship. Lead with inverted motives, communicate hard truths with grace, and build leaders who can step into your shoes."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55B7BE6-E19F-4432-8539-DFF96F885905}" type="slidenum">
              <a:rPr lang="en-US" smtClean="0"/>
              <a:t>16</a:t>
            </a:fld>
            <a:endParaRPr lang="en-US"/>
          </a:p>
        </p:txBody>
      </p:sp>
    </p:spTree>
    <p:extLst>
      <p:ext uri="{BB962C8B-B14F-4D97-AF65-F5344CB8AC3E}">
        <p14:creationId xmlns:p14="http://schemas.microsoft.com/office/powerpoint/2010/main" val="3891333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F0922F-1EF0-63A4-8898-36434B5CC523}"/>
              </a:ext>
            </a:extLst>
          </p:cNvPr>
          <p:cNvSpPr>
            <a:spLocks noGrp="1"/>
          </p:cNvSpPr>
          <p:nvPr>
            <p:ph type="dt" sz="half" idx="10"/>
          </p:nvPr>
        </p:nvSpPr>
        <p:spPr/>
        <p:txBody>
          <a:bodyPr/>
          <a:lstStyle/>
          <a:p>
            <a:fld id="{1E06B044-CAD1-41B7-9A1F-CCFCD891A08C}" type="datetimeFigureOut">
              <a:rPr lang="en-US" smtClean="0"/>
              <a:t>10/19/2026</a:t>
            </a:fld>
            <a:endParaRPr lang="en-US"/>
          </a:p>
        </p:txBody>
      </p:sp>
      <p:sp>
        <p:nvSpPr>
          <p:cNvPr id="3" name="Footer Placeholder 2">
            <a:extLst>
              <a:ext uri="{FF2B5EF4-FFF2-40B4-BE49-F238E27FC236}">
                <a16:creationId xmlns:a16="http://schemas.microsoft.com/office/drawing/2014/main" id="{FFFDC2EB-A713-C521-7577-243083FBD3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4E0D1C-A3C1-CCCC-22D5-DBEF09029101}"/>
              </a:ext>
            </a:extLst>
          </p:cNvPr>
          <p:cNvSpPr>
            <a:spLocks noGrp="1"/>
          </p:cNvSpPr>
          <p:nvPr>
            <p:ph type="sldNum" sz="quarter" idx="12"/>
          </p:nvPr>
        </p:nvSpPr>
        <p:spPr/>
        <p:txBody>
          <a:bodyPr/>
          <a:lstStyle/>
          <a:p>
            <a:fld id="{93A65765-5D60-48A3-9202-7DE85493EB5A}" type="slidenum">
              <a:rPr lang="en-US" smtClean="0"/>
              <a:t>‹#›</a:t>
            </a:fld>
            <a:endParaRPr lang="en-US"/>
          </a:p>
        </p:txBody>
      </p:sp>
    </p:spTree>
    <p:extLst>
      <p:ext uri="{BB962C8B-B14F-4D97-AF65-F5344CB8AC3E}">
        <p14:creationId xmlns:p14="http://schemas.microsoft.com/office/powerpoint/2010/main" val="4874034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57A776-86A8-EFC4-BC06-5C480341DB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0FEB4C-DF54-7640-58F1-E12891E8F1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82D79E-55DA-2A39-2CED-5B7E93C81B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06B044-CAD1-41B7-9A1F-CCFCD891A08C}" type="datetimeFigureOut">
              <a:rPr lang="en-US" smtClean="0"/>
              <a:t>10/19/2026</a:t>
            </a:fld>
            <a:endParaRPr lang="en-US"/>
          </a:p>
        </p:txBody>
      </p:sp>
      <p:sp>
        <p:nvSpPr>
          <p:cNvPr id="5" name="Footer Placeholder 4">
            <a:extLst>
              <a:ext uri="{FF2B5EF4-FFF2-40B4-BE49-F238E27FC236}">
                <a16:creationId xmlns:a16="http://schemas.microsoft.com/office/drawing/2014/main" id="{82F396E8-BD9C-686E-84E4-2F9CC6787B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9BC1DA-6CB6-BF0B-1723-6CCD780979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A65765-5D60-48A3-9202-7DE85493EB5A}" type="slidenum">
              <a:rPr lang="en-US" smtClean="0"/>
              <a:t>‹#›</a:t>
            </a:fld>
            <a:endParaRPr lang="en-US"/>
          </a:p>
        </p:txBody>
      </p:sp>
    </p:spTree>
    <p:extLst>
      <p:ext uri="{BB962C8B-B14F-4D97-AF65-F5344CB8AC3E}">
        <p14:creationId xmlns:p14="http://schemas.microsoft.com/office/powerpoint/2010/main" val="360945505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35F71C-56A9-F4B0-CB79-56C74CF48A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68F141-4013-1FD2-7BC3-62B1CEEB5B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E7CEF9-312B-8CD4-5E28-08C525934C1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06F748-353A-CEB3-F999-6B5D8F8A828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2F14F6-6EBC-39A8-F68A-2A6482B67B6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C98C1E-CD4A-A489-488F-B3F22703D2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179539-3AE2-AE26-A822-9FEAD1A6533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0669BD-7520-3CC8-43C9-3CEA7FFF984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864A3D-B0C2-1A33-9C4A-7105D19E35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9FB593-A9F8-1951-1BD4-F6A5DD287ED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35453A-FE4F-9365-A86E-9E90A597CF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AC5247-EEF3-FE5C-15C2-25315289BA8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2025C8-227B-EF4A-9E67-2620DC5278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25B24E-6A41-C11D-5677-BCA16660470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F0477F-9A34-F151-7197-590A8C9212B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1A6EEA-1246-98AB-3C04-8E866AC9F289}"/>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505219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1545</Words>
  <Application>Microsoft Office PowerPoint</Application>
  <PresentationFormat>寬螢幕</PresentationFormat>
  <Paragraphs>87</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2026-08-03T10:07:49Z</dcterms:created>
  <dcterms:modified xsi:type="dcterms:W3CDTF">2026-10-19T15:42:13Z</dcterms:modified>
</cp:coreProperties>
</file>