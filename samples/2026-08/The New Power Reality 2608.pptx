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70F29-7218-483E-8BC3-F47F9CD3CEC7}" v="18" dt="2026-08-24T01:27:29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9487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addSld delSld modSld">
      <pc:chgData name="Lai, Wilson" userId="2840974a-0d84-4886-90a9-9a3ed79f3a48" providerId="ADAL" clId="{9F23B798-9E84-4552-BA63-E776E805C424}" dt="2026-08-24T01:27:37.160" v="74" actId="166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8-24T01:27:37.160" v="74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8-23T13:15:44.847" v="12" actId="164"/>
          <ac:spMkLst>
            <pc:docMk/>
            <pc:sldMk cId="0" sldId="257"/>
            <ac:spMk id="5" creationId="{4CFC871F-04B6-483C-EE4E-F44EF2C47927}"/>
          </ac:spMkLst>
        </pc:spChg>
        <pc:grpChg chg="add mod">
          <ac:chgData name="Lai, Wilson" userId="2840974a-0d84-4886-90a9-9a3ed79f3a48" providerId="ADAL" clId="{9F23B798-9E84-4552-BA63-E776E805C424}" dt="2026-08-23T15:37:26.810" v="22" actId="1076"/>
          <ac:grpSpMkLst>
            <pc:docMk/>
            <pc:sldMk cId="0" sldId="257"/>
            <ac:grpSpMk id="6" creationId="{5925B69E-0346-C5EE-E1F1-223C86DA2C25}"/>
          </ac:grpSpMkLst>
        </pc:grpChg>
        <pc:picChg chg="del mod">
          <ac:chgData name="Lai, Wilson" userId="2840974a-0d84-4886-90a9-9a3ed79f3a48" providerId="ADAL" clId="{9F23B798-9E84-4552-BA63-E776E805C424}" dt="2026-08-23T15:36:18.650" v="13" actId="478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8-23T13:15:44.847" v="12" actId="164"/>
          <ac:picMkLst>
            <pc:docMk/>
            <pc:sldMk cId="0" sldId="257"/>
            <ac:picMk id="3" creationId="{42FAB4C2-32E9-8FAE-0E09-EFF26FBF88E4}"/>
          </ac:picMkLst>
        </pc:picChg>
        <pc:picChg chg="add del">
          <ac:chgData name="Lai, Wilson" userId="2840974a-0d84-4886-90a9-9a3ed79f3a48" providerId="ADAL" clId="{9F23B798-9E84-4552-BA63-E776E805C424}" dt="2026-08-23T15:36:21.692" v="15" actId="22"/>
          <ac:picMkLst>
            <pc:docMk/>
            <pc:sldMk cId="0" sldId="257"/>
            <ac:picMk id="7" creationId="{44299D25-ACEC-6B8A-A862-F710F802C3C2}"/>
          </ac:picMkLst>
        </pc:picChg>
        <pc:picChg chg="add del">
          <ac:chgData name="Lai, Wilson" userId="2840974a-0d84-4886-90a9-9a3ed79f3a48" providerId="ADAL" clId="{9F23B798-9E84-4552-BA63-E776E805C424}" dt="2026-08-23T15:36:46.798" v="17" actId="22"/>
          <ac:picMkLst>
            <pc:docMk/>
            <pc:sldMk cId="0" sldId="257"/>
            <ac:picMk id="9" creationId="{2D33789F-5641-8E78-D285-9DA86797F58C}"/>
          </ac:picMkLst>
        </pc:picChg>
        <pc:picChg chg="add mod ord">
          <ac:chgData name="Lai, Wilson" userId="2840974a-0d84-4886-90a9-9a3ed79f3a48" providerId="ADAL" clId="{9F23B798-9E84-4552-BA63-E776E805C424}" dt="2026-08-24T01:27:37.160" v="74" actId="166"/>
          <ac:picMkLst>
            <pc:docMk/>
            <pc:sldMk cId="0" sldId="257"/>
            <ac:picMk id="11" creationId="{EBD5D2B2-B446-B337-8612-F09EDFDE6192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24T01:25:19.803" v="69" actId="14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8-23T15:37:31.311" v="23" actId="21"/>
          <ac:picMkLst>
            <pc:docMk/>
            <pc:sldMk cId="0" sldId="258"/>
            <ac:picMk id="2" creationId="{00000000-0000-0000-0000-000000000000}"/>
          </ac:picMkLst>
        </pc:picChg>
        <pc:picChg chg="add del">
          <ac:chgData name="Lai, Wilson" userId="2840974a-0d84-4886-90a9-9a3ed79f3a48" providerId="ADAL" clId="{9F23B798-9E84-4552-BA63-E776E805C424}" dt="2026-08-23T15:38:16.447" v="25" actId="22"/>
          <ac:picMkLst>
            <pc:docMk/>
            <pc:sldMk cId="0" sldId="258"/>
            <ac:picMk id="4" creationId="{EDC06DB8-625E-4684-3DF8-4A608BE82C4A}"/>
          </ac:picMkLst>
        </pc:picChg>
        <pc:picChg chg="add">
          <ac:chgData name="Lai, Wilson" userId="2840974a-0d84-4886-90a9-9a3ed79f3a48" providerId="ADAL" clId="{9F23B798-9E84-4552-BA63-E776E805C424}" dt="2026-08-23T15:38:20.161" v="26" actId="22"/>
          <ac:picMkLst>
            <pc:docMk/>
            <pc:sldMk cId="0" sldId="258"/>
            <ac:picMk id="6" creationId="{260721FF-780E-46B2-AB04-A226075F2A52}"/>
          </ac:picMkLst>
        </pc:picChg>
      </pc:sldChg>
      <pc:sldChg chg="addSp delSp mod">
        <pc:chgData name="Lai, Wilson" userId="2840974a-0d84-4886-90a9-9a3ed79f3a48" providerId="ADAL" clId="{9F23B798-9E84-4552-BA63-E776E805C424}" dt="2026-08-23T15:38:32.622" v="28" actId="2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8-23T15:38:23.047" v="27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38:32.622" v="28" actId="22"/>
          <ac:picMkLst>
            <pc:docMk/>
            <pc:sldMk cId="0" sldId="259"/>
            <ac:picMk id="4" creationId="{249D87BA-D4AE-B64A-BD6D-30BA5827B0C4}"/>
          </ac:picMkLst>
        </pc:picChg>
      </pc:sldChg>
      <pc:sldChg chg="addSp delSp mod">
        <pc:chgData name="Lai, Wilson" userId="2840974a-0d84-4886-90a9-9a3ed79f3a48" providerId="ADAL" clId="{9F23B798-9E84-4552-BA63-E776E805C424}" dt="2026-08-23T15:38:47.535" v="30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8-23T15:38:36.100" v="29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38:47.535" v="30" actId="22"/>
          <ac:picMkLst>
            <pc:docMk/>
            <pc:sldMk cId="0" sldId="260"/>
            <ac:picMk id="4" creationId="{E2D35AA1-FF0C-42AD-42D2-17BE4B6AFFAC}"/>
          </ac:picMkLst>
        </pc:picChg>
      </pc:sldChg>
      <pc:sldChg chg="addSp delSp mod">
        <pc:chgData name="Lai, Wilson" userId="2840974a-0d84-4886-90a9-9a3ed79f3a48" providerId="ADAL" clId="{9F23B798-9E84-4552-BA63-E776E805C424}" dt="2026-08-23T15:39:18.755" v="32" actId="2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8-23T15:39:10.457" v="31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39:18.755" v="32" actId="22"/>
          <ac:picMkLst>
            <pc:docMk/>
            <pc:sldMk cId="0" sldId="261"/>
            <ac:picMk id="4" creationId="{EEA180E3-25BD-0287-A740-789AE3D9DEC2}"/>
          </ac:picMkLst>
        </pc:picChg>
      </pc:sldChg>
      <pc:sldChg chg="addSp delSp mod">
        <pc:chgData name="Lai, Wilson" userId="2840974a-0d84-4886-90a9-9a3ed79f3a48" providerId="ADAL" clId="{9F23B798-9E84-4552-BA63-E776E805C424}" dt="2026-08-23T15:39:28.802" v="34" actId="2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8-23T15:39:21.144" v="33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39:28.802" v="34" actId="22"/>
          <ac:picMkLst>
            <pc:docMk/>
            <pc:sldMk cId="0" sldId="262"/>
            <ac:picMk id="4" creationId="{E4D2DA02-1195-D441-3BBE-27C24B30BACE}"/>
          </ac:picMkLst>
        </pc:picChg>
      </pc:sldChg>
      <pc:sldChg chg="addSp delSp mod">
        <pc:chgData name="Lai, Wilson" userId="2840974a-0d84-4886-90a9-9a3ed79f3a48" providerId="ADAL" clId="{9F23B798-9E84-4552-BA63-E776E805C424}" dt="2026-08-23T15:39:39.635" v="36" actId="2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8-23T15:39:30.834" v="35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39:39.635" v="36" actId="22"/>
          <ac:picMkLst>
            <pc:docMk/>
            <pc:sldMk cId="0" sldId="263"/>
            <ac:picMk id="4" creationId="{989E12C1-AB40-2142-34B0-4B514633FF8F}"/>
          </ac:picMkLst>
        </pc:picChg>
      </pc:sldChg>
      <pc:sldChg chg="addSp delSp mod">
        <pc:chgData name="Lai, Wilson" userId="2840974a-0d84-4886-90a9-9a3ed79f3a48" providerId="ADAL" clId="{9F23B798-9E84-4552-BA63-E776E805C424}" dt="2026-08-23T15:39:48.572" v="38" actId="2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8-23T15:39:41.845" v="37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39:48.572" v="38" actId="22"/>
          <ac:picMkLst>
            <pc:docMk/>
            <pc:sldMk cId="0" sldId="264"/>
            <ac:picMk id="4" creationId="{A4F83947-7975-A040-7422-A0DFDA07600C}"/>
          </ac:picMkLst>
        </pc:picChg>
      </pc:sldChg>
      <pc:sldChg chg="addSp delSp mod">
        <pc:chgData name="Lai, Wilson" userId="2840974a-0d84-4886-90a9-9a3ed79f3a48" providerId="ADAL" clId="{9F23B798-9E84-4552-BA63-E776E805C424}" dt="2026-08-23T15:40:13.271" v="40" actId="2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8-23T15:39:50.409" v="39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40:13.271" v="40" actId="22"/>
          <ac:picMkLst>
            <pc:docMk/>
            <pc:sldMk cId="0" sldId="265"/>
            <ac:picMk id="4" creationId="{20464CFB-CD32-C6B3-DB11-16AEEDDA0F4D}"/>
          </ac:picMkLst>
        </pc:picChg>
      </pc:sldChg>
      <pc:sldChg chg="addSp delSp mod">
        <pc:chgData name="Lai, Wilson" userId="2840974a-0d84-4886-90a9-9a3ed79f3a48" providerId="ADAL" clId="{9F23B798-9E84-4552-BA63-E776E805C424}" dt="2026-08-23T15:40:26.877" v="42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8-23T15:40:16.523" v="41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40:26.877" v="42" actId="22"/>
          <ac:picMkLst>
            <pc:docMk/>
            <pc:sldMk cId="0" sldId="266"/>
            <ac:picMk id="4" creationId="{FC9833C6-2F66-C675-2924-65F8C4976F2A}"/>
          </ac:picMkLst>
        </pc:picChg>
      </pc:sldChg>
      <pc:sldChg chg="addSp delSp modSp mod modNotesTx">
        <pc:chgData name="Lai, Wilson" userId="2840974a-0d84-4886-90a9-9a3ed79f3a48" providerId="ADAL" clId="{9F23B798-9E84-4552-BA63-E776E805C424}" dt="2026-08-24T01:26:50.730" v="71" actId="14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8-23T15:40:28.904" v="43" actId="21"/>
          <ac:picMkLst>
            <pc:docMk/>
            <pc:sldMk cId="0" sldId="26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8-24T01:18:18.100" v="55" actId="1076"/>
          <ac:picMkLst>
            <pc:docMk/>
            <pc:sldMk cId="0" sldId="267"/>
            <ac:picMk id="4" creationId="{47235FB3-3D14-7178-C55D-B9ABD12DF262}"/>
          </ac:picMkLst>
        </pc:picChg>
      </pc:sldChg>
      <pc:sldChg chg="addSp delSp mod">
        <pc:chgData name="Lai, Wilson" userId="2840974a-0d84-4886-90a9-9a3ed79f3a48" providerId="ADAL" clId="{9F23B798-9E84-4552-BA63-E776E805C424}" dt="2026-08-23T15:40:48.602" v="46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8-23T15:40:39.511" v="45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40:48.602" v="46" actId="22"/>
          <ac:picMkLst>
            <pc:docMk/>
            <pc:sldMk cId="0" sldId="268"/>
            <ac:picMk id="4" creationId="{2A7992A8-E955-50EF-97A0-0F1EAC024F4E}"/>
          </ac:picMkLst>
        </pc:picChg>
      </pc:sldChg>
      <pc:sldChg chg="addSp delSp mod">
        <pc:chgData name="Lai, Wilson" userId="2840974a-0d84-4886-90a9-9a3ed79f3a48" providerId="ADAL" clId="{9F23B798-9E84-4552-BA63-E776E805C424}" dt="2026-08-23T15:41:04.254" v="48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8-23T15:40:52.638" v="47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41:04.254" v="48" actId="22"/>
          <ac:picMkLst>
            <pc:docMk/>
            <pc:sldMk cId="0" sldId="269"/>
            <ac:picMk id="4" creationId="{53C0831C-5978-1530-FC33-7B832C4F35BF}"/>
          </ac:picMkLst>
        </pc:picChg>
      </pc:sldChg>
      <pc:sldChg chg="addSp delSp add del mod modNotesTx">
        <pc:chgData name="Lai, Wilson" userId="2840974a-0d84-4886-90a9-9a3ed79f3a48" providerId="ADAL" clId="{9F23B798-9E84-4552-BA63-E776E805C424}" dt="2026-08-24T01:27:21.266" v="73" actId="14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8-23T15:41:10.138" v="51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23T15:41:19.953" v="52" actId="22"/>
          <ac:picMkLst>
            <pc:docMk/>
            <pc:sldMk cId="0" sldId="270"/>
            <ac:picMk id="4" creationId="{BADA0B97-5631-FFF1-E72A-1DBD1284CBE9}"/>
          </ac:picMkLst>
        </pc:picChg>
      </pc:sldChg>
      <pc:sldChg chg="addSp delSp mod">
        <pc:chgData name="Lai, Wilson" userId="2840974a-0d84-4886-90a9-9a3ed79f3a48" providerId="ADAL" clId="{9F23B798-9E84-4552-BA63-E776E805C424}" dt="2026-08-23T15:41:39.802" v="54" actId="22"/>
        <pc:sldMkLst>
          <pc:docMk/>
          <pc:sldMk cId="3574207929" sldId="271"/>
        </pc:sldMkLst>
        <pc:picChg chg="del">
          <ac:chgData name="Lai, Wilson" userId="2840974a-0d84-4886-90a9-9a3ed79f3a48" providerId="ADAL" clId="{9F23B798-9E84-4552-BA63-E776E805C424}" dt="2026-08-23T15:41:23.520" v="53" actId="21"/>
          <ac:picMkLst>
            <pc:docMk/>
            <pc:sldMk cId="3574207929" sldId="271"/>
            <ac:picMk id="3" creationId="{479793F8-F885-D691-8262-1A42F669CB6F}"/>
          </ac:picMkLst>
        </pc:picChg>
        <pc:picChg chg="add">
          <ac:chgData name="Lai, Wilson" userId="2840974a-0d84-4886-90a9-9a3ed79f3a48" providerId="ADAL" clId="{9F23B798-9E84-4552-BA63-E776E805C424}" dt="2026-08-23T15:41:39.802" v="54" actId="22"/>
          <ac:picMkLst>
            <pc:docMk/>
            <pc:sldMk cId="3574207929" sldId="271"/>
            <ac:picMk id="4" creationId="{AFB463FA-35FE-54A8-67AA-27C7AC3637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B4932-5D5F-4425-9F5D-02DF07BB31E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A3080-BA12-4DD2-9EC6-E2F772FE8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2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Welcome everyone. Today, we’re unpacking one of the most critical, yet frequently misunderstood, challenges facing technology, energy, and global economics: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 bottleneck in the energy transition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Theme: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While media headlines focus heavily on AI taking over global energy supplies or runaway climate threats, the actual numbers tell a far more nuanced, techno-realist story.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Context: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insights synthesize global data curated by Hannah Ritchie, Senior Researcher at Oxford University and Deputy Editor at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World in Data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 to Set Up: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central takeaway today is that the energy transition isn’t limited by a lack of renewable potential or even global power volumes. It is fundamentally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 execution and regulatory velocity problem.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https://youtube.com/watch?v=GkAtcFOudDE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61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Addressing the Narrative: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There is a pervasive narrative that AI’s massive energy consumption is driving a global power crisis. Let's examine the macro accounting from the International Energy Agency (IEA).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Breakdown: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data centers globally—combining everything digital from streaming podcasts to cloud enterprise databases—consume roughly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1.5% of total global electricity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AI-specific workloads account for approximately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0.5% of total global electricity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Local Bottleneck: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AI is only half a percent globally, why are utilities and tech executives sounding alarms? Because AI demand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hyper-localized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Geographic Strain: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Compute infrastructure isn't evenly distributed; it gets clustered in specific regional nodes—like Northern Virginia, Texas, or Dublin. These local grids, designed for steady 20th-century load profiles, are suddenly tasked with powering gigawatt-scale data clusters overnight. The crisis is localized grid unpreparedness, not total world capacity.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66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Dual Nature of AI: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While AI adds load, it also serves as a key tool for solving grid management.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 Volatility: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modern grid is growing vastly more complex. We are adding volatile, variable power inputs (solar and wind) while simultaneously overlaying massive new demand spikes from EV fast-charging and industrial electrification.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as the Balancer: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orchestration engines are capable of real-time load matching, dynamic routing, predictive weather-to-generation forecasting, and accelerating permitting processes.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 Impact: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AI models assist in material discovery for better batteries and optimize transmission flow,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efficiency gains derived from AI could net-offset a substantial portion of its own power footprint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the coming decade.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88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Divergence in Building Speed: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Look at the stark divergence in grid construction velocity between Western economies and China.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Western Stagnation: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US and Europe have experienced flat or declining electricity demand growth for nearly 30 years. As a result, regulatory frameworks, permitting processes, and supply chains lost the muscle memory required to build heavy transmission lines quickly.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China Scale: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contrast, China adds the equivalent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Germany’s entire electric grid every single year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—and the vast majority of that net expansion comes from wind and solar power.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Lesson: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Western AI expansion and clean energy deployment aren't restricted by capital or clean tech options, but by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fast lines can be permitted and laid in the ground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6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Cost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decade ago, choosing clean energy required paying a green premium. Today, pure market forces drive the transition.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Plummeting Costs: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the past decade, solar module and battery storage costs dropped by 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wind power costs plummeted by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to 70%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 Study (Texas):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sunny, windy days, "deep-red" Texas regularly generates around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75% of its total power from renewables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(roughly 60% wind, 18% solar). This isn't driven by climate mandates; it's because renewables represent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cheapest marginal cost energy on the market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Energy deployment is no longer an ideological battle; it is an economic selection mechanism.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07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Baseload Demand: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Big Tech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hyperscalers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(Microsoft, Google, Amazon, Meta) require 24/7 continuous clean baseload power that intermittent renewables alone struggle to provide without massive long-duration storage.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 vs. Perception: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Public fear surrounding nuclear focuses on rare, catastrophic events like Chernobyl or Fukushima, which historically account for a few thousand total deaths. Meanwhile, fossil fuel air pollution causes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millions of premature deaths annually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 Obstacle: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Nuclear power’s actual challenge is financial and managerial: historically, Western nuclear projects have suffered from massive budget overruns and construction delays.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Hyperscaler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balance sheets are stepping in to de-risk and fund Small Modular Reactors (SMRs) and plant re-starts.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04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Thermodynamic Efficiency: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primary benefit of shifting from fossil fuels to electricity is dramatic efficiency gains.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Combustion Waste: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Internal combustion engines (ICE) are fundamentally heat engines that produce motion as a byproduct. When you spend $1 on gasoline,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 cents is lost as wasted heat and friction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leaving only 20 cents for actual propulsion.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Electric Efficiency: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Electric vehicles flip this ratio. Around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95% of electrical energy translates directly into vehicle motion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Systemic Impact: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global transport electrified overnight, overall primary energy consumption for transport would drop by up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75%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without reducing total miles traveled.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22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Regional Comparison: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Comparing the strategy and status across Europe, the US, and China: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Europe: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energy costs, stagnant grid growth, but high EV adoption (~50%) spurred by energy security shocks following the Russia/Ukraine war.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United States: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Medium energy costs, flat grid build pace, and lagging EV adoption (~10%) due to cultural resistance, large-vehicle preference, and regulatory fragmentation.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 energy costs, hyper-scale grid deployment, and &gt;50% EV adoption driven by a long-term state strategy for industrial dominance and energy self-reliance.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41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 Reality: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China presents a fascinating duality—it is both the world's largest coal burner and the dominant clean tech manufacturer.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 Chain Dominance: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China controls 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80% of global solar panel manufacturing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produces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 of global EVs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Coal as Grid Backup: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China continues to build coal plants not necessarily to run them continuously, but to provide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flexible peak capacity and grid backup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massive solar and wind inputs, bypassing the need for imported natural gas.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Intent: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China’s transition was planned decades ago as a pure national security play to eliminate dependence on foreign oil imports.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46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Volatilities of Fossil Fuels: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Geopolitical shocks—like the Russia/Ukraine invasion and Middle East conflicts—demonstrate that fossil fuel dependency creates constant economic vulnerability.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Volatility drives countries toward structural energy independence through accelerated domestic electrification.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Strategic Choice: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Nations are choosing between endless price volatility on fossil fuels or upfront capital deployment into domestic clean energy assets that lock in predictable, lower-cost energy for decades.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26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 the Easy Wins: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Electrifying passenger cars and building solar farms are the relatively straightforward parts of the energy transition.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Industrial Heavyweights: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major decarbonization challenges lie in heavy materials and freight transport: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Responsible for ~7% of all global greenhouse emissions.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Steel: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Emits double the global emissions of the entire commercial aviation sector.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Shipping: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Notably, roughly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 to two-thirds of global maritime shipping mass exists solely to transport fossil fuels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around the globe. Shifting away from fossil fuels simultaneously reduces maritime transport demand.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43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Reframing Climate Targets: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Media discourse frequently frames climate thresholds (like 1.5°C or 2.0°C) as catastrophic, apocalyptic cliffs.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Gradual Hazards: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Scientific reality shows a continuum of risk. Missing 1.5°C does not mean total failure;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1.7°C is safer than 2.0°C, and 2.3°C is better than 2.5°C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 Perspective: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Giving up because an arbitrary policy target is breached is scientifically unsound. Every tenth of a degree avoided measurably reduces global hazards.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65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Accounting for Human Adaptation: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Predictive climate models often assume a static world where human adaptation remains frozen in time.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Declining Mortality: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the last century, despite rising climate hazards and population growth,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deaths from extreme weather disasters have declined drastically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Drivers of Resilience: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Advanced satellite weather forecasting, early warning systems, modern resilient building codes, and agricultural innovation actively reduce vulnerability even as weather hazards increase.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521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Triad of Progress: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 progress requires aligning three distinct pillars: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Vital for discovery, but incapable of solving problems in isolation.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 &amp; Markets: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Unlocking capital, streamlining regulatory review, and speeding up grid construction.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Pure Economics: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underlying driver that leads to global scale adoption.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Thesis: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"Optimism without infrastructure is just wishing". Achieving a low-carbon, high-compute future requires the unglamorous physical work of expanding transmission grids, permitting modern nuclear power, and enabling market economics to drive execution.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45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 Overview: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summary slide connects the key themes of the presentation deck: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AI vs Grid Capacity: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isn't straining global capacity (0.5% global load), but concentrated local bottlenecks present real risks.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The Western Grid Gap: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While China deploys grid capacity rapidly, the US and Europe remain constrained by legacy permitting processes.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Economic Mechanics: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Renewables and battery costs have dropped &gt;90% over 10 years, making clean power the default economic choice.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Tech Strategy: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Big Tech's shift toward direct nuclear power agreements provides stable, zero-carbon baseload power for future AI scale.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A3080-BA12-4DD2-9EC6-E2F772FE86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63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CB1F0-7E3E-6D96-E8DD-5F506B56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0E041-61C4-42D5-93C1-2075F5EB7AE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0FA5E-BDB1-1370-B447-298BA40F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2CC09-0090-4FF6-BB8B-EE492AA9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F53B6-875C-4E65-88A6-D51D05781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3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BA0A2-8192-9464-6224-D851A3D3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FA8DC-8DDA-7841-3F34-853317E4F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8747-6AC5-BE96-C650-199C2C569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0E041-61C4-42D5-93C1-2075F5EB7AE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6DAE6-69C8-4F92-92FC-9ADE4F314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B4E85-0FB2-9654-23E4-CF3C2E031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F53B6-875C-4E65-88A6-D51D05781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8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D5D2B2-B446-B337-8612-F09EDFDE6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0721FF-780E-46B2-AB04-A226075F2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9D87BA-D4AE-B64A-BD6D-30BA5827B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D35AA1-FF0C-42AD-42D2-17BE4B6AF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A180E3-25BD-0287-A740-789AE3D9D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D2DA02-1195-D441-3BBE-27C24B30B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9E12C1-AB40-2142-34B0-4B514633F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F83947-7975-A040-7422-A0DFDA076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464CFB-CD32-C6B3-DB11-16AEEDDA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9833C6-2F66-C675-2924-65F8C497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235FB3-3D14-7178-C55D-B9ABD12DF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7992A8-E955-50EF-97A0-0F1EAC024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C0831C-5978-1530-FC33-7B832C4F3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DA0B97-5631-FFF1-E72A-1DBD1284C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B463FA-35FE-54A8-67AA-27C7AC363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07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1729</Words>
  <Application>Microsoft Office PowerPoint</Application>
  <PresentationFormat>寬螢幕</PresentationFormat>
  <Paragraphs>79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2026-08-23T13:09:46Z</dcterms:created>
  <dcterms:modified xsi:type="dcterms:W3CDTF">2026-10-19T15:43:49Z</dcterms:modified>
</cp:coreProperties>
</file>