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3F1CA-DCDA-4EFA-AC94-19BF5F68E9FA}" v="22" dt="2026-08-11T03:24:54.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90598"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11T03:25:15.589" v="220" actId="166"/>
      <pc:docMkLst>
        <pc:docMk/>
      </pc:docMkLst>
      <pc:sldChg chg="addSp delSp modSp mod modNotesTx">
        <pc:chgData name="Lai, Wilson" userId="2840974a-0d84-4886-90a9-9a3ed79f3a48" providerId="ADAL" clId="{9F23B798-9E84-4552-BA63-E776E805C424}" dt="2026-08-11T03:25:15.589" v="220" actId="166"/>
        <pc:sldMkLst>
          <pc:docMk/>
          <pc:sldMk cId="0" sldId="257"/>
        </pc:sldMkLst>
        <pc:picChg chg="del">
          <ac:chgData name="Lai, Wilson" userId="2840974a-0d84-4886-90a9-9a3ed79f3a48" providerId="ADAL" clId="{9F23B798-9E84-4552-BA63-E776E805C424}" dt="2026-08-11T02:12:45.001" v="4" actId="21"/>
          <ac:picMkLst>
            <pc:docMk/>
            <pc:sldMk cId="0" sldId="257"/>
            <ac:picMk id="2" creationId="{00000000-0000-0000-0000-000000000000}"/>
          </ac:picMkLst>
        </pc:picChg>
        <pc:picChg chg="add ord">
          <ac:chgData name="Lai, Wilson" userId="2840974a-0d84-4886-90a9-9a3ed79f3a48" providerId="ADAL" clId="{9F23B798-9E84-4552-BA63-E776E805C424}" dt="2026-08-11T03:25:15.589" v="220" actId="166"/>
          <ac:picMkLst>
            <pc:docMk/>
            <pc:sldMk cId="0" sldId="257"/>
            <ac:picMk id="7" creationId="{9B1E4CC3-E975-F695-B956-B47915CECA30}"/>
          </ac:picMkLst>
        </pc:picChg>
      </pc:sldChg>
      <pc:sldChg chg="addSp delSp mod modNotesTx">
        <pc:chgData name="Lai, Wilson" userId="2840974a-0d84-4886-90a9-9a3ed79f3a48" providerId="ADAL" clId="{9F23B798-9E84-4552-BA63-E776E805C424}" dt="2026-08-11T03:23:53.488" v="194" actId="313"/>
        <pc:sldMkLst>
          <pc:docMk/>
          <pc:sldMk cId="0" sldId="258"/>
        </pc:sldMkLst>
        <pc:picChg chg="del">
          <ac:chgData name="Lai, Wilson" userId="2840974a-0d84-4886-90a9-9a3ed79f3a48" providerId="ADAL" clId="{9F23B798-9E84-4552-BA63-E776E805C424}" dt="2026-08-11T02:13:05.314" v="6" actId="21"/>
          <ac:picMkLst>
            <pc:docMk/>
            <pc:sldMk cId="0" sldId="258"/>
            <ac:picMk id="2" creationId="{00000000-0000-0000-0000-000000000000}"/>
          </ac:picMkLst>
        </pc:picChg>
        <pc:picChg chg="add">
          <ac:chgData name="Lai, Wilson" userId="2840974a-0d84-4886-90a9-9a3ed79f3a48" providerId="ADAL" clId="{9F23B798-9E84-4552-BA63-E776E805C424}" dt="2026-08-11T02:13:17.901" v="7" actId="22"/>
          <ac:picMkLst>
            <pc:docMk/>
            <pc:sldMk cId="0" sldId="258"/>
            <ac:picMk id="4" creationId="{DE8B15E9-57DF-2D17-83B7-6754543C9A28}"/>
          </ac:picMkLst>
        </pc:picChg>
      </pc:sldChg>
      <pc:sldChg chg="addSp delSp mod modNotesTx">
        <pc:chgData name="Lai, Wilson" userId="2840974a-0d84-4886-90a9-9a3ed79f3a48" providerId="ADAL" clId="{9F23B798-9E84-4552-BA63-E776E805C424}" dt="2026-08-11T03:20:08.915" v="71" actId="6549"/>
        <pc:sldMkLst>
          <pc:docMk/>
          <pc:sldMk cId="0" sldId="259"/>
        </pc:sldMkLst>
        <pc:picChg chg="del">
          <ac:chgData name="Lai, Wilson" userId="2840974a-0d84-4886-90a9-9a3ed79f3a48" providerId="ADAL" clId="{9F23B798-9E84-4552-BA63-E776E805C424}" dt="2026-08-11T02:13:21.530" v="8" actId="21"/>
          <ac:picMkLst>
            <pc:docMk/>
            <pc:sldMk cId="0" sldId="259"/>
            <ac:picMk id="2" creationId="{00000000-0000-0000-0000-000000000000}"/>
          </ac:picMkLst>
        </pc:picChg>
        <pc:picChg chg="add">
          <ac:chgData name="Lai, Wilson" userId="2840974a-0d84-4886-90a9-9a3ed79f3a48" providerId="ADAL" clId="{9F23B798-9E84-4552-BA63-E776E805C424}" dt="2026-08-11T02:14:22.786" v="9" actId="22"/>
          <ac:picMkLst>
            <pc:docMk/>
            <pc:sldMk cId="0" sldId="259"/>
            <ac:picMk id="4" creationId="{18BFA93E-2D56-929F-437E-1FA5FA6C64A2}"/>
          </ac:picMkLst>
        </pc:picChg>
      </pc:sldChg>
      <pc:sldChg chg="addSp delSp mod modNotesTx">
        <pc:chgData name="Lai, Wilson" userId="2840974a-0d84-4886-90a9-9a3ed79f3a48" providerId="ADAL" clId="{9F23B798-9E84-4552-BA63-E776E805C424}" dt="2026-08-11T03:23:54.297" v="196" actId="313"/>
        <pc:sldMkLst>
          <pc:docMk/>
          <pc:sldMk cId="0" sldId="260"/>
        </pc:sldMkLst>
        <pc:picChg chg="del">
          <ac:chgData name="Lai, Wilson" userId="2840974a-0d84-4886-90a9-9a3ed79f3a48" providerId="ADAL" clId="{9F23B798-9E84-4552-BA63-E776E805C424}" dt="2026-08-11T02:15:51.634" v="10" actId="21"/>
          <ac:picMkLst>
            <pc:docMk/>
            <pc:sldMk cId="0" sldId="260"/>
            <ac:picMk id="2" creationId="{00000000-0000-0000-0000-000000000000}"/>
          </ac:picMkLst>
        </pc:picChg>
        <pc:picChg chg="add">
          <ac:chgData name="Lai, Wilson" userId="2840974a-0d84-4886-90a9-9a3ed79f3a48" providerId="ADAL" clId="{9F23B798-9E84-4552-BA63-E776E805C424}" dt="2026-08-11T02:16:38.926" v="11" actId="22"/>
          <ac:picMkLst>
            <pc:docMk/>
            <pc:sldMk cId="0" sldId="260"/>
            <ac:picMk id="4" creationId="{4B93A721-A5C1-19F9-0FDD-4D9A5907301A}"/>
          </ac:picMkLst>
        </pc:picChg>
      </pc:sldChg>
      <pc:sldChg chg="addSp delSp mod modNotesTx">
        <pc:chgData name="Lai, Wilson" userId="2840974a-0d84-4886-90a9-9a3ed79f3a48" providerId="ADAL" clId="{9F23B798-9E84-4552-BA63-E776E805C424}" dt="2026-08-11T03:20:44.707" v="92" actId="6549"/>
        <pc:sldMkLst>
          <pc:docMk/>
          <pc:sldMk cId="0" sldId="261"/>
        </pc:sldMkLst>
        <pc:picChg chg="del">
          <ac:chgData name="Lai, Wilson" userId="2840974a-0d84-4886-90a9-9a3ed79f3a48" providerId="ADAL" clId="{9F23B798-9E84-4552-BA63-E776E805C424}" dt="2026-08-11T02:17:05.690" v="12" actId="21"/>
          <ac:picMkLst>
            <pc:docMk/>
            <pc:sldMk cId="0" sldId="261"/>
            <ac:picMk id="2" creationId="{00000000-0000-0000-0000-000000000000}"/>
          </ac:picMkLst>
        </pc:picChg>
        <pc:picChg chg="add">
          <ac:chgData name="Lai, Wilson" userId="2840974a-0d84-4886-90a9-9a3ed79f3a48" providerId="ADAL" clId="{9F23B798-9E84-4552-BA63-E776E805C424}" dt="2026-08-11T02:18:38.206" v="13" actId="22"/>
          <ac:picMkLst>
            <pc:docMk/>
            <pc:sldMk cId="0" sldId="261"/>
            <ac:picMk id="4" creationId="{EF715177-2B7F-46F1-F724-4B768194D05A}"/>
          </ac:picMkLst>
        </pc:picChg>
      </pc:sldChg>
      <pc:sldChg chg="addSp delSp mod modNotesTx">
        <pc:chgData name="Lai, Wilson" userId="2840974a-0d84-4886-90a9-9a3ed79f3a48" providerId="ADAL" clId="{9F23B798-9E84-4552-BA63-E776E805C424}" dt="2026-08-11T03:21:07.506" v="106" actId="20577"/>
        <pc:sldMkLst>
          <pc:docMk/>
          <pc:sldMk cId="0" sldId="262"/>
        </pc:sldMkLst>
        <pc:picChg chg="add del">
          <ac:chgData name="Lai, Wilson" userId="2840974a-0d84-4886-90a9-9a3ed79f3a48" providerId="ADAL" clId="{9F23B798-9E84-4552-BA63-E776E805C424}" dt="2026-08-11T02:19:39.488" v="16" actId="21"/>
          <ac:picMkLst>
            <pc:docMk/>
            <pc:sldMk cId="0" sldId="262"/>
            <ac:picMk id="2" creationId="{00000000-0000-0000-0000-000000000000}"/>
          </ac:picMkLst>
        </pc:picChg>
        <pc:picChg chg="add">
          <ac:chgData name="Lai, Wilson" userId="2840974a-0d84-4886-90a9-9a3ed79f3a48" providerId="ADAL" clId="{9F23B798-9E84-4552-BA63-E776E805C424}" dt="2026-08-11T02:20:24.599" v="17" actId="22"/>
          <ac:picMkLst>
            <pc:docMk/>
            <pc:sldMk cId="0" sldId="262"/>
            <ac:picMk id="4" creationId="{05322CE2-461D-6E79-EDF8-4C4AADF72B3E}"/>
          </ac:picMkLst>
        </pc:picChg>
      </pc:sldChg>
      <pc:sldChg chg="addSp delSp mod modNotesTx">
        <pc:chgData name="Lai, Wilson" userId="2840974a-0d84-4886-90a9-9a3ed79f3a48" providerId="ADAL" clId="{9F23B798-9E84-4552-BA63-E776E805C424}" dt="2026-08-11T03:21:29.796" v="123" actId="6549"/>
        <pc:sldMkLst>
          <pc:docMk/>
          <pc:sldMk cId="0" sldId="263"/>
        </pc:sldMkLst>
        <pc:picChg chg="del">
          <ac:chgData name="Lai, Wilson" userId="2840974a-0d84-4886-90a9-9a3ed79f3a48" providerId="ADAL" clId="{9F23B798-9E84-4552-BA63-E776E805C424}" dt="2026-08-11T02:20:28.901" v="18" actId="21"/>
          <ac:picMkLst>
            <pc:docMk/>
            <pc:sldMk cId="0" sldId="263"/>
            <ac:picMk id="2" creationId="{00000000-0000-0000-0000-000000000000}"/>
          </ac:picMkLst>
        </pc:picChg>
        <pc:picChg chg="add">
          <ac:chgData name="Lai, Wilson" userId="2840974a-0d84-4886-90a9-9a3ed79f3a48" providerId="ADAL" clId="{9F23B798-9E84-4552-BA63-E776E805C424}" dt="2026-08-11T02:21:09.885" v="19" actId="22"/>
          <ac:picMkLst>
            <pc:docMk/>
            <pc:sldMk cId="0" sldId="263"/>
            <ac:picMk id="4" creationId="{ED6EADAD-9BFE-EFFF-DEEA-F820D91A9E2C}"/>
          </ac:picMkLst>
        </pc:picChg>
      </pc:sldChg>
      <pc:sldChg chg="addSp delSp mod modNotesTx">
        <pc:chgData name="Lai, Wilson" userId="2840974a-0d84-4886-90a9-9a3ed79f3a48" providerId="ADAL" clId="{9F23B798-9E84-4552-BA63-E776E805C424}" dt="2026-08-11T03:23:54.498" v="197" actId="313"/>
        <pc:sldMkLst>
          <pc:docMk/>
          <pc:sldMk cId="0" sldId="264"/>
        </pc:sldMkLst>
        <pc:picChg chg="del">
          <ac:chgData name="Lai, Wilson" userId="2840974a-0d84-4886-90a9-9a3ed79f3a48" providerId="ADAL" clId="{9F23B798-9E84-4552-BA63-E776E805C424}" dt="2026-08-11T02:21:13.762" v="20" actId="21"/>
          <ac:picMkLst>
            <pc:docMk/>
            <pc:sldMk cId="0" sldId="264"/>
            <ac:picMk id="2" creationId="{00000000-0000-0000-0000-000000000000}"/>
          </ac:picMkLst>
        </pc:picChg>
        <pc:picChg chg="add">
          <ac:chgData name="Lai, Wilson" userId="2840974a-0d84-4886-90a9-9a3ed79f3a48" providerId="ADAL" clId="{9F23B798-9E84-4552-BA63-E776E805C424}" dt="2026-08-11T02:21:25.018" v="21" actId="22"/>
          <ac:picMkLst>
            <pc:docMk/>
            <pc:sldMk cId="0" sldId="264"/>
            <ac:picMk id="4" creationId="{72FFAFA2-CFF9-41A7-D795-3BE5B29FCE47}"/>
          </ac:picMkLst>
        </pc:picChg>
      </pc:sldChg>
      <pc:sldChg chg="addSp delSp mod modNotesTx">
        <pc:chgData name="Lai, Wilson" userId="2840974a-0d84-4886-90a9-9a3ed79f3a48" providerId="ADAL" clId="{9F23B798-9E84-4552-BA63-E776E805C424}" dt="2026-08-11T03:22:09.513" v="145" actId="6549"/>
        <pc:sldMkLst>
          <pc:docMk/>
          <pc:sldMk cId="0" sldId="265"/>
        </pc:sldMkLst>
        <pc:picChg chg="del">
          <ac:chgData name="Lai, Wilson" userId="2840974a-0d84-4886-90a9-9a3ed79f3a48" providerId="ADAL" clId="{9F23B798-9E84-4552-BA63-E776E805C424}" dt="2026-08-11T02:21:40.663" v="22" actId="21"/>
          <ac:picMkLst>
            <pc:docMk/>
            <pc:sldMk cId="0" sldId="265"/>
            <ac:picMk id="2" creationId="{00000000-0000-0000-0000-000000000000}"/>
          </ac:picMkLst>
        </pc:picChg>
        <pc:picChg chg="add">
          <ac:chgData name="Lai, Wilson" userId="2840974a-0d84-4886-90a9-9a3ed79f3a48" providerId="ADAL" clId="{9F23B798-9E84-4552-BA63-E776E805C424}" dt="2026-08-11T02:22:22.611" v="23" actId="22"/>
          <ac:picMkLst>
            <pc:docMk/>
            <pc:sldMk cId="0" sldId="265"/>
            <ac:picMk id="4" creationId="{AC09293B-349B-238D-E1BE-C0EF5B79244F}"/>
          </ac:picMkLst>
        </pc:picChg>
      </pc:sldChg>
      <pc:sldChg chg="addSp delSp mod modNotesTx">
        <pc:chgData name="Lai, Wilson" userId="2840974a-0d84-4886-90a9-9a3ed79f3a48" providerId="ADAL" clId="{9F23B798-9E84-4552-BA63-E776E805C424}" dt="2026-08-11T03:22:32.685" v="161" actId="6549"/>
        <pc:sldMkLst>
          <pc:docMk/>
          <pc:sldMk cId="0" sldId="266"/>
        </pc:sldMkLst>
        <pc:picChg chg="del">
          <ac:chgData name="Lai, Wilson" userId="2840974a-0d84-4886-90a9-9a3ed79f3a48" providerId="ADAL" clId="{9F23B798-9E84-4552-BA63-E776E805C424}" dt="2026-08-11T02:22:25.749" v="24" actId="21"/>
          <ac:picMkLst>
            <pc:docMk/>
            <pc:sldMk cId="0" sldId="266"/>
            <ac:picMk id="2" creationId="{00000000-0000-0000-0000-000000000000}"/>
          </ac:picMkLst>
        </pc:picChg>
        <pc:picChg chg="add">
          <ac:chgData name="Lai, Wilson" userId="2840974a-0d84-4886-90a9-9a3ed79f3a48" providerId="ADAL" clId="{9F23B798-9E84-4552-BA63-E776E805C424}" dt="2026-08-11T02:22:59.894" v="25" actId="22"/>
          <ac:picMkLst>
            <pc:docMk/>
            <pc:sldMk cId="0" sldId="266"/>
            <ac:picMk id="4" creationId="{31E4E9F8-C5C4-6521-03CC-3559C9B3C382}"/>
          </ac:picMkLst>
        </pc:picChg>
      </pc:sldChg>
      <pc:sldChg chg="addSp delSp mod modNotesTx">
        <pc:chgData name="Lai, Wilson" userId="2840974a-0d84-4886-90a9-9a3ed79f3a48" providerId="ADAL" clId="{9F23B798-9E84-4552-BA63-E776E805C424}" dt="2026-08-11T03:22:58.598" v="176" actId="20577"/>
        <pc:sldMkLst>
          <pc:docMk/>
          <pc:sldMk cId="0" sldId="267"/>
        </pc:sldMkLst>
        <pc:picChg chg="del">
          <ac:chgData name="Lai, Wilson" userId="2840974a-0d84-4886-90a9-9a3ed79f3a48" providerId="ADAL" clId="{9F23B798-9E84-4552-BA63-E776E805C424}" dt="2026-08-11T02:23:04.665" v="26" actId="21"/>
          <ac:picMkLst>
            <pc:docMk/>
            <pc:sldMk cId="0" sldId="267"/>
            <ac:picMk id="2" creationId="{00000000-0000-0000-0000-000000000000}"/>
          </ac:picMkLst>
        </pc:picChg>
        <pc:picChg chg="add">
          <ac:chgData name="Lai, Wilson" userId="2840974a-0d84-4886-90a9-9a3ed79f3a48" providerId="ADAL" clId="{9F23B798-9E84-4552-BA63-E776E805C424}" dt="2026-08-11T02:23:55.078" v="27" actId="22"/>
          <ac:picMkLst>
            <pc:docMk/>
            <pc:sldMk cId="0" sldId="267"/>
            <ac:picMk id="4" creationId="{F5E8BD55-0BEA-0E4F-F2DB-B98F2FE07FAA}"/>
          </ac:picMkLst>
        </pc:picChg>
      </pc:sldChg>
      <pc:sldChg chg="addSp delSp mod modNotesTx">
        <pc:chgData name="Lai, Wilson" userId="2840974a-0d84-4886-90a9-9a3ed79f3a48" providerId="ADAL" clId="{9F23B798-9E84-4552-BA63-E776E805C424}" dt="2026-08-11T03:23:26.530" v="189" actId="6549"/>
        <pc:sldMkLst>
          <pc:docMk/>
          <pc:sldMk cId="0" sldId="268"/>
        </pc:sldMkLst>
        <pc:picChg chg="del">
          <ac:chgData name="Lai, Wilson" userId="2840974a-0d84-4886-90a9-9a3ed79f3a48" providerId="ADAL" clId="{9F23B798-9E84-4552-BA63-E776E805C424}" dt="2026-08-11T02:23:59.505" v="28" actId="21"/>
          <ac:picMkLst>
            <pc:docMk/>
            <pc:sldMk cId="0" sldId="268"/>
            <ac:picMk id="2" creationId="{00000000-0000-0000-0000-000000000000}"/>
          </ac:picMkLst>
        </pc:picChg>
        <pc:picChg chg="add">
          <ac:chgData name="Lai, Wilson" userId="2840974a-0d84-4886-90a9-9a3ed79f3a48" providerId="ADAL" clId="{9F23B798-9E84-4552-BA63-E776E805C424}" dt="2026-08-11T02:24:38.267" v="29" actId="22"/>
          <ac:picMkLst>
            <pc:docMk/>
            <pc:sldMk cId="0" sldId="268"/>
            <ac:picMk id="4" creationId="{3A3FDE30-63ED-B04F-27EB-B574269327B0}"/>
          </ac:picMkLst>
        </pc:picChg>
      </pc:sldChg>
      <pc:sldChg chg="addSp delSp mod modNotesTx">
        <pc:chgData name="Lai, Wilson" userId="2840974a-0d84-4886-90a9-9a3ed79f3a48" providerId="ADAL" clId="{9F23B798-9E84-4552-BA63-E776E805C424}" dt="2026-08-11T03:23:58.514" v="207" actId="313"/>
        <pc:sldMkLst>
          <pc:docMk/>
          <pc:sldMk cId="0" sldId="269"/>
        </pc:sldMkLst>
        <pc:picChg chg="del">
          <ac:chgData name="Lai, Wilson" userId="2840974a-0d84-4886-90a9-9a3ed79f3a48" providerId="ADAL" clId="{9F23B798-9E84-4552-BA63-E776E805C424}" dt="2026-08-11T02:24:41.268" v="30" actId="21"/>
          <ac:picMkLst>
            <pc:docMk/>
            <pc:sldMk cId="0" sldId="269"/>
            <ac:picMk id="2" creationId="{00000000-0000-0000-0000-000000000000}"/>
          </ac:picMkLst>
        </pc:picChg>
        <pc:picChg chg="add">
          <ac:chgData name="Lai, Wilson" userId="2840974a-0d84-4886-90a9-9a3ed79f3a48" providerId="ADAL" clId="{9F23B798-9E84-4552-BA63-E776E805C424}" dt="2026-08-11T02:25:41.267" v="31" actId="22"/>
          <ac:picMkLst>
            <pc:docMk/>
            <pc:sldMk cId="0" sldId="269"/>
            <ac:picMk id="4" creationId="{9D47CE09-218D-3005-9063-4A68320D9A41}"/>
          </ac:picMkLst>
        </pc:picChg>
      </pc:sldChg>
      <pc:sldChg chg="addSp delSp mod modNotes modNotesTx">
        <pc:chgData name="Lai, Wilson" userId="2840974a-0d84-4886-90a9-9a3ed79f3a48" providerId="ADAL" clId="{9F23B798-9E84-4552-BA63-E776E805C424}" dt="2026-08-11T03:24:20.332" v="212"/>
        <pc:sldMkLst>
          <pc:docMk/>
          <pc:sldMk cId="0" sldId="270"/>
        </pc:sldMkLst>
        <pc:picChg chg="del">
          <ac:chgData name="Lai, Wilson" userId="2840974a-0d84-4886-90a9-9a3ed79f3a48" providerId="ADAL" clId="{9F23B798-9E84-4552-BA63-E776E805C424}" dt="2026-08-11T02:25:46.285" v="32" actId="21"/>
          <ac:picMkLst>
            <pc:docMk/>
            <pc:sldMk cId="0" sldId="270"/>
            <ac:picMk id="2" creationId="{00000000-0000-0000-0000-000000000000}"/>
          </ac:picMkLst>
        </pc:picChg>
        <pc:picChg chg="add">
          <ac:chgData name="Lai, Wilson" userId="2840974a-0d84-4886-90a9-9a3ed79f3a48" providerId="ADAL" clId="{9F23B798-9E84-4552-BA63-E776E805C424}" dt="2026-08-11T02:26:21.406" v="33" actId="22"/>
          <ac:picMkLst>
            <pc:docMk/>
            <pc:sldMk cId="0" sldId="270"/>
            <ac:picMk id="4" creationId="{D7655C2C-8AE2-DED3-21AF-E2D92C711387}"/>
          </ac:picMkLst>
        </pc:picChg>
      </pc:sldChg>
      <pc:sldChg chg="addSp delSp mod modNotes modNotesTx">
        <pc:chgData name="Lai, Wilson" userId="2840974a-0d84-4886-90a9-9a3ed79f3a48" providerId="ADAL" clId="{9F23B798-9E84-4552-BA63-E776E805C424}" dt="2026-08-11T03:24:37.543" v="215"/>
        <pc:sldMkLst>
          <pc:docMk/>
          <pc:sldMk cId="0" sldId="271"/>
        </pc:sldMkLst>
        <pc:picChg chg="del">
          <ac:chgData name="Lai, Wilson" userId="2840974a-0d84-4886-90a9-9a3ed79f3a48" providerId="ADAL" clId="{9F23B798-9E84-4552-BA63-E776E805C424}" dt="2026-08-11T02:26:26.415" v="34" actId="21"/>
          <ac:picMkLst>
            <pc:docMk/>
            <pc:sldMk cId="0" sldId="271"/>
            <ac:picMk id="2" creationId="{00000000-0000-0000-0000-000000000000}"/>
          </ac:picMkLst>
        </pc:picChg>
        <pc:picChg chg="add">
          <ac:chgData name="Lai, Wilson" userId="2840974a-0d84-4886-90a9-9a3ed79f3a48" providerId="ADAL" clId="{9F23B798-9E84-4552-BA63-E776E805C424}" dt="2026-08-11T02:26:57.894" v="35" actId="22"/>
          <ac:picMkLst>
            <pc:docMk/>
            <pc:sldMk cId="0" sldId="271"/>
            <ac:picMk id="4" creationId="{315470A8-CF29-FFDD-3FE4-4C25AE55EA19}"/>
          </ac:picMkLst>
        </pc:picChg>
      </pc:sldChg>
      <pc:sldChg chg="modNotes modNotesTx">
        <pc:chgData name="Lai, Wilson" userId="2840974a-0d84-4886-90a9-9a3ed79f3a48" providerId="ADAL" clId="{9F23B798-9E84-4552-BA63-E776E805C424}" dt="2026-08-11T03:24:54.420" v="218"/>
        <pc:sldMkLst>
          <pc:docMk/>
          <pc:sldMk cId="849007948" sldId="272"/>
        </pc:sldMkLst>
      </pc:sldChg>
      <pc:sldMasterChg chg="setBg">
        <pc:chgData name="Lai, Wilson" userId="2840974a-0d84-4886-90a9-9a3ed79f3a48" providerId="ADAL" clId="{9F23B798-9E84-4552-BA63-E776E805C424}" dt="2026-08-11T02:11:57.879" v="0"/>
        <pc:sldMasterMkLst>
          <pc:docMk/>
          <pc:sldMasterMk cId="1806873707"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458CC-53CD-42FB-851A-8275DAD73186}"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E253F-AB12-472B-BA26-F8A67B52BF46}" type="slidenum">
              <a:rPr lang="en-US" smtClean="0"/>
              <a:t>‹#›</a:t>
            </a:fld>
            <a:endParaRPr lang="en-US"/>
          </a:p>
        </p:txBody>
      </p:sp>
    </p:spTree>
    <p:extLst>
      <p:ext uri="{BB962C8B-B14F-4D97-AF65-F5344CB8AC3E}">
        <p14:creationId xmlns:p14="http://schemas.microsoft.com/office/powerpoint/2010/main" val="1807370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unpacking a comprehensive framework for learning hard skills—whether that means mastering complex software systems at work or developing deep personal expertise. Most people struggle to learn hard things because they rely on flawed assumptions about intelligence and effort.</a:t>
            </a:r>
          </a:p>
          <a:p>
            <a:r>
              <a:rPr lang="en-US" sz="1200" kern="1200" dirty="0">
                <a:solidFill>
                  <a:schemeClr val="tx1"/>
                </a:solidFill>
                <a:effectLst/>
                <a:latin typeface="+mn-lt"/>
                <a:ea typeface="+mn-ea"/>
                <a:cs typeface="+mn-cs"/>
              </a:rPr>
              <a:t>In this presentation, based on Cal Newport’s operating system for deep life cultivation, we will deconstruct those misconceptions and replace them with a practical, time-managed process.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Core Premise:</a:t>
            </a:r>
            <a:r>
              <a:rPr lang="en-US" sz="1200" kern="1200" dirty="0">
                <a:solidFill>
                  <a:schemeClr val="tx1"/>
                </a:solidFill>
                <a:effectLst/>
                <a:latin typeface="+mn-lt"/>
                <a:ea typeface="+mn-ea"/>
                <a:cs typeface="+mn-cs"/>
              </a:rPr>
              <a:t> Mastery is not an inherent trait; it is the output of a designed, time-based operating system. </a:t>
            </a:r>
          </a:p>
          <a:p>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Shift focus from raw talent to deliberate practice and long-term time investment.</a:t>
            </a:r>
          </a:p>
          <a:p>
            <a:endParaRPr lang="en-US" dirty="0"/>
          </a:p>
          <a:p>
            <a:r>
              <a:rPr lang="en-US" dirty="0"/>
              <a:t>https://www.youtube.com/watch?v=RrLKXRXVrKM</a:t>
            </a:r>
          </a:p>
        </p:txBody>
      </p:sp>
      <p:sp>
        <p:nvSpPr>
          <p:cNvPr id="4" name="Slide Number Placeholder 3"/>
          <p:cNvSpPr>
            <a:spLocks noGrp="1"/>
          </p:cNvSpPr>
          <p:nvPr>
            <p:ph type="sldNum" sz="quarter" idx="5"/>
          </p:nvPr>
        </p:nvSpPr>
        <p:spPr/>
        <p:txBody>
          <a:bodyPr/>
          <a:lstStyle/>
          <a:p>
            <a:fld id="{49EE253F-AB12-472B-BA26-F8A67B52BF46}" type="slidenum">
              <a:rPr lang="en-US" smtClean="0"/>
              <a:t>1</a:t>
            </a:fld>
            <a:endParaRPr lang="en-US"/>
          </a:p>
        </p:txBody>
      </p:sp>
    </p:spTree>
    <p:extLst>
      <p:ext uri="{BB962C8B-B14F-4D97-AF65-F5344CB8AC3E}">
        <p14:creationId xmlns:p14="http://schemas.microsoft.com/office/powerpoint/2010/main" val="3460871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 at the left side of this slide: 'The Default'. In modern life, our default setting is easy dopamine—mindless scrolling, constant phone checking, and passive consumption.</a:t>
            </a:r>
          </a:p>
          <a:p>
            <a:r>
              <a:rPr lang="en-US" sz="1200" kern="1200" dirty="0">
                <a:solidFill>
                  <a:schemeClr val="tx1"/>
                </a:solidFill>
                <a:effectLst/>
                <a:latin typeface="+mn-lt"/>
                <a:ea typeface="+mn-ea"/>
                <a:cs typeface="+mn-cs"/>
              </a:rPr>
              <a:t>To declare true freedom from distracting devices, simple elimination isn't enough. You must replace those low-value habits with ambitious, meaningful pursuits.</a:t>
            </a:r>
          </a:p>
          <a:p>
            <a:r>
              <a:rPr lang="en-US" sz="1200" kern="1200" dirty="0">
                <a:solidFill>
                  <a:schemeClr val="tx1"/>
                </a:solidFill>
                <a:effectLst/>
                <a:latin typeface="+mn-lt"/>
                <a:ea typeface="+mn-ea"/>
                <a:cs typeface="+mn-cs"/>
              </a:rPr>
              <a:t>Engaging in complex, challenging skills literally rewires your brain so that easy dopamine becomes far less appealing.</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Default Trap:</a:t>
            </a:r>
            <a:r>
              <a:rPr lang="en-US" sz="1200" kern="1200" dirty="0">
                <a:solidFill>
                  <a:schemeClr val="tx1"/>
                </a:solidFill>
                <a:effectLst/>
                <a:latin typeface="+mn-lt"/>
                <a:ea typeface="+mn-ea"/>
                <a:cs typeface="+mn-cs"/>
              </a:rPr>
              <a:t> Easy dopamine creates cognitive fragmentation. </a:t>
            </a:r>
          </a:p>
          <a:p>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Active mastery and complex craft. </a:t>
            </a:r>
          </a:p>
          <a:p>
            <a:r>
              <a:rPr lang="en-US" sz="1200" b="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Substitution over sheer willpower—rewire brain cravings by tackling hard tasks.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2</a:t>
            </a:fld>
            <a:endParaRPr lang="en-US"/>
          </a:p>
        </p:txBody>
      </p:sp>
    </p:spTree>
    <p:extLst>
      <p:ext uri="{BB962C8B-B14F-4D97-AF65-F5344CB8AC3E}">
        <p14:creationId xmlns:p14="http://schemas.microsoft.com/office/powerpoint/2010/main" val="1689926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people look at high-level skills—like advanced mathematics, academic literature, or complex music analysis—they naturally stack them in a hierarchy.</a:t>
            </a:r>
          </a:p>
          <a:p>
            <a:r>
              <a:rPr lang="en-US" sz="1200" kern="1200" dirty="0">
                <a:solidFill>
                  <a:schemeClr val="tx1"/>
                </a:solidFill>
                <a:effectLst/>
                <a:latin typeface="+mn-lt"/>
                <a:ea typeface="+mn-ea"/>
                <a:cs typeface="+mn-cs"/>
              </a:rPr>
              <a:t>Most people assume there's an 'Imaginary Brain Limit' where their IQ prevents them from moving up from YouTube videos to complex math proofs.</a:t>
            </a:r>
          </a:p>
          <a:p>
            <a:r>
              <a:rPr lang="en-US" sz="1200" kern="1200" dirty="0">
                <a:solidFill>
                  <a:schemeClr val="tx1"/>
                </a:solidFill>
                <a:effectLst/>
                <a:latin typeface="+mn-lt"/>
                <a:ea typeface="+mn-ea"/>
                <a:cs typeface="+mn-cs"/>
              </a:rPr>
              <a:t>Cal Newport emphasizes that this mental model is completely wrong. We mistake the height of a skill for a fixed cognitive boundary.</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Myth:</a:t>
            </a:r>
            <a:r>
              <a:rPr lang="en-US" sz="1200" kern="1200" dirty="0">
                <a:solidFill>
                  <a:schemeClr val="tx1"/>
                </a:solidFill>
                <a:effectLst/>
                <a:latin typeface="+mn-lt"/>
                <a:ea typeface="+mn-ea"/>
                <a:cs typeface="+mn-cs"/>
              </a:rPr>
              <a:t> Cognitive capacity acts as a strict ceiling on subject difficulty. </a:t>
            </a:r>
          </a:p>
          <a:p>
            <a:r>
              <a:rPr lang="en-US" sz="1200" b="1" kern="1200" dirty="0">
                <a:solidFill>
                  <a:schemeClr val="tx1"/>
                </a:solidFill>
                <a:effectLst/>
                <a:latin typeface="+mn-lt"/>
                <a:ea typeface="+mn-ea"/>
                <a:cs typeface="+mn-cs"/>
              </a:rPr>
              <a:t>The Flaw:</a:t>
            </a:r>
            <a:r>
              <a:rPr lang="en-US" sz="1200" kern="1200" dirty="0">
                <a:solidFill>
                  <a:schemeClr val="tx1"/>
                </a:solidFill>
                <a:effectLst/>
                <a:latin typeface="+mn-lt"/>
                <a:ea typeface="+mn-ea"/>
                <a:cs typeface="+mn-cs"/>
              </a:rPr>
              <a:t> Assuming someone who understands higher-level subjects simply possesses an innate 'bigger brain'.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3</a:t>
            </a:fld>
            <a:endParaRPr lang="en-US"/>
          </a:p>
        </p:txBody>
      </p:sp>
    </p:spTree>
    <p:extLst>
      <p:ext uri="{BB962C8B-B14F-4D97-AF65-F5344CB8AC3E}">
        <p14:creationId xmlns:p14="http://schemas.microsoft.com/office/powerpoint/2010/main" val="2992550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reality of how learning works. Complexity achieved is a function of time invested. </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Good News</a:t>
            </a:r>
            <a:r>
              <a:rPr lang="en-US" sz="1200" kern="1200" dirty="0">
                <a:solidFill>
                  <a:schemeClr val="tx1"/>
                </a:solidFill>
                <a:effectLst/>
                <a:latin typeface="+mn-lt"/>
                <a:ea typeface="+mn-ea"/>
                <a:cs typeface="+mn-cs"/>
              </a:rPr>
              <a:t>: Most adults are cognitively capable of learning almost anything on that hierarchy—whether it's calculus, literature, or programming.</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Bad News</a:t>
            </a:r>
            <a:r>
              <a:rPr lang="en-US" sz="1200" kern="1200" dirty="0">
                <a:solidFill>
                  <a:schemeClr val="tx1"/>
                </a:solidFill>
                <a:effectLst/>
                <a:latin typeface="+mn-lt"/>
                <a:ea typeface="+mn-ea"/>
                <a:cs typeface="+mn-cs"/>
              </a:rPr>
              <a:t>: You can learn almost anything, but you cannot learn </a:t>
            </a:r>
            <a:r>
              <a:rPr lang="en-US" sz="1200" i="1" kern="1200" dirty="0">
                <a:solidFill>
                  <a:schemeClr val="tx1"/>
                </a:solidFill>
                <a:effectLst/>
                <a:latin typeface="+mn-lt"/>
                <a:ea typeface="+mn-ea"/>
                <a:cs typeface="+mn-cs"/>
              </a:rPr>
              <a:t>everything</a:t>
            </a:r>
            <a:r>
              <a:rPr lang="en-US" sz="1200" kern="1200" dirty="0">
                <a:solidFill>
                  <a:schemeClr val="tx1"/>
                </a:solidFill>
                <a:effectLst/>
                <a:latin typeface="+mn-lt"/>
                <a:ea typeface="+mn-ea"/>
                <a:cs typeface="+mn-cs"/>
              </a:rPr>
              <a:t>. Because master-level skill takes substantial time, and time is finite, you must choose your pursuits carefully.</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Primary Variable:</a:t>
            </a:r>
            <a:r>
              <a:rPr lang="en-US" sz="1200" kern="1200" dirty="0">
                <a:solidFill>
                  <a:schemeClr val="tx1"/>
                </a:solidFill>
                <a:effectLst/>
                <a:latin typeface="+mn-lt"/>
                <a:ea typeface="+mn-ea"/>
                <a:cs typeface="+mn-cs"/>
              </a:rPr>
              <a:t> Time spent in structured learning, not innate genius. </a:t>
            </a:r>
          </a:p>
          <a:p>
            <a:r>
              <a:rPr lang="en-US" sz="1200" b="1" kern="1200" dirty="0">
                <a:solidFill>
                  <a:schemeClr val="tx1"/>
                </a:solidFill>
                <a:effectLst/>
                <a:latin typeface="+mn-lt"/>
                <a:ea typeface="+mn-ea"/>
                <a:cs typeface="+mn-cs"/>
              </a:rPr>
              <a:t>Illusion of Genius:</a:t>
            </a:r>
            <a:r>
              <a:rPr lang="en-US" sz="1200" kern="1200" dirty="0">
                <a:solidFill>
                  <a:schemeClr val="tx1"/>
                </a:solidFill>
                <a:effectLst/>
                <a:latin typeface="+mn-lt"/>
                <a:ea typeface="+mn-ea"/>
                <a:cs typeface="+mn-cs"/>
              </a:rPr>
              <a:t> We mistake long periods of invisible time investment for sudden innate talent.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4</a:t>
            </a:fld>
            <a:endParaRPr lang="en-US"/>
          </a:p>
        </p:txBody>
      </p:sp>
    </p:spTree>
    <p:extLst>
      <p:ext uri="{BB962C8B-B14F-4D97-AF65-F5344CB8AC3E}">
        <p14:creationId xmlns:p14="http://schemas.microsoft.com/office/powerpoint/2010/main" val="3493034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people actually reach expert knowledge? Through the Stair-Step Model.</a:t>
            </a:r>
          </a:p>
          <a:p>
            <a:r>
              <a:rPr lang="en-US" sz="1200" kern="1200" dirty="0">
                <a:solidFill>
                  <a:schemeClr val="tx1"/>
                </a:solidFill>
                <a:effectLst/>
                <a:latin typeface="+mn-lt"/>
                <a:ea typeface="+mn-ea"/>
                <a:cs typeface="+mn-cs"/>
              </a:rPr>
              <a:t>Your brain cannot make giant leaps from zero knowledge straight to expert level. At any point, your brain can only make small, localized steps from your current level to the immediate next step.</a:t>
            </a:r>
          </a:p>
          <a:p>
            <a:r>
              <a:rPr lang="en-US" sz="1200" kern="1200" dirty="0">
                <a:solidFill>
                  <a:schemeClr val="tx1"/>
                </a:solidFill>
                <a:effectLst/>
                <a:latin typeface="+mn-lt"/>
                <a:ea typeface="+mn-ea"/>
                <a:cs typeface="+mn-cs"/>
              </a:rPr>
              <a:t>Expertise is simply the patient accumulation of dozens of these small stair steps over months and years.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Localized Leaps:</a:t>
            </a:r>
            <a:r>
              <a:rPr lang="en-US" sz="1200" kern="1200" dirty="0">
                <a:solidFill>
                  <a:schemeClr val="tx1"/>
                </a:solidFill>
                <a:effectLst/>
                <a:latin typeface="+mn-lt"/>
                <a:ea typeface="+mn-ea"/>
                <a:cs typeface="+mn-cs"/>
              </a:rPr>
              <a:t> Progress happens strictly one step at a time. </a:t>
            </a:r>
          </a:p>
          <a:p>
            <a:r>
              <a:rPr lang="en-US" sz="1200" b="1" kern="1200" dirty="0">
                <a:solidFill>
                  <a:schemeClr val="tx1"/>
                </a:solidFill>
                <a:effectLst/>
                <a:latin typeface="+mn-lt"/>
                <a:ea typeface="+mn-ea"/>
                <a:cs typeface="+mn-cs"/>
              </a:rPr>
              <a:t>Accumulation:</a:t>
            </a:r>
            <a:r>
              <a:rPr lang="en-US" sz="1200" kern="1200" dirty="0">
                <a:solidFill>
                  <a:schemeClr val="tx1"/>
                </a:solidFill>
                <a:effectLst/>
                <a:latin typeface="+mn-lt"/>
                <a:ea typeface="+mn-ea"/>
                <a:cs typeface="+mn-cs"/>
              </a:rPr>
              <a:t> Long-term mastery is built on structured consistency.</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5</a:t>
            </a:fld>
            <a:endParaRPr lang="en-US"/>
          </a:p>
        </p:txBody>
      </p:sp>
    </p:spTree>
    <p:extLst>
      <p:ext uri="{BB962C8B-B14F-4D97-AF65-F5344CB8AC3E}">
        <p14:creationId xmlns:p14="http://schemas.microsoft.com/office/powerpoint/2010/main" val="417178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climb a step, you must engage in deliberate practice. This requires pushing into the </a:t>
            </a:r>
            <a:r>
              <a:rPr lang="en-US" sz="1200" b="1" kern="1200" dirty="0">
                <a:solidFill>
                  <a:schemeClr val="tx1"/>
                </a:solidFill>
                <a:effectLst/>
                <a:latin typeface="+mn-lt"/>
                <a:ea typeface="+mn-ea"/>
                <a:cs typeface="+mn-cs"/>
              </a:rPr>
              <a:t>Strain Zone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If a task is too easy (trivial), you aren't stretching your brain, and no growth happens.</a:t>
            </a:r>
          </a:p>
          <a:p>
            <a:r>
              <a:rPr lang="en-US" sz="1200" kern="1200" dirty="0">
                <a:solidFill>
                  <a:schemeClr val="tx1"/>
                </a:solidFill>
                <a:effectLst/>
                <a:latin typeface="+mn-lt"/>
                <a:ea typeface="+mn-ea"/>
                <a:cs typeface="+mn-cs"/>
              </a:rPr>
              <a:t>If a task is too hard (impossible), you will bounce off it in frustration.</a:t>
            </a:r>
          </a:p>
          <a:p>
            <a:r>
              <a:rPr lang="en-US" sz="1200" kern="1200" dirty="0">
                <a:solidFill>
                  <a:schemeClr val="tx1"/>
                </a:solidFill>
                <a:effectLst/>
                <a:latin typeface="+mn-lt"/>
                <a:ea typeface="+mn-ea"/>
                <a:cs typeface="+mn-cs"/>
              </a:rPr>
              <a:t>Effective learning happens exclusively in the middle: tasks that are </a:t>
            </a:r>
            <a:r>
              <a:rPr lang="en-US" sz="1200" b="1" kern="1200" dirty="0">
                <a:solidFill>
                  <a:schemeClr val="tx1"/>
                </a:solidFill>
                <a:effectLst/>
                <a:latin typeface="+mn-lt"/>
                <a:ea typeface="+mn-ea"/>
                <a:cs typeface="+mn-cs"/>
              </a:rPr>
              <a:t>tractable but NOT trivial</a:t>
            </a:r>
            <a:r>
              <a:rPr lang="en-US" sz="1200" kern="1200" dirty="0">
                <a:solidFill>
                  <a:schemeClr val="tx1"/>
                </a:solidFill>
                <a:effectLst/>
                <a:latin typeface="+mn-lt"/>
                <a:ea typeface="+mn-ea"/>
                <a:cs typeface="+mn-cs"/>
              </a:rPr>
              <a:t>—challenging enough to create uncomfortable cognitive strain, but structured enough to accomplish.</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Strain Requirement:</a:t>
            </a:r>
            <a:r>
              <a:rPr lang="en-US" sz="1200" kern="1200" dirty="0">
                <a:solidFill>
                  <a:schemeClr val="tx1"/>
                </a:solidFill>
                <a:effectLst/>
                <a:latin typeface="+mn-lt"/>
                <a:ea typeface="+mn-ea"/>
                <a:cs typeface="+mn-cs"/>
              </a:rPr>
              <a:t> Growth requires deliberate discomfort outside the comfort zone. </a:t>
            </a:r>
          </a:p>
          <a:p>
            <a:r>
              <a:rPr lang="en-US" sz="1200" b="1" kern="1200" dirty="0">
                <a:solidFill>
                  <a:schemeClr val="tx1"/>
                </a:solidFill>
                <a:effectLst/>
                <a:latin typeface="+mn-lt"/>
                <a:ea typeface="+mn-ea"/>
                <a:cs typeface="+mn-cs"/>
              </a:rPr>
              <a:t>Target Range:</a:t>
            </a:r>
            <a:r>
              <a:rPr lang="en-US" sz="1200" kern="1200" dirty="0">
                <a:solidFill>
                  <a:schemeClr val="tx1"/>
                </a:solidFill>
                <a:effectLst/>
                <a:latin typeface="+mn-lt"/>
                <a:ea typeface="+mn-ea"/>
                <a:cs typeface="+mn-cs"/>
              </a:rPr>
              <a:t> Exercises must be tractable (achievable) yet non-trivial (stretching).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6</a:t>
            </a:fld>
            <a:endParaRPr lang="en-US"/>
          </a:p>
        </p:txBody>
      </p:sp>
    </p:spTree>
    <p:extLst>
      <p:ext uri="{BB962C8B-B14F-4D97-AF65-F5344CB8AC3E}">
        <p14:creationId xmlns:p14="http://schemas.microsoft.com/office/powerpoint/2010/main" val="2664275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don't need to construct this staircase entirely from scratch.</a:t>
            </a:r>
          </a:p>
          <a:p>
            <a:r>
              <a:rPr lang="en-US" sz="1200" kern="1200" dirty="0">
                <a:solidFill>
                  <a:schemeClr val="tx1"/>
                </a:solidFill>
                <a:effectLst/>
                <a:latin typeface="+mn-lt"/>
                <a:ea typeface="+mn-ea"/>
                <a:cs typeface="+mn-cs"/>
              </a:rPr>
              <a:t>The primary role of experts—whether teachers, curated books, or formal courses—is to design the exact exercises that land you in that optimal Strain Zone.</a:t>
            </a:r>
          </a:p>
          <a:p>
            <a:r>
              <a:rPr lang="en-US" sz="1200" kern="1200" dirty="0">
                <a:solidFill>
                  <a:schemeClr val="tx1"/>
                </a:solidFill>
                <a:effectLst/>
                <a:latin typeface="+mn-lt"/>
                <a:ea typeface="+mn-ea"/>
                <a:cs typeface="+mn-cs"/>
              </a:rPr>
              <a:t>Experts know what step comes next so you don't waste energy attempting impossible leaps or idling in trivial exercises.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External Guidance:</a:t>
            </a:r>
            <a:r>
              <a:rPr lang="en-US" sz="1200" kern="1200" dirty="0">
                <a:solidFill>
                  <a:schemeClr val="tx1"/>
                </a:solidFill>
                <a:effectLst/>
                <a:latin typeface="+mn-lt"/>
                <a:ea typeface="+mn-ea"/>
                <a:cs typeface="+mn-cs"/>
              </a:rPr>
              <a:t> Expert materials shorten the feedback loop. </a:t>
            </a:r>
          </a:p>
          <a:p>
            <a:r>
              <a:rPr lang="en-US" sz="1200" b="1" kern="1200" dirty="0">
                <a:solidFill>
                  <a:schemeClr val="tx1"/>
                </a:solidFill>
                <a:effectLst/>
                <a:latin typeface="+mn-lt"/>
                <a:ea typeface="+mn-ea"/>
                <a:cs typeface="+mn-cs"/>
              </a:rPr>
              <a:t>Curriculum Design:</a:t>
            </a:r>
            <a:r>
              <a:rPr lang="en-US" sz="1200" kern="1200" dirty="0">
                <a:solidFill>
                  <a:schemeClr val="tx1"/>
                </a:solidFill>
                <a:effectLst/>
                <a:latin typeface="+mn-lt"/>
                <a:ea typeface="+mn-ea"/>
                <a:cs typeface="+mn-cs"/>
              </a:rPr>
              <a:t> Experts prevent premature leaps and ensure proper pacing.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7</a:t>
            </a:fld>
            <a:endParaRPr lang="en-US"/>
          </a:p>
        </p:txBody>
      </p:sp>
    </p:spTree>
    <p:extLst>
      <p:ext uri="{BB962C8B-B14F-4D97-AF65-F5344CB8AC3E}">
        <p14:creationId xmlns:p14="http://schemas.microsoft.com/office/powerpoint/2010/main" val="719297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 at the case study on this slide: a 15-year-old student trying to code 8 hours a day to launch an app in 3 months.</a:t>
            </a:r>
          </a:p>
          <a:p>
            <a:r>
              <a:rPr lang="en-US" sz="1200" kern="1200" dirty="0">
                <a:solidFill>
                  <a:schemeClr val="tx1"/>
                </a:solidFill>
                <a:effectLst/>
                <a:latin typeface="+mn-lt"/>
                <a:ea typeface="+mn-ea"/>
                <a:cs typeface="+mn-cs"/>
              </a:rPr>
              <a:t>Cal Newport points out that young people often absorb this model from video games, where mastery happens in a 1-to-3-month feedback cycle. </a:t>
            </a:r>
          </a:p>
          <a:p>
            <a:r>
              <a:rPr lang="en-US" sz="1200" kern="1200" dirty="0">
                <a:solidFill>
                  <a:schemeClr val="tx1"/>
                </a:solidFill>
                <a:effectLst/>
                <a:latin typeface="+mn-lt"/>
                <a:ea typeface="+mn-ea"/>
                <a:cs typeface="+mn-cs"/>
              </a:rPr>
              <a:t>In real life, this leads to the </a:t>
            </a:r>
            <a:r>
              <a:rPr lang="en-US" sz="1200" b="1" kern="1200" dirty="0">
                <a:solidFill>
                  <a:schemeClr val="tx1"/>
                </a:solidFill>
                <a:effectLst/>
                <a:latin typeface="+mn-lt"/>
                <a:ea typeface="+mn-ea"/>
                <a:cs typeface="+mn-cs"/>
              </a:rPr>
              <a:t>Burnout Sprint</a:t>
            </a:r>
            <a:r>
              <a:rPr lang="en-US" sz="1200" kern="1200" dirty="0">
                <a:solidFill>
                  <a:schemeClr val="tx1"/>
                </a:solidFill>
                <a:effectLst/>
                <a:latin typeface="+mn-lt"/>
                <a:ea typeface="+mn-ea"/>
                <a:cs typeface="+mn-cs"/>
              </a:rPr>
              <a:t>—a rapid burst followed by complete collapse.</a:t>
            </a:r>
          </a:p>
          <a:p>
            <a:r>
              <a:rPr lang="en-US" sz="1200" kern="1200" dirty="0">
                <a:solidFill>
                  <a:schemeClr val="tx1"/>
                </a:solidFill>
                <a:effectLst/>
                <a:latin typeface="+mn-lt"/>
                <a:ea typeface="+mn-ea"/>
                <a:cs typeface="+mn-cs"/>
              </a:rPr>
              <a:t>The solution is </a:t>
            </a:r>
            <a:r>
              <a:rPr lang="en-US" sz="1200" b="1" kern="1200" dirty="0">
                <a:solidFill>
                  <a:schemeClr val="tx1"/>
                </a:solidFill>
                <a:effectLst/>
                <a:latin typeface="+mn-lt"/>
                <a:ea typeface="+mn-ea"/>
                <a:cs typeface="+mn-cs"/>
              </a:rPr>
              <a:t>Slow Productivity</a:t>
            </a:r>
            <a:r>
              <a:rPr lang="en-US" sz="1200" kern="1200" dirty="0">
                <a:solidFill>
                  <a:schemeClr val="tx1"/>
                </a:solidFill>
                <a:effectLst/>
                <a:latin typeface="+mn-lt"/>
                <a:ea typeface="+mn-ea"/>
                <a:cs typeface="+mn-cs"/>
              </a:rPr>
              <a:t>: take longer and vary your pace. Alternating deep strain with refractory recovery over a 2-year horizon builds far more sustainable skill than temporary bursts.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Video-game mental models trick us into expecting fast mastery. </a:t>
            </a:r>
          </a:p>
          <a:p>
            <a:r>
              <a:rPr lang="en-US" sz="1200" b="1" kern="1200" dirty="0">
                <a:solidFill>
                  <a:schemeClr val="tx1"/>
                </a:solidFill>
                <a:effectLst/>
                <a:latin typeface="+mn-lt"/>
                <a:ea typeface="+mn-ea"/>
                <a:cs typeface="+mn-cs"/>
              </a:rPr>
              <a:t>Slow Productivity Principle:</a:t>
            </a:r>
            <a:r>
              <a:rPr lang="en-US" sz="1200" kern="1200" dirty="0">
                <a:solidFill>
                  <a:schemeClr val="tx1"/>
                </a:solidFill>
                <a:effectLst/>
                <a:latin typeface="+mn-lt"/>
                <a:ea typeface="+mn-ea"/>
                <a:cs typeface="+mn-cs"/>
              </a:rPr>
              <a:t> Shift timelines from weeks to multi-year horizons. </a:t>
            </a:r>
          </a:p>
          <a:p>
            <a:r>
              <a:rPr lang="en-US" sz="1200" b="1" kern="1200" dirty="0">
                <a:solidFill>
                  <a:schemeClr val="tx1"/>
                </a:solidFill>
                <a:effectLst/>
                <a:latin typeface="+mn-lt"/>
                <a:ea typeface="+mn-ea"/>
                <a:cs typeface="+mn-cs"/>
              </a:rPr>
              <a:t>Seasonal Pacing:</a:t>
            </a:r>
            <a:r>
              <a:rPr lang="en-US" sz="1200" kern="1200" dirty="0">
                <a:solidFill>
                  <a:schemeClr val="tx1"/>
                </a:solidFill>
                <a:effectLst/>
                <a:latin typeface="+mn-lt"/>
                <a:ea typeface="+mn-ea"/>
                <a:cs typeface="+mn-cs"/>
              </a:rPr>
              <a:t> Combine intense strain periods with intentional recovery phases.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8</a:t>
            </a:fld>
            <a:endParaRPr lang="en-US"/>
          </a:p>
        </p:txBody>
      </p:sp>
    </p:spTree>
    <p:extLst>
      <p:ext uri="{BB962C8B-B14F-4D97-AF65-F5344CB8AC3E}">
        <p14:creationId xmlns:p14="http://schemas.microsoft.com/office/powerpoint/2010/main" val="1487980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learn hard things while managing modern life, you must practice </a:t>
            </a:r>
            <a:r>
              <a:rPr lang="en-US" sz="1200" b="1" kern="1200" dirty="0">
                <a:solidFill>
                  <a:schemeClr val="tx1"/>
                </a:solidFill>
                <a:effectLst/>
                <a:latin typeface="+mn-lt"/>
                <a:ea typeface="+mn-ea"/>
                <a:cs typeface="+mn-cs"/>
              </a:rPr>
              <a:t>Cognitive Offloading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Your brain’s working memory is extremely limited. Trying to store daily tasks, long-term visions, and active ideas inside your own head creates constant noise.</a:t>
            </a:r>
          </a:p>
          <a:p>
            <a:r>
              <a:rPr lang="en-US" sz="1200" kern="1200" dirty="0">
                <a:solidFill>
                  <a:schemeClr val="tx1"/>
                </a:solidFill>
                <a:effectLst/>
                <a:latin typeface="+mn-lt"/>
                <a:ea typeface="+mn-ea"/>
                <a:cs typeface="+mn-cs"/>
              </a:rPr>
              <a:t>Rule number one of system design: Don't mix a 20-year vision with your weekly grocery list.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Cognitive Load:</a:t>
            </a:r>
            <a:r>
              <a:rPr lang="en-US" sz="1200" kern="1200" dirty="0">
                <a:solidFill>
                  <a:schemeClr val="tx1"/>
                </a:solidFill>
                <a:effectLst/>
                <a:latin typeface="+mn-lt"/>
                <a:ea typeface="+mn-ea"/>
                <a:cs typeface="+mn-cs"/>
              </a:rPr>
              <a:t> Keep brain capacity free for deep learning, not administrative tracking. </a:t>
            </a:r>
          </a:p>
          <a:p>
            <a:r>
              <a:rPr lang="en-US" sz="1200" b="1" kern="1200" dirty="0">
                <a:solidFill>
                  <a:schemeClr val="tx1"/>
                </a:solidFill>
                <a:effectLst/>
                <a:latin typeface="+mn-lt"/>
                <a:ea typeface="+mn-ea"/>
                <a:cs typeface="+mn-cs"/>
              </a:rPr>
              <a:t>Separation:</a:t>
            </a:r>
            <a:r>
              <a:rPr lang="en-US" sz="1200" kern="1200" dirty="0">
                <a:solidFill>
                  <a:schemeClr val="tx1"/>
                </a:solidFill>
                <a:effectLst/>
                <a:latin typeface="+mn-lt"/>
                <a:ea typeface="+mn-ea"/>
                <a:cs typeface="+mn-cs"/>
              </a:rPr>
              <a:t> Isolate temporary notes, active obligations, and long-term ideas.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9</a:t>
            </a:fld>
            <a:endParaRPr lang="en-US"/>
          </a:p>
        </p:txBody>
      </p:sp>
    </p:spTree>
    <p:extLst>
      <p:ext uri="{BB962C8B-B14F-4D97-AF65-F5344CB8AC3E}">
        <p14:creationId xmlns:p14="http://schemas.microsoft.com/office/powerpoint/2010/main" val="2754692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Cal Newport's concrete 3-tier matrix for managing information:</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Working Memory Extender</a:t>
            </a:r>
            <a:r>
              <a:rPr lang="en-US" sz="1200" kern="1200" dirty="0">
                <a:solidFill>
                  <a:schemeClr val="tx1"/>
                </a:solidFill>
                <a:effectLst/>
                <a:latin typeface="+mn-lt"/>
                <a:ea typeface="+mn-ea"/>
                <a:cs typeface="+mn-cs"/>
              </a:rPr>
              <a:t>: A simple plain text file on your desktop. It holds temporary notes during meetings or task switching and resets every 10–15 minutes.</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Obligation Tracker</a:t>
            </a:r>
            <a:r>
              <a:rPr lang="en-US" sz="1200" kern="1200" dirty="0">
                <a:solidFill>
                  <a:schemeClr val="tx1"/>
                </a:solidFill>
                <a:effectLst/>
                <a:latin typeface="+mn-lt"/>
                <a:ea typeface="+mn-ea"/>
                <a:cs typeface="+mn-cs"/>
              </a:rPr>
              <a:t>: Systems like Trello or task lists used for daily referencing—one board per role, one card per task.</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Idea Capture</a:t>
            </a:r>
            <a:r>
              <a:rPr lang="en-US" sz="1200" kern="1200" dirty="0">
                <a:solidFill>
                  <a:schemeClr val="tx1"/>
                </a:solidFill>
                <a:effectLst/>
                <a:latin typeface="+mn-lt"/>
                <a:ea typeface="+mn-ea"/>
                <a:cs typeface="+mn-cs"/>
              </a:rPr>
              <a:t>: Long-term synthesis notebooks (like a Remarkable 2 or digital journal) reviewed periodically over months for reflections and big vision.</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Tiered Refresh Rates:</a:t>
            </a:r>
            <a:r>
              <a:rPr lang="en-US" sz="1200" kern="1200" dirty="0">
                <a:solidFill>
                  <a:schemeClr val="tx1"/>
                </a:solidFill>
                <a:effectLst/>
                <a:latin typeface="+mn-lt"/>
                <a:ea typeface="+mn-ea"/>
                <a:cs typeface="+mn-cs"/>
              </a:rPr>
              <a:t> Match tool retention times to task frequency. </a:t>
            </a:r>
          </a:p>
          <a:p>
            <a:r>
              <a:rPr lang="en-US" sz="1200" b="1" kern="1200" dirty="0">
                <a:solidFill>
                  <a:schemeClr val="tx1"/>
                </a:solidFill>
                <a:effectLst/>
                <a:latin typeface="+mn-lt"/>
                <a:ea typeface="+mn-ea"/>
                <a:cs typeface="+mn-cs"/>
              </a:rPr>
              <a:t>Simplicity:</a:t>
            </a:r>
            <a:r>
              <a:rPr lang="en-US" sz="1200" kern="1200" dirty="0">
                <a:solidFill>
                  <a:schemeClr val="tx1"/>
                </a:solidFill>
                <a:effectLst/>
                <a:latin typeface="+mn-lt"/>
                <a:ea typeface="+mn-ea"/>
                <a:cs typeface="+mn-cs"/>
              </a:rPr>
              <a:t> Focus on functional capture rather than overly complex note setups.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10</a:t>
            </a:fld>
            <a:endParaRPr lang="en-US"/>
          </a:p>
        </p:txBody>
      </p:sp>
    </p:spTree>
    <p:extLst>
      <p:ext uri="{BB962C8B-B14F-4D97-AF65-F5344CB8AC3E}">
        <p14:creationId xmlns:p14="http://schemas.microsoft.com/office/powerpoint/2010/main" val="4264745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do you find time for these multi-year stair-step pursuits? By implementing the </a:t>
            </a:r>
            <a:r>
              <a:rPr lang="en-US" sz="1200" b="1" kern="1200" dirty="0">
                <a:solidFill>
                  <a:schemeClr val="tx1"/>
                </a:solidFill>
                <a:effectLst/>
                <a:latin typeface="+mn-lt"/>
                <a:ea typeface="+mn-ea"/>
                <a:cs typeface="+mn-cs"/>
              </a:rPr>
              <a:t>Phone Foyer Method.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enter your home, plug your phone into a station in the foyer or kitchen.</a:t>
            </a:r>
          </a:p>
          <a:p>
            <a:r>
              <a:rPr lang="en-US" sz="1200" kern="1200" dirty="0">
                <a:solidFill>
                  <a:schemeClr val="tx1"/>
                </a:solidFill>
                <a:effectLst/>
                <a:latin typeface="+mn-lt"/>
                <a:ea typeface="+mn-ea"/>
                <a:cs typeface="+mn-cs"/>
              </a:rPr>
              <a:t>It stays there as the default. It does not go to the couch, the dinner table, or the workspace.</a:t>
            </a:r>
          </a:p>
          <a:p>
            <a:r>
              <a:rPr lang="en-US" sz="1200" kern="1200" dirty="0">
                <a:solidFill>
                  <a:schemeClr val="tx1"/>
                </a:solidFill>
                <a:effectLst/>
                <a:latin typeface="+mn-lt"/>
                <a:ea typeface="+mn-ea"/>
                <a:cs typeface="+mn-cs"/>
              </a:rPr>
              <a:t>By physically separating yourself from cheap dopamine, your brain becomes under-stimulated and naturally seeks out deeper, structured learning tasks.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Environmental Design:</a:t>
            </a:r>
            <a:r>
              <a:rPr lang="en-US" sz="1200" kern="1200" dirty="0">
                <a:solidFill>
                  <a:schemeClr val="tx1"/>
                </a:solidFill>
                <a:effectLst/>
                <a:latin typeface="+mn-lt"/>
                <a:ea typeface="+mn-ea"/>
                <a:cs typeface="+mn-cs"/>
              </a:rPr>
              <a:t> Physical separation reduces reliance on willpower. </a:t>
            </a:r>
          </a:p>
          <a:p>
            <a:r>
              <a:rPr lang="en-US" sz="1200" b="1" kern="1200" dirty="0">
                <a:solidFill>
                  <a:schemeClr val="tx1"/>
                </a:solidFill>
                <a:effectLst/>
                <a:latin typeface="+mn-lt"/>
                <a:ea typeface="+mn-ea"/>
                <a:cs typeface="+mn-cs"/>
              </a:rPr>
              <a:t>Boredom as Leverage:</a:t>
            </a:r>
            <a:r>
              <a:rPr lang="en-US" sz="1200" kern="1200" dirty="0">
                <a:solidFill>
                  <a:schemeClr val="tx1"/>
                </a:solidFill>
                <a:effectLst/>
                <a:latin typeface="+mn-lt"/>
                <a:ea typeface="+mn-ea"/>
                <a:cs typeface="+mn-cs"/>
              </a:rPr>
              <a:t> Reclaim free brain zones to spark engagement in hard skills.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11</a:t>
            </a:fld>
            <a:endParaRPr lang="en-US"/>
          </a:p>
        </p:txBody>
      </p:sp>
    </p:spTree>
    <p:extLst>
      <p:ext uri="{BB962C8B-B14F-4D97-AF65-F5344CB8AC3E}">
        <p14:creationId xmlns:p14="http://schemas.microsoft.com/office/powerpoint/2010/main" val="4034252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Since time is finite, how do you select which mountains to climb?</a:t>
            </a:r>
          </a:p>
          <a:p>
            <a:r>
              <a:rPr lang="en-US" sz="1200" b="1" kern="1200" dirty="0">
                <a:solidFill>
                  <a:schemeClr val="tx1"/>
                </a:solidFill>
                <a:effectLst/>
                <a:latin typeface="+mn-lt"/>
                <a:ea typeface="+mn-ea"/>
                <a:cs typeface="+mn-cs"/>
              </a:rPr>
              <a:t>Professionally</a:t>
            </a:r>
            <a:r>
              <a:rPr lang="en-US" sz="1200" kern="1200" dirty="0">
                <a:solidFill>
                  <a:schemeClr val="tx1"/>
                </a:solidFill>
                <a:effectLst/>
                <a:latin typeface="+mn-lt"/>
                <a:ea typeface="+mn-ea"/>
                <a:cs typeface="+mn-cs"/>
              </a:rPr>
              <a:t>: Look at high performers ahead of you. Target rare, complex skills that yield direct leverage—such as specialized data architecture, 3D modeling, or advanced statistical methods </a:t>
            </a:r>
          </a:p>
          <a:p>
            <a:r>
              <a:rPr lang="en-US" sz="1200" b="1" kern="1200" dirty="0">
                <a:solidFill>
                  <a:schemeClr val="tx1"/>
                </a:solidFill>
                <a:effectLst/>
                <a:latin typeface="+mn-lt"/>
                <a:ea typeface="+mn-ea"/>
                <a:cs typeface="+mn-cs"/>
              </a:rPr>
              <a:t>Personally</a:t>
            </a:r>
            <a:r>
              <a:rPr lang="en-US" sz="1200" kern="1200" dirty="0">
                <a:solidFill>
                  <a:schemeClr val="tx1"/>
                </a:solidFill>
                <a:effectLst/>
                <a:latin typeface="+mn-lt"/>
                <a:ea typeface="+mn-ea"/>
                <a:cs typeface="+mn-cs"/>
              </a:rPr>
              <a:t>: Pick one deep area of connoisseurship—like sommelier training, film criticism, or serious music theory—rather than passive entertainment.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Evidence-Based Selection:</a:t>
            </a:r>
            <a:r>
              <a:rPr lang="en-US" sz="1200" kern="1200" dirty="0">
                <a:solidFill>
                  <a:schemeClr val="tx1"/>
                </a:solidFill>
                <a:effectLst/>
                <a:latin typeface="+mn-lt"/>
                <a:ea typeface="+mn-ea"/>
                <a:cs typeface="+mn-cs"/>
              </a:rPr>
              <a:t> Study industry leaders to identify impactful skills. </a:t>
            </a:r>
          </a:p>
          <a:p>
            <a:r>
              <a:rPr lang="en-US" sz="1200" b="1" kern="1200" dirty="0">
                <a:solidFill>
                  <a:schemeClr val="tx1"/>
                </a:solidFill>
                <a:effectLst/>
                <a:latin typeface="+mn-lt"/>
                <a:ea typeface="+mn-ea"/>
                <a:cs typeface="+mn-cs"/>
              </a:rPr>
              <a:t>Depth Over Breadth:</a:t>
            </a:r>
            <a:r>
              <a:rPr lang="en-US" sz="1200" kern="1200" dirty="0">
                <a:solidFill>
                  <a:schemeClr val="tx1"/>
                </a:solidFill>
                <a:effectLst/>
                <a:latin typeface="+mn-lt"/>
                <a:ea typeface="+mn-ea"/>
                <a:cs typeface="+mn-cs"/>
              </a:rPr>
              <a:t> Build true connoisseurship instead of superficial interest.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12</a:t>
            </a:fld>
            <a:endParaRPr lang="en-US"/>
          </a:p>
        </p:txBody>
      </p:sp>
    </p:spTree>
    <p:extLst>
      <p:ext uri="{BB962C8B-B14F-4D97-AF65-F5344CB8AC3E}">
        <p14:creationId xmlns:p14="http://schemas.microsoft.com/office/powerpoint/2010/main" val="3702951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diagram displays the full </a:t>
            </a:r>
            <a:r>
              <a:rPr lang="en-US" sz="1200" b="1" kern="1200" dirty="0">
                <a:solidFill>
                  <a:schemeClr val="tx1"/>
                </a:solidFill>
                <a:effectLst/>
                <a:latin typeface="+mn-lt"/>
                <a:ea typeface="+mn-ea"/>
                <a:cs typeface="+mn-cs"/>
              </a:rPr>
              <a:t>Mastery Operating System</a:t>
            </a:r>
            <a:r>
              <a:rPr lang="en-US" sz="1200" kern="1200" dirty="0">
                <a:solidFill>
                  <a:schemeClr val="tx1"/>
                </a:solidFill>
                <a:effectLst/>
                <a:latin typeface="+mn-lt"/>
                <a:ea typeface="+mn-ea"/>
                <a:cs typeface="+mn-cs"/>
              </a:rPr>
              <a:t> working together: </a:t>
            </a:r>
          </a:p>
          <a:p>
            <a:r>
              <a:rPr lang="en-US" sz="1200" b="1" kern="1200" dirty="0">
                <a:solidFill>
                  <a:schemeClr val="tx1"/>
                </a:solidFill>
                <a:effectLst/>
                <a:latin typeface="+mn-lt"/>
                <a:ea typeface="+mn-ea"/>
                <a:cs typeface="+mn-cs"/>
              </a:rPr>
              <a:t>Input</a:t>
            </a:r>
            <a:r>
              <a:rPr lang="en-US" sz="1200" kern="1200" dirty="0">
                <a:solidFill>
                  <a:schemeClr val="tx1"/>
                </a:solidFill>
                <a:effectLst/>
                <a:latin typeface="+mn-lt"/>
                <a:ea typeface="+mn-ea"/>
                <a:cs typeface="+mn-cs"/>
              </a:rPr>
              <a:t>: Reclaimed time via environmental rules like the Phone Foyer Method. </a:t>
            </a:r>
          </a:p>
          <a:p>
            <a:r>
              <a:rPr lang="en-US" sz="1200" b="1" kern="1200" dirty="0">
                <a:solidFill>
                  <a:schemeClr val="tx1"/>
                </a:solidFill>
                <a:effectLst/>
                <a:latin typeface="+mn-lt"/>
                <a:ea typeface="+mn-ea"/>
                <a:cs typeface="+mn-cs"/>
              </a:rPr>
              <a:t>Engine</a:t>
            </a:r>
            <a:r>
              <a:rPr lang="en-US" sz="1200" kern="1200" dirty="0">
                <a:solidFill>
                  <a:schemeClr val="tx1"/>
                </a:solidFill>
                <a:effectLst/>
                <a:latin typeface="+mn-lt"/>
                <a:ea typeface="+mn-ea"/>
                <a:cs typeface="+mn-cs"/>
              </a:rPr>
              <a:t>: Slow Productivity pacing to prevent burnout over long multi-year horizons. </a:t>
            </a:r>
          </a:p>
          <a:p>
            <a:r>
              <a:rPr lang="en-US" sz="1200" b="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Deliberate practice steps focused on the Strain Zone. </a:t>
            </a:r>
          </a:p>
          <a:p>
            <a:r>
              <a:rPr lang="en-US" sz="1200" b="1" kern="1200" dirty="0">
                <a:solidFill>
                  <a:schemeClr val="tx1"/>
                </a:solidFill>
                <a:effectLst/>
                <a:latin typeface="+mn-lt"/>
                <a:ea typeface="+mn-ea"/>
                <a:cs typeface="+mn-cs"/>
              </a:rPr>
              <a:t>Infrastructure</a:t>
            </a:r>
            <a:r>
              <a:rPr lang="en-US" sz="1200" kern="1200" dirty="0">
                <a:solidFill>
                  <a:schemeClr val="tx1"/>
                </a:solidFill>
                <a:effectLst/>
                <a:latin typeface="+mn-lt"/>
                <a:ea typeface="+mn-ea"/>
                <a:cs typeface="+mn-cs"/>
              </a:rPr>
              <a:t>: Cognitive offloading to keep your mind focused on execution. </a:t>
            </a:r>
          </a:p>
          <a:p>
            <a:r>
              <a:rPr lang="en-US" sz="1200" b="1" kern="1200" dirty="0">
                <a:solidFill>
                  <a:schemeClr val="tx1"/>
                </a:solidFill>
                <a:effectLst/>
                <a:latin typeface="+mn-lt"/>
                <a:ea typeface="+mn-ea"/>
                <a:cs typeface="+mn-cs"/>
              </a:rPr>
              <a:t>Output</a:t>
            </a:r>
            <a:r>
              <a:rPr lang="en-US" sz="1200" kern="1200" dirty="0">
                <a:solidFill>
                  <a:schemeClr val="tx1"/>
                </a:solidFill>
                <a:effectLst/>
                <a:latin typeface="+mn-lt"/>
                <a:ea typeface="+mn-ea"/>
                <a:cs typeface="+mn-cs"/>
              </a:rPr>
              <a:t>: Deeply satisfying skill mastery.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Holistic System:</a:t>
            </a:r>
            <a:r>
              <a:rPr lang="en-US" sz="1200" kern="1200" dirty="0">
                <a:solidFill>
                  <a:schemeClr val="tx1"/>
                </a:solidFill>
                <a:effectLst/>
                <a:latin typeface="+mn-lt"/>
                <a:ea typeface="+mn-ea"/>
                <a:cs typeface="+mn-cs"/>
              </a:rPr>
              <a:t> Each component feeds and supports the next. </a:t>
            </a:r>
          </a:p>
          <a:p>
            <a:r>
              <a:rPr lang="en-US" sz="1200" b="1" kern="1200" dirty="0">
                <a:solidFill>
                  <a:schemeClr val="tx1"/>
                </a:solidFill>
                <a:effectLst/>
                <a:latin typeface="+mn-lt"/>
                <a:ea typeface="+mn-ea"/>
                <a:cs typeface="+mn-cs"/>
              </a:rPr>
              <a:t>Output Focus:</a:t>
            </a:r>
            <a:r>
              <a:rPr lang="en-US" sz="1200" kern="1200" dirty="0">
                <a:solidFill>
                  <a:schemeClr val="tx1"/>
                </a:solidFill>
                <a:effectLst/>
                <a:latin typeface="+mn-lt"/>
                <a:ea typeface="+mn-ea"/>
                <a:cs typeface="+mn-cs"/>
              </a:rPr>
              <a:t> Sustainable execution yields long-term mastery</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13</a:t>
            </a:fld>
            <a:endParaRPr lang="en-US"/>
          </a:p>
        </p:txBody>
      </p:sp>
    </p:spTree>
    <p:extLst>
      <p:ext uri="{BB962C8B-B14F-4D97-AF65-F5344CB8AC3E}">
        <p14:creationId xmlns:p14="http://schemas.microsoft.com/office/powerpoint/2010/main" val="3660449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go through all this effort? Aristotle addressed this in the </a:t>
            </a:r>
            <a:r>
              <a:rPr lang="en-US" sz="1200" i="1" kern="1200" dirty="0">
                <a:solidFill>
                  <a:schemeClr val="tx1"/>
                </a:solidFill>
                <a:effectLst/>
                <a:latin typeface="+mn-lt"/>
                <a:ea typeface="+mn-ea"/>
                <a:cs typeface="+mn-cs"/>
              </a:rPr>
              <a:t>Nicomachean Ethics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Human beings are uniquely equipped to direct their minds toward abstract, challenging goals. </a:t>
            </a:r>
          </a:p>
          <a:p>
            <a:r>
              <a:rPr lang="en-US" sz="1200" kern="1200" dirty="0">
                <a:solidFill>
                  <a:schemeClr val="tx1"/>
                </a:solidFill>
                <a:effectLst/>
                <a:latin typeface="+mn-lt"/>
                <a:ea typeface="+mn-ea"/>
                <a:cs typeface="+mn-cs"/>
              </a:rPr>
              <a:t>Engaging with complex, difficult skills fulfills a core aspect of human potential. Pushing your cognitive limits is fundamental to living a deeply satisfying life.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Philosophical Grounding:</a:t>
            </a:r>
            <a:r>
              <a:rPr lang="en-US" sz="1200" kern="1200" dirty="0">
                <a:solidFill>
                  <a:schemeClr val="tx1"/>
                </a:solidFill>
                <a:effectLst/>
                <a:latin typeface="+mn-lt"/>
                <a:ea typeface="+mn-ea"/>
                <a:cs typeface="+mn-cs"/>
              </a:rPr>
              <a:t> Deep intellectual effort is essential to human flourishing. </a:t>
            </a:r>
          </a:p>
          <a:p>
            <a:r>
              <a:rPr lang="en-US" sz="1200" b="1" kern="1200" dirty="0">
                <a:solidFill>
                  <a:schemeClr val="tx1"/>
                </a:solidFill>
                <a:effectLst/>
                <a:latin typeface="+mn-lt"/>
                <a:ea typeface="+mn-ea"/>
                <a:cs typeface="+mn-cs"/>
              </a:rPr>
              <a:t>Intrinsic Reward:</a:t>
            </a:r>
            <a:r>
              <a:rPr lang="en-US" sz="1200" kern="1200" dirty="0">
                <a:solidFill>
                  <a:schemeClr val="tx1"/>
                </a:solidFill>
                <a:effectLst/>
                <a:latin typeface="+mn-lt"/>
                <a:ea typeface="+mn-ea"/>
                <a:cs typeface="+mn-cs"/>
              </a:rPr>
              <a:t> Mastery provides deep, lasting satisfaction that passive distraction cannot match’</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14</a:t>
            </a:fld>
            <a:endParaRPr lang="en-US"/>
          </a:p>
        </p:txBody>
      </p:sp>
    </p:spTree>
    <p:extLst>
      <p:ext uri="{BB962C8B-B14F-4D97-AF65-F5344CB8AC3E}">
        <p14:creationId xmlns:p14="http://schemas.microsoft.com/office/powerpoint/2010/main" val="3812163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our core model: stop viewing mastery as a test of innate IQ. </a:t>
            </a:r>
          </a:p>
          <a:p>
            <a:r>
              <a:rPr lang="en-US" sz="1200" kern="1200" dirty="0">
                <a:solidFill>
                  <a:schemeClr val="tx1"/>
                </a:solidFill>
                <a:effectLst/>
                <a:latin typeface="+mn-lt"/>
                <a:ea typeface="+mn-ea"/>
                <a:cs typeface="+mn-cs"/>
              </a:rPr>
              <a:t>Almost anyone can master high-complexity subjects. The real bottleneck is allocating finite time to a structured staircase of deliberate practice. </a:t>
            </a:r>
          </a:p>
          <a:p>
            <a:r>
              <a:rPr lang="en-US" sz="1200" kern="1200" dirty="0">
                <a:solidFill>
                  <a:schemeClr val="tx1"/>
                </a:solidFill>
                <a:effectLst/>
                <a:latin typeface="+mn-lt"/>
                <a:ea typeface="+mn-ea"/>
                <a:cs typeface="+mn-cs"/>
              </a:rPr>
              <a:t>Focus on making progress one step at a time through tractable, challenging exercises.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Core Shift:</a:t>
            </a:r>
            <a:r>
              <a:rPr lang="en-US" sz="1200" kern="1200" dirty="0">
                <a:solidFill>
                  <a:schemeClr val="tx1"/>
                </a:solidFill>
                <a:effectLst/>
                <a:latin typeface="+mn-lt"/>
                <a:ea typeface="+mn-ea"/>
                <a:cs typeface="+mn-cs"/>
              </a:rPr>
              <a:t> Replace 'I'm not smart enough' with 'I need to invest structured time'. </a:t>
            </a:r>
          </a:p>
          <a:p>
            <a:r>
              <a:rPr lang="en-US" sz="1200" b="1" kern="1200" dirty="0">
                <a:solidFill>
                  <a:schemeClr val="tx1"/>
                </a:solidFill>
                <a:effectLst/>
                <a:latin typeface="+mn-lt"/>
                <a:ea typeface="+mn-ea"/>
                <a:cs typeface="+mn-cs"/>
              </a:rPr>
              <a:t>Execution Strategy:</a:t>
            </a:r>
            <a:r>
              <a:rPr lang="en-US" sz="1200" kern="1200" dirty="0">
                <a:solidFill>
                  <a:schemeClr val="tx1"/>
                </a:solidFill>
                <a:effectLst/>
                <a:latin typeface="+mn-lt"/>
                <a:ea typeface="+mn-ea"/>
                <a:cs typeface="+mn-cs"/>
              </a:rPr>
              <a:t> Focus entirely on the immediate next step.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15</a:t>
            </a:fld>
            <a:endParaRPr lang="en-US"/>
          </a:p>
        </p:txBody>
      </p:sp>
    </p:spTree>
    <p:extLst>
      <p:ext uri="{BB962C8B-B14F-4D97-AF65-F5344CB8AC3E}">
        <p14:creationId xmlns:p14="http://schemas.microsoft.com/office/powerpoint/2010/main" val="574834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are your three immediate action steps: </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Reclaim Time</a:t>
            </a:r>
            <a:r>
              <a:rPr lang="en-US" sz="1200" kern="1200" dirty="0">
                <a:solidFill>
                  <a:schemeClr val="tx1"/>
                </a:solidFill>
                <a:effectLst/>
                <a:latin typeface="+mn-lt"/>
                <a:ea typeface="+mn-ea"/>
                <a:cs typeface="+mn-cs"/>
              </a:rPr>
              <a:t>: Put your phone in the foyer to remove easy digital distractions. </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Embrace the Strain</a:t>
            </a:r>
            <a:r>
              <a:rPr lang="en-US" sz="1200" kern="1200" dirty="0">
                <a:solidFill>
                  <a:schemeClr val="tx1"/>
                </a:solidFill>
                <a:effectLst/>
                <a:latin typeface="+mn-lt"/>
                <a:ea typeface="+mn-ea"/>
                <a:cs typeface="+mn-cs"/>
              </a:rPr>
              <a:t>: Choose a specific project and step into tasks that feel challenging rather than comfortable. </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Commit to the Long Climb</a:t>
            </a:r>
            <a:r>
              <a:rPr lang="en-US" sz="1200" kern="1200" dirty="0">
                <a:solidFill>
                  <a:schemeClr val="tx1"/>
                </a:solidFill>
                <a:effectLst/>
                <a:latin typeface="+mn-lt"/>
                <a:ea typeface="+mn-ea"/>
                <a:cs typeface="+mn-cs"/>
              </a:rPr>
              <a:t>: Shift your expectations from 30-day quick fixes to multi-year skill accumulation.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Establish clear friction around device use. </a:t>
            </a:r>
          </a:p>
          <a:p>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Engage in deliberate practice within the Strain Zone. </a:t>
            </a:r>
          </a:p>
          <a:p>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Adopt a multi-year timeline for long-term mastery. </a:t>
            </a:r>
          </a:p>
          <a:p>
            <a:endParaRPr lang="en-US" dirty="0"/>
          </a:p>
        </p:txBody>
      </p:sp>
      <p:sp>
        <p:nvSpPr>
          <p:cNvPr id="4" name="Slide Number Placeholder 3"/>
          <p:cNvSpPr>
            <a:spLocks noGrp="1"/>
          </p:cNvSpPr>
          <p:nvPr>
            <p:ph type="sldNum" sz="quarter" idx="5"/>
          </p:nvPr>
        </p:nvSpPr>
        <p:spPr/>
        <p:txBody>
          <a:bodyPr/>
          <a:lstStyle/>
          <a:p>
            <a:fld id="{49EE253F-AB12-472B-BA26-F8A67B52BF46}" type="slidenum">
              <a:rPr lang="en-US" smtClean="0"/>
              <a:t>16</a:t>
            </a:fld>
            <a:endParaRPr lang="en-US"/>
          </a:p>
        </p:txBody>
      </p:sp>
    </p:spTree>
    <p:extLst>
      <p:ext uri="{BB962C8B-B14F-4D97-AF65-F5344CB8AC3E}">
        <p14:creationId xmlns:p14="http://schemas.microsoft.com/office/powerpoint/2010/main" val="1794025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7B8AE-8569-418C-807E-411BACC6D0CB}"/>
              </a:ext>
            </a:extLst>
          </p:cNvPr>
          <p:cNvSpPr>
            <a:spLocks noGrp="1"/>
          </p:cNvSpPr>
          <p:nvPr>
            <p:ph type="dt" sz="half" idx="10"/>
          </p:nvPr>
        </p:nvSpPr>
        <p:spPr/>
        <p:txBody>
          <a:bodyPr/>
          <a:lstStyle/>
          <a:p>
            <a:fld id="{AAF63D01-CDE0-4AFD-BF6A-502D5C859558}" type="datetimeFigureOut">
              <a:rPr lang="en-US" smtClean="0"/>
              <a:t>10/19/2026</a:t>
            </a:fld>
            <a:endParaRPr lang="en-US"/>
          </a:p>
        </p:txBody>
      </p:sp>
      <p:sp>
        <p:nvSpPr>
          <p:cNvPr id="3" name="Footer Placeholder 2">
            <a:extLst>
              <a:ext uri="{FF2B5EF4-FFF2-40B4-BE49-F238E27FC236}">
                <a16:creationId xmlns:a16="http://schemas.microsoft.com/office/drawing/2014/main" id="{D3B1D4CD-4164-FC59-7CB9-ABDCF58E27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77434E-9F4B-A1B7-EFC1-80D3BA4A518D}"/>
              </a:ext>
            </a:extLst>
          </p:cNvPr>
          <p:cNvSpPr>
            <a:spLocks noGrp="1"/>
          </p:cNvSpPr>
          <p:nvPr>
            <p:ph type="sldNum" sz="quarter" idx="12"/>
          </p:nvPr>
        </p:nvSpPr>
        <p:spPr/>
        <p:txBody>
          <a:bodyPr/>
          <a:lstStyle/>
          <a:p>
            <a:fld id="{9C689D0E-6A76-4D65-85D1-F059AAD922DD}" type="slidenum">
              <a:rPr lang="en-US" smtClean="0"/>
              <a:t>‹#›</a:t>
            </a:fld>
            <a:endParaRPr lang="en-US"/>
          </a:p>
        </p:txBody>
      </p:sp>
    </p:spTree>
    <p:extLst>
      <p:ext uri="{BB962C8B-B14F-4D97-AF65-F5344CB8AC3E}">
        <p14:creationId xmlns:p14="http://schemas.microsoft.com/office/powerpoint/2010/main" val="273947099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D20242-6AD0-36D5-FB8C-B14703D0E6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2267B9-0C3C-9D9B-F34B-74F99A3D8E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DCFC0E-3492-F989-3FFD-DCA79B1EE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F63D01-CDE0-4AFD-BF6A-502D5C859558}" type="datetimeFigureOut">
              <a:rPr lang="en-US" smtClean="0"/>
              <a:t>10/19/2026</a:t>
            </a:fld>
            <a:endParaRPr lang="en-US"/>
          </a:p>
        </p:txBody>
      </p:sp>
      <p:sp>
        <p:nvSpPr>
          <p:cNvPr id="5" name="Footer Placeholder 4">
            <a:extLst>
              <a:ext uri="{FF2B5EF4-FFF2-40B4-BE49-F238E27FC236}">
                <a16:creationId xmlns:a16="http://schemas.microsoft.com/office/drawing/2014/main" id="{7275C6BC-3053-BA65-AF3F-AAAADFEC08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000AC7-54E9-1CD5-A775-E19FBFEAC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689D0E-6A76-4D65-85D1-F059AAD922DD}" type="slidenum">
              <a:rPr lang="en-US" smtClean="0"/>
              <a:t>‹#›</a:t>
            </a:fld>
            <a:endParaRPr lang="en-US"/>
          </a:p>
        </p:txBody>
      </p:sp>
    </p:spTree>
    <p:extLst>
      <p:ext uri="{BB962C8B-B14F-4D97-AF65-F5344CB8AC3E}">
        <p14:creationId xmlns:p14="http://schemas.microsoft.com/office/powerpoint/2010/main" val="180687370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1E4CC3-E975-F695-B956-B47915CECA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8B15E9-57DF-2D17-83B7-6754543C9A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BFA93E-2D56-929F-437E-1FA5FA6C64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93A721-A5C1-19F9-0FDD-4D9A590730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715177-2B7F-46F1-F724-4B768194D0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322CE2-461D-6E79-EDF8-4C4AADF72B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6EADAD-9BFE-EFFF-DEEA-F820D91A9E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FFAFA2-CFF9-41A7-D795-3BE5B29FCE4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09293B-349B-238D-E1BE-C0EF5B7924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E4E9F8-C5C4-6521-03CC-3559C9B3C3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E8BD55-0BEA-0E4F-F2DB-B98F2FE07F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3FDE30-63ED-B04F-27EB-B574269327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47CE09-218D-3005-9063-4A68320D9A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655C2C-8AE2-DED3-21AF-E2D92C7113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5470A8-CF29-FFDD-3FE4-4C25AE55EA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679C42-6908-81EB-6D9E-8557920FE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849007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1707</Words>
  <Application>Microsoft Office PowerPoint</Application>
  <PresentationFormat>寬螢幕</PresentationFormat>
  <Paragraphs>153</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2026-08-11T02:09:08Z</dcterms:created>
  <dcterms:modified xsi:type="dcterms:W3CDTF">2026-10-19T15:37:25Z</dcterms:modified>
</cp:coreProperties>
</file>