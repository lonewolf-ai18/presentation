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343E5E-DA57-450A-8E59-6FE879269310}" v="35" dt="2026-08-09T13:26:44.4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9886"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addSld delSld modSld">
      <pc:chgData name="Lai, Wilson" userId="2840974a-0d84-4886-90a9-9a3ed79f3a48" providerId="ADAL" clId="{9F23B798-9E84-4552-BA63-E776E805C424}" dt="2026-08-09T13:28:04.508" v="100" actId="22"/>
      <pc:docMkLst>
        <pc:docMk/>
      </pc:docMkLst>
      <pc:sldChg chg="addSp delSp modSp mod modAnim modNotesTx">
        <pc:chgData name="Lai, Wilson" userId="2840974a-0d84-4886-90a9-9a3ed79f3a48" providerId="ADAL" clId="{9F23B798-9E84-4552-BA63-E776E805C424}" dt="2026-08-09T13:26:59.129" v="98" actId="166"/>
        <pc:sldMkLst>
          <pc:docMk/>
          <pc:sldMk cId="0" sldId="257"/>
        </pc:sldMkLst>
        <pc:spChg chg="add mod">
          <ac:chgData name="Lai, Wilson" userId="2840974a-0d84-4886-90a9-9a3ed79f3a48" providerId="ADAL" clId="{9F23B798-9E84-4552-BA63-E776E805C424}" dt="2026-08-09T13:14:55.408" v="10" actId="164"/>
          <ac:spMkLst>
            <pc:docMk/>
            <pc:sldMk cId="0" sldId="257"/>
            <ac:spMk id="4" creationId="{F4EE7C34-609E-87C7-CCA2-8E59157492D6}"/>
          </ac:spMkLst>
        </pc:spChg>
        <pc:grpChg chg="add mod">
          <ac:chgData name="Lai, Wilson" userId="2840974a-0d84-4886-90a9-9a3ed79f3a48" providerId="ADAL" clId="{9F23B798-9E84-4552-BA63-E776E805C424}" dt="2026-08-09T13:14:58.074" v="11" actId="1076"/>
          <ac:grpSpMkLst>
            <pc:docMk/>
            <pc:sldMk cId="0" sldId="257"/>
            <ac:grpSpMk id="6" creationId="{BB36EC9B-078F-E94B-0E01-C26F8066FE16}"/>
          </ac:grpSpMkLst>
        </pc:grpChg>
        <pc:picChg chg="del">
          <ac:chgData name="Lai, Wilson" userId="2840974a-0d84-4886-90a9-9a3ed79f3a48" providerId="ADAL" clId="{9F23B798-9E84-4552-BA63-E776E805C424}" dt="2026-08-09T13:18:57.256" v="42" actId="21"/>
          <ac:picMkLst>
            <pc:docMk/>
            <pc:sldMk cId="0" sldId="257"/>
            <ac:picMk id="2" creationId="{00000000-0000-0000-0000-000000000000}"/>
          </ac:picMkLst>
        </pc:picChg>
        <pc:picChg chg="add mod">
          <ac:chgData name="Lai, Wilson" userId="2840974a-0d84-4886-90a9-9a3ed79f3a48" providerId="ADAL" clId="{9F23B798-9E84-4552-BA63-E776E805C424}" dt="2026-08-09T13:14:55.408" v="10" actId="164"/>
          <ac:picMkLst>
            <pc:docMk/>
            <pc:sldMk cId="0" sldId="257"/>
            <ac:picMk id="5" creationId="{92B04AAD-1286-EF8F-F381-9AF143939032}"/>
          </ac:picMkLst>
        </pc:picChg>
        <pc:picChg chg="add ord">
          <ac:chgData name="Lai, Wilson" userId="2840974a-0d84-4886-90a9-9a3ed79f3a48" providerId="ADAL" clId="{9F23B798-9E84-4552-BA63-E776E805C424}" dt="2026-08-09T13:26:59.129" v="98" actId="166"/>
          <ac:picMkLst>
            <pc:docMk/>
            <pc:sldMk cId="0" sldId="257"/>
            <ac:picMk id="7" creationId="{4A164A15-14DF-2E6D-C457-3A3A440046F0}"/>
          </ac:picMkLst>
        </pc:picChg>
      </pc:sldChg>
      <pc:sldChg chg="addSp delSp mod modNotesTx">
        <pc:chgData name="Lai, Wilson" userId="2840974a-0d84-4886-90a9-9a3ed79f3a48" providerId="ADAL" clId="{9F23B798-9E84-4552-BA63-E776E805C424}" dt="2026-08-09T13:23:00.543" v="52" actId="20577"/>
        <pc:sldMkLst>
          <pc:docMk/>
          <pc:sldMk cId="0" sldId="258"/>
        </pc:sldMkLst>
        <pc:picChg chg="del">
          <ac:chgData name="Lai, Wilson" userId="2840974a-0d84-4886-90a9-9a3ed79f3a48" providerId="ADAL" clId="{9F23B798-9E84-4552-BA63-E776E805C424}" dt="2026-08-09T13:16:27.836" v="14" actId="21"/>
          <ac:picMkLst>
            <pc:docMk/>
            <pc:sldMk cId="0" sldId="258"/>
            <ac:picMk id="2" creationId="{00000000-0000-0000-0000-000000000000}"/>
          </ac:picMkLst>
        </pc:picChg>
        <pc:picChg chg="add">
          <ac:chgData name="Lai, Wilson" userId="2840974a-0d84-4886-90a9-9a3ed79f3a48" providerId="ADAL" clId="{9F23B798-9E84-4552-BA63-E776E805C424}" dt="2026-08-09T13:16:35.195" v="15" actId="22"/>
          <ac:picMkLst>
            <pc:docMk/>
            <pc:sldMk cId="0" sldId="258"/>
            <ac:picMk id="4" creationId="{2AE68B37-16DF-949C-5A87-9719B3448BCC}"/>
          </ac:picMkLst>
        </pc:picChg>
      </pc:sldChg>
      <pc:sldChg chg="addSp delSp mod">
        <pc:chgData name="Lai, Wilson" userId="2840974a-0d84-4886-90a9-9a3ed79f3a48" providerId="ADAL" clId="{9F23B798-9E84-4552-BA63-E776E805C424}" dt="2026-08-09T13:16:46.468" v="17" actId="22"/>
        <pc:sldMkLst>
          <pc:docMk/>
          <pc:sldMk cId="0" sldId="259"/>
        </pc:sldMkLst>
        <pc:picChg chg="del">
          <ac:chgData name="Lai, Wilson" userId="2840974a-0d84-4886-90a9-9a3ed79f3a48" providerId="ADAL" clId="{9F23B798-9E84-4552-BA63-E776E805C424}" dt="2026-08-09T13:16:38.708" v="16" actId="21"/>
          <ac:picMkLst>
            <pc:docMk/>
            <pc:sldMk cId="0" sldId="259"/>
            <ac:picMk id="2" creationId="{00000000-0000-0000-0000-000000000000}"/>
          </ac:picMkLst>
        </pc:picChg>
        <pc:picChg chg="add">
          <ac:chgData name="Lai, Wilson" userId="2840974a-0d84-4886-90a9-9a3ed79f3a48" providerId="ADAL" clId="{9F23B798-9E84-4552-BA63-E776E805C424}" dt="2026-08-09T13:16:46.468" v="17" actId="22"/>
          <ac:picMkLst>
            <pc:docMk/>
            <pc:sldMk cId="0" sldId="259"/>
            <ac:picMk id="4" creationId="{59F16383-DF0F-6B2E-6EC7-1E48B7DC5DB3}"/>
          </ac:picMkLst>
        </pc:picChg>
      </pc:sldChg>
      <pc:sldChg chg="addSp delSp mod modNotesTx">
        <pc:chgData name="Lai, Wilson" userId="2840974a-0d84-4886-90a9-9a3ed79f3a48" providerId="ADAL" clId="{9F23B798-9E84-4552-BA63-E776E805C424}" dt="2026-08-09T13:22:14.956" v="47" actId="20577"/>
        <pc:sldMkLst>
          <pc:docMk/>
          <pc:sldMk cId="0" sldId="260"/>
        </pc:sldMkLst>
        <pc:picChg chg="del">
          <ac:chgData name="Lai, Wilson" userId="2840974a-0d84-4886-90a9-9a3ed79f3a48" providerId="ADAL" clId="{9F23B798-9E84-4552-BA63-E776E805C424}" dt="2026-08-09T13:16:49.551" v="18" actId="21"/>
          <ac:picMkLst>
            <pc:docMk/>
            <pc:sldMk cId="0" sldId="260"/>
            <ac:picMk id="2" creationId="{00000000-0000-0000-0000-000000000000}"/>
          </ac:picMkLst>
        </pc:picChg>
        <pc:picChg chg="add">
          <ac:chgData name="Lai, Wilson" userId="2840974a-0d84-4886-90a9-9a3ed79f3a48" providerId="ADAL" clId="{9F23B798-9E84-4552-BA63-E776E805C424}" dt="2026-08-09T13:16:56.734" v="19" actId="22"/>
          <ac:picMkLst>
            <pc:docMk/>
            <pc:sldMk cId="0" sldId="260"/>
            <ac:picMk id="4" creationId="{0702A427-C3AE-5C24-7C3C-10B8021E3788}"/>
          </ac:picMkLst>
        </pc:picChg>
      </pc:sldChg>
      <pc:sldChg chg="addSp delSp mod modNotesTx">
        <pc:chgData name="Lai, Wilson" userId="2840974a-0d84-4886-90a9-9a3ed79f3a48" providerId="ADAL" clId="{9F23B798-9E84-4552-BA63-E776E805C424}" dt="2026-08-09T13:22:34.208" v="50" actId="20577"/>
        <pc:sldMkLst>
          <pc:docMk/>
          <pc:sldMk cId="0" sldId="261"/>
        </pc:sldMkLst>
        <pc:picChg chg="del">
          <ac:chgData name="Lai, Wilson" userId="2840974a-0d84-4886-90a9-9a3ed79f3a48" providerId="ADAL" clId="{9F23B798-9E84-4552-BA63-E776E805C424}" dt="2026-08-09T13:16:59.298" v="20" actId="21"/>
          <ac:picMkLst>
            <pc:docMk/>
            <pc:sldMk cId="0" sldId="261"/>
            <ac:picMk id="2" creationId="{00000000-0000-0000-0000-000000000000}"/>
          </ac:picMkLst>
        </pc:picChg>
        <pc:picChg chg="add">
          <ac:chgData name="Lai, Wilson" userId="2840974a-0d84-4886-90a9-9a3ed79f3a48" providerId="ADAL" clId="{9F23B798-9E84-4552-BA63-E776E805C424}" dt="2026-08-09T13:17:06.560" v="21" actId="22"/>
          <ac:picMkLst>
            <pc:docMk/>
            <pc:sldMk cId="0" sldId="261"/>
            <ac:picMk id="4" creationId="{AD2ED979-3613-383C-DC4A-4BA04C3E9911}"/>
          </ac:picMkLst>
        </pc:picChg>
      </pc:sldChg>
      <pc:sldChg chg="addSp delSp mod modNotesTx">
        <pc:chgData name="Lai, Wilson" userId="2840974a-0d84-4886-90a9-9a3ed79f3a48" providerId="ADAL" clId="{9F23B798-9E84-4552-BA63-E776E805C424}" dt="2026-08-09T13:23:27.839" v="56" actId="20577"/>
        <pc:sldMkLst>
          <pc:docMk/>
          <pc:sldMk cId="0" sldId="262"/>
        </pc:sldMkLst>
        <pc:picChg chg="del">
          <ac:chgData name="Lai, Wilson" userId="2840974a-0d84-4886-90a9-9a3ed79f3a48" providerId="ADAL" clId="{9F23B798-9E84-4552-BA63-E776E805C424}" dt="2026-08-09T13:17:09.203" v="22" actId="21"/>
          <ac:picMkLst>
            <pc:docMk/>
            <pc:sldMk cId="0" sldId="262"/>
            <ac:picMk id="2" creationId="{00000000-0000-0000-0000-000000000000}"/>
          </ac:picMkLst>
        </pc:picChg>
        <pc:picChg chg="add">
          <ac:chgData name="Lai, Wilson" userId="2840974a-0d84-4886-90a9-9a3ed79f3a48" providerId="ADAL" clId="{9F23B798-9E84-4552-BA63-E776E805C424}" dt="2026-08-09T13:17:16.773" v="23" actId="22"/>
          <ac:picMkLst>
            <pc:docMk/>
            <pc:sldMk cId="0" sldId="262"/>
            <ac:picMk id="4" creationId="{B8548276-A984-8145-86E3-4BA82804C2CD}"/>
          </ac:picMkLst>
        </pc:picChg>
      </pc:sldChg>
      <pc:sldChg chg="addSp delSp mod modNotesTx">
        <pc:chgData name="Lai, Wilson" userId="2840974a-0d84-4886-90a9-9a3ed79f3a48" providerId="ADAL" clId="{9F23B798-9E84-4552-BA63-E776E805C424}" dt="2026-08-09T13:23:51.919" v="61" actId="20577"/>
        <pc:sldMkLst>
          <pc:docMk/>
          <pc:sldMk cId="0" sldId="263"/>
        </pc:sldMkLst>
        <pc:picChg chg="del">
          <ac:chgData name="Lai, Wilson" userId="2840974a-0d84-4886-90a9-9a3ed79f3a48" providerId="ADAL" clId="{9F23B798-9E84-4552-BA63-E776E805C424}" dt="2026-08-09T13:17:22.289" v="24" actId="21"/>
          <ac:picMkLst>
            <pc:docMk/>
            <pc:sldMk cId="0" sldId="263"/>
            <ac:picMk id="2" creationId="{00000000-0000-0000-0000-000000000000}"/>
          </ac:picMkLst>
        </pc:picChg>
        <pc:picChg chg="add">
          <ac:chgData name="Lai, Wilson" userId="2840974a-0d84-4886-90a9-9a3ed79f3a48" providerId="ADAL" clId="{9F23B798-9E84-4552-BA63-E776E805C424}" dt="2026-08-09T13:17:30.225" v="25" actId="22"/>
          <ac:picMkLst>
            <pc:docMk/>
            <pc:sldMk cId="0" sldId="263"/>
            <ac:picMk id="4" creationId="{48A48972-1FEB-BC03-46CB-F7F80076312D}"/>
          </ac:picMkLst>
        </pc:picChg>
      </pc:sldChg>
      <pc:sldChg chg="addSp delSp mod modNotesTx">
        <pc:chgData name="Lai, Wilson" userId="2840974a-0d84-4886-90a9-9a3ed79f3a48" providerId="ADAL" clId="{9F23B798-9E84-4552-BA63-E776E805C424}" dt="2026-08-09T13:24:02.404" v="63" actId="20577"/>
        <pc:sldMkLst>
          <pc:docMk/>
          <pc:sldMk cId="0" sldId="264"/>
        </pc:sldMkLst>
        <pc:picChg chg="del">
          <ac:chgData name="Lai, Wilson" userId="2840974a-0d84-4886-90a9-9a3ed79f3a48" providerId="ADAL" clId="{9F23B798-9E84-4552-BA63-E776E805C424}" dt="2026-08-09T13:17:32.469" v="26" actId="21"/>
          <ac:picMkLst>
            <pc:docMk/>
            <pc:sldMk cId="0" sldId="264"/>
            <ac:picMk id="2" creationId="{00000000-0000-0000-0000-000000000000}"/>
          </ac:picMkLst>
        </pc:picChg>
        <pc:picChg chg="add">
          <ac:chgData name="Lai, Wilson" userId="2840974a-0d84-4886-90a9-9a3ed79f3a48" providerId="ADAL" clId="{9F23B798-9E84-4552-BA63-E776E805C424}" dt="2026-08-09T13:17:41.144" v="27" actId="22"/>
          <ac:picMkLst>
            <pc:docMk/>
            <pc:sldMk cId="0" sldId="264"/>
            <ac:picMk id="4" creationId="{D9712E60-538E-A838-7EF1-B5E6D8B31656}"/>
          </ac:picMkLst>
        </pc:picChg>
      </pc:sldChg>
      <pc:sldChg chg="addSp delSp mod modNotesTx">
        <pc:chgData name="Lai, Wilson" userId="2840974a-0d84-4886-90a9-9a3ed79f3a48" providerId="ADAL" clId="{9F23B798-9E84-4552-BA63-E776E805C424}" dt="2026-08-09T13:24:23.054" v="67" actId="20577"/>
        <pc:sldMkLst>
          <pc:docMk/>
          <pc:sldMk cId="0" sldId="265"/>
        </pc:sldMkLst>
        <pc:picChg chg="del">
          <ac:chgData name="Lai, Wilson" userId="2840974a-0d84-4886-90a9-9a3ed79f3a48" providerId="ADAL" clId="{9F23B798-9E84-4552-BA63-E776E805C424}" dt="2026-08-09T13:17:43.108" v="28" actId="21"/>
          <ac:picMkLst>
            <pc:docMk/>
            <pc:sldMk cId="0" sldId="265"/>
            <ac:picMk id="2" creationId="{00000000-0000-0000-0000-000000000000}"/>
          </ac:picMkLst>
        </pc:picChg>
        <pc:picChg chg="add">
          <ac:chgData name="Lai, Wilson" userId="2840974a-0d84-4886-90a9-9a3ed79f3a48" providerId="ADAL" clId="{9F23B798-9E84-4552-BA63-E776E805C424}" dt="2026-08-09T13:17:50.517" v="29" actId="22"/>
          <ac:picMkLst>
            <pc:docMk/>
            <pc:sldMk cId="0" sldId="265"/>
            <ac:picMk id="4" creationId="{8EB608E5-D321-194B-B261-82FEDC60125B}"/>
          </ac:picMkLst>
        </pc:picChg>
      </pc:sldChg>
      <pc:sldChg chg="addSp delSp mod modNotesTx">
        <pc:chgData name="Lai, Wilson" userId="2840974a-0d84-4886-90a9-9a3ed79f3a48" providerId="ADAL" clId="{9F23B798-9E84-4552-BA63-E776E805C424}" dt="2026-08-09T13:24:52.113" v="74" actId="12"/>
        <pc:sldMkLst>
          <pc:docMk/>
          <pc:sldMk cId="0" sldId="266"/>
        </pc:sldMkLst>
        <pc:picChg chg="del">
          <ac:chgData name="Lai, Wilson" userId="2840974a-0d84-4886-90a9-9a3ed79f3a48" providerId="ADAL" clId="{9F23B798-9E84-4552-BA63-E776E805C424}" dt="2026-08-09T13:17:53.527" v="30" actId="21"/>
          <ac:picMkLst>
            <pc:docMk/>
            <pc:sldMk cId="0" sldId="266"/>
            <ac:picMk id="2" creationId="{00000000-0000-0000-0000-000000000000}"/>
          </ac:picMkLst>
        </pc:picChg>
        <pc:picChg chg="add">
          <ac:chgData name="Lai, Wilson" userId="2840974a-0d84-4886-90a9-9a3ed79f3a48" providerId="ADAL" clId="{9F23B798-9E84-4552-BA63-E776E805C424}" dt="2026-08-09T13:18:01.929" v="31" actId="22"/>
          <ac:picMkLst>
            <pc:docMk/>
            <pc:sldMk cId="0" sldId="266"/>
            <ac:picMk id="4" creationId="{2B471454-1E20-32A3-3945-3121D33A2479}"/>
          </ac:picMkLst>
        </pc:picChg>
      </pc:sldChg>
      <pc:sldChg chg="addSp delSp mod modNotesTx">
        <pc:chgData name="Lai, Wilson" userId="2840974a-0d84-4886-90a9-9a3ed79f3a48" providerId="ADAL" clId="{9F23B798-9E84-4552-BA63-E776E805C424}" dt="2026-08-09T13:25:19.477" v="84" actId="20577"/>
        <pc:sldMkLst>
          <pc:docMk/>
          <pc:sldMk cId="0" sldId="267"/>
        </pc:sldMkLst>
        <pc:picChg chg="del">
          <ac:chgData name="Lai, Wilson" userId="2840974a-0d84-4886-90a9-9a3ed79f3a48" providerId="ADAL" clId="{9F23B798-9E84-4552-BA63-E776E805C424}" dt="2026-08-09T13:18:04.064" v="32" actId="21"/>
          <ac:picMkLst>
            <pc:docMk/>
            <pc:sldMk cId="0" sldId="267"/>
            <ac:picMk id="2" creationId="{00000000-0000-0000-0000-000000000000}"/>
          </ac:picMkLst>
        </pc:picChg>
        <pc:picChg chg="add">
          <ac:chgData name="Lai, Wilson" userId="2840974a-0d84-4886-90a9-9a3ed79f3a48" providerId="ADAL" clId="{9F23B798-9E84-4552-BA63-E776E805C424}" dt="2026-08-09T13:18:13.806" v="33" actId="22"/>
          <ac:picMkLst>
            <pc:docMk/>
            <pc:sldMk cId="0" sldId="267"/>
            <ac:picMk id="4" creationId="{0C0313CF-7DD8-5A16-5131-2A6C952FD912}"/>
          </ac:picMkLst>
        </pc:picChg>
      </pc:sldChg>
      <pc:sldChg chg="addSp delSp add del mod modNotesTx">
        <pc:chgData name="Lai, Wilson" userId="2840974a-0d84-4886-90a9-9a3ed79f3a48" providerId="ADAL" clId="{9F23B798-9E84-4552-BA63-E776E805C424}" dt="2026-08-09T13:25:32.045" v="86" actId="20577"/>
        <pc:sldMkLst>
          <pc:docMk/>
          <pc:sldMk cId="0" sldId="268"/>
        </pc:sldMkLst>
        <pc:picChg chg="del">
          <ac:chgData name="Lai, Wilson" userId="2840974a-0d84-4886-90a9-9a3ed79f3a48" providerId="ADAL" clId="{9F23B798-9E84-4552-BA63-E776E805C424}" dt="2026-08-09T13:18:20.264" v="36" actId="21"/>
          <ac:picMkLst>
            <pc:docMk/>
            <pc:sldMk cId="0" sldId="268"/>
            <ac:picMk id="2" creationId="{00000000-0000-0000-0000-000000000000}"/>
          </ac:picMkLst>
        </pc:picChg>
        <pc:picChg chg="add">
          <ac:chgData name="Lai, Wilson" userId="2840974a-0d84-4886-90a9-9a3ed79f3a48" providerId="ADAL" clId="{9F23B798-9E84-4552-BA63-E776E805C424}" dt="2026-08-09T13:18:27.381" v="37" actId="22"/>
          <ac:picMkLst>
            <pc:docMk/>
            <pc:sldMk cId="0" sldId="268"/>
            <ac:picMk id="4" creationId="{DD2039F9-319D-155C-DBB5-F98F8195B5E2}"/>
          </ac:picMkLst>
        </pc:picChg>
      </pc:sldChg>
      <pc:sldChg chg="addSp delSp mod modNotesTx">
        <pc:chgData name="Lai, Wilson" userId="2840974a-0d84-4886-90a9-9a3ed79f3a48" providerId="ADAL" clId="{9F23B798-9E84-4552-BA63-E776E805C424}" dt="2026-08-09T13:25:51.622" v="90" actId="12"/>
        <pc:sldMkLst>
          <pc:docMk/>
          <pc:sldMk cId="0" sldId="269"/>
        </pc:sldMkLst>
        <pc:picChg chg="del">
          <ac:chgData name="Lai, Wilson" userId="2840974a-0d84-4886-90a9-9a3ed79f3a48" providerId="ADAL" clId="{9F23B798-9E84-4552-BA63-E776E805C424}" dt="2026-08-09T13:18:29.267" v="38" actId="21"/>
          <ac:picMkLst>
            <pc:docMk/>
            <pc:sldMk cId="0" sldId="269"/>
            <ac:picMk id="2" creationId="{00000000-0000-0000-0000-000000000000}"/>
          </ac:picMkLst>
        </pc:picChg>
        <pc:picChg chg="add">
          <ac:chgData name="Lai, Wilson" userId="2840974a-0d84-4886-90a9-9a3ed79f3a48" providerId="ADAL" clId="{9F23B798-9E84-4552-BA63-E776E805C424}" dt="2026-08-09T13:18:36.542" v="39" actId="22"/>
          <ac:picMkLst>
            <pc:docMk/>
            <pc:sldMk cId="0" sldId="269"/>
            <ac:picMk id="4" creationId="{7F63F3EF-6652-11E8-23B9-302558C932CC}"/>
          </ac:picMkLst>
        </pc:picChg>
      </pc:sldChg>
      <pc:sldChg chg="addSp delSp mod modNotesTx">
        <pc:chgData name="Lai, Wilson" userId="2840974a-0d84-4886-90a9-9a3ed79f3a48" providerId="ADAL" clId="{9F23B798-9E84-4552-BA63-E776E805C424}" dt="2026-08-09T13:28:04.508" v="100" actId="22"/>
        <pc:sldMkLst>
          <pc:docMk/>
          <pc:sldMk cId="0" sldId="270"/>
        </pc:sldMkLst>
        <pc:picChg chg="del">
          <ac:chgData name="Lai, Wilson" userId="2840974a-0d84-4886-90a9-9a3ed79f3a48" providerId="ADAL" clId="{9F23B798-9E84-4552-BA63-E776E805C424}" dt="2026-08-09T13:18:39.356" v="40" actId="21"/>
          <ac:picMkLst>
            <pc:docMk/>
            <pc:sldMk cId="0" sldId="270"/>
            <ac:picMk id="2" creationId="{00000000-0000-0000-0000-000000000000}"/>
          </ac:picMkLst>
        </pc:picChg>
        <pc:picChg chg="add">
          <ac:chgData name="Lai, Wilson" userId="2840974a-0d84-4886-90a9-9a3ed79f3a48" providerId="ADAL" clId="{9F23B798-9E84-4552-BA63-E776E805C424}" dt="2026-08-09T13:28:04.508" v="100" actId="22"/>
          <ac:picMkLst>
            <pc:docMk/>
            <pc:sldMk cId="0" sldId="270"/>
            <ac:picMk id="3" creationId="{BBE2ED15-0CD2-71A0-68B5-AEB83181DCDC}"/>
          </ac:picMkLst>
        </pc:picChg>
        <pc:picChg chg="add del">
          <ac:chgData name="Lai, Wilson" userId="2840974a-0d84-4886-90a9-9a3ed79f3a48" providerId="ADAL" clId="{9F23B798-9E84-4552-BA63-E776E805C424}" dt="2026-08-09T13:28:03.502" v="99" actId="478"/>
          <ac:picMkLst>
            <pc:docMk/>
            <pc:sldMk cId="0" sldId="270"/>
            <ac:picMk id="4" creationId="{B08523AB-34AD-108F-1831-52C2CDC62822}"/>
          </ac:picMkLst>
        </pc:picChg>
      </pc:sldChg>
      <pc:sldChg chg="modNotesTx">
        <pc:chgData name="Lai, Wilson" userId="2840974a-0d84-4886-90a9-9a3ed79f3a48" providerId="ADAL" clId="{9F23B798-9E84-4552-BA63-E776E805C424}" dt="2026-08-09T13:26:43.716" v="97" actId="20577"/>
        <pc:sldMkLst>
          <pc:docMk/>
          <pc:sldMk cId="1067716513"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13F982-13E7-4B65-9752-B73E1C292CD5}"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20E15F-4AB2-415C-8FE2-600D8B590FBC}" type="slidenum">
              <a:rPr lang="en-US" smtClean="0"/>
              <a:t>‹#›</a:t>
            </a:fld>
            <a:endParaRPr lang="en-US"/>
          </a:p>
        </p:txBody>
      </p:sp>
    </p:spTree>
    <p:extLst>
      <p:ext uri="{BB962C8B-B14F-4D97-AF65-F5344CB8AC3E}">
        <p14:creationId xmlns:p14="http://schemas.microsoft.com/office/powerpoint/2010/main" val="1721216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exploring 'The Master Algorithm'—a framework distilled directly from the mental models and lifelong principles of Ray Dalio, founder of Bridgewater Associates. </a:t>
            </a:r>
          </a:p>
          <a:p>
            <a:r>
              <a:rPr lang="en-US" sz="1200" kern="1200" dirty="0">
                <a:solidFill>
                  <a:schemeClr val="tx1"/>
                </a:solidFill>
                <a:effectLst/>
                <a:latin typeface="+mn-lt"/>
                <a:ea typeface="+mn-ea"/>
                <a:cs typeface="+mn-cs"/>
              </a:rPr>
              <a:t>Whether we look at global macro markets, building resilient systems, or designing our own lives, Dalio's premise is simple: reality operates like a machine. If you understand cause-and-effect relationships, you can codify timeless rules to navigate uncertainty. Over the next 15 slides, we will break down the exact principles—from portfolio design to human capital—that transformed Dalio from a broke trader borrowing money from his father into one of the most successful investors in history.</a:t>
            </a:r>
          </a:p>
          <a:p>
            <a:endParaRPr lang="en-US" dirty="0"/>
          </a:p>
          <a:p>
            <a:endParaRPr lang="en-US" dirty="0"/>
          </a:p>
          <a:p>
            <a:r>
              <a:rPr lang="en-US" dirty="0"/>
              <a:t>https://www.youtube.com/watch?v=UprafhdeZVc</a:t>
            </a:r>
          </a:p>
        </p:txBody>
      </p:sp>
      <p:sp>
        <p:nvSpPr>
          <p:cNvPr id="4" name="Slide Number Placeholder 3"/>
          <p:cNvSpPr>
            <a:spLocks noGrp="1"/>
          </p:cNvSpPr>
          <p:nvPr>
            <p:ph type="sldNum" sz="quarter" idx="5"/>
          </p:nvPr>
        </p:nvSpPr>
        <p:spPr/>
        <p:txBody>
          <a:bodyPr/>
          <a:lstStyle/>
          <a:p>
            <a:fld id="{6C20E15F-4AB2-415C-8FE2-600D8B590FBC}" type="slidenum">
              <a:rPr lang="en-US" smtClean="0"/>
              <a:t>1</a:t>
            </a:fld>
            <a:endParaRPr lang="en-US"/>
          </a:p>
        </p:txBody>
      </p:sp>
    </p:spTree>
    <p:extLst>
      <p:ext uri="{BB962C8B-B14F-4D97-AF65-F5344CB8AC3E}">
        <p14:creationId xmlns:p14="http://schemas.microsoft.com/office/powerpoint/2010/main" val="1906755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2 presents what Dalio calls the ultimate equation for personal evolution: </a:t>
            </a:r>
            <a:r>
              <a:rPr lang="en-US" sz="1200" b="1" kern="1200" dirty="0">
                <a:solidFill>
                  <a:schemeClr val="tx1"/>
                </a:solidFill>
                <a:effectLst/>
                <a:latin typeface="+mn-lt"/>
                <a:ea typeface="+mn-ea"/>
                <a:cs typeface="+mn-cs"/>
              </a:rPr>
              <a:t>Pain + Reflection = Progress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Most people hit a wall when they experience pain. Pain is involuntary—it is reality signaling that your assumptions were wrong. The typical human response is emotional reaction or avoidance. But Dalio treats pain as 'The Reality Crash'. </a:t>
            </a:r>
          </a:p>
          <a:p>
            <a:r>
              <a:rPr lang="en-US" sz="1200" kern="1200" dirty="0">
                <a:solidFill>
                  <a:schemeClr val="tx1"/>
                </a:solidFill>
                <a:effectLst/>
                <a:latin typeface="+mn-lt"/>
                <a:ea typeface="+mn-ea"/>
                <a:cs typeface="+mn-cs"/>
              </a:rPr>
              <a:t>When pain strikes, you must pause and shift into 'The Puzzle' stage. Activate intense curiosity and ask: </a:t>
            </a:r>
            <a:r>
              <a:rPr lang="en-US" sz="1200" i="1" kern="1200" dirty="0">
                <a:solidFill>
                  <a:schemeClr val="tx1"/>
                </a:solidFill>
                <a:effectLst/>
                <a:latin typeface="+mn-lt"/>
                <a:ea typeface="+mn-ea"/>
                <a:cs typeface="+mn-cs"/>
              </a:rPr>
              <a:t>How does reality actually work? What cause-and-effect relationship did I miss?</a:t>
            </a:r>
            <a:r>
              <a:rPr lang="en-US" sz="1200" kern="1200" dirty="0">
                <a:solidFill>
                  <a:schemeClr val="tx1"/>
                </a:solidFill>
                <a:effectLst/>
                <a:latin typeface="+mn-lt"/>
                <a:ea typeface="+mn-ea"/>
                <a:cs typeface="+mn-cs"/>
              </a:rPr>
              <a:t> If you solve the puzzle, you extract 'The Gem'—a timeless, universal principle that ensures you never make that exact mistake again.</a:t>
            </a:r>
          </a:p>
          <a:p>
            <a:endParaRPr lang="en-US" dirty="0"/>
          </a:p>
          <a:p>
            <a:endParaRPr lang="en-US" dirty="0"/>
          </a:p>
          <a:p>
            <a:r>
              <a:rPr lang="en-US" b="1" dirty="0"/>
              <a:t>Key Concept:</a:t>
            </a:r>
            <a:r>
              <a:rPr lang="en-US" dirty="0"/>
              <a:t> The core engine of personal growth—turning involuntary pain into actionable insights.</a:t>
            </a:r>
          </a:p>
        </p:txBody>
      </p:sp>
      <p:sp>
        <p:nvSpPr>
          <p:cNvPr id="4" name="Slide Number Placeholder 3"/>
          <p:cNvSpPr>
            <a:spLocks noGrp="1"/>
          </p:cNvSpPr>
          <p:nvPr>
            <p:ph type="sldNum" sz="quarter" idx="5"/>
          </p:nvPr>
        </p:nvSpPr>
        <p:spPr/>
        <p:txBody>
          <a:bodyPr/>
          <a:lstStyle/>
          <a:p>
            <a:fld id="{6C20E15F-4AB2-415C-8FE2-600D8B590FBC}" type="slidenum">
              <a:rPr lang="en-US" smtClean="0"/>
              <a:t>2</a:t>
            </a:fld>
            <a:endParaRPr lang="en-US"/>
          </a:p>
        </p:txBody>
      </p:sp>
    </p:spTree>
    <p:extLst>
      <p:ext uri="{BB962C8B-B14F-4D97-AF65-F5344CB8AC3E}">
        <p14:creationId xmlns:p14="http://schemas.microsoft.com/office/powerpoint/2010/main" val="2942091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why Dalio thinks this way, we have to look back at 1982—the defining crisis of his career. </a:t>
            </a:r>
          </a:p>
          <a:p>
            <a:r>
              <a:rPr lang="en-US" sz="1200" kern="1200" dirty="0">
                <a:solidFill>
                  <a:schemeClr val="tx1"/>
                </a:solidFill>
                <a:effectLst/>
                <a:latin typeface="+mn-lt"/>
                <a:ea typeface="+mn-ea"/>
                <a:cs typeface="+mn-cs"/>
              </a:rPr>
              <a:t>In 1982, Dalio publicly predicted a global economic disaster due to Latin American debt defaults. Mexico defaulted, just as he predicted, but instead of crashing, the economy boomed. Dalio was aggressively, arrogantly wrong. He lost money for himself and his clients, had to lay off every single employee at Bridgewater, and was so broke he had to borrow $4,000 from his dad just to pay family bills. </a:t>
            </a:r>
          </a:p>
          <a:p>
            <a:r>
              <a:rPr lang="en-US" sz="1200" kern="1200" dirty="0">
                <a:solidFill>
                  <a:schemeClr val="tx1"/>
                </a:solidFill>
                <a:effectLst/>
                <a:latin typeface="+mn-lt"/>
                <a:ea typeface="+mn-ea"/>
                <a:cs typeface="+mn-cs"/>
              </a:rPr>
              <a:t>This rock bottom forced 'The Pivot'. He realized that audacious certainty is deadly. He replaced </a:t>
            </a:r>
            <a:r>
              <a:rPr lang="en-US" sz="1200" i="1" kern="1200" dirty="0">
                <a:solidFill>
                  <a:schemeClr val="tx1"/>
                </a:solidFill>
                <a:effectLst/>
                <a:latin typeface="+mn-lt"/>
                <a:ea typeface="+mn-ea"/>
                <a:cs typeface="+mn-cs"/>
              </a:rPr>
              <a:t>'I know I am right'</a:t>
            </a:r>
            <a:r>
              <a:rPr lang="en-US" sz="1200" kern="1200" dirty="0">
                <a:solidFill>
                  <a:schemeClr val="tx1"/>
                </a:solidFill>
                <a:effectLst/>
                <a:latin typeface="+mn-lt"/>
                <a:ea typeface="+mn-ea"/>
                <a:cs typeface="+mn-cs"/>
              </a:rPr>
              <a:t> with the fundamental question: </a:t>
            </a:r>
            <a:r>
              <a:rPr lang="en-US" sz="1200" b="1" i="1" kern="1200" dirty="0">
                <a:solidFill>
                  <a:schemeClr val="tx1"/>
                </a:solidFill>
                <a:effectLst/>
                <a:latin typeface="+mn-lt"/>
                <a:ea typeface="+mn-ea"/>
                <a:cs typeface="+mn-cs"/>
              </a:rPr>
              <a:t>'How do I know I am right?'</a:t>
            </a:r>
            <a:r>
              <a:rPr lang="en-US" sz="1200" kern="1200" dirty="0">
                <a:solidFill>
                  <a:schemeClr val="tx1"/>
                </a:solidFill>
                <a:effectLst/>
                <a:latin typeface="+mn-lt"/>
                <a:ea typeface="+mn-ea"/>
                <a:cs typeface="+mn-cs"/>
              </a:rPr>
              <a:t> That humbling crash shifted his entire goal from being right to relentlessly testing reality.</a:t>
            </a:r>
          </a:p>
          <a:p>
            <a:endParaRPr lang="en-US" dirty="0"/>
          </a:p>
        </p:txBody>
      </p:sp>
      <p:sp>
        <p:nvSpPr>
          <p:cNvPr id="4" name="Slide Number Placeholder 3"/>
          <p:cNvSpPr>
            <a:spLocks noGrp="1"/>
          </p:cNvSpPr>
          <p:nvPr>
            <p:ph type="sldNum" sz="quarter" idx="5"/>
          </p:nvPr>
        </p:nvSpPr>
        <p:spPr/>
        <p:txBody>
          <a:bodyPr/>
          <a:lstStyle/>
          <a:p>
            <a:fld id="{6C20E15F-4AB2-415C-8FE2-600D8B590FBC}" type="slidenum">
              <a:rPr lang="en-US" smtClean="0"/>
              <a:t>3</a:t>
            </a:fld>
            <a:endParaRPr lang="en-US"/>
          </a:p>
        </p:txBody>
      </p:sp>
    </p:spTree>
    <p:extLst>
      <p:ext uri="{BB962C8B-B14F-4D97-AF65-F5344CB8AC3E}">
        <p14:creationId xmlns:p14="http://schemas.microsoft.com/office/powerpoint/2010/main" val="1027746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you translate humility into action? By building systematic game plans. Slide 4 shows Dalio's 5-step loop for systematic decision-making. </a:t>
            </a:r>
          </a:p>
          <a:p>
            <a:pPr marL="228600" indent="-228600">
              <a:buFont typeface="+mj-lt"/>
              <a:buAutoNum type="arabicPeriod"/>
            </a:pPr>
            <a:r>
              <a:rPr lang="en-US" sz="1200" b="1" kern="1200" dirty="0">
                <a:solidFill>
                  <a:schemeClr val="tx1"/>
                </a:solidFill>
                <a:effectLst/>
                <a:latin typeface="+mn-lt"/>
                <a:ea typeface="+mn-ea"/>
                <a:cs typeface="+mn-cs"/>
              </a:rPr>
              <a:t>Observe:</a:t>
            </a:r>
            <a:r>
              <a:rPr lang="en-US" sz="1200" kern="1200" dirty="0">
                <a:solidFill>
                  <a:schemeClr val="tx1"/>
                </a:solidFill>
                <a:effectLst/>
                <a:latin typeface="+mn-lt"/>
                <a:ea typeface="+mn-ea"/>
                <a:cs typeface="+mn-cs"/>
              </a:rPr>
              <a:t> Identify the specific market event or reality crash. </a:t>
            </a:r>
          </a:p>
          <a:p>
            <a:pPr marL="228600" indent="-228600">
              <a:buFont typeface="+mj-lt"/>
              <a:buAutoNum type="arabicPeriod"/>
            </a:pPr>
            <a:r>
              <a:rPr lang="en-US" sz="1200" b="1" kern="1200" dirty="0">
                <a:solidFill>
                  <a:schemeClr val="tx1"/>
                </a:solidFill>
                <a:effectLst/>
                <a:latin typeface="+mn-lt"/>
                <a:ea typeface="+mn-ea"/>
                <a:cs typeface="+mn-cs"/>
              </a:rPr>
              <a:t>Study History:</a:t>
            </a:r>
            <a:r>
              <a:rPr lang="en-US" sz="1200" kern="1200" dirty="0">
                <a:solidFill>
                  <a:schemeClr val="tx1"/>
                </a:solidFill>
                <a:effectLst/>
                <a:latin typeface="+mn-lt"/>
                <a:ea typeface="+mn-ea"/>
                <a:cs typeface="+mn-cs"/>
              </a:rPr>
              <a:t> Back-test the pattern. How did this exact scenario play out over 50, 100, or 500 years? </a:t>
            </a:r>
          </a:p>
          <a:p>
            <a:pPr marL="228600" indent="-228600">
              <a:buFont typeface="+mj-lt"/>
              <a:buAutoNum type="arabicPeriod"/>
            </a:pPr>
            <a:r>
              <a:rPr lang="en-US" sz="1200" b="1" kern="1200" dirty="0">
                <a:solidFill>
                  <a:schemeClr val="tx1"/>
                </a:solidFill>
                <a:effectLst/>
                <a:latin typeface="+mn-lt"/>
                <a:ea typeface="+mn-ea"/>
                <a:cs typeface="+mn-cs"/>
              </a:rPr>
              <a:t>Extract:</a:t>
            </a:r>
            <a:r>
              <a:rPr lang="en-US" sz="1200" kern="1200" dirty="0">
                <a:solidFill>
                  <a:schemeClr val="tx1"/>
                </a:solidFill>
                <a:effectLst/>
                <a:latin typeface="+mn-lt"/>
                <a:ea typeface="+mn-ea"/>
                <a:cs typeface="+mn-cs"/>
              </a:rPr>
              <a:t> Isolate a clear, qualitative decision rule that is </a:t>
            </a:r>
            <a:r>
              <a:rPr lang="en-US" sz="1200" i="1" kern="1200" dirty="0">
                <a:solidFill>
                  <a:schemeClr val="tx1"/>
                </a:solidFill>
                <a:effectLst/>
                <a:latin typeface="+mn-lt"/>
                <a:ea typeface="+mn-ea"/>
                <a:cs typeface="+mn-cs"/>
              </a:rPr>
              <a:t>timeless and universal</a:t>
            </a:r>
            <a:r>
              <a:rPr lang="en-US" sz="1200" kern="1200" dirty="0">
                <a:solidFill>
                  <a:schemeClr val="tx1"/>
                </a:solidFill>
                <a:effectLst/>
                <a:latin typeface="+mn-lt"/>
                <a:ea typeface="+mn-ea"/>
                <a:cs typeface="+mn-cs"/>
              </a:rPr>
              <a:t>. </a:t>
            </a:r>
          </a:p>
          <a:p>
            <a:pPr marL="228600" indent="-228600">
              <a:buFont typeface="+mj-lt"/>
              <a:buAutoNum type="arabicPeriod"/>
            </a:pPr>
            <a:r>
              <a:rPr lang="en-US" sz="1200" b="1" kern="1200" dirty="0">
                <a:solidFill>
                  <a:schemeClr val="tx1"/>
                </a:solidFill>
                <a:effectLst/>
                <a:latin typeface="+mn-lt"/>
                <a:ea typeface="+mn-ea"/>
                <a:cs typeface="+mn-cs"/>
              </a:rPr>
              <a:t>Program:</a:t>
            </a:r>
            <a:r>
              <a:rPr lang="en-US" sz="1200" kern="1200" dirty="0">
                <a:solidFill>
                  <a:schemeClr val="tx1"/>
                </a:solidFill>
                <a:effectLst/>
                <a:latin typeface="+mn-lt"/>
                <a:ea typeface="+mn-ea"/>
                <a:cs typeface="+mn-cs"/>
              </a:rPr>
              <a:t> Codify that rule into executable computer algorithms. </a:t>
            </a:r>
          </a:p>
          <a:p>
            <a:pPr marL="228600" indent="-228600">
              <a:buFont typeface="+mj-lt"/>
              <a:buAutoNum type="arabicPeriod"/>
            </a:pPr>
            <a:r>
              <a:rPr lang="en-US" sz="1200" b="1" kern="1200" dirty="0">
                <a:solidFill>
                  <a:schemeClr val="tx1"/>
                </a:solidFill>
                <a:effectLst/>
                <a:latin typeface="+mn-lt"/>
                <a:ea typeface="+mn-ea"/>
                <a:cs typeface="+mn-cs"/>
              </a:rPr>
              <a:t>Execute:</a:t>
            </a:r>
            <a:r>
              <a:rPr lang="en-US" sz="1200" kern="1200" dirty="0">
                <a:solidFill>
                  <a:schemeClr val="tx1"/>
                </a:solidFill>
                <a:effectLst/>
                <a:latin typeface="+mn-lt"/>
                <a:ea typeface="+mn-ea"/>
                <a:cs typeface="+mn-cs"/>
              </a:rPr>
              <a:t> Let the system scan global markets and trade automatically without emotional interference. </a:t>
            </a:r>
          </a:p>
          <a:p>
            <a:r>
              <a:rPr lang="en-US" sz="1200" kern="1200" dirty="0">
                <a:solidFill>
                  <a:schemeClr val="tx1"/>
                </a:solidFill>
                <a:effectLst/>
                <a:latin typeface="+mn-lt"/>
                <a:ea typeface="+mn-ea"/>
                <a:cs typeface="+mn-cs"/>
              </a:rPr>
              <a:t>By programming decision rules, you eliminate ego, panic, and cognitive bias.</a:t>
            </a:r>
          </a:p>
          <a:p>
            <a:endParaRPr lang="en-US" dirty="0"/>
          </a:p>
          <a:p>
            <a:endParaRPr lang="en-US" dirty="0"/>
          </a:p>
          <a:p>
            <a:r>
              <a:rPr lang="en-US" b="1" dirty="0"/>
              <a:t>Key Concept:</a:t>
            </a:r>
            <a:r>
              <a:rPr lang="en-US" dirty="0"/>
              <a:t> Converting qualitative observations into executable, automated rules. </a:t>
            </a:r>
          </a:p>
        </p:txBody>
      </p:sp>
      <p:sp>
        <p:nvSpPr>
          <p:cNvPr id="4" name="Slide Number Placeholder 3"/>
          <p:cNvSpPr>
            <a:spLocks noGrp="1"/>
          </p:cNvSpPr>
          <p:nvPr>
            <p:ph type="sldNum" sz="quarter" idx="5"/>
          </p:nvPr>
        </p:nvSpPr>
        <p:spPr/>
        <p:txBody>
          <a:bodyPr/>
          <a:lstStyle/>
          <a:p>
            <a:fld id="{6C20E15F-4AB2-415C-8FE2-600D8B590FBC}" type="slidenum">
              <a:rPr lang="en-US" smtClean="0"/>
              <a:t>4</a:t>
            </a:fld>
            <a:endParaRPr lang="en-US"/>
          </a:p>
        </p:txBody>
      </p:sp>
    </p:spTree>
    <p:extLst>
      <p:ext uri="{BB962C8B-B14F-4D97-AF65-F5344CB8AC3E}">
        <p14:creationId xmlns:p14="http://schemas.microsoft.com/office/powerpoint/2010/main" val="16829841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the video interview, Dalio calls this slide </a:t>
            </a:r>
            <a:r>
              <a:rPr lang="en-US" sz="1200" b="1" kern="1200" dirty="0">
                <a:solidFill>
                  <a:schemeClr val="tx1"/>
                </a:solidFill>
                <a:effectLst/>
                <a:latin typeface="+mn-lt"/>
                <a:ea typeface="+mn-ea"/>
                <a:cs typeface="+mn-cs"/>
              </a:rPr>
              <a:t>'The Holy Grail of Investing'</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Most investors think diversification means holding 15 different stocks. But if those stocks all move together during a market crash, you aren't diversified.</a:t>
            </a:r>
          </a:p>
          <a:p>
            <a:r>
              <a:rPr lang="en-US" sz="1200" kern="1200" dirty="0">
                <a:solidFill>
                  <a:schemeClr val="tx1"/>
                </a:solidFill>
                <a:effectLst/>
                <a:latin typeface="+mn-lt"/>
                <a:ea typeface="+mn-ea"/>
                <a:cs typeface="+mn-cs"/>
              </a:rPr>
              <a:t>Dalio studied the mathematics of correlation and discovered a powerful mathematical truth: if you can find </a:t>
            </a:r>
            <a:r>
              <a:rPr lang="en-US" sz="1200" b="1" kern="1200" dirty="0">
                <a:solidFill>
                  <a:schemeClr val="tx1"/>
                </a:solidFill>
                <a:effectLst/>
                <a:latin typeface="+mn-lt"/>
                <a:ea typeface="+mn-ea"/>
                <a:cs typeface="+mn-cs"/>
              </a:rPr>
              <a:t>15 good, uncorrelated return streams</a:t>
            </a:r>
            <a:r>
              <a:rPr lang="en-US" sz="1200" kern="1200" dirty="0">
                <a:solidFill>
                  <a:schemeClr val="tx1"/>
                </a:solidFill>
                <a:effectLst/>
                <a:latin typeface="+mn-lt"/>
                <a:ea typeface="+mn-ea"/>
                <a:cs typeface="+mn-cs"/>
              </a:rPr>
              <a:t>, you reduce overall portfolio risk level by roughly 80% without lowering your expected return. That improves your return-to-risk ratio by a factor of 5. As the quote says: </a:t>
            </a:r>
            <a:r>
              <a:rPr lang="en-US" sz="1200" i="1" kern="1200" dirty="0">
                <a:solidFill>
                  <a:schemeClr val="tx1"/>
                </a:solidFill>
                <a:effectLst/>
                <a:latin typeface="+mn-lt"/>
                <a:ea typeface="+mn-ea"/>
                <a:cs typeface="+mn-cs"/>
              </a:rPr>
              <a:t>'Get the upside without having the downside.’</a:t>
            </a:r>
            <a:endParaRPr lang="en-US" sz="1200" kern="1200" dirty="0">
              <a:solidFill>
                <a:schemeClr val="tx1"/>
              </a:solidFill>
              <a:effectLst/>
              <a:latin typeface="+mn-lt"/>
              <a:ea typeface="+mn-ea"/>
              <a:cs typeface="+mn-cs"/>
            </a:endParaRPr>
          </a:p>
          <a:p>
            <a:endParaRPr lang="en-US" dirty="0"/>
          </a:p>
          <a:p>
            <a:endParaRPr lang="en-US" dirty="0"/>
          </a:p>
          <a:p>
            <a:r>
              <a:rPr lang="en-US" b="1" dirty="0"/>
              <a:t>Key Concept:</a:t>
            </a:r>
            <a:r>
              <a:rPr lang="en-US" dirty="0"/>
              <a:t> Reducing portfolio risk by ~80% without reducing expected return. </a:t>
            </a:r>
          </a:p>
        </p:txBody>
      </p:sp>
      <p:sp>
        <p:nvSpPr>
          <p:cNvPr id="4" name="Slide Number Placeholder 3"/>
          <p:cNvSpPr>
            <a:spLocks noGrp="1"/>
          </p:cNvSpPr>
          <p:nvPr>
            <p:ph type="sldNum" sz="quarter" idx="5"/>
          </p:nvPr>
        </p:nvSpPr>
        <p:spPr/>
        <p:txBody>
          <a:bodyPr/>
          <a:lstStyle/>
          <a:p>
            <a:fld id="{6C20E15F-4AB2-415C-8FE2-600D8B590FBC}" type="slidenum">
              <a:rPr lang="en-US" smtClean="0"/>
              <a:t>5</a:t>
            </a:fld>
            <a:endParaRPr lang="en-US"/>
          </a:p>
        </p:txBody>
      </p:sp>
    </p:spTree>
    <p:extLst>
      <p:ext uri="{BB962C8B-B14F-4D97-AF65-F5344CB8AC3E}">
        <p14:creationId xmlns:p14="http://schemas.microsoft.com/office/powerpoint/2010/main" val="30155345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6 breaks down how economic bubbles form and burst mechanically.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Phase 1 (Wealth Illusion):</a:t>
            </a:r>
            <a:r>
              <a:rPr lang="en-US" sz="1200" kern="1200" dirty="0">
                <a:solidFill>
                  <a:schemeClr val="tx1"/>
                </a:solidFill>
                <a:effectLst/>
                <a:latin typeface="+mn-lt"/>
                <a:ea typeface="+mn-ea"/>
                <a:cs typeface="+mn-cs"/>
              </a:rPr>
              <a:t> Rising asset valuations and cheap credit create massive paper wealth. But remember: paper wealth is not liquid cash.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Phase 2 (The Cash Squeeze):</a:t>
            </a:r>
            <a:r>
              <a:rPr lang="en-US" sz="1200" kern="1200" dirty="0">
                <a:solidFill>
                  <a:schemeClr val="tx1"/>
                </a:solidFill>
                <a:effectLst/>
                <a:latin typeface="+mn-lt"/>
                <a:ea typeface="+mn-ea"/>
                <a:cs typeface="+mn-cs"/>
              </a:rPr>
              <a:t> You cannot buy groceries or service debt with illiquid paper wealth; eventually, investors need actual cash.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Phase 3 (The Prick):</a:t>
            </a:r>
            <a:r>
              <a:rPr lang="en-US" sz="1200" kern="1200" dirty="0">
                <a:solidFill>
                  <a:schemeClr val="tx1"/>
                </a:solidFill>
                <a:effectLst/>
                <a:latin typeface="+mn-lt"/>
                <a:ea typeface="+mn-ea"/>
                <a:cs typeface="+mn-cs"/>
              </a:rPr>
              <a:t> Central banks tighten monetary policy or raise interest rates, acting as the mechanical pin that pops the bubble.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Phase 4 (The Liquidation):</a:t>
            </a:r>
            <a:r>
              <a:rPr lang="en-US" sz="1200" kern="1200" dirty="0">
                <a:solidFill>
                  <a:schemeClr val="tx1"/>
                </a:solidFill>
                <a:effectLst/>
                <a:latin typeface="+mn-lt"/>
                <a:ea typeface="+mn-ea"/>
                <a:cs typeface="+mn-cs"/>
              </a:rPr>
              <a:t> Highly leveraged market players are forced to sell assets at fire-sale prices just to raise cash, driving the crash."</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Key Concept:</a:t>
            </a:r>
            <a:r>
              <a:rPr lang="en-US" sz="1200" kern="1200" dirty="0">
                <a:solidFill>
                  <a:schemeClr val="tx1"/>
                </a:solidFill>
                <a:effectLst/>
                <a:latin typeface="+mn-lt"/>
                <a:ea typeface="+mn-ea"/>
                <a:cs typeface="+mn-cs"/>
              </a:rPr>
              <a:t> The 4 phases of market bubbles and why cash squeezes trigger liquidations. </a:t>
            </a:r>
          </a:p>
          <a:p>
            <a:endParaRPr lang="en-US" dirty="0"/>
          </a:p>
        </p:txBody>
      </p:sp>
      <p:sp>
        <p:nvSpPr>
          <p:cNvPr id="4" name="Slide Number Placeholder 3"/>
          <p:cNvSpPr>
            <a:spLocks noGrp="1"/>
          </p:cNvSpPr>
          <p:nvPr>
            <p:ph type="sldNum" sz="quarter" idx="5"/>
          </p:nvPr>
        </p:nvSpPr>
        <p:spPr/>
        <p:txBody>
          <a:bodyPr/>
          <a:lstStyle/>
          <a:p>
            <a:fld id="{6C20E15F-4AB2-415C-8FE2-600D8B590FBC}" type="slidenum">
              <a:rPr lang="en-US" smtClean="0"/>
              <a:t>6</a:t>
            </a:fld>
            <a:endParaRPr lang="en-US"/>
          </a:p>
        </p:txBody>
      </p:sp>
    </p:spTree>
    <p:extLst>
      <p:ext uri="{BB962C8B-B14F-4D97-AF65-F5344CB8AC3E}">
        <p14:creationId xmlns:p14="http://schemas.microsoft.com/office/powerpoint/2010/main" val="41028286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Dalio tracks five primary macro forces that continuously interact to drive world history and financial markets: </a:t>
            </a:r>
          </a:p>
          <a:p>
            <a:pPr marL="228600" indent="-228600">
              <a:buFont typeface="+mj-lt"/>
              <a:buAutoNum type="arabicPeriod"/>
            </a:pPr>
            <a:r>
              <a:rPr lang="en-US" sz="1200" b="1" kern="1200" dirty="0">
                <a:solidFill>
                  <a:schemeClr val="tx1"/>
                </a:solidFill>
                <a:effectLst/>
                <a:latin typeface="+mn-lt"/>
                <a:ea typeface="+mn-ea"/>
                <a:cs typeface="+mn-cs"/>
              </a:rPr>
              <a:t>Debt/Money Cycle:</a:t>
            </a:r>
            <a:r>
              <a:rPr lang="en-US" sz="1200" kern="1200" dirty="0">
                <a:solidFill>
                  <a:schemeClr val="tx1"/>
                </a:solidFill>
                <a:effectLst/>
                <a:latin typeface="+mn-lt"/>
                <a:ea typeface="+mn-ea"/>
                <a:cs typeface="+mn-cs"/>
              </a:rPr>
              <a:t> Debt acts like plaque buildup in financial arteries. Squeezes lead to restructurings and money printing. </a:t>
            </a:r>
          </a:p>
          <a:p>
            <a:pPr marL="228600" indent="-228600">
              <a:buFont typeface="+mj-lt"/>
              <a:buAutoNum type="arabicPeriod"/>
            </a:pPr>
            <a:r>
              <a:rPr lang="en-US" sz="1200" b="1" kern="1200" dirty="0">
                <a:solidFill>
                  <a:schemeClr val="tx1"/>
                </a:solidFill>
                <a:effectLst/>
                <a:latin typeface="+mn-lt"/>
                <a:ea typeface="+mn-ea"/>
                <a:cs typeface="+mn-cs"/>
              </a:rPr>
              <a:t>Internal Politics:</a:t>
            </a:r>
            <a:r>
              <a:rPr lang="en-US" sz="1200" kern="1200" dirty="0">
                <a:solidFill>
                  <a:schemeClr val="tx1"/>
                </a:solidFill>
                <a:effectLst/>
                <a:latin typeface="+mn-lt"/>
                <a:ea typeface="+mn-ea"/>
                <a:cs typeface="+mn-cs"/>
              </a:rPr>
              <a:t> Expanding wealth and values gaps create social friction and political instability. </a:t>
            </a:r>
          </a:p>
          <a:p>
            <a:pPr marL="228600" indent="-228600">
              <a:buFont typeface="+mj-lt"/>
              <a:buAutoNum type="arabicPeriod"/>
            </a:pPr>
            <a:r>
              <a:rPr lang="en-US" sz="1200" b="1" kern="1200" dirty="0">
                <a:solidFill>
                  <a:schemeClr val="tx1"/>
                </a:solidFill>
                <a:effectLst/>
                <a:latin typeface="+mn-lt"/>
                <a:ea typeface="+mn-ea"/>
                <a:cs typeface="+mn-cs"/>
              </a:rPr>
              <a:t>Geopolitics:</a:t>
            </a:r>
            <a:r>
              <a:rPr lang="en-US" sz="1200" kern="1200" dirty="0">
                <a:solidFill>
                  <a:schemeClr val="tx1"/>
                </a:solidFill>
                <a:effectLst/>
                <a:latin typeface="+mn-lt"/>
                <a:ea typeface="+mn-ea"/>
                <a:cs typeface="+mn-cs"/>
              </a:rPr>
              <a:t> Shifts in global power lead to order breakdowns and conflicts. </a:t>
            </a:r>
          </a:p>
          <a:p>
            <a:pPr marL="228600" indent="-228600">
              <a:buFont typeface="+mj-lt"/>
              <a:buAutoNum type="arabicPeriod"/>
            </a:pPr>
            <a:r>
              <a:rPr lang="en-US" sz="1200" b="1" kern="1200" dirty="0">
                <a:solidFill>
                  <a:schemeClr val="tx1"/>
                </a:solidFill>
                <a:effectLst/>
                <a:latin typeface="+mn-lt"/>
                <a:ea typeface="+mn-ea"/>
                <a:cs typeface="+mn-cs"/>
              </a:rPr>
              <a:t>Nature:</a:t>
            </a:r>
            <a:r>
              <a:rPr lang="en-US" sz="1200" kern="1200" dirty="0">
                <a:solidFill>
                  <a:schemeClr val="tx1"/>
                </a:solidFill>
                <a:effectLst/>
                <a:latin typeface="+mn-lt"/>
                <a:ea typeface="+mn-ea"/>
                <a:cs typeface="+mn-cs"/>
              </a:rPr>
              <a:t> Pandemics, droughts, and climate events have historically killed more people and disrupted more empires than wars. </a:t>
            </a:r>
          </a:p>
          <a:p>
            <a:pPr marL="228600" indent="-228600">
              <a:buFont typeface="+mj-lt"/>
              <a:buAutoNum type="arabicPeriod"/>
            </a:pPr>
            <a:r>
              <a:rPr lang="en-US" sz="1200" b="1" kern="1200" dirty="0">
                <a:solidFill>
                  <a:schemeClr val="tx1"/>
                </a:solidFill>
                <a:effectLst/>
                <a:latin typeface="+mn-lt"/>
                <a:ea typeface="+mn-ea"/>
                <a:cs typeface="+mn-cs"/>
              </a:rPr>
              <a:t>Human Inventiveness:</a:t>
            </a:r>
            <a:r>
              <a:rPr lang="en-US" sz="1200" kern="1200" dirty="0">
                <a:solidFill>
                  <a:schemeClr val="tx1"/>
                </a:solidFill>
                <a:effectLst/>
                <a:latin typeface="+mn-lt"/>
                <a:ea typeface="+mn-ea"/>
                <a:cs typeface="+mn-cs"/>
              </a:rPr>
              <a:t> Technology and innovation continuously drive long-term living standards upward.</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Key Concept:</a:t>
            </a:r>
            <a:r>
              <a:rPr lang="en-US" sz="1200" kern="1200" dirty="0">
                <a:solidFill>
                  <a:schemeClr val="tx1"/>
                </a:solidFill>
                <a:effectLst/>
                <a:latin typeface="+mn-lt"/>
                <a:ea typeface="+mn-ea"/>
                <a:cs typeface="+mn-cs"/>
              </a:rPr>
              <a:t> The interconnected forces shaping global macro cycles. </a:t>
            </a:r>
          </a:p>
          <a:p>
            <a:endParaRPr lang="en-US" dirty="0"/>
          </a:p>
        </p:txBody>
      </p:sp>
      <p:sp>
        <p:nvSpPr>
          <p:cNvPr id="4" name="Slide Number Placeholder 3"/>
          <p:cNvSpPr>
            <a:spLocks noGrp="1"/>
          </p:cNvSpPr>
          <p:nvPr>
            <p:ph type="sldNum" sz="quarter" idx="5"/>
          </p:nvPr>
        </p:nvSpPr>
        <p:spPr/>
        <p:txBody>
          <a:bodyPr/>
          <a:lstStyle/>
          <a:p>
            <a:fld id="{6C20E15F-4AB2-415C-8FE2-600D8B590FBC}" type="slidenum">
              <a:rPr lang="en-US" smtClean="0"/>
              <a:t>7</a:t>
            </a:fld>
            <a:endParaRPr lang="en-US"/>
          </a:p>
        </p:txBody>
      </p:sp>
    </p:spTree>
    <p:extLst>
      <p:ext uri="{BB962C8B-B14F-4D97-AF65-F5344CB8AC3E}">
        <p14:creationId xmlns:p14="http://schemas.microsoft.com/office/powerpoint/2010/main" val="5664531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build Bridgewater, Dalio mapped human psychology. Slide 8 illustrates three distinct personality archetypes identified via assessments like </a:t>
            </a:r>
            <a:r>
              <a:rPr lang="en-US" sz="1200" kern="1200" dirty="0" err="1">
                <a:solidFill>
                  <a:schemeClr val="tx1"/>
                </a:solidFill>
                <a:effectLst/>
                <a:latin typeface="+mn-lt"/>
                <a:ea typeface="+mn-ea"/>
                <a:cs typeface="+mn-cs"/>
              </a:rPr>
              <a:t>PrinciplesFinder</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The Shaper (e.g., Elon Musk, Bill Gates, Dalio):</a:t>
            </a:r>
            <a:r>
              <a:rPr lang="en-US" sz="1200" kern="1200" dirty="0">
                <a:solidFill>
                  <a:schemeClr val="tx1"/>
                </a:solidFill>
                <a:effectLst/>
                <a:latin typeface="+mn-lt"/>
                <a:ea typeface="+mn-ea"/>
                <a:cs typeface="+mn-cs"/>
              </a:rPr>
              <a:t> Operates simultaneously at the 10,000-foot vision level and the 10 cm detail level. Driven compulsively to turn mental visions into physical reality, often indifferent to personal safety nets. </a:t>
            </a:r>
          </a:p>
          <a:p>
            <a:r>
              <a:rPr lang="en-US" sz="1200" b="1" kern="1200" dirty="0">
                <a:solidFill>
                  <a:schemeClr val="tx1"/>
                </a:solidFill>
                <a:effectLst/>
                <a:latin typeface="+mn-lt"/>
                <a:ea typeface="+mn-ea"/>
                <a:cs typeface="+mn-cs"/>
              </a:rPr>
              <a:t>The Explorer:</a:t>
            </a:r>
            <a:r>
              <a:rPr lang="en-US" sz="1200" kern="1200" dirty="0">
                <a:solidFill>
                  <a:schemeClr val="tx1"/>
                </a:solidFill>
                <a:effectLst/>
                <a:latin typeface="+mn-lt"/>
                <a:ea typeface="+mn-ea"/>
                <a:cs typeface="+mn-cs"/>
              </a:rPr>
              <a:t> Driven by intense curiosity and objective truth-seeking. Enjoys learning even from bad outcomes. </a:t>
            </a:r>
          </a:p>
          <a:p>
            <a:r>
              <a:rPr lang="en-US" sz="1200" b="1" kern="1200" dirty="0">
                <a:solidFill>
                  <a:schemeClr val="tx1"/>
                </a:solidFill>
                <a:effectLst/>
                <a:latin typeface="+mn-lt"/>
                <a:ea typeface="+mn-ea"/>
                <a:cs typeface="+mn-cs"/>
              </a:rPr>
              <a:t>The Supporter/Connector:</a:t>
            </a:r>
            <a:r>
              <a:rPr lang="en-US" sz="1200" kern="1200" dirty="0">
                <a:solidFill>
                  <a:schemeClr val="tx1"/>
                </a:solidFill>
                <a:effectLst/>
                <a:latin typeface="+mn-lt"/>
                <a:ea typeface="+mn-ea"/>
                <a:cs typeface="+mn-cs"/>
              </a:rPr>
              <a:t> Builds human infrastructure, forging relationships and uniting teams.</a:t>
            </a:r>
          </a:p>
          <a:p>
            <a:endParaRPr lang="en-US" dirty="0"/>
          </a:p>
          <a:p>
            <a:endParaRPr lang="en-US" dirty="0"/>
          </a:p>
          <a:p>
            <a:r>
              <a:rPr lang="en-US" b="1" dirty="0"/>
              <a:t>Key Concept:</a:t>
            </a:r>
            <a:r>
              <a:rPr lang="en-US" dirty="0"/>
              <a:t> Understanding psychological archetypes to build world-class teams. </a:t>
            </a:r>
          </a:p>
        </p:txBody>
      </p:sp>
      <p:sp>
        <p:nvSpPr>
          <p:cNvPr id="4" name="Slide Number Placeholder 3"/>
          <p:cNvSpPr>
            <a:spLocks noGrp="1"/>
          </p:cNvSpPr>
          <p:nvPr>
            <p:ph type="sldNum" sz="quarter" idx="5"/>
          </p:nvPr>
        </p:nvSpPr>
        <p:spPr/>
        <p:txBody>
          <a:bodyPr/>
          <a:lstStyle/>
          <a:p>
            <a:fld id="{6C20E15F-4AB2-415C-8FE2-600D8B590FBC}" type="slidenum">
              <a:rPr lang="en-US" smtClean="0"/>
              <a:t>8</a:t>
            </a:fld>
            <a:endParaRPr lang="en-US"/>
          </a:p>
        </p:txBody>
      </p:sp>
    </p:spTree>
    <p:extLst>
      <p:ext uri="{BB962C8B-B14F-4D97-AF65-F5344CB8AC3E}">
        <p14:creationId xmlns:p14="http://schemas.microsoft.com/office/powerpoint/2010/main" val="11846817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is the key takeaway: </a:t>
            </a:r>
            <a:r>
              <a:rPr lang="en-US" sz="1200" b="1" kern="1200" dirty="0">
                <a:solidFill>
                  <a:schemeClr val="tx1"/>
                </a:solidFill>
                <a:effectLst/>
                <a:latin typeface="+mn-lt"/>
                <a:ea typeface="+mn-ea"/>
                <a:cs typeface="+mn-cs"/>
              </a:rPr>
              <a:t>Human Capital &gt; Financial Capital</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As Dalio notes, capital is abundant; the market easily provided billions for Elon Musk, but finding an Elon Musk is the hard part. </a:t>
            </a:r>
          </a:p>
          <a:p>
            <a:r>
              <a:rPr lang="en-US" sz="1200" kern="1200" dirty="0">
                <a:solidFill>
                  <a:schemeClr val="tx1"/>
                </a:solidFill>
                <a:effectLst/>
                <a:latin typeface="+mn-lt"/>
                <a:ea typeface="+mn-ea"/>
                <a:cs typeface="+mn-cs"/>
              </a:rPr>
              <a:t>Furthermore, Dalio uses </a:t>
            </a:r>
            <a:r>
              <a:rPr lang="en-US" sz="1200" b="1" kern="1200" dirty="0">
                <a:solidFill>
                  <a:schemeClr val="tx1"/>
                </a:solidFill>
                <a:effectLst/>
                <a:latin typeface="+mn-lt"/>
                <a:ea typeface="+mn-ea"/>
                <a:cs typeface="+mn-cs"/>
              </a:rPr>
              <a:t>The Jungle Metaphor</a:t>
            </a:r>
            <a:r>
              <a:rPr lang="en-US" sz="1200" kern="1200" dirty="0">
                <a:solidFill>
                  <a:schemeClr val="tx1"/>
                </a:solidFill>
                <a:effectLst/>
                <a:latin typeface="+mn-lt"/>
                <a:ea typeface="+mn-ea"/>
                <a:cs typeface="+mn-cs"/>
              </a:rPr>
              <a:t>: You cannot navigate the market or business jungle alone. You need people who think differently—people who see the predators lurking in your natural blind spots. True strength comes from radical complementarity.</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b="1" dirty="0"/>
              <a:t>Key Concept:</a:t>
            </a:r>
            <a:r>
              <a:rPr lang="en-US" dirty="0"/>
              <a:t> Human capital trumps financial capital; surround yourself with complementary perspectives. </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6C20E15F-4AB2-415C-8FE2-600D8B590FBC}" type="slidenum">
              <a:rPr lang="en-US" smtClean="0"/>
              <a:t>9</a:t>
            </a:fld>
            <a:endParaRPr lang="en-US"/>
          </a:p>
        </p:txBody>
      </p:sp>
    </p:spTree>
    <p:extLst>
      <p:ext uri="{BB962C8B-B14F-4D97-AF65-F5344CB8AC3E}">
        <p14:creationId xmlns:p14="http://schemas.microsoft.com/office/powerpoint/2010/main" val="1609239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10 addresses our relationship with wealth. Money has zero intrinsic value; it is strictly a tool. Dalio categorizes financial goals into two levels: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Level 1 (Freedom Money):</a:t>
            </a:r>
            <a:r>
              <a:rPr lang="en-US" sz="1200" kern="1200" dirty="0">
                <a:solidFill>
                  <a:schemeClr val="tx1"/>
                </a:solidFill>
                <a:effectLst/>
                <a:latin typeface="+mn-lt"/>
                <a:ea typeface="+mn-ea"/>
                <a:cs typeface="+mn-cs"/>
              </a:rPr>
              <a:t> The minimum baseline required to cover basic living needs so you aren't forced into work you dislike.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Level 2 (The Jungle Fund):</a:t>
            </a:r>
            <a:r>
              <a:rPr lang="en-US" sz="1200" kern="1200" dirty="0">
                <a:solidFill>
                  <a:schemeClr val="tx1"/>
                </a:solidFill>
                <a:effectLst/>
                <a:latin typeface="+mn-lt"/>
                <a:ea typeface="+mn-ea"/>
                <a:cs typeface="+mn-cs"/>
              </a:rPr>
              <a:t> Capital allocated to take wild, ambitious risks—funding endeavors you love without fear of personal ruin.</a:t>
            </a:r>
          </a:p>
          <a:p>
            <a:pPr marL="171450" indent="-171450">
              <a:buFont typeface="Arial" panose="020B0604020202020204" pitchFamily="34" charset="0"/>
              <a:buChar char="•"/>
            </a:pPr>
            <a:endParaRPr lang="en-US" dirty="0"/>
          </a:p>
          <a:p>
            <a:endParaRPr lang="en-US" dirty="0"/>
          </a:p>
          <a:p>
            <a:r>
              <a:rPr lang="en-US" b="1" dirty="0"/>
              <a:t>Key Concept:</a:t>
            </a:r>
            <a:r>
              <a:rPr lang="en-US" dirty="0"/>
              <a:t> Money has zero intrinsic value; define your freedom targets early. </a:t>
            </a:r>
          </a:p>
        </p:txBody>
      </p:sp>
      <p:sp>
        <p:nvSpPr>
          <p:cNvPr id="4" name="Slide Number Placeholder 3"/>
          <p:cNvSpPr>
            <a:spLocks noGrp="1"/>
          </p:cNvSpPr>
          <p:nvPr>
            <p:ph type="sldNum" sz="quarter" idx="5"/>
          </p:nvPr>
        </p:nvSpPr>
        <p:spPr/>
        <p:txBody>
          <a:bodyPr/>
          <a:lstStyle/>
          <a:p>
            <a:fld id="{6C20E15F-4AB2-415C-8FE2-600D8B590FBC}" type="slidenum">
              <a:rPr lang="en-US" smtClean="0"/>
              <a:t>10</a:t>
            </a:fld>
            <a:endParaRPr lang="en-US"/>
          </a:p>
        </p:txBody>
      </p:sp>
    </p:spTree>
    <p:extLst>
      <p:ext uri="{BB962C8B-B14F-4D97-AF65-F5344CB8AC3E}">
        <p14:creationId xmlns:p14="http://schemas.microsoft.com/office/powerpoint/2010/main" val="1395695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constant force behind Dalio's success since 1969 is </a:t>
            </a:r>
            <a:r>
              <a:rPr lang="en-US" sz="1200" b="1" kern="1200" dirty="0">
                <a:solidFill>
                  <a:schemeClr val="tx1"/>
                </a:solidFill>
                <a:effectLst/>
                <a:latin typeface="+mn-lt"/>
                <a:ea typeface="+mn-ea"/>
                <a:cs typeface="+mn-cs"/>
              </a:rPr>
              <a:t>Transcendental Meditation (TM)</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TM involves quietly repeating a meaningless sound—a mantra—in your mind. This occupies the conscious, logical mind, clearing out noise and anxiety. </a:t>
            </a:r>
          </a:p>
          <a:p>
            <a:r>
              <a:rPr lang="en-US" sz="1200" kern="1200" dirty="0">
                <a:solidFill>
                  <a:schemeClr val="tx1"/>
                </a:solidFill>
                <a:effectLst/>
                <a:latin typeface="+mn-lt"/>
                <a:ea typeface="+mn-ea"/>
                <a:cs typeface="+mn-cs"/>
              </a:rPr>
              <a:t>When conscious chatter fades, you access the subconscious mind—the quiet space where pattern recognition, breakthrough creativity, and calm decision-making take place.</a:t>
            </a:r>
          </a:p>
          <a:p>
            <a:endParaRPr lang="en-US" dirty="0"/>
          </a:p>
          <a:p>
            <a:endParaRPr lang="en-US" dirty="0"/>
          </a:p>
          <a:p>
            <a:r>
              <a:rPr lang="en-US" sz="1200" b="1" kern="1200" dirty="0">
                <a:solidFill>
                  <a:schemeClr val="tx1"/>
                </a:solidFill>
                <a:effectLst/>
                <a:latin typeface="+mn-lt"/>
                <a:ea typeface="+mn-ea"/>
                <a:cs typeface="+mn-cs"/>
              </a:rPr>
              <a:t>Key Concept:</a:t>
            </a:r>
            <a:r>
              <a:rPr lang="en-US" sz="1200" kern="1200" dirty="0">
                <a:solidFill>
                  <a:schemeClr val="tx1"/>
                </a:solidFill>
                <a:effectLst/>
                <a:latin typeface="+mn-lt"/>
                <a:ea typeface="+mn-ea"/>
                <a:cs typeface="+mn-cs"/>
              </a:rPr>
              <a:t> Using TM to silence conscious chatter and access intuitive creativity.</a:t>
            </a:r>
            <a:endParaRPr lang="en-US" dirty="0"/>
          </a:p>
        </p:txBody>
      </p:sp>
      <p:sp>
        <p:nvSpPr>
          <p:cNvPr id="4" name="Slide Number Placeholder 3"/>
          <p:cNvSpPr>
            <a:spLocks noGrp="1"/>
          </p:cNvSpPr>
          <p:nvPr>
            <p:ph type="sldNum" sz="quarter" idx="5"/>
          </p:nvPr>
        </p:nvSpPr>
        <p:spPr/>
        <p:txBody>
          <a:bodyPr/>
          <a:lstStyle/>
          <a:p>
            <a:fld id="{6C20E15F-4AB2-415C-8FE2-600D8B590FBC}" type="slidenum">
              <a:rPr lang="en-US" smtClean="0"/>
              <a:t>11</a:t>
            </a:fld>
            <a:endParaRPr lang="en-US"/>
          </a:p>
        </p:txBody>
      </p:sp>
    </p:spTree>
    <p:extLst>
      <p:ext uri="{BB962C8B-B14F-4D97-AF65-F5344CB8AC3E}">
        <p14:creationId xmlns:p14="http://schemas.microsoft.com/office/powerpoint/2010/main" val="30185841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Inspiration for Slide 12 comes from John D. Rockefeller, who etched his core values outside Rockefeller Center. </a:t>
            </a:r>
          </a:p>
          <a:p>
            <a:r>
              <a:rPr lang="en-US" sz="1200" kern="1200" dirty="0">
                <a:solidFill>
                  <a:schemeClr val="tx1"/>
                </a:solidFill>
                <a:effectLst/>
                <a:latin typeface="+mn-lt"/>
                <a:ea typeface="+mn-ea"/>
                <a:cs typeface="+mn-cs"/>
              </a:rPr>
              <a:t>Dalio’s mandate is: </a:t>
            </a:r>
            <a:r>
              <a:rPr lang="en-US" sz="1200" b="1" kern="1200" dirty="0">
                <a:solidFill>
                  <a:schemeClr val="tx1"/>
                </a:solidFill>
                <a:effectLst/>
                <a:latin typeface="+mn-lt"/>
                <a:ea typeface="+mn-ea"/>
                <a:cs typeface="+mn-cs"/>
              </a:rPr>
              <a:t>Do not simply adopt someone else's principles</a:t>
            </a:r>
            <a:r>
              <a:rPr lang="en-US" sz="1200" kern="1200" dirty="0">
                <a:solidFill>
                  <a:schemeClr val="tx1"/>
                </a:solidFill>
                <a:effectLst/>
                <a:latin typeface="+mn-lt"/>
                <a:ea typeface="+mn-ea"/>
                <a:cs typeface="+mn-cs"/>
              </a:rPr>
              <a:t>. Ask yourself three prompts: </a:t>
            </a:r>
            <a:r>
              <a:rPr lang="en-US" sz="1200" i="1" kern="1200" dirty="0">
                <a:solidFill>
                  <a:schemeClr val="tx1"/>
                </a:solidFill>
                <a:effectLst/>
                <a:latin typeface="+mn-lt"/>
                <a:ea typeface="+mn-ea"/>
                <a:cs typeface="+mn-cs"/>
              </a:rPr>
              <a:t>What do I want? What is true? What am I going to do about it?</a:t>
            </a:r>
            <a:r>
              <a:rPr lang="en-US" sz="1200" kern="1200" dirty="0">
                <a:solidFill>
                  <a:schemeClr val="tx1"/>
                </a:solidFill>
                <a:effectLst/>
                <a:latin typeface="+mn-lt"/>
                <a:ea typeface="+mn-ea"/>
                <a:cs typeface="+mn-cs"/>
              </a:rPr>
              <a:t> Write down your principles, test them against reality, keep what works, and etch those rules into stone.</a:t>
            </a:r>
          </a:p>
          <a:p>
            <a:endParaRPr lang="en-US" dirty="0"/>
          </a:p>
          <a:p>
            <a:endParaRPr lang="en-US" dirty="0"/>
          </a:p>
          <a:p>
            <a:r>
              <a:rPr lang="en-US" b="1" dirty="0"/>
              <a:t>Key Concept:</a:t>
            </a:r>
            <a:r>
              <a:rPr lang="en-US" dirty="0"/>
              <a:t> Codifying your personal operating system through real-world stress testing</a:t>
            </a:r>
          </a:p>
        </p:txBody>
      </p:sp>
      <p:sp>
        <p:nvSpPr>
          <p:cNvPr id="4" name="Slide Number Placeholder 3"/>
          <p:cNvSpPr>
            <a:spLocks noGrp="1"/>
          </p:cNvSpPr>
          <p:nvPr>
            <p:ph type="sldNum" sz="quarter" idx="5"/>
          </p:nvPr>
        </p:nvSpPr>
        <p:spPr/>
        <p:txBody>
          <a:bodyPr/>
          <a:lstStyle/>
          <a:p>
            <a:fld id="{6C20E15F-4AB2-415C-8FE2-600D8B590FBC}" type="slidenum">
              <a:rPr lang="en-US" smtClean="0"/>
              <a:t>12</a:t>
            </a:fld>
            <a:endParaRPr lang="en-US"/>
          </a:p>
        </p:txBody>
      </p:sp>
    </p:spTree>
    <p:extLst>
      <p:ext uri="{BB962C8B-B14F-4D97-AF65-F5344CB8AC3E}">
        <p14:creationId xmlns:p14="http://schemas.microsoft.com/office/powerpoint/2010/main" val="3710704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What constitutes a successful life? Slide 13 outlines the core pillars: </a:t>
            </a:r>
          </a:p>
          <a:p>
            <a:pPr marL="228600" indent="-228600">
              <a:buFont typeface="+mj-lt"/>
              <a:buAutoNum type="arabicPeriod"/>
            </a:pPr>
            <a:r>
              <a:rPr lang="en-US" sz="1200" b="1" kern="1200" dirty="0">
                <a:solidFill>
                  <a:schemeClr val="tx1"/>
                </a:solidFill>
                <a:effectLst/>
                <a:latin typeface="+mn-lt"/>
                <a:ea typeface="+mn-ea"/>
                <a:cs typeface="+mn-cs"/>
              </a:rPr>
              <a:t>Meaningful Work:</a:t>
            </a:r>
            <a:r>
              <a:rPr lang="en-US" sz="1200" kern="1200" dirty="0">
                <a:solidFill>
                  <a:schemeClr val="tx1"/>
                </a:solidFill>
                <a:effectLst/>
                <a:latin typeface="+mn-lt"/>
                <a:ea typeface="+mn-ea"/>
                <a:cs typeface="+mn-cs"/>
              </a:rPr>
              <a:t> Being on a mission to accomplish something great. </a:t>
            </a:r>
          </a:p>
          <a:p>
            <a:pPr marL="228600" indent="-228600">
              <a:buFont typeface="+mj-lt"/>
              <a:buAutoNum type="arabicPeriod"/>
            </a:pPr>
            <a:r>
              <a:rPr lang="en-US" sz="1200" b="1" kern="1200" dirty="0">
                <a:solidFill>
                  <a:schemeClr val="tx1"/>
                </a:solidFill>
                <a:effectLst/>
                <a:latin typeface="+mn-lt"/>
                <a:ea typeface="+mn-ea"/>
                <a:cs typeface="+mn-cs"/>
              </a:rPr>
              <a:t>Meaningful Relationships:</a:t>
            </a:r>
            <a:r>
              <a:rPr lang="en-US" sz="1200" kern="1200" dirty="0">
                <a:solidFill>
                  <a:schemeClr val="tx1"/>
                </a:solidFill>
                <a:effectLst/>
                <a:latin typeface="+mn-lt"/>
                <a:ea typeface="+mn-ea"/>
                <a:cs typeface="+mn-cs"/>
              </a:rPr>
              <a:t> Crossing the jungle with trusted partners who challenge and complement you. </a:t>
            </a:r>
          </a:p>
          <a:p>
            <a:pPr marL="228600" indent="-228600">
              <a:buFont typeface="+mj-lt"/>
              <a:buAutoNum type="arabicPeriod"/>
            </a:pPr>
            <a:r>
              <a:rPr lang="en-US" sz="1200" b="1" kern="1200" dirty="0">
                <a:solidFill>
                  <a:schemeClr val="tx1"/>
                </a:solidFill>
                <a:effectLst/>
                <a:latin typeface="+mn-lt"/>
                <a:ea typeface="+mn-ea"/>
                <a:cs typeface="+mn-cs"/>
              </a:rPr>
              <a:t>Radical Transparency:</a:t>
            </a:r>
            <a:r>
              <a:rPr lang="en-US" sz="1200" kern="1200" dirty="0">
                <a:solidFill>
                  <a:schemeClr val="tx1"/>
                </a:solidFill>
                <a:effectLst/>
                <a:latin typeface="+mn-lt"/>
                <a:ea typeface="+mn-ea"/>
                <a:cs typeface="+mn-cs"/>
              </a:rPr>
              <a:t> Stripping away ego to embrace self-awareness and objective reality. </a:t>
            </a:r>
          </a:p>
          <a:p>
            <a:r>
              <a:rPr lang="en-US" sz="1200" i="1" kern="1200" dirty="0">
                <a:solidFill>
                  <a:schemeClr val="tx1"/>
                </a:solidFill>
                <a:effectLst/>
                <a:latin typeface="+mn-lt"/>
                <a:ea typeface="+mn-ea"/>
                <a:cs typeface="+mn-cs"/>
              </a:rPr>
              <a:t>'Success is knowing your nature, and finding the best path through that nature...’</a:t>
            </a:r>
            <a:endParaRPr lang="en-US" sz="1200" kern="1200" dirty="0">
              <a:solidFill>
                <a:schemeClr val="tx1"/>
              </a:solidFill>
              <a:effectLst/>
              <a:latin typeface="+mn-lt"/>
              <a:ea typeface="+mn-ea"/>
              <a:cs typeface="+mn-cs"/>
            </a:endParaRPr>
          </a:p>
          <a:p>
            <a:endParaRPr lang="en-US" dirty="0"/>
          </a:p>
          <a:p>
            <a:endParaRPr lang="en-US" dirty="0"/>
          </a:p>
          <a:p>
            <a:r>
              <a:rPr lang="en-US" sz="1200" b="1" kern="1200" dirty="0">
                <a:solidFill>
                  <a:schemeClr val="tx1"/>
                </a:solidFill>
                <a:effectLst/>
                <a:latin typeface="+mn-lt"/>
                <a:ea typeface="+mn-ea"/>
                <a:cs typeface="+mn-cs"/>
              </a:rPr>
              <a:t>Key Concept:</a:t>
            </a:r>
            <a:r>
              <a:rPr lang="en-US" sz="1200" kern="1200" dirty="0">
                <a:solidFill>
                  <a:schemeClr val="tx1"/>
                </a:solidFill>
                <a:effectLst/>
                <a:latin typeface="+mn-lt"/>
                <a:ea typeface="+mn-ea"/>
                <a:cs typeface="+mn-cs"/>
              </a:rPr>
              <a:t> Defining true life satisfaction through meaningful work and meaningful relationships.</a:t>
            </a:r>
            <a:r>
              <a:rPr lang="en-US" dirty="0"/>
              <a:t> </a:t>
            </a:r>
          </a:p>
        </p:txBody>
      </p:sp>
      <p:sp>
        <p:nvSpPr>
          <p:cNvPr id="4" name="Slide Number Placeholder 3"/>
          <p:cNvSpPr>
            <a:spLocks noGrp="1"/>
          </p:cNvSpPr>
          <p:nvPr>
            <p:ph type="sldNum" sz="quarter" idx="5"/>
          </p:nvPr>
        </p:nvSpPr>
        <p:spPr/>
        <p:txBody>
          <a:bodyPr/>
          <a:lstStyle/>
          <a:p>
            <a:fld id="{6C20E15F-4AB2-415C-8FE2-600D8B590FBC}" type="slidenum">
              <a:rPr lang="en-US" smtClean="0"/>
              <a:t>13</a:t>
            </a:fld>
            <a:endParaRPr lang="en-US"/>
          </a:p>
        </p:txBody>
      </p:sp>
    </p:spTree>
    <p:extLst>
      <p:ext uri="{BB962C8B-B14F-4D97-AF65-F5344CB8AC3E}">
        <p14:creationId xmlns:p14="http://schemas.microsoft.com/office/powerpoint/2010/main" val="4186796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14 brings together the core pillars of Dalio's philosophy: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Holy Grail of Investing:</a:t>
            </a:r>
            <a:r>
              <a:rPr lang="en-US" sz="1200" kern="1200" dirty="0">
                <a:solidFill>
                  <a:schemeClr val="tx1"/>
                </a:solidFill>
                <a:effectLst/>
                <a:latin typeface="+mn-lt"/>
                <a:ea typeface="+mn-ea"/>
                <a:cs typeface="+mn-cs"/>
              </a:rPr>
              <a:t> 15 uncorrelated return streams reduce total portfolio risk by ~80%.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Personal Progress Formula:</a:t>
            </a:r>
            <a:r>
              <a:rPr lang="en-US" sz="1200" kern="1200" dirty="0">
                <a:solidFill>
                  <a:schemeClr val="tx1"/>
                </a:solidFill>
                <a:effectLst/>
                <a:latin typeface="+mn-lt"/>
                <a:ea typeface="+mn-ea"/>
                <a:cs typeface="+mn-cs"/>
              </a:rPr>
              <a:t> Pain + Reflection = Progress.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Know Your Nature &amp; Build Timeless Game Plans:</a:t>
            </a:r>
            <a:r>
              <a:rPr lang="en-US" sz="1200" kern="1200" dirty="0">
                <a:solidFill>
                  <a:schemeClr val="tx1"/>
                </a:solidFill>
                <a:effectLst/>
                <a:latin typeface="+mn-lt"/>
                <a:ea typeface="+mn-ea"/>
                <a:cs typeface="+mn-cs"/>
              </a:rPr>
              <a:t> Match your psychological traits with your career, then automate decision rules across long historical cycles.</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Key Concept:</a:t>
            </a:r>
            <a:r>
              <a:rPr lang="en-US" sz="1200" kern="1200" dirty="0">
                <a:solidFill>
                  <a:schemeClr val="tx1"/>
                </a:solidFill>
                <a:effectLst/>
                <a:latin typeface="+mn-lt"/>
                <a:ea typeface="+mn-ea"/>
                <a:cs typeface="+mn-cs"/>
              </a:rPr>
              <a:t> Recapping portfolio construction, psychological alignment, and systematic back-testing. </a:t>
            </a:r>
          </a:p>
          <a:p>
            <a:endParaRPr lang="en-US" dirty="0"/>
          </a:p>
        </p:txBody>
      </p:sp>
      <p:sp>
        <p:nvSpPr>
          <p:cNvPr id="4" name="Slide Number Placeholder 3"/>
          <p:cNvSpPr>
            <a:spLocks noGrp="1"/>
          </p:cNvSpPr>
          <p:nvPr>
            <p:ph type="sldNum" sz="quarter" idx="5"/>
          </p:nvPr>
        </p:nvSpPr>
        <p:spPr/>
        <p:txBody>
          <a:bodyPr/>
          <a:lstStyle/>
          <a:p>
            <a:fld id="{6C20E15F-4AB2-415C-8FE2-600D8B590FBC}" type="slidenum">
              <a:rPr lang="en-US" smtClean="0"/>
              <a:t>14</a:t>
            </a:fld>
            <a:endParaRPr lang="en-US"/>
          </a:p>
        </p:txBody>
      </p:sp>
    </p:spTree>
    <p:extLst>
      <p:ext uri="{BB962C8B-B14F-4D97-AF65-F5344CB8AC3E}">
        <p14:creationId xmlns:p14="http://schemas.microsoft.com/office/powerpoint/2010/main" val="9728016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Finally, Slide 15 synthesizes the overarching macro picture and personal philosophy. </a:t>
            </a:r>
          </a:p>
          <a:p>
            <a:r>
              <a:rPr lang="en-US" sz="1200" kern="1200" dirty="0">
                <a:solidFill>
                  <a:schemeClr val="tx1"/>
                </a:solidFill>
                <a:effectLst/>
                <a:latin typeface="+mn-lt"/>
                <a:ea typeface="+mn-ea"/>
                <a:cs typeface="+mn-cs"/>
              </a:rPr>
              <a:t>Always monitor the </a:t>
            </a:r>
            <a:r>
              <a:rPr lang="en-US" sz="1200" b="1" kern="1200" dirty="0">
                <a:solidFill>
                  <a:schemeClr val="tx1"/>
                </a:solidFill>
                <a:effectLst/>
                <a:latin typeface="+mn-lt"/>
                <a:ea typeface="+mn-ea"/>
                <a:cs typeface="+mn-cs"/>
              </a:rPr>
              <a:t>Five Big Forces</a:t>
            </a:r>
            <a:r>
              <a:rPr lang="en-US" sz="1200" kern="1200" dirty="0">
                <a:solidFill>
                  <a:schemeClr val="tx1"/>
                </a:solidFill>
                <a:effectLst/>
                <a:latin typeface="+mn-lt"/>
                <a:ea typeface="+mn-ea"/>
                <a:cs typeface="+mn-cs"/>
              </a:rPr>
              <a:t>—Debt, Internal Conflict, Geopolitics, Nature, and Innovation. At the personal level, measure success by the quality of your work, your relationships, and your alignment with reality. </a:t>
            </a:r>
          </a:p>
          <a:p>
            <a:r>
              <a:rPr lang="en-US" sz="1200" kern="1200" dirty="0">
                <a:solidFill>
                  <a:schemeClr val="tx1"/>
                </a:solidFill>
                <a:effectLst/>
                <a:latin typeface="+mn-lt"/>
                <a:ea typeface="+mn-ea"/>
                <a:cs typeface="+mn-cs"/>
              </a:rPr>
              <a:t>Thank you.</a:t>
            </a:r>
          </a:p>
          <a:p>
            <a:endParaRPr lang="en-US" dirty="0"/>
          </a:p>
          <a:p>
            <a:endParaRPr lang="en-US" dirty="0"/>
          </a:p>
          <a:p>
            <a:r>
              <a:rPr lang="en-US" b="1" dirty="0"/>
              <a:t>Key Concept:</a:t>
            </a:r>
            <a:r>
              <a:rPr lang="en-US" dirty="0"/>
              <a:t> Macro situational awareness paired with purpose-driven living. </a:t>
            </a:r>
          </a:p>
        </p:txBody>
      </p:sp>
      <p:sp>
        <p:nvSpPr>
          <p:cNvPr id="4" name="Slide Number Placeholder 3"/>
          <p:cNvSpPr>
            <a:spLocks noGrp="1"/>
          </p:cNvSpPr>
          <p:nvPr>
            <p:ph type="sldNum" sz="quarter" idx="5"/>
          </p:nvPr>
        </p:nvSpPr>
        <p:spPr/>
        <p:txBody>
          <a:bodyPr/>
          <a:lstStyle/>
          <a:p>
            <a:fld id="{6C20E15F-4AB2-415C-8FE2-600D8B590FBC}" type="slidenum">
              <a:rPr lang="en-US" smtClean="0"/>
              <a:t>15</a:t>
            </a:fld>
            <a:endParaRPr lang="en-US"/>
          </a:p>
        </p:txBody>
      </p:sp>
    </p:spTree>
    <p:extLst>
      <p:ext uri="{BB962C8B-B14F-4D97-AF65-F5344CB8AC3E}">
        <p14:creationId xmlns:p14="http://schemas.microsoft.com/office/powerpoint/2010/main" val="4057239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C6827E-4E94-7C31-EE4F-DD4E37E799C8}"/>
              </a:ext>
            </a:extLst>
          </p:cNvPr>
          <p:cNvSpPr>
            <a:spLocks noGrp="1"/>
          </p:cNvSpPr>
          <p:nvPr>
            <p:ph type="dt" sz="half" idx="10"/>
          </p:nvPr>
        </p:nvSpPr>
        <p:spPr/>
        <p:txBody>
          <a:bodyPr/>
          <a:lstStyle/>
          <a:p>
            <a:fld id="{AE953F30-BD1F-4E9C-9D6D-453E69C90B62}" type="datetimeFigureOut">
              <a:rPr lang="en-US" smtClean="0"/>
              <a:t>10/19/2026</a:t>
            </a:fld>
            <a:endParaRPr lang="en-US"/>
          </a:p>
        </p:txBody>
      </p:sp>
      <p:sp>
        <p:nvSpPr>
          <p:cNvPr id="3" name="Footer Placeholder 2">
            <a:extLst>
              <a:ext uri="{FF2B5EF4-FFF2-40B4-BE49-F238E27FC236}">
                <a16:creationId xmlns:a16="http://schemas.microsoft.com/office/drawing/2014/main" id="{78D1E74F-3818-D7D3-5251-A748D0A539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DD2F88-7D7D-5DDE-315E-7E86EDD1DE85}"/>
              </a:ext>
            </a:extLst>
          </p:cNvPr>
          <p:cNvSpPr>
            <a:spLocks noGrp="1"/>
          </p:cNvSpPr>
          <p:nvPr>
            <p:ph type="sldNum" sz="quarter" idx="12"/>
          </p:nvPr>
        </p:nvSpPr>
        <p:spPr/>
        <p:txBody>
          <a:bodyPr/>
          <a:lstStyle/>
          <a:p>
            <a:fld id="{85541383-40DE-43EB-977B-DC7CB5205EA5}" type="slidenum">
              <a:rPr lang="en-US" smtClean="0"/>
              <a:t>‹#›</a:t>
            </a:fld>
            <a:endParaRPr lang="en-US"/>
          </a:p>
        </p:txBody>
      </p:sp>
    </p:spTree>
    <p:extLst>
      <p:ext uri="{BB962C8B-B14F-4D97-AF65-F5344CB8AC3E}">
        <p14:creationId xmlns:p14="http://schemas.microsoft.com/office/powerpoint/2010/main" val="190461180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B43968-C1E4-0226-A3BE-32940F72BF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4A6B27-ABFC-7494-2DF9-85E4EF4FD7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BA4DAE-D10C-97EA-4269-E62A915E3B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953F30-BD1F-4E9C-9D6D-453E69C90B62}" type="datetimeFigureOut">
              <a:rPr lang="en-US" smtClean="0"/>
              <a:t>10/19/2026</a:t>
            </a:fld>
            <a:endParaRPr lang="en-US"/>
          </a:p>
        </p:txBody>
      </p:sp>
      <p:sp>
        <p:nvSpPr>
          <p:cNvPr id="5" name="Footer Placeholder 4">
            <a:extLst>
              <a:ext uri="{FF2B5EF4-FFF2-40B4-BE49-F238E27FC236}">
                <a16:creationId xmlns:a16="http://schemas.microsoft.com/office/drawing/2014/main" id="{7FD425FB-4685-C8C5-C3C7-B1F881A8A7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33FF665-477A-DAF0-14EE-7BCA7F94B4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5541383-40DE-43EB-977B-DC7CB5205EA5}" type="slidenum">
              <a:rPr lang="en-US" smtClean="0"/>
              <a:t>‹#›</a:t>
            </a:fld>
            <a:endParaRPr lang="en-US"/>
          </a:p>
        </p:txBody>
      </p:sp>
    </p:spTree>
    <p:extLst>
      <p:ext uri="{BB962C8B-B14F-4D97-AF65-F5344CB8AC3E}">
        <p14:creationId xmlns:p14="http://schemas.microsoft.com/office/powerpoint/2010/main" val="2374864192"/>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A164A15-14DF-2E6D-C457-3A3A440046F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E68B37-16DF-949C-5A87-9719B3448BC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9F16383-DF0F-6B2E-6EC7-1E48B7DC5DB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02A427-C3AE-5C24-7C3C-10B8021E378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2ED979-3613-383C-DC4A-4BA04C3E991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8548276-A984-8145-86E3-4BA82804C2C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8A48972-1FEB-BC03-46CB-F7F80076312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712E60-538E-A838-7EF1-B5E6D8B3165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B608E5-D321-194B-B261-82FEDC60125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471454-1E20-32A3-3945-3121D33A247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0313CF-7DD8-5A16-5131-2A6C952FD91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D2039F9-319D-155C-DBB5-F98F8195B5E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63F3EF-6652-11E8-23B9-302558C932C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E2ED15-0CD2-71A0-68B5-AEB83181DCD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AA177A-FC62-D790-1BE0-ECE1C11E2D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10677165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1637</Words>
  <Application>Microsoft Office PowerPoint</Application>
  <PresentationFormat>寬螢幕</PresentationFormat>
  <Paragraphs>113</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2026-08-09T13:12:53Z</dcterms:created>
  <dcterms:modified xsi:type="dcterms:W3CDTF">2026-10-19T15:43:29Z</dcterms:modified>
</cp:coreProperties>
</file>