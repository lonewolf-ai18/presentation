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4A4EE0-CEA6-4495-8659-E214E530F3C4}" v="21" dt="2026-08-23T07:21:27.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8-23T07:21:39.584" v="46" actId="166"/>
      <pc:docMkLst>
        <pc:docMk/>
      </pc:docMkLst>
      <pc:sldChg chg="addSp delSp modSp mod modNotes modNotesTx">
        <pc:chgData name="Lai, Wilson" userId="2840974a-0d84-4886-90a9-9a3ed79f3a48" providerId="ADAL" clId="{9F23B798-9E84-4552-BA63-E776E805C424}" dt="2026-08-23T07:21:39.584" v="46" actId="166"/>
        <pc:sldMkLst>
          <pc:docMk/>
          <pc:sldMk cId="0" sldId="257"/>
        </pc:sldMkLst>
        <pc:picChg chg="del">
          <ac:chgData name="Lai, Wilson" userId="2840974a-0d84-4886-90a9-9a3ed79f3a48" providerId="ADAL" clId="{9F23B798-9E84-4552-BA63-E776E805C424}" dt="2026-08-23T06:00:20.018" v="0" actId="21"/>
          <ac:picMkLst>
            <pc:docMk/>
            <pc:sldMk cId="0" sldId="257"/>
            <ac:picMk id="2" creationId="{00000000-0000-0000-0000-000000000000}"/>
          </ac:picMkLst>
        </pc:picChg>
        <pc:picChg chg="add ord">
          <ac:chgData name="Lai, Wilson" userId="2840974a-0d84-4886-90a9-9a3ed79f3a48" providerId="ADAL" clId="{9F23B798-9E84-4552-BA63-E776E805C424}" dt="2026-08-23T07:21:39.584" v="46" actId="166"/>
          <ac:picMkLst>
            <pc:docMk/>
            <pc:sldMk cId="0" sldId="257"/>
            <ac:picMk id="7" creationId="{1944582D-FB0A-D234-1C46-937D284C40A3}"/>
          </ac:picMkLst>
        </pc:picChg>
      </pc:sldChg>
      <pc:sldChg chg="addSp delSp mod modNotes">
        <pc:chgData name="Lai, Wilson" userId="2840974a-0d84-4886-90a9-9a3ed79f3a48" providerId="ADAL" clId="{9F23B798-9E84-4552-BA63-E776E805C424}" dt="2026-08-23T07:21:27.664" v="45"/>
        <pc:sldMkLst>
          <pc:docMk/>
          <pc:sldMk cId="0" sldId="258"/>
        </pc:sldMkLst>
        <pc:picChg chg="del">
          <ac:chgData name="Lai, Wilson" userId="2840974a-0d84-4886-90a9-9a3ed79f3a48" providerId="ADAL" clId="{9F23B798-9E84-4552-BA63-E776E805C424}" dt="2026-08-23T06:01:22.461" v="4" actId="21"/>
          <ac:picMkLst>
            <pc:docMk/>
            <pc:sldMk cId="0" sldId="258"/>
            <ac:picMk id="2" creationId="{00000000-0000-0000-0000-000000000000}"/>
          </ac:picMkLst>
        </pc:picChg>
        <pc:picChg chg="add">
          <ac:chgData name="Lai, Wilson" userId="2840974a-0d84-4886-90a9-9a3ed79f3a48" providerId="ADAL" clId="{9F23B798-9E84-4552-BA63-E776E805C424}" dt="2026-08-23T06:01:33.768" v="5" actId="22"/>
          <ac:picMkLst>
            <pc:docMk/>
            <pc:sldMk cId="0" sldId="258"/>
            <ac:picMk id="4" creationId="{27789570-524B-46AF-521C-957FA960CCD7}"/>
          </ac:picMkLst>
        </pc:picChg>
      </pc:sldChg>
      <pc:sldChg chg="addSp delSp mod modNotes">
        <pc:chgData name="Lai, Wilson" userId="2840974a-0d84-4886-90a9-9a3ed79f3a48" providerId="ADAL" clId="{9F23B798-9E84-4552-BA63-E776E805C424}" dt="2026-08-23T07:21:27.664" v="45"/>
        <pc:sldMkLst>
          <pc:docMk/>
          <pc:sldMk cId="0" sldId="259"/>
        </pc:sldMkLst>
        <pc:picChg chg="del">
          <ac:chgData name="Lai, Wilson" userId="2840974a-0d84-4886-90a9-9a3ed79f3a48" providerId="ADAL" clId="{9F23B798-9E84-4552-BA63-E776E805C424}" dt="2026-08-23T06:01:37.166" v="6" actId="21"/>
          <ac:picMkLst>
            <pc:docMk/>
            <pc:sldMk cId="0" sldId="259"/>
            <ac:picMk id="2" creationId="{00000000-0000-0000-0000-000000000000}"/>
          </ac:picMkLst>
        </pc:picChg>
        <pc:picChg chg="add">
          <ac:chgData name="Lai, Wilson" userId="2840974a-0d84-4886-90a9-9a3ed79f3a48" providerId="ADAL" clId="{9F23B798-9E84-4552-BA63-E776E805C424}" dt="2026-08-23T06:01:45.218" v="7" actId="22"/>
          <ac:picMkLst>
            <pc:docMk/>
            <pc:sldMk cId="0" sldId="259"/>
            <ac:picMk id="4" creationId="{4E8C7E57-1D19-0CBC-6B98-5CD3EB771BA4}"/>
          </ac:picMkLst>
        </pc:picChg>
      </pc:sldChg>
      <pc:sldChg chg="addSp delSp modSp mod modNotes modNotesTx">
        <pc:chgData name="Lai, Wilson" userId="2840974a-0d84-4886-90a9-9a3ed79f3a48" providerId="ADAL" clId="{9F23B798-9E84-4552-BA63-E776E805C424}" dt="2026-08-23T07:21:27.664" v="45"/>
        <pc:sldMkLst>
          <pc:docMk/>
          <pc:sldMk cId="0" sldId="260"/>
        </pc:sldMkLst>
        <pc:picChg chg="del mod">
          <ac:chgData name="Lai, Wilson" userId="2840974a-0d84-4886-90a9-9a3ed79f3a48" providerId="ADAL" clId="{9F23B798-9E84-4552-BA63-E776E805C424}" dt="2026-08-23T06:01:48.828" v="9" actId="21"/>
          <ac:picMkLst>
            <pc:docMk/>
            <pc:sldMk cId="0" sldId="260"/>
            <ac:picMk id="2" creationId="{00000000-0000-0000-0000-000000000000}"/>
          </ac:picMkLst>
        </pc:picChg>
        <pc:picChg chg="add">
          <ac:chgData name="Lai, Wilson" userId="2840974a-0d84-4886-90a9-9a3ed79f3a48" providerId="ADAL" clId="{9F23B798-9E84-4552-BA63-E776E805C424}" dt="2026-08-23T06:01:58.288" v="10" actId="22"/>
          <ac:picMkLst>
            <pc:docMk/>
            <pc:sldMk cId="0" sldId="260"/>
            <ac:picMk id="4" creationId="{5A9C898A-CD84-E730-3C88-BEAB38C84D73}"/>
          </ac:picMkLst>
        </pc:picChg>
      </pc:sldChg>
      <pc:sldChg chg="addSp delSp mod modNotes">
        <pc:chgData name="Lai, Wilson" userId="2840974a-0d84-4886-90a9-9a3ed79f3a48" providerId="ADAL" clId="{9F23B798-9E84-4552-BA63-E776E805C424}" dt="2026-08-23T07:21:27.664" v="45"/>
        <pc:sldMkLst>
          <pc:docMk/>
          <pc:sldMk cId="0" sldId="261"/>
        </pc:sldMkLst>
        <pc:picChg chg="del">
          <ac:chgData name="Lai, Wilson" userId="2840974a-0d84-4886-90a9-9a3ed79f3a48" providerId="ADAL" clId="{9F23B798-9E84-4552-BA63-E776E805C424}" dt="2026-08-23T06:02:00.650" v="11" actId="21"/>
          <ac:picMkLst>
            <pc:docMk/>
            <pc:sldMk cId="0" sldId="261"/>
            <ac:picMk id="2" creationId="{00000000-0000-0000-0000-000000000000}"/>
          </ac:picMkLst>
        </pc:picChg>
        <pc:picChg chg="add">
          <ac:chgData name="Lai, Wilson" userId="2840974a-0d84-4886-90a9-9a3ed79f3a48" providerId="ADAL" clId="{9F23B798-9E84-4552-BA63-E776E805C424}" dt="2026-08-23T06:02:18.471" v="12" actId="22"/>
          <ac:picMkLst>
            <pc:docMk/>
            <pc:sldMk cId="0" sldId="261"/>
            <ac:picMk id="4" creationId="{815B409A-5705-ACBB-45DD-9091DAAF4F76}"/>
          </ac:picMkLst>
        </pc:picChg>
      </pc:sldChg>
      <pc:sldChg chg="addSp delSp mod modNotes modNotesTx">
        <pc:chgData name="Lai, Wilson" userId="2840974a-0d84-4886-90a9-9a3ed79f3a48" providerId="ADAL" clId="{9F23B798-9E84-4552-BA63-E776E805C424}" dt="2026-08-23T07:21:27.664" v="45"/>
        <pc:sldMkLst>
          <pc:docMk/>
          <pc:sldMk cId="0" sldId="262"/>
        </pc:sldMkLst>
        <pc:picChg chg="del">
          <ac:chgData name="Lai, Wilson" userId="2840974a-0d84-4886-90a9-9a3ed79f3a48" providerId="ADAL" clId="{9F23B798-9E84-4552-BA63-E776E805C424}" dt="2026-08-23T06:02:21.801" v="13" actId="21"/>
          <ac:picMkLst>
            <pc:docMk/>
            <pc:sldMk cId="0" sldId="262"/>
            <ac:picMk id="2" creationId="{00000000-0000-0000-0000-000000000000}"/>
          </ac:picMkLst>
        </pc:picChg>
        <pc:picChg chg="add">
          <ac:chgData name="Lai, Wilson" userId="2840974a-0d84-4886-90a9-9a3ed79f3a48" providerId="ADAL" clId="{9F23B798-9E84-4552-BA63-E776E805C424}" dt="2026-08-23T06:02:56.394" v="14" actId="22"/>
          <ac:picMkLst>
            <pc:docMk/>
            <pc:sldMk cId="0" sldId="262"/>
            <ac:picMk id="4" creationId="{241C3BD7-ADD8-B78A-5A86-E1D52F5976D2}"/>
          </ac:picMkLst>
        </pc:picChg>
      </pc:sldChg>
      <pc:sldChg chg="addSp delSp mod modNotes">
        <pc:chgData name="Lai, Wilson" userId="2840974a-0d84-4886-90a9-9a3ed79f3a48" providerId="ADAL" clId="{9F23B798-9E84-4552-BA63-E776E805C424}" dt="2026-08-23T07:21:27.664" v="45"/>
        <pc:sldMkLst>
          <pc:docMk/>
          <pc:sldMk cId="0" sldId="263"/>
        </pc:sldMkLst>
        <pc:picChg chg="del">
          <ac:chgData name="Lai, Wilson" userId="2840974a-0d84-4886-90a9-9a3ed79f3a48" providerId="ADAL" clId="{9F23B798-9E84-4552-BA63-E776E805C424}" dt="2026-08-23T06:03:00.027" v="15" actId="21"/>
          <ac:picMkLst>
            <pc:docMk/>
            <pc:sldMk cId="0" sldId="263"/>
            <ac:picMk id="2" creationId="{00000000-0000-0000-0000-000000000000}"/>
          </ac:picMkLst>
        </pc:picChg>
        <pc:picChg chg="add">
          <ac:chgData name="Lai, Wilson" userId="2840974a-0d84-4886-90a9-9a3ed79f3a48" providerId="ADAL" clId="{9F23B798-9E84-4552-BA63-E776E805C424}" dt="2026-08-23T06:03:48.014" v="16" actId="22"/>
          <ac:picMkLst>
            <pc:docMk/>
            <pc:sldMk cId="0" sldId="263"/>
            <ac:picMk id="4" creationId="{C1615CFF-C0CA-DB90-5D78-31DD99B84DDD}"/>
          </ac:picMkLst>
        </pc:picChg>
      </pc:sldChg>
      <pc:sldChg chg="addSp delSp mod modNotes">
        <pc:chgData name="Lai, Wilson" userId="2840974a-0d84-4886-90a9-9a3ed79f3a48" providerId="ADAL" clId="{9F23B798-9E84-4552-BA63-E776E805C424}" dt="2026-08-23T07:21:27.664" v="45"/>
        <pc:sldMkLst>
          <pc:docMk/>
          <pc:sldMk cId="0" sldId="264"/>
        </pc:sldMkLst>
        <pc:picChg chg="del">
          <ac:chgData name="Lai, Wilson" userId="2840974a-0d84-4886-90a9-9a3ed79f3a48" providerId="ADAL" clId="{9F23B798-9E84-4552-BA63-E776E805C424}" dt="2026-08-23T06:03:50.883" v="17" actId="21"/>
          <ac:picMkLst>
            <pc:docMk/>
            <pc:sldMk cId="0" sldId="264"/>
            <ac:picMk id="2" creationId="{00000000-0000-0000-0000-000000000000}"/>
          </ac:picMkLst>
        </pc:picChg>
        <pc:picChg chg="add">
          <ac:chgData name="Lai, Wilson" userId="2840974a-0d84-4886-90a9-9a3ed79f3a48" providerId="ADAL" clId="{9F23B798-9E84-4552-BA63-E776E805C424}" dt="2026-08-23T06:04:32.884" v="18" actId="22"/>
          <ac:picMkLst>
            <pc:docMk/>
            <pc:sldMk cId="0" sldId="264"/>
            <ac:picMk id="4" creationId="{2EA793F8-5A24-EF25-5280-567A1331676F}"/>
          </ac:picMkLst>
        </pc:picChg>
      </pc:sldChg>
      <pc:sldChg chg="addSp delSp mod modNotes">
        <pc:chgData name="Lai, Wilson" userId="2840974a-0d84-4886-90a9-9a3ed79f3a48" providerId="ADAL" clId="{9F23B798-9E84-4552-BA63-E776E805C424}" dt="2026-08-23T07:21:27.664" v="45"/>
        <pc:sldMkLst>
          <pc:docMk/>
          <pc:sldMk cId="0" sldId="265"/>
        </pc:sldMkLst>
        <pc:picChg chg="del">
          <ac:chgData name="Lai, Wilson" userId="2840974a-0d84-4886-90a9-9a3ed79f3a48" providerId="ADAL" clId="{9F23B798-9E84-4552-BA63-E776E805C424}" dt="2026-08-23T06:04:36.078" v="19" actId="21"/>
          <ac:picMkLst>
            <pc:docMk/>
            <pc:sldMk cId="0" sldId="265"/>
            <ac:picMk id="2" creationId="{00000000-0000-0000-0000-000000000000}"/>
          </ac:picMkLst>
        </pc:picChg>
        <pc:picChg chg="add">
          <ac:chgData name="Lai, Wilson" userId="2840974a-0d84-4886-90a9-9a3ed79f3a48" providerId="ADAL" clId="{9F23B798-9E84-4552-BA63-E776E805C424}" dt="2026-08-23T06:04:44.040" v="20" actId="22"/>
          <ac:picMkLst>
            <pc:docMk/>
            <pc:sldMk cId="0" sldId="265"/>
            <ac:picMk id="4" creationId="{3B78E0FB-451E-BCF0-C707-94B6EADDC7EE}"/>
          </ac:picMkLst>
        </pc:picChg>
      </pc:sldChg>
      <pc:sldChg chg="addSp delSp mod modNotes">
        <pc:chgData name="Lai, Wilson" userId="2840974a-0d84-4886-90a9-9a3ed79f3a48" providerId="ADAL" clId="{9F23B798-9E84-4552-BA63-E776E805C424}" dt="2026-08-23T07:21:27.664" v="45"/>
        <pc:sldMkLst>
          <pc:docMk/>
          <pc:sldMk cId="0" sldId="266"/>
        </pc:sldMkLst>
        <pc:picChg chg="del">
          <ac:chgData name="Lai, Wilson" userId="2840974a-0d84-4886-90a9-9a3ed79f3a48" providerId="ADAL" clId="{9F23B798-9E84-4552-BA63-E776E805C424}" dt="2026-08-23T06:04:46.127" v="21" actId="21"/>
          <ac:picMkLst>
            <pc:docMk/>
            <pc:sldMk cId="0" sldId="266"/>
            <ac:picMk id="2" creationId="{00000000-0000-0000-0000-000000000000}"/>
          </ac:picMkLst>
        </pc:picChg>
        <pc:picChg chg="add">
          <ac:chgData name="Lai, Wilson" userId="2840974a-0d84-4886-90a9-9a3ed79f3a48" providerId="ADAL" clId="{9F23B798-9E84-4552-BA63-E776E805C424}" dt="2026-08-23T06:04:54.444" v="22" actId="22"/>
          <ac:picMkLst>
            <pc:docMk/>
            <pc:sldMk cId="0" sldId="266"/>
            <ac:picMk id="4" creationId="{D64CAE40-9292-2DE5-5A19-4B116FCD8EDB}"/>
          </ac:picMkLst>
        </pc:picChg>
      </pc:sldChg>
      <pc:sldChg chg="addSp delSp mod modNotes">
        <pc:chgData name="Lai, Wilson" userId="2840974a-0d84-4886-90a9-9a3ed79f3a48" providerId="ADAL" clId="{9F23B798-9E84-4552-BA63-E776E805C424}" dt="2026-08-23T07:21:27.664" v="45"/>
        <pc:sldMkLst>
          <pc:docMk/>
          <pc:sldMk cId="0" sldId="267"/>
        </pc:sldMkLst>
        <pc:picChg chg="del">
          <ac:chgData name="Lai, Wilson" userId="2840974a-0d84-4886-90a9-9a3ed79f3a48" providerId="ADAL" clId="{9F23B798-9E84-4552-BA63-E776E805C424}" dt="2026-08-23T06:04:59.092" v="23" actId="21"/>
          <ac:picMkLst>
            <pc:docMk/>
            <pc:sldMk cId="0" sldId="267"/>
            <ac:picMk id="2" creationId="{00000000-0000-0000-0000-000000000000}"/>
          </ac:picMkLst>
        </pc:picChg>
        <pc:picChg chg="add">
          <ac:chgData name="Lai, Wilson" userId="2840974a-0d84-4886-90a9-9a3ed79f3a48" providerId="ADAL" clId="{9F23B798-9E84-4552-BA63-E776E805C424}" dt="2026-08-23T06:05:46.627" v="24" actId="22"/>
          <ac:picMkLst>
            <pc:docMk/>
            <pc:sldMk cId="0" sldId="267"/>
            <ac:picMk id="4" creationId="{A42A65A2-B643-63A9-1EC5-EFCFE4A3277F}"/>
          </ac:picMkLst>
        </pc:picChg>
      </pc:sldChg>
      <pc:sldChg chg="addSp delSp mod modNotes">
        <pc:chgData name="Lai, Wilson" userId="2840974a-0d84-4886-90a9-9a3ed79f3a48" providerId="ADAL" clId="{9F23B798-9E84-4552-BA63-E776E805C424}" dt="2026-08-23T07:21:27.664" v="45"/>
        <pc:sldMkLst>
          <pc:docMk/>
          <pc:sldMk cId="0" sldId="268"/>
        </pc:sldMkLst>
        <pc:picChg chg="del">
          <ac:chgData name="Lai, Wilson" userId="2840974a-0d84-4886-90a9-9a3ed79f3a48" providerId="ADAL" clId="{9F23B798-9E84-4552-BA63-E776E805C424}" dt="2026-08-23T06:05:49.849" v="25" actId="21"/>
          <ac:picMkLst>
            <pc:docMk/>
            <pc:sldMk cId="0" sldId="268"/>
            <ac:picMk id="2" creationId="{00000000-0000-0000-0000-000000000000}"/>
          </ac:picMkLst>
        </pc:picChg>
        <pc:picChg chg="add">
          <ac:chgData name="Lai, Wilson" userId="2840974a-0d84-4886-90a9-9a3ed79f3a48" providerId="ADAL" clId="{9F23B798-9E84-4552-BA63-E776E805C424}" dt="2026-08-23T06:06:15.731" v="26" actId="22"/>
          <ac:picMkLst>
            <pc:docMk/>
            <pc:sldMk cId="0" sldId="268"/>
            <ac:picMk id="4" creationId="{DBF2D908-AAD1-FCE0-8BE0-FF554A05371A}"/>
          </ac:picMkLst>
        </pc:picChg>
      </pc:sldChg>
      <pc:sldChg chg="addSp delSp mod modNotes modNotesTx">
        <pc:chgData name="Lai, Wilson" userId="2840974a-0d84-4886-90a9-9a3ed79f3a48" providerId="ADAL" clId="{9F23B798-9E84-4552-BA63-E776E805C424}" dt="2026-08-23T07:21:27.664" v="45"/>
        <pc:sldMkLst>
          <pc:docMk/>
          <pc:sldMk cId="0" sldId="269"/>
        </pc:sldMkLst>
        <pc:picChg chg="del">
          <ac:chgData name="Lai, Wilson" userId="2840974a-0d84-4886-90a9-9a3ed79f3a48" providerId="ADAL" clId="{9F23B798-9E84-4552-BA63-E776E805C424}" dt="2026-08-23T06:06:17.937" v="27" actId="21"/>
          <ac:picMkLst>
            <pc:docMk/>
            <pc:sldMk cId="0" sldId="269"/>
            <ac:picMk id="2" creationId="{00000000-0000-0000-0000-000000000000}"/>
          </ac:picMkLst>
        </pc:picChg>
        <pc:picChg chg="add">
          <ac:chgData name="Lai, Wilson" userId="2840974a-0d84-4886-90a9-9a3ed79f3a48" providerId="ADAL" clId="{9F23B798-9E84-4552-BA63-E776E805C424}" dt="2026-08-23T06:06:25.490" v="28" actId="22"/>
          <ac:picMkLst>
            <pc:docMk/>
            <pc:sldMk cId="0" sldId="269"/>
            <ac:picMk id="4" creationId="{72F2F1EB-878A-9181-3B0B-431618B6D25A}"/>
          </ac:picMkLst>
        </pc:picChg>
      </pc:sldChg>
      <pc:sldChg chg="addSp delSp mod modNotes">
        <pc:chgData name="Lai, Wilson" userId="2840974a-0d84-4886-90a9-9a3ed79f3a48" providerId="ADAL" clId="{9F23B798-9E84-4552-BA63-E776E805C424}" dt="2026-08-23T07:21:27.664" v="45"/>
        <pc:sldMkLst>
          <pc:docMk/>
          <pc:sldMk cId="0" sldId="270"/>
        </pc:sldMkLst>
        <pc:picChg chg="del">
          <ac:chgData name="Lai, Wilson" userId="2840974a-0d84-4886-90a9-9a3ed79f3a48" providerId="ADAL" clId="{9F23B798-9E84-4552-BA63-E776E805C424}" dt="2026-08-23T06:06:27.426" v="29" actId="21"/>
          <ac:picMkLst>
            <pc:docMk/>
            <pc:sldMk cId="0" sldId="270"/>
            <ac:picMk id="2" creationId="{00000000-0000-0000-0000-000000000000}"/>
          </ac:picMkLst>
        </pc:picChg>
        <pc:picChg chg="add">
          <ac:chgData name="Lai, Wilson" userId="2840974a-0d84-4886-90a9-9a3ed79f3a48" providerId="ADAL" clId="{9F23B798-9E84-4552-BA63-E776E805C424}" dt="2026-08-23T06:06:35.742" v="30" actId="22"/>
          <ac:picMkLst>
            <pc:docMk/>
            <pc:sldMk cId="0" sldId="270"/>
            <ac:picMk id="4" creationId="{72C10088-A8DA-ACFA-20BC-BCA34DEA837F}"/>
          </ac:picMkLst>
        </pc:picChg>
      </pc:sldChg>
      <pc:sldChg chg="addSp delSp mod modNotes">
        <pc:chgData name="Lai, Wilson" userId="2840974a-0d84-4886-90a9-9a3ed79f3a48" providerId="ADAL" clId="{9F23B798-9E84-4552-BA63-E776E805C424}" dt="2026-08-23T07:21:27.664" v="45"/>
        <pc:sldMkLst>
          <pc:docMk/>
          <pc:sldMk cId="0" sldId="271"/>
        </pc:sldMkLst>
        <pc:picChg chg="del">
          <ac:chgData name="Lai, Wilson" userId="2840974a-0d84-4886-90a9-9a3ed79f3a48" providerId="ADAL" clId="{9F23B798-9E84-4552-BA63-E776E805C424}" dt="2026-08-23T06:06:37.616" v="31" actId="21"/>
          <ac:picMkLst>
            <pc:docMk/>
            <pc:sldMk cId="0" sldId="271"/>
            <ac:picMk id="2" creationId="{00000000-0000-0000-0000-000000000000}"/>
          </ac:picMkLst>
        </pc:picChg>
        <pc:picChg chg="add">
          <ac:chgData name="Lai, Wilson" userId="2840974a-0d84-4886-90a9-9a3ed79f3a48" providerId="ADAL" clId="{9F23B798-9E84-4552-BA63-E776E805C424}" dt="2026-08-23T06:06:48.046" v="32" actId="22"/>
          <ac:picMkLst>
            <pc:docMk/>
            <pc:sldMk cId="0" sldId="271"/>
            <ac:picMk id="4" creationId="{0D6C1C5E-2429-963B-5577-6DAA017B4584}"/>
          </ac:picMkLst>
        </pc:picChg>
      </pc:sldChg>
      <pc:sldChg chg="modNotes modNotesTx">
        <pc:chgData name="Lai, Wilson" userId="2840974a-0d84-4886-90a9-9a3ed79f3a48" providerId="ADAL" clId="{9F23B798-9E84-4552-BA63-E776E805C424}" dt="2026-08-23T07:21:27.664" v="45"/>
        <pc:sldMkLst>
          <pc:docMk/>
          <pc:sldMk cId="687213501" sldId="272"/>
        </pc:sldMkLst>
      </pc:sldChg>
      <pc:sldMasterChg chg="setBg">
        <pc:chgData name="Lai, Wilson" userId="2840974a-0d84-4886-90a9-9a3ed79f3a48" providerId="ADAL" clId="{9F23B798-9E84-4552-BA63-E776E805C424}" dt="2026-08-23T06:01:02.260" v="3"/>
        <pc:sldMasterMkLst>
          <pc:docMk/>
          <pc:sldMasterMk cId="2639609481"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38C88-45FF-46CD-ACD1-7FAB12B3B17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79A02-0EAE-42D8-8FBE-4D2CF3A1580B}" type="slidenum">
              <a:rPr lang="en-US" smtClean="0"/>
              <a:t>‹#›</a:t>
            </a:fld>
            <a:endParaRPr lang="en-US"/>
          </a:p>
        </p:txBody>
      </p:sp>
    </p:spTree>
    <p:extLst>
      <p:ext uri="{BB962C8B-B14F-4D97-AF65-F5344CB8AC3E}">
        <p14:creationId xmlns:p14="http://schemas.microsoft.com/office/powerpoint/2010/main" val="3800580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 &amp; Hook]</a:t>
            </a:r>
            <a:r>
              <a:rPr lang="en-US" dirty="0"/>
              <a:t>: When we think about financial shifts or global currency collapses, we tend to picture dramatic events: stock market crashes, emergency central bank announcements, or headline-grabbing trade wars. But economic history reveals a very different reality.</a:t>
            </a:r>
          </a:p>
          <a:p>
            <a:pPr lvl="0"/>
            <a:r>
              <a:rPr lang="en-US" b="1" dirty="0"/>
              <a:t>[Core Theme — The Plumbing]</a:t>
            </a:r>
            <a:r>
              <a:rPr lang="en-US" dirty="0"/>
              <a:t>: Reserve currencies almost never die with a headline or a press conference. They die quietly, years before anyone notices, deep inside payment systems that nobody outside of central banks has ever heard of. They shift inside vaults where gold quietly piles up, and in unpublicized commodity shipments that used to be settled in U.S. Dollars and suddenly aren't.</a:t>
            </a:r>
          </a:p>
          <a:p>
            <a:pPr lvl="0"/>
            <a:r>
              <a:rPr lang="en-US" b="1" dirty="0"/>
              <a:t>[Thesis Statement]</a:t>
            </a:r>
            <a:r>
              <a:rPr lang="en-US" dirty="0"/>
              <a:t>: Over the last decade—and accelerating rapidly over the last three years—China has been laying down the precise plumbing needed to displace the dollar's 50-year monopoly on global commodity trade. Today, we are analyzing the 5-stage blueprint driving this silent succession and why the historical data points to a critical structural window between 2026 and 2027.</a:t>
            </a:r>
          </a:p>
          <a:p>
            <a:endParaRPr lang="en-US" dirty="0"/>
          </a:p>
          <a:p>
            <a:endParaRPr lang="en-US" dirty="0"/>
          </a:p>
          <a:p>
            <a:r>
              <a:rPr lang="en-US" dirty="0"/>
              <a:t>https://www.youtube.com/watch?v=7I6aluPph4M</a:t>
            </a:r>
          </a:p>
        </p:txBody>
      </p:sp>
      <p:sp>
        <p:nvSpPr>
          <p:cNvPr id="4" name="Slide Number Placeholder 3"/>
          <p:cNvSpPr>
            <a:spLocks noGrp="1"/>
          </p:cNvSpPr>
          <p:nvPr>
            <p:ph type="sldNum" sz="quarter" idx="5"/>
          </p:nvPr>
        </p:nvSpPr>
        <p:spPr/>
        <p:txBody>
          <a:bodyPr/>
          <a:lstStyle/>
          <a:p>
            <a:fld id="{0E779A02-0EAE-42D8-8FBE-4D2CF3A1580B}" type="slidenum">
              <a:rPr lang="en-US" smtClean="0"/>
              <a:t>1</a:t>
            </a:fld>
            <a:endParaRPr lang="en-US"/>
          </a:p>
        </p:txBody>
      </p:sp>
    </p:spTree>
    <p:extLst>
      <p:ext uri="{BB962C8B-B14F-4D97-AF65-F5344CB8AC3E}">
        <p14:creationId xmlns:p14="http://schemas.microsoft.com/office/powerpoint/2010/main" val="3424845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[Concept — Surface vs. Plumbing]</a:t>
            </a:r>
            <a:r>
              <a:rPr lang="en-US" dirty="0"/>
              <a:t>: To understand where we are going, we first have to recognize how currency transitions actually occur. On the surface, everything appears completely normal. Trade contracts continue to be signed in the dominant currency, central banks hold it in their reserves, and financial institutions use it out of habit.</a:t>
            </a:r>
          </a:p>
          <a:p>
            <a:pPr lvl="0"/>
            <a:r>
              <a:rPr lang="en-US" b="1" dirty="0"/>
              <a:t>[Defining Monetary Inertia]</a:t>
            </a:r>
            <a:r>
              <a:rPr lang="en-US" dirty="0"/>
              <a:t>: In economics, this surface-level stability is called </a:t>
            </a:r>
            <a:r>
              <a:rPr lang="en-US" b="1" dirty="0"/>
              <a:t>Monetary Inertia</a:t>
            </a:r>
            <a:r>
              <a:rPr lang="en-US" dirty="0"/>
              <a:t>. It is the single most misunderstood force in macroeconomics. The world continues to use an incumbent currency simply because it's convenient and familiar, long after the underlying economic gravity has shifted elsewhere.</a:t>
            </a:r>
          </a:p>
          <a:p>
            <a:pPr lvl="0"/>
            <a:r>
              <a:rPr lang="en-US" b="1" dirty="0"/>
              <a:t>[The Underlying Reality]</a:t>
            </a:r>
            <a:r>
              <a:rPr lang="en-US" dirty="0"/>
              <a:t>: Meanwhile, beneath that calm surface, the quiet succession happens in the 'plumbing'—in alternative cross-border payment networks, hidden gold accumulation, and off-market commodity clearing. By the time the surface reflects the change, the transition in the plumbing has already been completed.</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2</a:t>
            </a:fld>
            <a:endParaRPr lang="en-US"/>
          </a:p>
        </p:txBody>
      </p:sp>
    </p:spTree>
    <p:extLst>
      <p:ext uri="{BB962C8B-B14F-4D97-AF65-F5344CB8AC3E}">
        <p14:creationId xmlns:p14="http://schemas.microsoft.com/office/powerpoint/2010/main" val="4128985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[Historical Context]</a:t>
            </a:r>
            <a:r>
              <a:rPr lang="en-US" dirty="0"/>
              <a:t>: This two-step sequence—decades of quiet alternative construction followed by a sudden formal shift—is not a theoretical model. It has played out identically twice in the last 400 years.</a:t>
            </a:r>
          </a:p>
          <a:p>
            <a:pPr lvl="0"/>
            <a:r>
              <a:rPr lang="en-US" b="1" dirty="0"/>
              <a:t>[Case Study 1 — Guilder to Pound]</a:t>
            </a:r>
            <a:r>
              <a:rPr lang="en-US" dirty="0"/>
              <a:t>: In the 1600s, the Dutch Guilder was the undisputed global reserve currency. Yet in 1694, nearly 400 miles away, London chartered the Bank of England—a quiet backup system built decades before anyone questioned Amsterdam's dominance. When the Fourth Anglo-Dutch War hit in 1780, Dutch credit collapsed. The world didn't switch to London overnight because of the war alone; they switched because the parallel system was already built and waiting.</a:t>
            </a:r>
          </a:p>
          <a:p>
            <a:pPr lvl="0"/>
            <a:r>
              <a:rPr lang="en-US" b="1" dirty="0"/>
              <a:t>[Case Study 2 — Pound to Dollar]</a:t>
            </a:r>
            <a:r>
              <a:rPr lang="en-US" dirty="0"/>
              <a:t>: Look at the British Pound. The US Federal Reserve was established in 1913, while the Pound was still supreme. It was dismissed as minor American plumbing. But after two world wars drained Britain's credit, 44 nations met at Bretton Woods in 1944. The infrastructure took 30 years to build; the formal handoff took just </a:t>
            </a:r>
            <a:r>
              <a:rPr lang="en-US" b="1" dirty="0"/>
              <a:t>11 days</a:t>
            </a:r>
            <a:r>
              <a:rPr lang="en-US" dirty="0"/>
              <a:t> of negotiation.</a:t>
            </a:r>
          </a:p>
          <a:p>
            <a:pPr lvl="0"/>
            <a:r>
              <a:rPr lang="en-US" b="1" dirty="0"/>
              <a:t>[Key Takeaway]</a:t>
            </a:r>
            <a:r>
              <a:rPr lang="en-US" dirty="0"/>
              <a:t>: Decades of quiet infrastructure building, followed by a short, sudden formalization when the incumbent is too weak to resist.</a:t>
            </a:r>
          </a:p>
        </p:txBody>
      </p:sp>
      <p:sp>
        <p:nvSpPr>
          <p:cNvPr id="4" name="Slide Number Placeholder 3"/>
          <p:cNvSpPr>
            <a:spLocks noGrp="1"/>
          </p:cNvSpPr>
          <p:nvPr>
            <p:ph type="sldNum" sz="quarter" idx="5"/>
          </p:nvPr>
        </p:nvSpPr>
        <p:spPr/>
        <p:txBody>
          <a:bodyPr/>
          <a:lstStyle/>
          <a:p>
            <a:fld id="{0E779A02-0EAE-42D8-8FBE-4D2CF3A1580B}" type="slidenum">
              <a:rPr lang="en-US" smtClean="0"/>
              <a:t>3</a:t>
            </a:fld>
            <a:endParaRPr lang="en-US"/>
          </a:p>
        </p:txBody>
      </p:sp>
    </p:spTree>
    <p:extLst>
      <p:ext uri="{BB962C8B-B14F-4D97-AF65-F5344CB8AC3E}">
        <p14:creationId xmlns:p14="http://schemas.microsoft.com/office/powerpoint/2010/main" val="2559383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[Overview of the Framework]</a:t>
            </a:r>
            <a:r>
              <a:rPr lang="en-US" dirty="0"/>
              <a:t>: When we dissect every reserve currency displacement in modern history, we see that the challenger must execute five simultaneous operational stages.</a:t>
            </a:r>
          </a:p>
          <a:p>
            <a:pPr lvl="0"/>
            <a:r>
              <a:rPr lang="en-US" b="1" dirty="0"/>
              <a:t>[Stage Breakdown]</a:t>
            </a:r>
            <a:r>
              <a:rPr lang="en-US" dirty="0"/>
              <a:t>:</a:t>
            </a:r>
          </a:p>
          <a:p>
            <a:pPr marL="228600" lvl="0" indent="-228600">
              <a:buFont typeface="+mj-lt"/>
              <a:buAutoNum type="arabicPeriod"/>
            </a:pPr>
            <a:r>
              <a:rPr lang="en-US" b="1" dirty="0"/>
              <a:t>Economic Overtake</a:t>
            </a:r>
            <a:r>
              <a:rPr lang="en-US" dirty="0"/>
              <a:t>: The challenger out-trades and out-produces the incumbent economy.</a:t>
            </a:r>
          </a:p>
          <a:p>
            <a:pPr marL="228600" lvl="0" indent="-228600">
              <a:buFont typeface="+mj-lt"/>
              <a:buAutoNum type="arabicPeriod"/>
            </a:pPr>
            <a:r>
              <a:rPr lang="en-US" b="1" dirty="0"/>
              <a:t>Parallel Payment Rails</a:t>
            </a:r>
            <a:r>
              <a:rPr lang="en-US" dirty="0"/>
              <a:t>: Building financial routing systems independent of the incumbent's oversight.</a:t>
            </a:r>
          </a:p>
          <a:p>
            <a:pPr marL="228600" lvl="0" indent="-228600">
              <a:buFont typeface="+mj-lt"/>
              <a:buAutoNum type="arabicPeriod"/>
            </a:pPr>
            <a:r>
              <a:rPr lang="en-US" b="1" dirty="0"/>
              <a:t>Hard Asset Accumulation</a:t>
            </a:r>
            <a:r>
              <a:rPr lang="en-US" dirty="0"/>
              <a:t>: Systematically replacing paper holdings with physical reserves like gold.</a:t>
            </a:r>
          </a:p>
          <a:p>
            <a:pPr marL="228600" lvl="0" indent="-228600">
              <a:buFont typeface="+mj-lt"/>
              <a:buAutoNum type="arabicPeriod"/>
            </a:pPr>
            <a:r>
              <a:rPr lang="en-US" b="1" dirty="0"/>
              <a:t>Commodity Anchor</a:t>
            </a:r>
            <a:r>
              <a:rPr lang="en-US" dirty="0"/>
              <a:t>: Breaking the incumbent's monopoly on pricing essential commodities, especially energy.</a:t>
            </a:r>
          </a:p>
          <a:p>
            <a:pPr marL="228600" lvl="0" indent="-228600">
              <a:buFont typeface="+mj-lt"/>
              <a:buAutoNum type="arabicPeriod"/>
            </a:pPr>
            <a:r>
              <a:rPr lang="en-US" b="1" dirty="0"/>
              <a:t>The Exit Door</a:t>
            </a:r>
            <a:r>
              <a:rPr lang="en-US" dirty="0"/>
              <a:t>: Providing an autonomous cross-border settlement mechanism for third-party nations.</a:t>
            </a:r>
          </a:p>
          <a:p>
            <a:pPr lvl="0"/>
            <a:r>
              <a:rPr lang="en-US" b="1" dirty="0"/>
              <a:t>[Transition Point]</a:t>
            </a:r>
            <a:r>
              <a:rPr lang="en-US" dirty="0"/>
              <a:t>: None of these five stages generate dramatic news headlines on their own. But together, they form the complete mechanical engine of currency succession.</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4</a:t>
            </a:fld>
            <a:endParaRPr lang="en-US"/>
          </a:p>
        </p:txBody>
      </p:sp>
    </p:spTree>
    <p:extLst>
      <p:ext uri="{BB962C8B-B14F-4D97-AF65-F5344CB8AC3E}">
        <p14:creationId xmlns:p14="http://schemas.microsoft.com/office/powerpoint/2010/main" val="2485224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Economic Overtake]</a:t>
            </a:r>
            <a:r>
              <a:rPr lang="en-US" dirty="0"/>
              <a:t>: Stage 1 is already complete. According to IMF purchasing power parity data, China officially passed the United States around 2016. China is currently the largest bilateral trading partner for over 120 countries globally—significantly more than the US.</a:t>
            </a:r>
          </a:p>
          <a:p>
            <a:pPr lvl="0"/>
            <a:r>
              <a:rPr lang="en-US" b="1" dirty="0"/>
              <a:t>[The Cognitive Dissonance]</a:t>
            </a:r>
            <a:r>
              <a:rPr lang="en-US" dirty="0"/>
              <a:t>: Yet look at the global central bank reserve data: the US Dollar still accounts for roughly 57% of official global FX reserves, while the Chinese Yuan accounts for less than 2%.</a:t>
            </a:r>
          </a:p>
          <a:p>
            <a:pPr lvl="0"/>
            <a:r>
              <a:rPr lang="en-US" b="1" dirty="0"/>
              <a:t>[Analyzing the Gap]</a:t>
            </a:r>
            <a:r>
              <a:rPr lang="en-US" dirty="0"/>
              <a:t>: This massive gap between real-economy trade dominance and currency reserve share is the exact definition of </a:t>
            </a:r>
            <a:r>
              <a:rPr lang="en-US" b="1" dirty="0"/>
              <a:t>Monetary Inertia</a:t>
            </a:r>
            <a:r>
              <a:rPr lang="en-US" dirty="0"/>
              <a:t>. It is identical to the gap that existed between the US economy and the British Pound in 1900. The physical goods are flowing, but the paper money lags behind.</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5</a:t>
            </a:fld>
            <a:endParaRPr lang="en-US"/>
          </a:p>
        </p:txBody>
      </p:sp>
    </p:spTree>
    <p:extLst>
      <p:ext uri="{BB962C8B-B14F-4D97-AF65-F5344CB8AC3E}">
        <p14:creationId xmlns:p14="http://schemas.microsoft.com/office/powerpoint/2010/main" val="846580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[Building Alternative Channels]</a:t>
            </a:r>
            <a:r>
              <a:rPr lang="en-US" dirty="0"/>
              <a:t>: In Stage 2, the challenger builds financial networks that bypass Western oversight.</a:t>
            </a:r>
          </a:p>
          <a:p>
            <a:pPr lvl="0"/>
            <a:r>
              <a:rPr lang="en-US" b="1" dirty="0"/>
              <a:t>[Key Milestones]</a:t>
            </a:r>
            <a:r>
              <a:rPr lang="en-US" dirty="0"/>
              <a:t>:</a:t>
            </a:r>
          </a:p>
          <a:p>
            <a:pPr marL="171450" lvl="0" indent="-171450">
              <a:buFont typeface="Arial" panose="020B0604020202020204" pitchFamily="34" charset="0"/>
              <a:buChar char="•"/>
            </a:pPr>
            <a:r>
              <a:rPr lang="en-US" b="1" dirty="0"/>
              <a:t>2015 (CIPS)</a:t>
            </a:r>
            <a:r>
              <a:rPr lang="en-US" dirty="0"/>
              <a:t>: China established the Cross-Border Interbank Payment System, offering a direct, sovereign clearing system alternative to SWIFT.</a:t>
            </a:r>
          </a:p>
          <a:p>
            <a:pPr marL="171450" lvl="0" indent="-171450">
              <a:buFont typeface="Arial" panose="020B0604020202020204" pitchFamily="34" charset="0"/>
              <a:buChar char="•"/>
            </a:pPr>
            <a:r>
              <a:rPr lang="en-US" b="1" dirty="0"/>
              <a:t>2018 (Yuan Oil Futures)</a:t>
            </a:r>
            <a:r>
              <a:rPr lang="en-US" dirty="0"/>
              <a:t>: Shanghai launched </a:t>
            </a:r>
            <a:r>
              <a:rPr lang="en-US" dirty="0" err="1"/>
              <a:t>petroyuan</a:t>
            </a:r>
            <a:r>
              <a:rPr lang="en-US" dirty="0"/>
              <a:t> futures on the INE exchange, establishing a mechanism for energy contract clearing outside the dollar.</a:t>
            </a:r>
          </a:p>
          <a:p>
            <a:pPr marL="171450" lvl="0" indent="-171450">
              <a:buFont typeface="Arial" panose="020B0604020202020204" pitchFamily="34" charset="0"/>
              <a:buChar char="•"/>
            </a:pPr>
            <a:r>
              <a:rPr lang="en-US" b="1" dirty="0"/>
              <a:t>Digital Layer (e-CNY)</a:t>
            </a:r>
            <a:r>
              <a:rPr lang="en-US" dirty="0"/>
              <a:t>: By late 2025, China's central bank digital currency processed over $2.4 trillion in transaction volume—a massive 800% increase over a two-year span.</a:t>
            </a:r>
          </a:p>
          <a:p>
            <a:pPr lvl="0"/>
            <a:r>
              <a:rPr lang="en-US" b="1" dirty="0"/>
              <a:t>[Historical Equivalent]</a:t>
            </a:r>
            <a:r>
              <a:rPr lang="en-US" dirty="0"/>
              <a:t>: This digital layer is the 1913 Federal Reserve created for the 21st century: constructed quietly, initially dismissed as localized, but fully operational when needed.</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6</a:t>
            </a:fld>
            <a:endParaRPr lang="en-US"/>
          </a:p>
        </p:txBody>
      </p:sp>
    </p:spTree>
    <p:extLst>
      <p:ext uri="{BB962C8B-B14F-4D97-AF65-F5344CB8AC3E}">
        <p14:creationId xmlns:p14="http://schemas.microsoft.com/office/powerpoint/2010/main" val="516986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[Gold Accumulation Dynamics]</a:t>
            </a:r>
            <a:r>
              <a:rPr lang="en-US" dirty="0"/>
              <a:t>: Stage 3 involves converting fiat reserves into un-sanctionable physical assets. The PBOC has recorded an unprecedented buying streak, acquiring physical gold consistently.</a:t>
            </a:r>
          </a:p>
          <a:p>
            <a:pPr lvl="0"/>
            <a:r>
              <a:rPr lang="en-US" b="1" dirty="0"/>
              <a:t>[The June Anomaly]</a:t>
            </a:r>
            <a:r>
              <a:rPr lang="en-US" dirty="0"/>
              <a:t>: Notice the June purchase data: the PBOC added nearly 15 tons of physical gold in a single month—its largest monthly purchase since 2023. Remarkably, they bought heavily precisely while paper gold prices were suffering their worst quarterly drop in 13 years. Sovereign reserve managers don't trade momentum; they accumulate on a strategic schedule, price-insensitively.</a:t>
            </a:r>
          </a:p>
          <a:p>
            <a:pPr lvl="0"/>
            <a:r>
              <a:rPr lang="en-US" b="1" dirty="0"/>
              <a:t>[Macro Reserve Shift]</a:t>
            </a:r>
            <a:r>
              <a:rPr lang="en-US" dirty="0"/>
              <a:t>: On a global scale, central bank gold purchases hit all-time highs of 1,136 tons in 2022 and over 1,030 tons in 2023. By 2025, gold's percentage share of global central bank reserves officially surpassed US Treasury bonds.</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7</a:t>
            </a:fld>
            <a:endParaRPr lang="en-US"/>
          </a:p>
        </p:txBody>
      </p:sp>
    </p:spTree>
    <p:extLst>
      <p:ext uri="{BB962C8B-B14F-4D97-AF65-F5344CB8AC3E}">
        <p14:creationId xmlns:p14="http://schemas.microsoft.com/office/powerpoint/2010/main" val="3122915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[Capacity &amp; Runway]</a:t>
            </a:r>
            <a:r>
              <a:rPr lang="en-US" dirty="0"/>
              <a:t>: Despite China's record-breaking gold buying streak—pushing official holdings above 2,300 metric tons—gold still represents </a:t>
            </a:r>
            <a:r>
              <a:rPr lang="en-US" b="1" dirty="0"/>
              <a:t>less than 10%</a:t>
            </a:r>
            <a:r>
              <a:rPr lang="en-US" dirty="0"/>
              <a:t> of China's total foreign exchange reserves.</a:t>
            </a:r>
          </a:p>
          <a:p>
            <a:pPr lvl="0"/>
            <a:r>
              <a:rPr lang="en-US" b="1" dirty="0"/>
              <a:t>[Comparison with Western Reserves]</a:t>
            </a:r>
            <a:r>
              <a:rPr lang="en-US" dirty="0"/>
              <a:t>: By contrast, major Western central banks like the US, Germany, and France hold upwards of 60% to 70% of their reserves in gold.</a:t>
            </a:r>
          </a:p>
          <a:p>
            <a:pPr lvl="0"/>
            <a:r>
              <a:rPr lang="en-US" b="1" dirty="0"/>
              <a:t>[Strategic Implication]</a:t>
            </a:r>
            <a:r>
              <a:rPr lang="en-US" dirty="0"/>
              <a:t>: This proves that China's buying campaign is not near completion. They possess massive fiscal balance-sheet room to continue absorbing physical gold for years to come, further insulating their reserves against Western dollar sanctions.</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8</a:t>
            </a:fld>
            <a:endParaRPr lang="en-US"/>
          </a:p>
        </p:txBody>
      </p:sp>
    </p:spTree>
    <p:extLst>
      <p:ext uri="{BB962C8B-B14F-4D97-AF65-F5344CB8AC3E}">
        <p14:creationId xmlns:p14="http://schemas.microsoft.com/office/powerpoint/2010/main" val="354858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1974 Petrodollar Agreement]</a:t>
            </a:r>
            <a:r>
              <a:rPr lang="en-US" dirty="0"/>
              <a:t>: Stage 4 targets the single anchor that has protected dollar demand for half a century: crude oil. In 1974, Washington reached an agreement with Saudi Arabia to price all crude oil sales exclusively in USD, recycling those proceeds into US Treasuries in exchange for military backing.</a:t>
            </a:r>
          </a:p>
          <a:p>
            <a:pPr lvl="0"/>
            <a:r>
              <a:rPr lang="en-US" b="1" dirty="0"/>
              <a:t>[The 2024 Fracture]</a:t>
            </a:r>
            <a:r>
              <a:rPr lang="en-US" dirty="0"/>
              <a:t>: In June 2024, that 50-year structural agreement quietly expired without a public extension or fanfare. Shortly thereafter, Saudi officials publicly voiced an openness to accepting non-dollar currencies, including the Yuan, for energy contracts.</a:t>
            </a:r>
          </a:p>
          <a:p>
            <a:pPr lvl="0"/>
            <a:r>
              <a:rPr lang="en-US" b="1" dirty="0"/>
              <a:t>[Geopolitical Pressures]</a:t>
            </a:r>
            <a:r>
              <a:rPr lang="en-US" dirty="0"/>
              <a:t>: Any major regional escalation—such as supply bottlenecks around the Strait of Hormuz cleared via non-dollar arrangements—serves as the catalyst for an irreversible shift in global energy settlement.</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9</a:t>
            </a:fld>
            <a:endParaRPr lang="en-US"/>
          </a:p>
        </p:txBody>
      </p:sp>
    </p:spTree>
    <p:extLst>
      <p:ext uri="{BB962C8B-B14F-4D97-AF65-F5344CB8AC3E}">
        <p14:creationId xmlns:p14="http://schemas.microsoft.com/office/powerpoint/2010/main" val="54241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[Erosion, Not Overnight Takeover]</a:t>
            </a:r>
            <a:r>
              <a:rPr lang="en-US" dirty="0"/>
              <a:t>: We must be clear: the U.S. Dollar still settles between 80% and 90% of global oil markets. This is not an overnight structural collapse, but rather a calculated erosion at the specific pressure point the original petrodollar was designed to protect.</a:t>
            </a:r>
          </a:p>
          <a:p>
            <a:pPr lvl="0"/>
            <a:r>
              <a:rPr lang="en-US" b="1" dirty="0"/>
              <a:t>[Concrete Bilateral Numbers]</a:t>
            </a:r>
            <a:r>
              <a:rPr lang="en-US" dirty="0"/>
              <a:t>: Look at the Russia-China trade channel: out of $125 billion in total trade volume, over </a:t>
            </a:r>
            <a:r>
              <a:rPr lang="en-US" b="1" dirty="0"/>
              <a:t>$19 billion</a:t>
            </a:r>
            <a:r>
              <a:rPr lang="en-US" dirty="0"/>
              <a:t> was settled directly in Chinese Yuan in 2025 alone. Similar bilateral clearing agreements are expanding across the Middle East, Africa, and South America.</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10</a:t>
            </a:fld>
            <a:endParaRPr lang="en-US"/>
          </a:p>
        </p:txBody>
      </p:sp>
    </p:spTree>
    <p:extLst>
      <p:ext uri="{BB962C8B-B14F-4D97-AF65-F5344CB8AC3E}">
        <p14:creationId xmlns:p14="http://schemas.microsoft.com/office/powerpoint/2010/main" val="347117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[Project </a:t>
            </a:r>
            <a:r>
              <a:rPr lang="en-US" b="1" dirty="0" err="1"/>
              <a:t>mBridge</a:t>
            </a:r>
            <a:r>
              <a:rPr lang="en-US" b="1" dirty="0"/>
              <a:t> Overview]</a:t>
            </a:r>
            <a:r>
              <a:rPr lang="en-US" dirty="0"/>
              <a:t>: Stage 5 delivers the autonomous exit door: </a:t>
            </a:r>
            <a:r>
              <a:rPr lang="en-US" b="1" dirty="0"/>
              <a:t>Project </a:t>
            </a:r>
            <a:r>
              <a:rPr lang="en-US" b="1" dirty="0" err="1"/>
              <a:t>mBridge</a:t>
            </a:r>
            <a:r>
              <a:rPr lang="en-US" dirty="0"/>
              <a:t>. Developed jointly by central banks across China, Hong Kong, Thailand, the UAE, and Saudi Arabia, </a:t>
            </a:r>
            <a:r>
              <a:rPr lang="en-US" dirty="0" err="1"/>
              <a:t>mBridge</a:t>
            </a:r>
            <a:r>
              <a:rPr lang="en-US" dirty="0"/>
              <a:t> enables direct multi-CBDC cross-border transactions.</a:t>
            </a:r>
          </a:p>
          <a:p>
            <a:pPr lvl="0"/>
            <a:r>
              <a:rPr lang="en-US" b="1" dirty="0"/>
              <a:t>[Exponential Volume Growth]</a:t>
            </a:r>
            <a:r>
              <a:rPr lang="en-US" dirty="0"/>
              <a:t>: In 2022, </a:t>
            </a:r>
            <a:r>
              <a:rPr lang="en-US" dirty="0" err="1"/>
              <a:t>mBridge</a:t>
            </a:r>
            <a:r>
              <a:rPr lang="en-US" dirty="0"/>
              <a:t> processed just $22 million in test transactions. By early 2026, real settlement volume exceeded </a:t>
            </a:r>
            <a:r>
              <a:rPr lang="en-US" b="1" dirty="0"/>
              <a:t>$55 billion</a:t>
            </a:r>
            <a:r>
              <a:rPr lang="en-US" dirty="0"/>
              <a:t>—a 2,500-fold expansion in under four years.</a:t>
            </a:r>
          </a:p>
          <a:p>
            <a:pPr lvl="0"/>
            <a:r>
              <a:rPr lang="en-US" b="1" dirty="0"/>
              <a:t>[BIS Exit &amp; Autonomy]</a:t>
            </a:r>
            <a:r>
              <a:rPr lang="en-US" dirty="0"/>
              <a:t>: Crucially, in late 2024, the Bank for International Settlements (BIS) formally stepped away from the project. They handed full operational ownership to the participating member central banks, turning </a:t>
            </a:r>
            <a:r>
              <a:rPr lang="en-US" dirty="0" err="1"/>
              <a:t>mBridge</a:t>
            </a:r>
            <a:r>
              <a:rPr lang="en-US" dirty="0"/>
              <a:t> into a completely autonomous clearing mechanism beyond Western sanction controls.</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11</a:t>
            </a:fld>
            <a:endParaRPr lang="en-US"/>
          </a:p>
        </p:txBody>
      </p:sp>
    </p:spTree>
    <p:extLst>
      <p:ext uri="{BB962C8B-B14F-4D97-AF65-F5344CB8AC3E}">
        <p14:creationId xmlns:p14="http://schemas.microsoft.com/office/powerpoint/2010/main" val="1576708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[Hub-and-Spoke vs. Mesh Network]</a:t>
            </a:r>
            <a:r>
              <a:rPr lang="en-US" dirty="0"/>
              <a:t>: This comparison highlights the architectural shift: SWIFT operates as a centralized hub-and-spoke system routed through Western correspondent banks and subject to US monitoring. </a:t>
            </a:r>
            <a:r>
              <a:rPr lang="en-US" dirty="0" err="1"/>
              <a:t>mBridge</a:t>
            </a:r>
            <a:r>
              <a:rPr lang="en-US" dirty="0"/>
              <a:t> operates as a decentralized mesh network.</a:t>
            </a:r>
          </a:p>
          <a:p>
            <a:pPr lvl="0"/>
            <a:r>
              <a:rPr lang="en-US" b="1" dirty="0"/>
              <a:t>[Digital Yuan Dominance]</a:t>
            </a:r>
            <a:r>
              <a:rPr lang="en-US" dirty="0"/>
              <a:t>: China's e-CNY now accounts for roughly 95% of all transaction volume moving across </a:t>
            </a:r>
            <a:r>
              <a:rPr lang="en-US" dirty="0" err="1"/>
              <a:t>mBridge</a:t>
            </a:r>
            <a:r>
              <a:rPr lang="en-US" dirty="0"/>
              <a:t>.</a:t>
            </a:r>
          </a:p>
          <a:p>
            <a:pPr lvl="0"/>
            <a:r>
              <a:rPr lang="en-US" b="1" dirty="0"/>
              <a:t>[2026 BRICS Agenda]</a:t>
            </a:r>
            <a:r>
              <a:rPr lang="en-US" dirty="0"/>
              <a:t>: In 2026, under India's chairmanship of the BRICS block, member states formally prioritized the 'BRICS Bridge' initiative—an explicit effort to scale non-SWIFT trade settlement across global emerging markets.</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12</a:t>
            </a:fld>
            <a:endParaRPr lang="en-US"/>
          </a:p>
        </p:txBody>
      </p:sp>
    </p:spTree>
    <p:extLst>
      <p:ext uri="{BB962C8B-B14F-4D97-AF65-F5344CB8AC3E}">
        <p14:creationId xmlns:p14="http://schemas.microsoft.com/office/powerpoint/2010/main" val="3882077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[Operational Status Check]</a:t>
            </a:r>
            <a:r>
              <a:rPr lang="en-US" dirty="0"/>
              <a:t>: Bringing all 5 stages together into a single diagnostic framework, we see that none of this remains in the theoretical phase:</a:t>
            </a:r>
          </a:p>
          <a:p>
            <a:pPr marL="171450" lvl="0" indent="-171450">
              <a:buFont typeface="Arial" panose="020B0604020202020204" pitchFamily="34" charset="0"/>
              <a:buChar char="•"/>
            </a:pPr>
            <a:r>
              <a:rPr lang="en-US" b="1" dirty="0"/>
              <a:t>Stage 1 (Economic Overtake)</a:t>
            </a:r>
            <a:r>
              <a:rPr lang="en-US" dirty="0"/>
              <a:t>: </a:t>
            </a:r>
            <a:r>
              <a:rPr lang="en-US" b="1" dirty="0"/>
              <a:t>COMPLETED</a:t>
            </a:r>
            <a:r>
              <a:rPr lang="en-US" dirty="0"/>
              <a:t> (120+ dominant trade partner relationships).</a:t>
            </a:r>
          </a:p>
          <a:p>
            <a:pPr marL="171450" lvl="0" indent="-171450">
              <a:buFont typeface="Arial" panose="020B0604020202020204" pitchFamily="34" charset="0"/>
              <a:buChar char="•"/>
            </a:pPr>
            <a:r>
              <a:rPr lang="en-US" b="1" dirty="0"/>
              <a:t>Stage 2 (Parallel Rails)</a:t>
            </a:r>
            <a:r>
              <a:rPr lang="en-US" dirty="0"/>
              <a:t>: </a:t>
            </a:r>
            <a:r>
              <a:rPr lang="en-US" b="1" dirty="0"/>
              <a:t>ACTIVE</a:t>
            </a:r>
            <a:r>
              <a:rPr lang="en-US" dirty="0"/>
              <a:t> (CIPS and e-CNY processing trillions).</a:t>
            </a:r>
          </a:p>
          <a:p>
            <a:pPr marL="171450" lvl="0" indent="-171450">
              <a:buFont typeface="Arial" panose="020B0604020202020204" pitchFamily="34" charset="0"/>
              <a:buChar char="•"/>
            </a:pPr>
            <a:r>
              <a:rPr lang="en-US" b="1" dirty="0"/>
              <a:t>Stage 3 (Hard Assets)</a:t>
            </a:r>
            <a:r>
              <a:rPr lang="en-US" dirty="0"/>
              <a:t>: </a:t>
            </a:r>
            <a:r>
              <a:rPr lang="en-US" b="1" dirty="0"/>
              <a:t>ACCELERATING</a:t>
            </a:r>
            <a:r>
              <a:rPr lang="en-US" dirty="0"/>
              <a:t> (Unbroken 20-month central bank gold buying).</a:t>
            </a:r>
          </a:p>
          <a:p>
            <a:pPr marL="171450" lvl="0" indent="-171450">
              <a:buFont typeface="Arial" panose="020B0604020202020204" pitchFamily="34" charset="0"/>
              <a:buChar char="•"/>
            </a:pPr>
            <a:r>
              <a:rPr lang="en-US" b="1" dirty="0"/>
              <a:t>Stage 4 (Commodity Anchor)</a:t>
            </a:r>
            <a:r>
              <a:rPr lang="en-US" dirty="0"/>
              <a:t>: </a:t>
            </a:r>
            <a:r>
              <a:rPr lang="en-US" b="1" dirty="0"/>
              <a:t>FRACTURED</a:t>
            </a:r>
            <a:r>
              <a:rPr lang="en-US" dirty="0"/>
              <a:t> (1974 Petrodollar agreement lapsed).</a:t>
            </a:r>
          </a:p>
          <a:p>
            <a:pPr marL="171450" lvl="0" indent="-171450">
              <a:buFont typeface="Arial" panose="020B0604020202020204" pitchFamily="34" charset="0"/>
              <a:buChar char="•"/>
            </a:pPr>
            <a:r>
              <a:rPr lang="en-US" b="1" dirty="0"/>
              <a:t>Stage 5 (The Exit Door)</a:t>
            </a:r>
            <a:r>
              <a:rPr lang="en-US" dirty="0"/>
              <a:t>: </a:t>
            </a:r>
            <a:r>
              <a:rPr lang="en-US" b="1" dirty="0"/>
              <a:t>SCALING</a:t>
            </a:r>
            <a:r>
              <a:rPr lang="en-US" dirty="0"/>
              <a:t> ($55B+ moving through </a:t>
            </a:r>
            <a:r>
              <a:rPr lang="en-US" dirty="0" err="1"/>
              <a:t>mBridge</a:t>
            </a:r>
            <a:r>
              <a:rPr lang="en-US" dirty="0"/>
              <a:t>).</a:t>
            </a:r>
          </a:p>
          <a:p>
            <a:pPr lvl="0"/>
            <a:r>
              <a:rPr lang="en-US" b="1" dirty="0"/>
              <a:t>[Key Takeaway]</a:t>
            </a:r>
            <a:r>
              <a:rPr lang="en-US" dirty="0"/>
              <a:t>: Every historical precursor to a reserve currency shift is occurring simultaneously in the present day.</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13</a:t>
            </a:fld>
            <a:endParaRPr lang="en-US"/>
          </a:p>
        </p:txBody>
      </p:sp>
    </p:spTree>
    <p:extLst>
      <p:ext uri="{BB962C8B-B14F-4D97-AF65-F5344CB8AC3E}">
        <p14:creationId xmlns:p14="http://schemas.microsoft.com/office/powerpoint/2010/main" val="1493379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[Timeline Analysis]</a:t>
            </a:r>
            <a:r>
              <a:rPr lang="en-US" dirty="0"/>
              <a:t>: If we benchmark the Yuan's timeline against historical currency shifts, the current build phase began in earnest in 2015 with the launch of CIPS. That represents </a:t>
            </a:r>
            <a:r>
              <a:rPr lang="en-US" b="1" dirty="0"/>
              <a:t>11+ years</a:t>
            </a:r>
            <a:r>
              <a:rPr lang="en-US" dirty="0"/>
              <a:t> of continuous infrastructure construction.</a:t>
            </a:r>
          </a:p>
          <a:p>
            <a:pPr lvl="0"/>
            <a:r>
              <a:rPr lang="en-US" b="1" dirty="0"/>
              <a:t>[The 2027 Window]</a:t>
            </a:r>
            <a:r>
              <a:rPr lang="en-US" dirty="0"/>
              <a:t>: Historical models show that once parallel infrastructure matures, the system enters a high-vulnerability window where a single geopolitical or economic crisis can force a formal handoff.</a:t>
            </a:r>
          </a:p>
          <a:p>
            <a:pPr lvl="0"/>
            <a:r>
              <a:rPr lang="en-US" b="1" dirty="0"/>
              <a:t>[Strategic Window]</a:t>
            </a:r>
            <a:r>
              <a:rPr lang="en-US" dirty="0"/>
              <a:t>: This historical cadence places the macro environment squarely inside the </a:t>
            </a:r>
            <a:r>
              <a:rPr lang="en-US" b="1" dirty="0"/>
              <a:t>2026–2027 window</a:t>
            </a:r>
            <a:r>
              <a:rPr lang="en-US" dirty="0"/>
              <a:t> for a sudden, formal inflection point.</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14</a:t>
            </a:fld>
            <a:endParaRPr lang="en-US"/>
          </a:p>
        </p:txBody>
      </p:sp>
    </p:spTree>
    <p:extLst>
      <p:ext uri="{BB962C8B-B14F-4D97-AF65-F5344CB8AC3E}">
        <p14:creationId xmlns:p14="http://schemas.microsoft.com/office/powerpoint/2010/main" val="2603319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[Refuting the Incumbent Argument]</a:t>
            </a:r>
            <a:r>
              <a:rPr lang="en-US" dirty="0"/>
              <a:t>: Defenders of the status quo argue that the dollar is too deeply embedded in global plumbing to ever be replaced. History reminds us that the Dutch said the exact same thing about the Guilder, and the British said it about the Pound right up until 1956.</a:t>
            </a:r>
          </a:p>
          <a:p>
            <a:pPr lvl="0"/>
            <a:r>
              <a:rPr lang="en-US" b="1" dirty="0"/>
              <a:t>[The Final takeaway]</a:t>
            </a:r>
            <a:r>
              <a:rPr lang="en-US" dirty="0"/>
              <a:t>: Economic history does not issue public warnings prior to a currency break; it only builds parallel infrastructure years in advance. The data does not care about narrative or permanence—it tracks what is being built, what is being bought, and what is being settled in the dark.</a:t>
            </a:r>
          </a:p>
          <a:p>
            <a:endParaRPr lang="en-US" dirty="0"/>
          </a:p>
        </p:txBody>
      </p:sp>
      <p:sp>
        <p:nvSpPr>
          <p:cNvPr id="4" name="Slide Number Placeholder 3"/>
          <p:cNvSpPr>
            <a:spLocks noGrp="1"/>
          </p:cNvSpPr>
          <p:nvPr>
            <p:ph type="sldNum" sz="quarter" idx="5"/>
          </p:nvPr>
        </p:nvSpPr>
        <p:spPr/>
        <p:txBody>
          <a:bodyPr/>
          <a:lstStyle/>
          <a:p>
            <a:fld id="{0E779A02-0EAE-42D8-8FBE-4D2CF3A1580B}" type="slidenum">
              <a:rPr lang="en-US" smtClean="0"/>
              <a:t>15</a:t>
            </a:fld>
            <a:endParaRPr lang="en-US"/>
          </a:p>
        </p:txBody>
      </p:sp>
    </p:spTree>
    <p:extLst>
      <p:ext uri="{BB962C8B-B14F-4D97-AF65-F5344CB8AC3E}">
        <p14:creationId xmlns:p14="http://schemas.microsoft.com/office/powerpoint/2010/main" val="195880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[Synthesis for Decision-Makers]</a:t>
            </a:r>
            <a:r>
              <a:rPr lang="en-US" dirty="0"/>
              <a:t>: To close our analysis, this comprehensive dashboard illustrates the complete structural shift happening across global monetary networks:</a:t>
            </a:r>
          </a:p>
          <a:p>
            <a:pPr lvl="0"/>
            <a:r>
              <a:rPr lang="en-US" b="1" dirty="0"/>
              <a:t>[Core Pillar Highlights]</a:t>
            </a:r>
            <a:r>
              <a:rPr lang="en-US" dirty="0"/>
              <a:t>:</a:t>
            </a:r>
          </a:p>
          <a:p>
            <a:pPr marL="171450" lvl="0" indent="-171450">
              <a:buFont typeface="Arial" panose="020B0604020202020204" pitchFamily="34" charset="0"/>
              <a:buChar char="•"/>
            </a:pPr>
            <a:r>
              <a:rPr lang="en-US" b="1" dirty="0"/>
              <a:t>Trade vs. Reserve Dissonance</a:t>
            </a:r>
            <a:r>
              <a:rPr lang="en-US" dirty="0"/>
              <a:t>: Real economy trade dominance (&lt;120 countries) has detached from fiat reserve holdings.</a:t>
            </a:r>
          </a:p>
          <a:p>
            <a:pPr marL="171450" lvl="0" indent="-171450">
              <a:buFont typeface="Arial" panose="020B0604020202020204" pitchFamily="34" charset="0"/>
              <a:buChar char="•"/>
            </a:pPr>
            <a:r>
              <a:rPr lang="en-US" b="1" dirty="0"/>
              <a:t>Alternative Infrastructure</a:t>
            </a:r>
            <a:r>
              <a:rPr lang="en-US" dirty="0"/>
              <a:t>: CIPS, e-CNY, and </a:t>
            </a:r>
            <a:r>
              <a:rPr lang="en-US" dirty="0" err="1"/>
              <a:t>mBridge</a:t>
            </a:r>
            <a:r>
              <a:rPr lang="en-US" dirty="0"/>
              <a:t> provide a fully redundant, un-sanctionable financial architecture.</a:t>
            </a:r>
          </a:p>
          <a:p>
            <a:pPr marL="171450" lvl="0" indent="-171450">
              <a:buFont typeface="Arial" panose="020B0604020202020204" pitchFamily="34" charset="0"/>
              <a:buChar char="•"/>
            </a:pPr>
            <a:r>
              <a:rPr lang="en-US" b="1" dirty="0"/>
              <a:t>Hard Asset Re-anchoring</a:t>
            </a:r>
            <a:r>
              <a:rPr lang="en-US" dirty="0"/>
              <a:t>: Gold reserves replacing US debt paper on sovereign balance sheets.</a:t>
            </a:r>
          </a:p>
          <a:p>
            <a:pPr lvl="0"/>
            <a:r>
              <a:rPr lang="en-US" b="1" dirty="0"/>
              <a:t>[Closing Call to Action]</a:t>
            </a:r>
            <a:r>
              <a:rPr lang="en-US" dirty="0"/>
              <a:t>: The infrastructure replacing the 50-year petrodollar framework is already fully built, active, and handling tens of billions of dollars outside Western oversight. Investors and decision-makers must watch the underlying plumbing rather than the headlines.</a:t>
            </a:r>
          </a:p>
          <a:p>
            <a:endParaRPr lang="en-US" b="1" dirty="0"/>
          </a:p>
        </p:txBody>
      </p:sp>
      <p:sp>
        <p:nvSpPr>
          <p:cNvPr id="4" name="Slide Number Placeholder 3"/>
          <p:cNvSpPr>
            <a:spLocks noGrp="1"/>
          </p:cNvSpPr>
          <p:nvPr>
            <p:ph type="sldNum" sz="quarter" idx="5"/>
          </p:nvPr>
        </p:nvSpPr>
        <p:spPr/>
        <p:txBody>
          <a:bodyPr/>
          <a:lstStyle/>
          <a:p>
            <a:fld id="{0E779A02-0EAE-42D8-8FBE-4D2CF3A1580B}" type="slidenum">
              <a:rPr lang="en-US" smtClean="0"/>
              <a:t>16</a:t>
            </a:fld>
            <a:endParaRPr lang="en-US"/>
          </a:p>
        </p:txBody>
      </p:sp>
    </p:spTree>
    <p:extLst>
      <p:ext uri="{BB962C8B-B14F-4D97-AF65-F5344CB8AC3E}">
        <p14:creationId xmlns:p14="http://schemas.microsoft.com/office/powerpoint/2010/main" val="2397796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876741-2171-E8A9-DA43-76A13406C5EA}"/>
              </a:ext>
            </a:extLst>
          </p:cNvPr>
          <p:cNvSpPr>
            <a:spLocks noGrp="1"/>
          </p:cNvSpPr>
          <p:nvPr>
            <p:ph type="dt" sz="half" idx="10"/>
          </p:nvPr>
        </p:nvSpPr>
        <p:spPr/>
        <p:txBody>
          <a:bodyPr/>
          <a:lstStyle/>
          <a:p>
            <a:fld id="{EFE1BE5F-BCF1-4A0F-AC27-E7070305BD33}" type="datetimeFigureOut">
              <a:rPr lang="en-US" smtClean="0"/>
              <a:t>10/19/2026</a:t>
            </a:fld>
            <a:endParaRPr lang="en-US"/>
          </a:p>
        </p:txBody>
      </p:sp>
      <p:sp>
        <p:nvSpPr>
          <p:cNvPr id="3" name="Footer Placeholder 2">
            <a:extLst>
              <a:ext uri="{FF2B5EF4-FFF2-40B4-BE49-F238E27FC236}">
                <a16:creationId xmlns:a16="http://schemas.microsoft.com/office/drawing/2014/main" id="{B37D12E5-3201-714F-CFE0-A5BC66A237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85DF9D-B0D6-B3C4-FA62-585201948F77}"/>
              </a:ext>
            </a:extLst>
          </p:cNvPr>
          <p:cNvSpPr>
            <a:spLocks noGrp="1"/>
          </p:cNvSpPr>
          <p:nvPr>
            <p:ph type="sldNum" sz="quarter" idx="12"/>
          </p:nvPr>
        </p:nvSpPr>
        <p:spPr/>
        <p:txBody>
          <a:bodyPr/>
          <a:lstStyle/>
          <a:p>
            <a:fld id="{BD59172C-7EF2-4C92-B327-2D1AEA322256}" type="slidenum">
              <a:rPr lang="en-US" smtClean="0"/>
              <a:t>‹#›</a:t>
            </a:fld>
            <a:endParaRPr lang="en-US"/>
          </a:p>
        </p:txBody>
      </p:sp>
    </p:spTree>
    <p:extLst>
      <p:ext uri="{BB962C8B-B14F-4D97-AF65-F5344CB8AC3E}">
        <p14:creationId xmlns:p14="http://schemas.microsoft.com/office/powerpoint/2010/main" val="10975439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4AB892-3BAB-632A-65D3-BDAEB84E5D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E4BD2D-9E3E-34E1-5CE7-C7B7C1B1BF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DAF54-0E63-C5AF-95C4-C94A0852D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E1BE5F-BCF1-4A0F-AC27-E7070305BD33}" type="datetimeFigureOut">
              <a:rPr lang="en-US" smtClean="0"/>
              <a:t>10/19/2026</a:t>
            </a:fld>
            <a:endParaRPr lang="en-US"/>
          </a:p>
        </p:txBody>
      </p:sp>
      <p:sp>
        <p:nvSpPr>
          <p:cNvPr id="5" name="Footer Placeholder 4">
            <a:extLst>
              <a:ext uri="{FF2B5EF4-FFF2-40B4-BE49-F238E27FC236}">
                <a16:creationId xmlns:a16="http://schemas.microsoft.com/office/drawing/2014/main" id="{DC0043CD-7807-9138-4FC8-AE80130495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4530A6-6EF9-51F0-81C7-D7540B8826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59172C-7EF2-4C92-B327-2D1AEA322256}" type="slidenum">
              <a:rPr lang="en-US" smtClean="0"/>
              <a:t>‹#›</a:t>
            </a:fld>
            <a:endParaRPr lang="en-US"/>
          </a:p>
        </p:txBody>
      </p:sp>
    </p:spTree>
    <p:extLst>
      <p:ext uri="{BB962C8B-B14F-4D97-AF65-F5344CB8AC3E}">
        <p14:creationId xmlns:p14="http://schemas.microsoft.com/office/powerpoint/2010/main" val="263960948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44582D-FB0A-D234-1C46-937D284C40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789570-524B-46AF-521C-957FA960CC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8C7E57-1D19-0CBC-6B98-5CD3EB771B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9C898A-CD84-E730-3C88-BEAB38C84D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5B409A-5705-ACBB-45DD-9091DAAF4F7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1C3BD7-ADD8-B78A-5A86-E1D52F5976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615CFF-C0CA-DB90-5D78-31DD99B84D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A793F8-5A24-EF25-5280-567A133167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78E0FB-451E-BCF0-C707-94B6EADDC7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4CAE40-9292-2DE5-5A19-4B116FCD8E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2A65A2-B643-63A9-1EC5-EFCFE4A327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F2D908-AAD1-FCE0-8BE0-FF554A0537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F2F1EB-878A-9181-3B0B-431618B6D2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C10088-A8DA-ACFA-20BC-BCA34DEA83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6C1C5E-2429-963B-5577-6DAA017B458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5954BE-CAAF-EC9C-20A8-D643F58BA2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687213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2214</Words>
  <Application>Microsoft Office PowerPoint</Application>
  <PresentationFormat>寬螢幕</PresentationFormat>
  <Paragraphs>81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2026-08-22T14:58:10Z</dcterms:created>
  <dcterms:modified xsi:type="dcterms:W3CDTF">2026-10-19T15:45:11Z</dcterms:modified>
</cp:coreProperties>
</file>